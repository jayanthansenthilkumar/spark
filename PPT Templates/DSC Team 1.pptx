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52"/>
  </p:notesMasterIdLst>
  <p:sldIdLst>
    <p:sldId id="256" r:id="rId2"/>
    <p:sldId id="258" r:id="rId3"/>
    <p:sldId id="260" r:id="rId4"/>
    <p:sldId id="259" r:id="rId5"/>
    <p:sldId id="321" r:id="rId6"/>
    <p:sldId id="266" r:id="rId7"/>
    <p:sldId id="267" r:id="rId8"/>
    <p:sldId id="322" r:id="rId9"/>
    <p:sldId id="323" r:id="rId10"/>
    <p:sldId id="273" r:id="rId11"/>
    <p:sldId id="269" r:id="rId12"/>
    <p:sldId id="324" r:id="rId13"/>
    <p:sldId id="325" r:id="rId14"/>
    <p:sldId id="326" r:id="rId15"/>
    <p:sldId id="327" r:id="rId16"/>
    <p:sldId id="293" r:id="rId17"/>
    <p:sldId id="263" r:id="rId18"/>
    <p:sldId id="307" r:id="rId19"/>
    <p:sldId id="308" r:id="rId20"/>
    <p:sldId id="331" r:id="rId21"/>
    <p:sldId id="334" r:id="rId22"/>
    <p:sldId id="335" r:id="rId23"/>
    <p:sldId id="336" r:id="rId24"/>
    <p:sldId id="337" r:id="rId25"/>
    <p:sldId id="338" r:id="rId26"/>
    <p:sldId id="268" r:id="rId27"/>
    <p:sldId id="299" r:id="rId28"/>
    <p:sldId id="332" r:id="rId29"/>
    <p:sldId id="340" r:id="rId30"/>
    <p:sldId id="329" r:id="rId31"/>
    <p:sldId id="330" r:id="rId32"/>
    <p:sldId id="333" r:id="rId33"/>
    <p:sldId id="274" r:id="rId34"/>
    <p:sldId id="328" r:id="rId35"/>
    <p:sldId id="313" r:id="rId36"/>
    <p:sldId id="314" r:id="rId37"/>
    <p:sldId id="339" r:id="rId38"/>
    <p:sldId id="315" r:id="rId39"/>
    <p:sldId id="262" r:id="rId40"/>
    <p:sldId id="309" r:id="rId41"/>
    <p:sldId id="310" r:id="rId42"/>
    <p:sldId id="311" r:id="rId43"/>
    <p:sldId id="270" r:id="rId44"/>
    <p:sldId id="257" r:id="rId45"/>
    <p:sldId id="318" r:id="rId46"/>
    <p:sldId id="319" r:id="rId47"/>
    <p:sldId id="320" r:id="rId48"/>
    <p:sldId id="261" r:id="rId49"/>
    <p:sldId id="276" r:id="rId50"/>
    <p:sldId id="290" r:id="rId51"/>
  </p:sldIdLst>
  <p:sldSz cx="9144000" cy="5143500" type="screen16x9"/>
  <p:notesSz cx="6858000" cy="9144000"/>
  <p:embeddedFontLst>
    <p:embeddedFont>
      <p:font typeface="Aharoni" panose="02010803020104030203" pitchFamily="2" charset="-79"/>
      <p:bold r:id="rId53"/>
    </p:embeddedFont>
    <p:embeddedFont>
      <p:font typeface="Anaheim" panose="020B0604020202020204" charset="0"/>
      <p:regular r:id="rId54"/>
    </p:embeddedFont>
    <p:embeddedFont>
      <p:font typeface="Bebas Neue" panose="020B0606020202050201" pitchFamily="34" charset="0"/>
      <p:regular r:id="rId55"/>
    </p:embeddedFont>
    <p:embeddedFont>
      <p:font typeface="Cascadia Code" panose="020B0609020000020004" pitchFamily="49" charset="0"/>
      <p:regular r:id="rId56"/>
      <p:bold r:id="rId57"/>
      <p:italic r:id="rId58"/>
      <p:boldItalic r:id="rId59"/>
    </p:embeddedFont>
    <p:embeddedFont>
      <p:font typeface="Consolas" panose="020B0609020204030204" pitchFamily="49" charset="0"/>
      <p:regular r:id="rId60"/>
      <p:bold r:id="rId61"/>
      <p:italic r:id="rId62"/>
      <p:boldItalic r:id="rId63"/>
    </p:embeddedFont>
    <p:embeddedFont>
      <p:font typeface="DM Sans" pitchFamily="2" charset="0"/>
      <p:regular r:id="rId64"/>
      <p:bold r:id="rId65"/>
      <p:italic r:id="rId66"/>
      <p:boldItalic r:id="rId67"/>
    </p:embeddedFont>
    <p:embeddedFont>
      <p:font typeface="Lato" panose="020F0502020204030203" pitchFamily="34" charset="0"/>
      <p:regular r:id="rId68"/>
      <p:bold r:id="rId69"/>
      <p:italic r:id="rId70"/>
      <p:boldItalic r:id="rId71"/>
    </p:embeddedFont>
    <p:embeddedFont>
      <p:font typeface="Nunito" pitchFamily="2" charset="0"/>
      <p:regular r:id="rId72"/>
      <p:bold r:id="rId73"/>
      <p:italic r:id="rId74"/>
      <p:boldItalic r:id="rId75"/>
    </p:embeddedFont>
    <p:embeddedFont>
      <p:font typeface="Nunito Light" pitchFamily="2" charset="0"/>
      <p:regular r:id="rId76"/>
      <p:italic r:id="rId77"/>
    </p:embeddedFont>
    <p:embeddedFont>
      <p:font typeface="Poppins" panose="00000500000000000000" pitchFamily="2" charset="0"/>
      <p:regular r:id="rId78"/>
      <p:bold r:id="rId79"/>
      <p:italic r:id="rId80"/>
      <p:boldItalic r:id="rId81"/>
    </p:embeddedFont>
    <p:embeddedFont>
      <p:font typeface="PT Sans" panose="020B0503020203020204" pitchFamily="34" charset="0"/>
      <p:regular r:id="rId82"/>
      <p:bold r:id="rId83"/>
      <p:italic r:id="rId84"/>
      <p:boldItalic r:id="rId8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yanthan" initials="J" lastIdx="1" clrIdx="0">
    <p:extLst>
      <p:ext uri="{19B8F6BF-5375-455C-9EA6-DF929625EA0E}">
        <p15:presenceInfo xmlns:p15="http://schemas.microsoft.com/office/powerpoint/2012/main" userId="e50148d90e98dd1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E6B"/>
    <a:srgbClr val="FF80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A6698AC-B8A8-4B04-B409-EA00A8871BF9}">
  <a:tblStyle styleId="{5A6698AC-B8A8-4B04-B409-EA00A8871BF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27A2576-C7FB-4AB3-829E-2B5FCAC444AB}"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31" autoAdjust="0"/>
    <p:restoredTop sz="93640" autoAdjust="0"/>
  </p:normalViewPr>
  <p:slideViewPr>
    <p:cSldViewPr snapToGrid="0">
      <p:cViewPr>
        <p:scale>
          <a:sx n="100" d="100"/>
          <a:sy n="100" d="100"/>
        </p:scale>
        <p:origin x="1253" y="29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1.fntdata"/><Relationship Id="rId68" Type="http://schemas.openxmlformats.org/officeDocument/2006/relationships/font" Target="fonts/font16.fntdata"/><Relationship Id="rId84" Type="http://schemas.openxmlformats.org/officeDocument/2006/relationships/font" Target="fonts/font32.fntdata"/><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font" Target="fonts/font1.fntdata"/><Relationship Id="rId58" Type="http://schemas.openxmlformats.org/officeDocument/2006/relationships/font" Target="fonts/font6.fntdata"/><Relationship Id="rId74" Type="http://schemas.openxmlformats.org/officeDocument/2006/relationships/font" Target="fonts/font22.fntdata"/><Relationship Id="rId79" Type="http://schemas.openxmlformats.org/officeDocument/2006/relationships/font" Target="fonts/font27.fntdata"/><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64" Type="http://schemas.openxmlformats.org/officeDocument/2006/relationships/font" Target="fonts/font12.fntdata"/><Relationship Id="rId69" Type="http://schemas.openxmlformats.org/officeDocument/2006/relationships/font" Target="fonts/font17.fntdata"/><Relationship Id="rId77" Type="http://schemas.openxmlformats.org/officeDocument/2006/relationships/font" Target="fonts/font2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20.fntdata"/><Relationship Id="rId80" Type="http://schemas.openxmlformats.org/officeDocument/2006/relationships/font" Target="fonts/font28.fntdata"/><Relationship Id="rId85" Type="http://schemas.openxmlformats.org/officeDocument/2006/relationships/font" Target="fonts/font3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7.fntdata"/><Relationship Id="rId67"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62" Type="http://schemas.openxmlformats.org/officeDocument/2006/relationships/font" Target="fonts/font10.fntdata"/><Relationship Id="rId70" Type="http://schemas.openxmlformats.org/officeDocument/2006/relationships/font" Target="fonts/font18.fntdata"/><Relationship Id="rId75" Type="http://schemas.openxmlformats.org/officeDocument/2006/relationships/font" Target="fonts/font23.fntdata"/><Relationship Id="rId83" Type="http://schemas.openxmlformats.org/officeDocument/2006/relationships/font" Target="fonts/font31.fntdata"/><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font" Target="fonts/font8.fntdata"/><Relationship Id="rId65" Type="http://schemas.openxmlformats.org/officeDocument/2006/relationships/font" Target="fonts/font13.fntdata"/><Relationship Id="rId73" Type="http://schemas.openxmlformats.org/officeDocument/2006/relationships/font" Target="fonts/font21.fntdata"/><Relationship Id="rId78" Type="http://schemas.openxmlformats.org/officeDocument/2006/relationships/font" Target="fonts/font26.fntdata"/><Relationship Id="rId81" Type="http://schemas.openxmlformats.org/officeDocument/2006/relationships/font" Target="fonts/font29.fntdata"/><Relationship Id="rId86"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3.fntdata"/><Relationship Id="rId76" Type="http://schemas.openxmlformats.org/officeDocument/2006/relationships/font" Target="fonts/font24.fntdata"/><Relationship Id="rId7" Type="http://schemas.openxmlformats.org/officeDocument/2006/relationships/slide" Target="slides/slide6.xml"/><Relationship Id="rId71" Type="http://schemas.openxmlformats.org/officeDocument/2006/relationships/font" Target="fonts/font19.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14.fntdata"/><Relationship Id="rId87" Type="http://schemas.openxmlformats.org/officeDocument/2006/relationships/presProps" Target="presProps.xml"/><Relationship Id="rId61" Type="http://schemas.openxmlformats.org/officeDocument/2006/relationships/font" Target="fonts/font9.fntdata"/><Relationship Id="rId82" Type="http://schemas.openxmlformats.org/officeDocument/2006/relationships/font" Target="fonts/font30.fntdata"/><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anthan" userId="e50148d90e98dd15" providerId="LiveId" clId="{3C56B576-E70D-416D-A7E7-BFF3FD92862F}"/>
    <pc:docChg chg="undo custSel addSld delSld modSld sldOrd">
      <pc:chgData name="Jayanthan" userId="e50148d90e98dd15" providerId="LiveId" clId="{3C56B576-E70D-416D-A7E7-BFF3FD92862F}" dt="2023-09-20T01:38:50.439" v="2992" actId="207"/>
      <pc:docMkLst>
        <pc:docMk/>
      </pc:docMkLst>
      <pc:sldChg chg="modSp mod modTransition">
        <pc:chgData name="Jayanthan" userId="e50148d90e98dd15" providerId="LiveId" clId="{3C56B576-E70D-416D-A7E7-BFF3FD92862F}" dt="2023-09-19T17:47:49.517" v="1658"/>
        <pc:sldMkLst>
          <pc:docMk/>
          <pc:sldMk cId="0" sldId="256"/>
        </pc:sldMkLst>
        <pc:spChg chg="mod">
          <ac:chgData name="Jayanthan" userId="e50148d90e98dd15" providerId="LiveId" clId="{3C56B576-E70D-416D-A7E7-BFF3FD92862F}" dt="2023-09-19T14:21:10.769" v="5" actId="1076"/>
          <ac:spMkLst>
            <pc:docMk/>
            <pc:sldMk cId="0" sldId="256"/>
            <ac:spMk id="433" creationId="{00000000-0000-0000-0000-000000000000}"/>
          </ac:spMkLst>
        </pc:spChg>
        <pc:spChg chg="mod">
          <ac:chgData name="Jayanthan" userId="e50148d90e98dd15" providerId="LiveId" clId="{3C56B576-E70D-416D-A7E7-BFF3FD92862F}" dt="2023-09-19T14:21:09.450" v="4" actId="1076"/>
          <ac:spMkLst>
            <pc:docMk/>
            <pc:sldMk cId="0" sldId="256"/>
            <ac:spMk id="647" creationId="{00000000-0000-0000-0000-000000000000}"/>
          </ac:spMkLst>
        </pc:spChg>
        <pc:cxnChg chg="mod">
          <ac:chgData name="Jayanthan" userId="e50148d90e98dd15" providerId="LiveId" clId="{3C56B576-E70D-416D-A7E7-BFF3FD92862F}" dt="2023-09-19T14:17:52.993" v="1" actId="1076"/>
          <ac:cxnSpMkLst>
            <pc:docMk/>
            <pc:sldMk cId="0" sldId="256"/>
            <ac:cxnSpMk id="657" creationId="{00000000-0000-0000-0000-000000000000}"/>
          </ac:cxnSpMkLst>
        </pc:cxnChg>
      </pc:sldChg>
      <pc:sldChg chg="addSp delSp modSp mod modTransition modAnim">
        <pc:chgData name="Jayanthan" userId="e50148d90e98dd15" providerId="LiveId" clId="{3C56B576-E70D-416D-A7E7-BFF3FD92862F}" dt="2023-09-19T17:57:26.283" v="1724"/>
        <pc:sldMkLst>
          <pc:docMk/>
          <pc:sldMk cId="0" sldId="258"/>
        </pc:sldMkLst>
        <pc:spChg chg="mod">
          <ac:chgData name="Jayanthan" userId="e50148d90e98dd15" providerId="LiveId" clId="{3C56B576-E70D-416D-A7E7-BFF3FD92862F}" dt="2023-09-19T17:02:34.515" v="600" actId="1035"/>
          <ac:spMkLst>
            <pc:docMk/>
            <pc:sldMk cId="0" sldId="258"/>
            <ac:spMk id="2" creationId="{F636BCB8-1A7D-E0F4-4F5C-9A029FDB9E21}"/>
          </ac:spMkLst>
        </pc:spChg>
        <pc:spChg chg="mod">
          <ac:chgData name="Jayanthan" userId="e50148d90e98dd15" providerId="LiveId" clId="{3C56B576-E70D-416D-A7E7-BFF3FD92862F}" dt="2023-09-19T17:02:43.437" v="636" actId="1035"/>
          <ac:spMkLst>
            <pc:docMk/>
            <pc:sldMk cId="0" sldId="258"/>
            <ac:spMk id="3" creationId="{4DC5BB95-40AC-B12A-7C27-977497B16E96}"/>
          </ac:spMkLst>
        </pc:spChg>
        <pc:spChg chg="mod">
          <ac:chgData name="Jayanthan" userId="e50148d90e98dd15" providerId="LiveId" clId="{3C56B576-E70D-416D-A7E7-BFF3FD92862F}" dt="2023-09-19T17:03:00.606" v="666" actId="1076"/>
          <ac:spMkLst>
            <pc:docMk/>
            <pc:sldMk cId="0" sldId="258"/>
            <ac:spMk id="4" creationId="{F6AB458A-3E05-7143-FE41-124006419AC1}"/>
          </ac:spMkLst>
        </pc:spChg>
        <pc:spChg chg="mod">
          <ac:chgData name="Jayanthan" userId="e50148d90e98dd15" providerId="LiveId" clId="{3C56B576-E70D-416D-A7E7-BFF3FD92862F}" dt="2023-09-19T17:02:48.946" v="663" actId="1036"/>
          <ac:spMkLst>
            <pc:docMk/>
            <pc:sldMk cId="0" sldId="258"/>
            <ac:spMk id="5" creationId="{498C18DF-8EF3-9DD8-CC17-6EAE7877DAD1}"/>
          </ac:spMkLst>
        </pc:spChg>
        <pc:spChg chg="add del mod">
          <ac:chgData name="Jayanthan" userId="e50148d90e98dd15" providerId="LiveId" clId="{3C56B576-E70D-416D-A7E7-BFF3FD92862F}" dt="2023-09-19T14:23:32.306" v="35" actId="478"/>
          <ac:spMkLst>
            <pc:docMk/>
            <pc:sldMk cId="0" sldId="258"/>
            <ac:spMk id="10" creationId="{7F310973-CBF4-CBC6-19D5-9413EF0CBBDF}"/>
          </ac:spMkLst>
        </pc:spChg>
        <pc:spChg chg="mod">
          <ac:chgData name="Jayanthan" userId="e50148d90e98dd15" providerId="LiveId" clId="{3C56B576-E70D-416D-A7E7-BFF3FD92862F}" dt="2023-09-19T17:04:08.289" v="676" actId="1076"/>
          <ac:spMkLst>
            <pc:docMk/>
            <pc:sldMk cId="0" sldId="258"/>
            <ac:spMk id="749" creationId="{00000000-0000-0000-0000-000000000000}"/>
          </ac:spMkLst>
        </pc:spChg>
        <pc:spChg chg="mod">
          <ac:chgData name="Jayanthan" userId="e50148d90e98dd15" providerId="LiveId" clId="{3C56B576-E70D-416D-A7E7-BFF3FD92862F}" dt="2023-09-19T17:03:05.719" v="667" actId="1076"/>
          <ac:spMkLst>
            <pc:docMk/>
            <pc:sldMk cId="0" sldId="258"/>
            <ac:spMk id="750" creationId="{00000000-0000-0000-0000-000000000000}"/>
          </ac:spMkLst>
        </pc:spChg>
        <pc:spChg chg="mod">
          <ac:chgData name="Jayanthan" userId="e50148d90e98dd15" providerId="LiveId" clId="{3C56B576-E70D-416D-A7E7-BFF3FD92862F}" dt="2023-09-19T17:03:27.470" v="670" actId="1076"/>
          <ac:spMkLst>
            <pc:docMk/>
            <pc:sldMk cId="0" sldId="258"/>
            <ac:spMk id="751" creationId="{00000000-0000-0000-0000-000000000000}"/>
          </ac:spMkLst>
        </pc:spChg>
        <pc:spChg chg="mod">
          <ac:chgData name="Jayanthan" userId="e50148d90e98dd15" providerId="LiveId" clId="{3C56B576-E70D-416D-A7E7-BFF3FD92862F}" dt="2023-09-19T17:03:48.313" v="673" actId="1076"/>
          <ac:spMkLst>
            <pc:docMk/>
            <pc:sldMk cId="0" sldId="258"/>
            <ac:spMk id="752" creationId="{00000000-0000-0000-0000-000000000000}"/>
          </ac:spMkLst>
        </pc:spChg>
        <pc:spChg chg="mod">
          <ac:chgData name="Jayanthan" userId="e50148d90e98dd15" providerId="LiveId" clId="{3C56B576-E70D-416D-A7E7-BFF3FD92862F}" dt="2023-09-19T17:02:53.824" v="664" actId="1076"/>
          <ac:spMkLst>
            <pc:docMk/>
            <pc:sldMk cId="0" sldId="258"/>
            <ac:spMk id="753" creationId="{00000000-0000-0000-0000-000000000000}"/>
          </ac:spMkLst>
        </pc:spChg>
        <pc:spChg chg="mod">
          <ac:chgData name="Jayanthan" userId="e50148d90e98dd15" providerId="LiveId" clId="{3C56B576-E70D-416D-A7E7-BFF3FD92862F}" dt="2023-09-19T17:03:39.493" v="672" actId="1076"/>
          <ac:spMkLst>
            <pc:docMk/>
            <pc:sldMk cId="0" sldId="258"/>
            <ac:spMk id="754" creationId="{00000000-0000-0000-0000-000000000000}"/>
          </ac:spMkLst>
        </pc:spChg>
        <pc:spChg chg="mod">
          <ac:chgData name="Jayanthan" userId="e50148d90e98dd15" providerId="LiveId" clId="{3C56B576-E70D-416D-A7E7-BFF3FD92862F}" dt="2023-09-19T17:03:23.294" v="669" actId="1076"/>
          <ac:spMkLst>
            <pc:docMk/>
            <pc:sldMk cId="0" sldId="258"/>
            <ac:spMk id="755" creationId="{00000000-0000-0000-0000-000000000000}"/>
          </ac:spMkLst>
        </pc:spChg>
        <pc:spChg chg="mod">
          <ac:chgData name="Jayanthan" userId="e50148d90e98dd15" providerId="LiveId" clId="{3C56B576-E70D-416D-A7E7-BFF3FD92862F}" dt="2023-09-19T17:04:01.053" v="675" actId="1076"/>
          <ac:spMkLst>
            <pc:docMk/>
            <pc:sldMk cId="0" sldId="258"/>
            <ac:spMk id="756" creationId="{00000000-0000-0000-0000-000000000000}"/>
          </ac:spMkLst>
        </pc:spChg>
        <pc:spChg chg="del">
          <ac:chgData name="Jayanthan" userId="e50148d90e98dd15" providerId="LiveId" clId="{3C56B576-E70D-416D-A7E7-BFF3FD92862F}" dt="2023-09-19T14:23:25.421" v="34" actId="478"/>
          <ac:spMkLst>
            <pc:docMk/>
            <pc:sldMk cId="0" sldId="258"/>
            <ac:spMk id="757" creationId="{00000000-0000-0000-0000-000000000000}"/>
          </ac:spMkLst>
        </pc:spChg>
        <pc:spChg chg="mod">
          <ac:chgData name="Jayanthan" userId="e50148d90e98dd15" providerId="LiveId" clId="{3C56B576-E70D-416D-A7E7-BFF3FD92862F}" dt="2023-09-19T17:03:32.115" v="671" actId="1076"/>
          <ac:spMkLst>
            <pc:docMk/>
            <pc:sldMk cId="0" sldId="258"/>
            <ac:spMk id="758" creationId="{00000000-0000-0000-0000-000000000000}"/>
          </ac:spMkLst>
        </pc:spChg>
        <pc:spChg chg="mod">
          <ac:chgData name="Jayanthan" userId="e50148d90e98dd15" providerId="LiveId" clId="{3C56B576-E70D-416D-A7E7-BFF3FD92862F}" dt="2023-09-19T17:03:54.842" v="674" actId="1076"/>
          <ac:spMkLst>
            <pc:docMk/>
            <pc:sldMk cId="0" sldId="258"/>
            <ac:spMk id="759" creationId="{00000000-0000-0000-0000-000000000000}"/>
          </ac:spMkLst>
        </pc:spChg>
        <pc:spChg chg="mod">
          <ac:chgData name="Jayanthan" userId="e50148d90e98dd15" providerId="LiveId" clId="{3C56B576-E70D-416D-A7E7-BFF3FD92862F}" dt="2023-09-19T17:03:13.942" v="668" actId="1076"/>
          <ac:spMkLst>
            <pc:docMk/>
            <pc:sldMk cId="0" sldId="258"/>
            <ac:spMk id="760" creationId="{00000000-0000-0000-0000-000000000000}"/>
          </ac:spMkLst>
        </pc:spChg>
        <pc:spChg chg="mod">
          <ac:chgData name="Jayanthan" userId="e50148d90e98dd15" providerId="LiveId" clId="{3C56B576-E70D-416D-A7E7-BFF3FD92862F}" dt="2023-09-19T17:02:56.960" v="665" actId="1076"/>
          <ac:spMkLst>
            <pc:docMk/>
            <pc:sldMk cId="0" sldId="258"/>
            <ac:spMk id="761" creationId="{00000000-0000-0000-0000-000000000000}"/>
          </ac:spMkLst>
        </pc:spChg>
        <pc:grpChg chg="mod">
          <ac:chgData name="Jayanthan" userId="e50148d90e98dd15" providerId="LiveId" clId="{3C56B576-E70D-416D-A7E7-BFF3FD92862F}" dt="2023-09-19T14:25:14.387" v="50" actId="1076"/>
          <ac:grpSpMkLst>
            <pc:docMk/>
            <pc:sldMk cId="0" sldId="258"/>
            <ac:grpSpMk id="6" creationId="{9E5C8AC6-6F6D-FE06-A888-FBE1FC61BEBA}"/>
          </ac:grpSpMkLst>
        </pc:grpChg>
      </pc:sldChg>
      <pc:sldChg chg="modTransition">
        <pc:chgData name="Jayanthan" userId="e50148d90e98dd15" providerId="LiveId" clId="{3C56B576-E70D-416D-A7E7-BFF3FD92862F}" dt="2023-09-19T17:48:03.693" v="1660"/>
        <pc:sldMkLst>
          <pc:docMk/>
          <pc:sldMk cId="1897494002" sldId="259"/>
        </pc:sldMkLst>
      </pc:sldChg>
      <pc:sldChg chg="addSp delSp modSp mod modTransition">
        <pc:chgData name="Jayanthan" userId="e50148d90e98dd15" providerId="LiveId" clId="{3C56B576-E70D-416D-A7E7-BFF3FD92862F}" dt="2023-09-19T17:47:57.066" v="1659"/>
        <pc:sldMkLst>
          <pc:docMk/>
          <pc:sldMk cId="3273349904" sldId="260"/>
        </pc:sldMkLst>
        <pc:spChg chg="add mod">
          <ac:chgData name="Jayanthan" userId="e50148d90e98dd15" providerId="LiveId" clId="{3C56B576-E70D-416D-A7E7-BFF3FD92862F}" dt="2023-09-19T16:41:59.239" v="392" actId="20577"/>
          <ac:spMkLst>
            <pc:docMk/>
            <pc:sldMk cId="3273349904" sldId="260"/>
            <ac:spMk id="3" creationId="{787D19DF-7275-2A31-088B-4CE261316649}"/>
          </ac:spMkLst>
        </pc:spChg>
        <pc:spChg chg="del">
          <ac:chgData name="Jayanthan" userId="e50148d90e98dd15" providerId="LiveId" clId="{3C56B576-E70D-416D-A7E7-BFF3FD92862F}" dt="2023-09-19T16:41:30.036" v="364" actId="21"/>
          <ac:spMkLst>
            <pc:docMk/>
            <pc:sldMk cId="3273349904" sldId="260"/>
            <ac:spMk id="910" creationId="{00000000-0000-0000-0000-000000000000}"/>
          </ac:spMkLst>
        </pc:spChg>
      </pc:sldChg>
      <pc:sldChg chg="addSp modSp mod modTransition">
        <pc:chgData name="Jayanthan" userId="e50148d90e98dd15" providerId="LiveId" clId="{3C56B576-E70D-416D-A7E7-BFF3FD92862F}" dt="2023-09-19T17:48:21.349" v="1663"/>
        <pc:sldMkLst>
          <pc:docMk/>
          <pc:sldMk cId="362327806" sldId="261"/>
        </pc:sldMkLst>
        <pc:spChg chg="add mod">
          <ac:chgData name="Jayanthan" userId="e50148d90e98dd15" providerId="LiveId" clId="{3C56B576-E70D-416D-A7E7-BFF3FD92862F}" dt="2023-09-19T16:19:47.263" v="145" actId="1076"/>
          <ac:spMkLst>
            <pc:docMk/>
            <pc:sldMk cId="362327806" sldId="261"/>
            <ac:spMk id="2" creationId="{FEEACE74-1A65-00E5-3E3F-872FFFCFD9BA}"/>
          </ac:spMkLst>
        </pc:spChg>
        <pc:spChg chg="mod">
          <ac:chgData name="Jayanthan" userId="e50148d90e98dd15" providerId="LiveId" clId="{3C56B576-E70D-416D-A7E7-BFF3FD92862F}" dt="2023-09-19T16:19:40.009" v="144" actId="1076"/>
          <ac:spMkLst>
            <pc:docMk/>
            <pc:sldMk cId="362327806" sldId="261"/>
            <ac:spMk id="1050" creationId="{00000000-0000-0000-0000-000000000000}"/>
          </ac:spMkLst>
        </pc:spChg>
        <pc:spChg chg="mod">
          <ac:chgData name="Jayanthan" userId="e50148d90e98dd15" providerId="LiveId" clId="{3C56B576-E70D-416D-A7E7-BFF3FD92862F}" dt="2023-09-19T16:20:32.594" v="153" actId="14100"/>
          <ac:spMkLst>
            <pc:docMk/>
            <pc:sldMk cId="362327806" sldId="261"/>
            <ac:spMk id="1051" creationId="{00000000-0000-0000-0000-000000000000}"/>
          </ac:spMkLst>
        </pc:spChg>
        <pc:spChg chg="mod">
          <ac:chgData name="Jayanthan" userId="e50148d90e98dd15" providerId="LiveId" clId="{3C56B576-E70D-416D-A7E7-BFF3FD92862F}" dt="2023-09-19T16:18:34.668" v="124" actId="2711"/>
          <ac:spMkLst>
            <pc:docMk/>
            <pc:sldMk cId="362327806" sldId="261"/>
            <ac:spMk id="1052" creationId="{00000000-0000-0000-0000-000000000000}"/>
          </ac:spMkLst>
        </pc:spChg>
      </pc:sldChg>
      <pc:sldChg chg="addSp delSp modSp mod ord modTransition">
        <pc:chgData name="Jayanthan" userId="e50148d90e98dd15" providerId="LiveId" clId="{3C56B576-E70D-416D-A7E7-BFF3FD92862F}" dt="2023-09-20T01:22:36.845" v="2559"/>
        <pc:sldMkLst>
          <pc:docMk/>
          <pc:sldMk cId="0" sldId="262"/>
        </pc:sldMkLst>
        <pc:spChg chg="add del mod">
          <ac:chgData name="Jayanthan" userId="e50148d90e98dd15" providerId="LiveId" clId="{3C56B576-E70D-416D-A7E7-BFF3FD92862F}" dt="2023-09-19T17:13:08.891" v="815" actId="478"/>
          <ac:spMkLst>
            <pc:docMk/>
            <pc:sldMk cId="0" sldId="262"/>
            <ac:spMk id="3" creationId="{1388EFC7-6061-619A-8D58-63BB36B6F973}"/>
          </ac:spMkLst>
        </pc:spChg>
        <pc:spChg chg="add del mod">
          <ac:chgData name="Jayanthan" userId="e50148d90e98dd15" providerId="LiveId" clId="{3C56B576-E70D-416D-A7E7-BFF3FD92862F}" dt="2023-09-19T17:13:11.492" v="817" actId="478"/>
          <ac:spMkLst>
            <pc:docMk/>
            <pc:sldMk cId="0" sldId="262"/>
            <ac:spMk id="5" creationId="{20B36B54-C529-7BAD-00D0-984BE8641730}"/>
          </ac:spMkLst>
        </pc:spChg>
        <pc:spChg chg="add mod">
          <ac:chgData name="Jayanthan" userId="e50148d90e98dd15" providerId="LiveId" clId="{3C56B576-E70D-416D-A7E7-BFF3FD92862F}" dt="2023-09-19T17:14:07.714" v="839" actId="1076"/>
          <ac:spMkLst>
            <pc:docMk/>
            <pc:sldMk cId="0" sldId="262"/>
            <ac:spMk id="6" creationId="{4864779A-E605-DB10-083C-9CBD2DFFB1ED}"/>
          </ac:spMkLst>
        </pc:spChg>
        <pc:spChg chg="add mod">
          <ac:chgData name="Jayanthan" userId="e50148d90e98dd15" providerId="LiveId" clId="{3C56B576-E70D-416D-A7E7-BFF3FD92862F}" dt="2023-09-19T17:14:30.385" v="845" actId="1076"/>
          <ac:spMkLst>
            <pc:docMk/>
            <pc:sldMk cId="0" sldId="262"/>
            <ac:spMk id="7" creationId="{2F8B6589-9292-4259-4783-BE57933A6E9D}"/>
          </ac:spMkLst>
        </pc:spChg>
        <pc:spChg chg="del">
          <ac:chgData name="Jayanthan" userId="e50148d90e98dd15" providerId="LiveId" clId="{3C56B576-E70D-416D-A7E7-BFF3FD92862F}" dt="2023-09-19T17:13:10.355" v="816" actId="478"/>
          <ac:spMkLst>
            <pc:docMk/>
            <pc:sldMk cId="0" sldId="262"/>
            <ac:spMk id="1075" creationId="{00000000-0000-0000-0000-000000000000}"/>
          </ac:spMkLst>
        </pc:spChg>
        <pc:spChg chg="del">
          <ac:chgData name="Jayanthan" userId="e50148d90e98dd15" providerId="LiveId" clId="{3C56B576-E70D-416D-A7E7-BFF3FD92862F}" dt="2023-09-19T17:13:05.658" v="814" actId="478"/>
          <ac:spMkLst>
            <pc:docMk/>
            <pc:sldMk cId="0" sldId="262"/>
            <ac:spMk id="1076" creationId="{00000000-0000-0000-0000-000000000000}"/>
          </ac:spMkLst>
        </pc:spChg>
        <pc:grpChg chg="mod">
          <ac:chgData name="Jayanthan" userId="e50148d90e98dd15" providerId="LiveId" clId="{3C56B576-E70D-416D-A7E7-BFF3FD92862F}" dt="2023-09-19T17:13:35.463" v="834" actId="1076"/>
          <ac:grpSpMkLst>
            <pc:docMk/>
            <pc:sldMk cId="0" sldId="262"/>
            <ac:grpSpMk id="1077" creationId="{00000000-0000-0000-0000-000000000000}"/>
          </ac:grpSpMkLst>
        </pc:grpChg>
      </pc:sldChg>
      <pc:sldChg chg="addSp delSp modSp mod modTransition">
        <pc:chgData name="Jayanthan" userId="e50148d90e98dd15" providerId="LiveId" clId="{3C56B576-E70D-416D-A7E7-BFF3FD92862F}" dt="2023-09-19T17:48:29.967" v="1664"/>
        <pc:sldMkLst>
          <pc:docMk/>
          <pc:sldMk cId="1118335311" sldId="263"/>
        </pc:sldMkLst>
        <pc:spChg chg="add del mod">
          <ac:chgData name="Jayanthan" userId="e50148d90e98dd15" providerId="LiveId" clId="{3C56B576-E70D-416D-A7E7-BFF3FD92862F}" dt="2023-09-19T16:23:23.823" v="171" actId="478"/>
          <ac:spMkLst>
            <pc:docMk/>
            <pc:sldMk cId="1118335311" sldId="263"/>
            <ac:spMk id="3" creationId="{10D3213E-740B-FA64-4D90-E11BB53DB5E0}"/>
          </ac:spMkLst>
        </pc:spChg>
        <pc:spChg chg="add del mod">
          <ac:chgData name="Jayanthan" userId="e50148d90e98dd15" providerId="LiveId" clId="{3C56B576-E70D-416D-A7E7-BFF3FD92862F}" dt="2023-09-19T16:23:27.355" v="173" actId="478"/>
          <ac:spMkLst>
            <pc:docMk/>
            <pc:sldMk cId="1118335311" sldId="263"/>
            <ac:spMk id="5" creationId="{82E9915F-93C2-3ABF-B931-0B5A6194B999}"/>
          </ac:spMkLst>
        </pc:spChg>
        <pc:spChg chg="add del mod">
          <ac:chgData name="Jayanthan" userId="e50148d90e98dd15" providerId="LiveId" clId="{3C56B576-E70D-416D-A7E7-BFF3FD92862F}" dt="2023-09-19T16:23:30.193" v="175" actId="478"/>
          <ac:spMkLst>
            <pc:docMk/>
            <pc:sldMk cId="1118335311" sldId="263"/>
            <ac:spMk id="7" creationId="{1F889A37-B8A0-BA48-E2ED-4BF7C52D51BD}"/>
          </ac:spMkLst>
        </pc:spChg>
        <pc:spChg chg="add del mod">
          <ac:chgData name="Jayanthan" userId="e50148d90e98dd15" providerId="LiveId" clId="{3C56B576-E70D-416D-A7E7-BFF3FD92862F}" dt="2023-09-19T16:23:33.084" v="177" actId="478"/>
          <ac:spMkLst>
            <pc:docMk/>
            <pc:sldMk cId="1118335311" sldId="263"/>
            <ac:spMk id="9" creationId="{2B1C2AC8-900F-F19C-318D-36D9D2E934F9}"/>
          </ac:spMkLst>
        </pc:spChg>
        <pc:spChg chg="add mod">
          <ac:chgData name="Jayanthan" userId="e50148d90e98dd15" providerId="LiveId" clId="{3C56B576-E70D-416D-A7E7-BFF3FD92862F}" dt="2023-09-19T16:30:38.397" v="220" actId="1076"/>
          <ac:spMkLst>
            <pc:docMk/>
            <pc:sldMk cId="1118335311" sldId="263"/>
            <ac:spMk id="13" creationId="{5D4B446D-E1BE-7ABF-1EDF-BD2F5892B2A8}"/>
          </ac:spMkLst>
        </pc:spChg>
        <pc:spChg chg="mod">
          <ac:chgData name="Jayanthan" userId="e50148d90e98dd15" providerId="LiveId" clId="{3C56B576-E70D-416D-A7E7-BFF3FD92862F}" dt="2023-09-19T16:30:54.930" v="222" actId="1076"/>
          <ac:spMkLst>
            <pc:docMk/>
            <pc:sldMk cId="1118335311" sldId="263"/>
            <ac:spMk id="1302" creationId="{00000000-0000-0000-0000-000000000000}"/>
          </ac:spMkLst>
        </pc:spChg>
        <pc:spChg chg="del">
          <ac:chgData name="Jayanthan" userId="e50148d90e98dd15" providerId="LiveId" clId="{3C56B576-E70D-416D-A7E7-BFF3FD92862F}" dt="2023-09-19T16:23:25.550" v="172" actId="478"/>
          <ac:spMkLst>
            <pc:docMk/>
            <pc:sldMk cId="1118335311" sldId="263"/>
            <ac:spMk id="1303" creationId="{00000000-0000-0000-0000-000000000000}"/>
          </ac:spMkLst>
        </pc:spChg>
        <pc:spChg chg="del">
          <ac:chgData name="Jayanthan" userId="e50148d90e98dd15" providerId="LiveId" clId="{3C56B576-E70D-416D-A7E7-BFF3FD92862F}" dt="2023-09-19T16:23:32.045" v="176" actId="478"/>
          <ac:spMkLst>
            <pc:docMk/>
            <pc:sldMk cId="1118335311" sldId="263"/>
            <ac:spMk id="1304" creationId="{00000000-0000-0000-0000-000000000000}"/>
          </ac:spMkLst>
        </pc:spChg>
        <pc:spChg chg="del">
          <ac:chgData name="Jayanthan" userId="e50148d90e98dd15" providerId="LiveId" clId="{3C56B576-E70D-416D-A7E7-BFF3FD92862F}" dt="2023-09-19T16:23:29.204" v="174" actId="478"/>
          <ac:spMkLst>
            <pc:docMk/>
            <pc:sldMk cId="1118335311" sldId="263"/>
            <ac:spMk id="1305" creationId="{00000000-0000-0000-0000-000000000000}"/>
          </ac:spMkLst>
        </pc:spChg>
        <pc:spChg chg="del">
          <ac:chgData name="Jayanthan" userId="e50148d90e98dd15" providerId="LiveId" clId="{3C56B576-E70D-416D-A7E7-BFF3FD92862F}" dt="2023-09-19T16:23:22.740" v="170" actId="478"/>
          <ac:spMkLst>
            <pc:docMk/>
            <pc:sldMk cId="1118335311" sldId="263"/>
            <ac:spMk id="1306" creationId="{00000000-0000-0000-0000-000000000000}"/>
          </ac:spMkLst>
        </pc:spChg>
        <pc:spChg chg="del">
          <ac:chgData name="Jayanthan" userId="e50148d90e98dd15" providerId="LiveId" clId="{3C56B576-E70D-416D-A7E7-BFF3FD92862F}" dt="2023-09-19T16:23:16.839" v="166" actId="478"/>
          <ac:spMkLst>
            <pc:docMk/>
            <pc:sldMk cId="1118335311" sldId="263"/>
            <ac:spMk id="1307" creationId="{00000000-0000-0000-0000-000000000000}"/>
          </ac:spMkLst>
        </pc:spChg>
        <pc:spChg chg="del">
          <ac:chgData name="Jayanthan" userId="e50148d90e98dd15" providerId="LiveId" clId="{3C56B576-E70D-416D-A7E7-BFF3FD92862F}" dt="2023-09-19T16:23:21.171" v="169" actId="478"/>
          <ac:spMkLst>
            <pc:docMk/>
            <pc:sldMk cId="1118335311" sldId="263"/>
            <ac:spMk id="1308" creationId="{00000000-0000-0000-0000-000000000000}"/>
          </ac:spMkLst>
        </pc:spChg>
        <pc:spChg chg="del">
          <ac:chgData name="Jayanthan" userId="e50148d90e98dd15" providerId="LiveId" clId="{3C56B576-E70D-416D-A7E7-BFF3FD92862F}" dt="2023-09-19T16:23:19.240" v="168" actId="478"/>
          <ac:spMkLst>
            <pc:docMk/>
            <pc:sldMk cId="1118335311" sldId="263"/>
            <ac:spMk id="1309" creationId="{00000000-0000-0000-0000-000000000000}"/>
          </ac:spMkLst>
        </pc:spChg>
        <pc:grpChg chg="del">
          <ac:chgData name="Jayanthan" userId="e50148d90e98dd15" providerId="LiveId" clId="{3C56B576-E70D-416D-A7E7-BFF3FD92862F}" dt="2023-09-19T16:23:18.062" v="167" actId="478"/>
          <ac:grpSpMkLst>
            <pc:docMk/>
            <pc:sldMk cId="1118335311" sldId="263"/>
            <ac:grpSpMk id="1310" creationId="{00000000-0000-0000-0000-000000000000}"/>
          </ac:grpSpMkLst>
        </pc:grpChg>
        <pc:picChg chg="add mod">
          <ac:chgData name="Jayanthan" userId="e50148d90e98dd15" providerId="LiveId" clId="{3C56B576-E70D-416D-A7E7-BFF3FD92862F}" dt="2023-09-19T16:30:02.286" v="217" actId="1076"/>
          <ac:picMkLst>
            <pc:docMk/>
            <pc:sldMk cId="1118335311" sldId="263"/>
            <ac:picMk id="11" creationId="{C1F4CC21-DE64-E19D-F083-A15A37B4E9B5}"/>
          </ac:picMkLst>
        </pc:picChg>
      </pc:sldChg>
      <pc:sldChg chg="addSp delSp modSp mod modTransition">
        <pc:chgData name="Jayanthan" userId="e50148d90e98dd15" providerId="LiveId" clId="{3C56B576-E70D-416D-A7E7-BFF3FD92862F}" dt="2023-09-19T17:48:38.117" v="1665"/>
        <pc:sldMkLst>
          <pc:docMk/>
          <pc:sldMk cId="1524190917" sldId="264"/>
        </pc:sldMkLst>
        <pc:spChg chg="add del mod">
          <ac:chgData name="Jayanthan" userId="e50148d90e98dd15" providerId="LiveId" clId="{3C56B576-E70D-416D-A7E7-BFF3FD92862F}" dt="2023-09-19T16:31:49.657" v="224" actId="478"/>
          <ac:spMkLst>
            <pc:docMk/>
            <pc:sldMk cId="1524190917" sldId="264"/>
            <ac:spMk id="3" creationId="{2A661F05-BF88-AA53-E74C-F05803462DB3}"/>
          </ac:spMkLst>
        </pc:spChg>
        <pc:spChg chg="add del mod">
          <ac:chgData name="Jayanthan" userId="e50148d90e98dd15" providerId="LiveId" clId="{3C56B576-E70D-416D-A7E7-BFF3FD92862F}" dt="2023-09-19T16:31:56.500" v="226" actId="478"/>
          <ac:spMkLst>
            <pc:docMk/>
            <pc:sldMk cId="1524190917" sldId="264"/>
            <ac:spMk id="5" creationId="{2F96219D-C8B6-93AD-A86C-C72D62CE02E1}"/>
          </ac:spMkLst>
        </pc:spChg>
        <pc:spChg chg="add del mod">
          <ac:chgData name="Jayanthan" userId="e50148d90e98dd15" providerId="LiveId" clId="{3C56B576-E70D-416D-A7E7-BFF3FD92862F}" dt="2023-09-19T16:31:57.411" v="227" actId="478"/>
          <ac:spMkLst>
            <pc:docMk/>
            <pc:sldMk cId="1524190917" sldId="264"/>
            <ac:spMk id="7" creationId="{C862AAEB-2406-4A7E-8178-F44207405CD7}"/>
          </ac:spMkLst>
        </pc:spChg>
        <pc:spChg chg="add del mod">
          <ac:chgData name="Jayanthan" userId="e50148d90e98dd15" providerId="LiveId" clId="{3C56B576-E70D-416D-A7E7-BFF3FD92862F}" dt="2023-09-19T16:32:03.707" v="231" actId="478"/>
          <ac:spMkLst>
            <pc:docMk/>
            <pc:sldMk cId="1524190917" sldId="264"/>
            <ac:spMk id="9" creationId="{91B9E63E-D04D-2AF9-DDD0-BA2BA4C87611}"/>
          </ac:spMkLst>
        </pc:spChg>
        <pc:spChg chg="add del mod">
          <ac:chgData name="Jayanthan" userId="e50148d90e98dd15" providerId="LiveId" clId="{3C56B576-E70D-416D-A7E7-BFF3FD92862F}" dt="2023-09-19T16:32:02.247" v="230" actId="478"/>
          <ac:spMkLst>
            <pc:docMk/>
            <pc:sldMk cId="1524190917" sldId="264"/>
            <ac:spMk id="11" creationId="{152A48B7-5072-1B6B-4773-316E50848406}"/>
          </ac:spMkLst>
        </pc:spChg>
        <pc:spChg chg="add del mod">
          <ac:chgData name="Jayanthan" userId="e50148d90e98dd15" providerId="LiveId" clId="{3C56B576-E70D-416D-A7E7-BFF3FD92862F}" dt="2023-09-19T16:32:07.458" v="233" actId="478"/>
          <ac:spMkLst>
            <pc:docMk/>
            <pc:sldMk cId="1524190917" sldId="264"/>
            <ac:spMk id="13" creationId="{1CCA8E1B-51CC-9357-E011-0A8F9B7CDD6E}"/>
          </ac:spMkLst>
        </pc:spChg>
        <pc:spChg chg="add mod">
          <ac:chgData name="Jayanthan" userId="e50148d90e98dd15" providerId="LiveId" clId="{3C56B576-E70D-416D-A7E7-BFF3FD92862F}" dt="2023-09-19T16:33:20.924" v="266" actId="1076"/>
          <ac:spMkLst>
            <pc:docMk/>
            <pc:sldMk cId="1524190917" sldId="264"/>
            <ac:spMk id="15" creationId="{C123D484-FCA0-7713-3383-A718A5A1C7EF}"/>
          </ac:spMkLst>
        </pc:spChg>
        <pc:spChg chg="mod">
          <ac:chgData name="Jayanthan" userId="e50148d90e98dd15" providerId="LiveId" clId="{3C56B576-E70D-416D-A7E7-BFF3FD92862F}" dt="2023-09-19T16:33:18.337" v="265" actId="1076"/>
          <ac:spMkLst>
            <pc:docMk/>
            <pc:sldMk cId="1524190917" sldId="264"/>
            <ac:spMk id="1340" creationId="{00000000-0000-0000-0000-000000000000}"/>
          </ac:spMkLst>
        </pc:spChg>
        <pc:spChg chg="del">
          <ac:chgData name="Jayanthan" userId="e50148d90e98dd15" providerId="LiveId" clId="{3C56B576-E70D-416D-A7E7-BFF3FD92862F}" dt="2023-09-19T16:31:48.742" v="223" actId="478"/>
          <ac:spMkLst>
            <pc:docMk/>
            <pc:sldMk cId="1524190917" sldId="264"/>
            <ac:spMk id="1341" creationId="{00000000-0000-0000-0000-000000000000}"/>
          </ac:spMkLst>
        </pc:spChg>
        <pc:spChg chg="del">
          <ac:chgData name="Jayanthan" userId="e50148d90e98dd15" providerId="LiveId" clId="{3C56B576-E70D-416D-A7E7-BFF3FD92862F}" dt="2023-09-19T16:31:52.767" v="225" actId="478"/>
          <ac:spMkLst>
            <pc:docMk/>
            <pc:sldMk cId="1524190917" sldId="264"/>
            <ac:spMk id="1342" creationId="{00000000-0000-0000-0000-000000000000}"/>
          </ac:spMkLst>
        </pc:spChg>
        <pc:spChg chg="del">
          <ac:chgData name="Jayanthan" userId="e50148d90e98dd15" providerId="LiveId" clId="{3C56B576-E70D-416D-A7E7-BFF3FD92862F}" dt="2023-09-19T16:31:58.824" v="228" actId="478"/>
          <ac:spMkLst>
            <pc:docMk/>
            <pc:sldMk cId="1524190917" sldId="264"/>
            <ac:spMk id="1343" creationId="{00000000-0000-0000-0000-000000000000}"/>
          </ac:spMkLst>
        </pc:spChg>
        <pc:spChg chg="del">
          <ac:chgData name="Jayanthan" userId="e50148d90e98dd15" providerId="LiveId" clId="{3C56B576-E70D-416D-A7E7-BFF3FD92862F}" dt="2023-09-19T16:32:05.213" v="232" actId="478"/>
          <ac:spMkLst>
            <pc:docMk/>
            <pc:sldMk cId="1524190917" sldId="264"/>
            <ac:spMk id="1344" creationId="{00000000-0000-0000-0000-000000000000}"/>
          </ac:spMkLst>
        </pc:spChg>
        <pc:spChg chg="del">
          <ac:chgData name="Jayanthan" userId="e50148d90e98dd15" providerId="LiveId" clId="{3C56B576-E70D-416D-A7E7-BFF3FD92862F}" dt="2023-09-19T16:31:52.767" v="225" actId="478"/>
          <ac:spMkLst>
            <pc:docMk/>
            <pc:sldMk cId="1524190917" sldId="264"/>
            <ac:spMk id="1345" creationId="{00000000-0000-0000-0000-000000000000}"/>
          </ac:spMkLst>
        </pc:spChg>
        <pc:spChg chg="del">
          <ac:chgData name="Jayanthan" userId="e50148d90e98dd15" providerId="LiveId" clId="{3C56B576-E70D-416D-A7E7-BFF3FD92862F}" dt="2023-09-19T16:32:01.588" v="229" actId="478"/>
          <ac:spMkLst>
            <pc:docMk/>
            <pc:sldMk cId="1524190917" sldId="264"/>
            <ac:spMk id="1346" creationId="{00000000-0000-0000-0000-000000000000}"/>
          </ac:spMkLst>
        </pc:spChg>
      </pc:sldChg>
      <pc:sldChg chg="addSp delSp modSp mod ord modTransition">
        <pc:chgData name="Jayanthan" userId="e50148d90e98dd15" providerId="LiveId" clId="{3C56B576-E70D-416D-A7E7-BFF3FD92862F}" dt="2023-09-20T01:36:21.323" v="2989"/>
        <pc:sldMkLst>
          <pc:docMk/>
          <pc:sldMk cId="0" sldId="265"/>
        </pc:sldMkLst>
        <pc:spChg chg="add del mod">
          <ac:chgData name="Jayanthan" userId="e50148d90e98dd15" providerId="LiveId" clId="{3C56B576-E70D-416D-A7E7-BFF3FD92862F}" dt="2023-09-19T17:05:17.720" v="680" actId="478"/>
          <ac:spMkLst>
            <pc:docMk/>
            <pc:sldMk cId="0" sldId="265"/>
            <ac:spMk id="3" creationId="{A6720641-748B-2D74-2032-35968400BC84}"/>
          </ac:spMkLst>
        </pc:spChg>
        <pc:spChg chg="add del mod">
          <ac:chgData name="Jayanthan" userId="e50148d90e98dd15" providerId="LiveId" clId="{3C56B576-E70D-416D-A7E7-BFF3FD92862F}" dt="2023-09-19T17:05:20.941" v="682" actId="478"/>
          <ac:spMkLst>
            <pc:docMk/>
            <pc:sldMk cId="0" sldId="265"/>
            <ac:spMk id="5" creationId="{9D8A7937-9BF7-FEEE-CF52-9DF67CC7DB7E}"/>
          </ac:spMkLst>
        </pc:spChg>
        <pc:spChg chg="add del mod">
          <ac:chgData name="Jayanthan" userId="e50148d90e98dd15" providerId="LiveId" clId="{3C56B576-E70D-416D-A7E7-BFF3FD92862F}" dt="2023-09-19T17:05:17.720" v="680" actId="478"/>
          <ac:spMkLst>
            <pc:docMk/>
            <pc:sldMk cId="0" sldId="265"/>
            <ac:spMk id="7" creationId="{5CC203C8-6069-FAD5-4D61-5DCAE4794FA3}"/>
          </ac:spMkLst>
        </pc:spChg>
        <pc:spChg chg="add del mod">
          <ac:chgData name="Jayanthan" userId="e50148d90e98dd15" providerId="LiveId" clId="{3C56B576-E70D-416D-A7E7-BFF3FD92862F}" dt="2023-09-19T17:05:19.434" v="681" actId="478"/>
          <ac:spMkLst>
            <pc:docMk/>
            <pc:sldMk cId="0" sldId="265"/>
            <ac:spMk id="9" creationId="{032F83E9-F75F-B78F-48A5-980C500CAA01}"/>
          </ac:spMkLst>
        </pc:spChg>
        <pc:spChg chg="add del mod">
          <ac:chgData name="Jayanthan" userId="e50148d90e98dd15" providerId="LiveId" clId="{3C56B576-E70D-416D-A7E7-BFF3FD92862F}" dt="2023-09-19T17:05:17.720" v="680" actId="478"/>
          <ac:spMkLst>
            <pc:docMk/>
            <pc:sldMk cId="0" sldId="265"/>
            <ac:spMk id="11" creationId="{5738E357-2274-14AF-A0FF-0D356B1A2230}"/>
          </ac:spMkLst>
        </pc:spChg>
        <pc:spChg chg="add del mod">
          <ac:chgData name="Jayanthan" userId="e50148d90e98dd15" providerId="LiveId" clId="{3C56B576-E70D-416D-A7E7-BFF3FD92862F}" dt="2023-09-19T17:05:17.720" v="680" actId="478"/>
          <ac:spMkLst>
            <pc:docMk/>
            <pc:sldMk cId="0" sldId="265"/>
            <ac:spMk id="13" creationId="{FD43E5A4-7D78-B694-4893-E1D7FAE41DA3}"/>
          </ac:spMkLst>
        </pc:spChg>
        <pc:spChg chg="add del mod">
          <ac:chgData name="Jayanthan" userId="e50148d90e98dd15" providerId="LiveId" clId="{3C56B576-E70D-416D-A7E7-BFF3FD92862F}" dt="2023-09-19T17:05:22.008" v="683" actId="478"/>
          <ac:spMkLst>
            <pc:docMk/>
            <pc:sldMk cId="0" sldId="265"/>
            <ac:spMk id="15" creationId="{35A84EA2-A084-D1FA-F8D9-E135DA578AC2}"/>
          </ac:spMkLst>
        </pc:spChg>
        <pc:spChg chg="add del mod">
          <ac:chgData name="Jayanthan" userId="e50148d90e98dd15" providerId="LiveId" clId="{3C56B576-E70D-416D-A7E7-BFF3FD92862F}" dt="2023-09-19T17:05:19.434" v="681" actId="478"/>
          <ac:spMkLst>
            <pc:docMk/>
            <pc:sldMk cId="0" sldId="265"/>
            <ac:spMk id="17" creationId="{B8D202C2-17E0-5B5C-AA6C-79ABAC8B95E1}"/>
          </ac:spMkLst>
        </pc:spChg>
        <pc:spChg chg="add mod">
          <ac:chgData name="Jayanthan" userId="e50148d90e98dd15" providerId="LiveId" clId="{3C56B576-E70D-416D-A7E7-BFF3FD92862F}" dt="2023-09-19T17:37:26.405" v="1452" actId="1076"/>
          <ac:spMkLst>
            <pc:docMk/>
            <pc:sldMk cId="0" sldId="265"/>
            <ac:spMk id="19" creationId="{C2C29F3A-7C3F-FE0A-35B5-33A5B3A2A379}"/>
          </ac:spMkLst>
        </pc:spChg>
        <pc:spChg chg="add mod">
          <ac:chgData name="Jayanthan" userId="e50148d90e98dd15" providerId="LiveId" clId="{3C56B576-E70D-416D-A7E7-BFF3FD92862F}" dt="2023-09-19T17:37:20.282" v="1450" actId="1076"/>
          <ac:spMkLst>
            <pc:docMk/>
            <pc:sldMk cId="0" sldId="265"/>
            <ac:spMk id="21" creationId="{67501648-FF59-45B2-0BBB-74D1EC49A218}"/>
          </ac:spMkLst>
        </pc:spChg>
        <pc:spChg chg="add del mod">
          <ac:chgData name="Jayanthan" userId="e50148d90e98dd15" providerId="LiveId" clId="{3C56B576-E70D-416D-A7E7-BFF3FD92862F}" dt="2023-09-19T17:36:53.188" v="1442" actId="21"/>
          <ac:spMkLst>
            <pc:docMk/>
            <pc:sldMk cId="0" sldId="265"/>
            <ac:spMk id="23" creationId="{A8DF60DC-A010-8BC3-7249-275F55341A98}"/>
          </ac:spMkLst>
        </pc:spChg>
        <pc:spChg chg="add del mod">
          <ac:chgData name="Jayanthan" userId="e50148d90e98dd15" providerId="LiveId" clId="{3C56B576-E70D-416D-A7E7-BFF3FD92862F}" dt="2023-09-19T17:36:59.135" v="1444" actId="21"/>
          <ac:spMkLst>
            <pc:docMk/>
            <pc:sldMk cId="0" sldId="265"/>
            <ac:spMk id="25" creationId="{DBEA7AF0-260D-4B01-5BC9-448A672A448B}"/>
          </ac:spMkLst>
        </pc:spChg>
        <pc:spChg chg="del mod">
          <ac:chgData name="Jayanthan" userId="e50148d90e98dd15" providerId="LiveId" clId="{3C56B576-E70D-416D-A7E7-BFF3FD92862F}" dt="2023-09-19T17:05:14.628" v="679" actId="478"/>
          <ac:spMkLst>
            <pc:docMk/>
            <pc:sldMk cId="0" sldId="265"/>
            <ac:spMk id="1351" creationId="{00000000-0000-0000-0000-000000000000}"/>
          </ac:spMkLst>
        </pc:spChg>
        <pc:spChg chg="del">
          <ac:chgData name="Jayanthan" userId="e50148d90e98dd15" providerId="LiveId" clId="{3C56B576-E70D-416D-A7E7-BFF3FD92862F}" dt="2023-09-19T17:05:11.551" v="677" actId="478"/>
          <ac:spMkLst>
            <pc:docMk/>
            <pc:sldMk cId="0" sldId="265"/>
            <ac:spMk id="1352" creationId="{00000000-0000-0000-0000-000000000000}"/>
          </ac:spMkLst>
        </pc:spChg>
        <pc:spChg chg="del">
          <ac:chgData name="Jayanthan" userId="e50148d90e98dd15" providerId="LiveId" clId="{3C56B576-E70D-416D-A7E7-BFF3FD92862F}" dt="2023-09-19T17:05:11.551" v="677" actId="478"/>
          <ac:spMkLst>
            <pc:docMk/>
            <pc:sldMk cId="0" sldId="265"/>
            <ac:spMk id="1353" creationId="{00000000-0000-0000-0000-000000000000}"/>
          </ac:spMkLst>
        </pc:spChg>
        <pc:spChg chg="del">
          <ac:chgData name="Jayanthan" userId="e50148d90e98dd15" providerId="LiveId" clId="{3C56B576-E70D-416D-A7E7-BFF3FD92862F}" dt="2023-09-19T17:05:11.551" v="677" actId="478"/>
          <ac:spMkLst>
            <pc:docMk/>
            <pc:sldMk cId="0" sldId="265"/>
            <ac:spMk id="1354" creationId="{00000000-0000-0000-0000-000000000000}"/>
          </ac:spMkLst>
        </pc:spChg>
        <pc:spChg chg="del">
          <ac:chgData name="Jayanthan" userId="e50148d90e98dd15" providerId="LiveId" clId="{3C56B576-E70D-416D-A7E7-BFF3FD92862F}" dt="2023-09-19T17:05:11.551" v="677" actId="478"/>
          <ac:spMkLst>
            <pc:docMk/>
            <pc:sldMk cId="0" sldId="265"/>
            <ac:spMk id="1355" creationId="{00000000-0000-0000-0000-000000000000}"/>
          </ac:spMkLst>
        </pc:spChg>
        <pc:spChg chg="del">
          <ac:chgData name="Jayanthan" userId="e50148d90e98dd15" providerId="LiveId" clId="{3C56B576-E70D-416D-A7E7-BFF3FD92862F}" dt="2023-09-19T17:05:11.551" v="677" actId="478"/>
          <ac:spMkLst>
            <pc:docMk/>
            <pc:sldMk cId="0" sldId="265"/>
            <ac:spMk id="1356" creationId="{00000000-0000-0000-0000-000000000000}"/>
          </ac:spMkLst>
        </pc:spChg>
        <pc:spChg chg="del">
          <ac:chgData name="Jayanthan" userId="e50148d90e98dd15" providerId="LiveId" clId="{3C56B576-E70D-416D-A7E7-BFF3FD92862F}" dt="2023-09-19T17:05:11.551" v="677" actId="478"/>
          <ac:spMkLst>
            <pc:docMk/>
            <pc:sldMk cId="0" sldId="265"/>
            <ac:spMk id="1357" creationId="{00000000-0000-0000-0000-000000000000}"/>
          </ac:spMkLst>
        </pc:spChg>
        <pc:spChg chg="del">
          <ac:chgData name="Jayanthan" userId="e50148d90e98dd15" providerId="LiveId" clId="{3C56B576-E70D-416D-A7E7-BFF3FD92862F}" dt="2023-09-19T17:05:11.551" v="677" actId="478"/>
          <ac:spMkLst>
            <pc:docMk/>
            <pc:sldMk cId="0" sldId="265"/>
            <ac:spMk id="1358" creationId="{00000000-0000-0000-0000-000000000000}"/>
          </ac:spMkLst>
        </pc:spChg>
        <pc:spChg chg="del">
          <ac:chgData name="Jayanthan" userId="e50148d90e98dd15" providerId="LiveId" clId="{3C56B576-E70D-416D-A7E7-BFF3FD92862F}" dt="2023-09-19T17:05:11.551" v="677" actId="478"/>
          <ac:spMkLst>
            <pc:docMk/>
            <pc:sldMk cId="0" sldId="265"/>
            <ac:spMk id="1359" creationId="{00000000-0000-0000-0000-000000000000}"/>
          </ac:spMkLst>
        </pc:spChg>
        <pc:picChg chg="add mod">
          <ac:chgData name="Jayanthan" userId="e50148d90e98dd15" providerId="LiveId" clId="{3C56B576-E70D-416D-A7E7-BFF3FD92862F}" dt="2023-09-19T17:37:53.995" v="1453" actId="1076"/>
          <ac:picMkLst>
            <pc:docMk/>
            <pc:sldMk cId="0" sldId="265"/>
            <ac:picMk id="27" creationId="{BEEFCCC3-8065-5488-A963-FDCE252F0074}"/>
          </ac:picMkLst>
        </pc:picChg>
      </pc:sldChg>
      <pc:sldChg chg="addSp delSp modSp mod ord modTransition">
        <pc:chgData name="Jayanthan" userId="e50148d90e98dd15" providerId="LiveId" clId="{3C56B576-E70D-416D-A7E7-BFF3FD92862F}" dt="2023-09-19T17:52:43.448" v="1699"/>
        <pc:sldMkLst>
          <pc:docMk/>
          <pc:sldMk cId="2058328041" sldId="266"/>
        </pc:sldMkLst>
        <pc:spChg chg="add del mod">
          <ac:chgData name="Jayanthan" userId="e50148d90e98dd15" providerId="LiveId" clId="{3C56B576-E70D-416D-A7E7-BFF3FD92862F}" dt="2023-09-19T17:08:52.487" v="761" actId="478"/>
          <ac:spMkLst>
            <pc:docMk/>
            <pc:sldMk cId="2058328041" sldId="266"/>
            <ac:spMk id="3" creationId="{8F1536A2-867E-562E-1AA2-ADC1DFD77A72}"/>
          </ac:spMkLst>
        </pc:spChg>
        <pc:spChg chg="add mod">
          <ac:chgData name="Jayanthan" userId="e50148d90e98dd15" providerId="LiveId" clId="{3C56B576-E70D-416D-A7E7-BFF3FD92862F}" dt="2023-09-19T17:09:47.677" v="776" actId="1076"/>
          <ac:spMkLst>
            <pc:docMk/>
            <pc:sldMk cId="2058328041" sldId="266"/>
            <ac:spMk id="4" creationId="{E9CD8553-22B7-68DB-9FA8-2505FD8C014A}"/>
          </ac:spMkLst>
        </pc:spChg>
        <pc:spChg chg="del">
          <ac:chgData name="Jayanthan" userId="e50148d90e98dd15" providerId="LiveId" clId="{3C56B576-E70D-416D-A7E7-BFF3FD92862F}" dt="2023-09-19T17:08:44.637" v="760" actId="478"/>
          <ac:spMkLst>
            <pc:docMk/>
            <pc:sldMk cId="2058328041" sldId="266"/>
            <ac:spMk id="1364" creationId="{00000000-0000-0000-0000-000000000000}"/>
          </ac:spMkLst>
        </pc:spChg>
        <pc:graphicFrameChg chg="del">
          <ac:chgData name="Jayanthan" userId="e50148d90e98dd15" providerId="LiveId" clId="{3C56B576-E70D-416D-A7E7-BFF3FD92862F}" dt="2023-09-19T17:05:26.091" v="684" actId="478"/>
          <ac:graphicFrameMkLst>
            <pc:docMk/>
            <pc:sldMk cId="2058328041" sldId="266"/>
            <ac:graphicFrameMk id="1365" creationId="{00000000-0000-0000-0000-000000000000}"/>
          </ac:graphicFrameMkLst>
        </pc:graphicFrameChg>
      </pc:sldChg>
      <pc:sldChg chg="addSp delSp modSp mod ord modTransition">
        <pc:chgData name="Jayanthan" userId="e50148d90e98dd15" providerId="LiveId" clId="{3C56B576-E70D-416D-A7E7-BFF3FD92862F}" dt="2023-09-19T17:52:36.454" v="1698"/>
        <pc:sldMkLst>
          <pc:docMk/>
          <pc:sldMk cId="2475964323" sldId="267"/>
        </pc:sldMkLst>
        <pc:spChg chg="add del mod">
          <ac:chgData name="Jayanthan" userId="e50148d90e98dd15" providerId="LiveId" clId="{3C56B576-E70D-416D-A7E7-BFF3FD92862F}" dt="2023-09-19T17:05:37.643" v="687" actId="478"/>
          <ac:spMkLst>
            <pc:docMk/>
            <pc:sldMk cId="2475964323" sldId="267"/>
            <ac:spMk id="3" creationId="{DE218E93-EB51-85D3-A852-B4A0F503AA12}"/>
          </ac:spMkLst>
        </pc:spChg>
        <pc:spChg chg="add del mod">
          <ac:chgData name="Jayanthan" userId="e50148d90e98dd15" providerId="LiveId" clId="{3C56B576-E70D-416D-A7E7-BFF3FD92862F}" dt="2023-09-19T17:05:37.643" v="687" actId="478"/>
          <ac:spMkLst>
            <pc:docMk/>
            <pc:sldMk cId="2475964323" sldId="267"/>
            <ac:spMk id="5" creationId="{45227FBC-8733-996F-71D3-3161D66F21AF}"/>
          </ac:spMkLst>
        </pc:spChg>
        <pc:spChg chg="add del mod">
          <ac:chgData name="Jayanthan" userId="e50148d90e98dd15" providerId="LiveId" clId="{3C56B576-E70D-416D-A7E7-BFF3FD92862F}" dt="2023-09-19T17:05:37.643" v="687" actId="478"/>
          <ac:spMkLst>
            <pc:docMk/>
            <pc:sldMk cId="2475964323" sldId="267"/>
            <ac:spMk id="7" creationId="{87DFD5AE-E993-3346-EAB8-C6D5947838BD}"/>
          </ac:spMkLst>
        </pc:spChg>
        <pc:spChg chg="add del mod">
          <ac:chgData name="Jayanthan" userId="e50148d90e98dd15" providerId="LiveId" clId="{3C56B576-E70D-416D-A7E7-BFF3FD92862F}" dt="2023-09-19T17:05:37.643" v="687" actId="478"/>
          <ac:spMkLst>
            <pc:docMk/>
            <pc:sldMk cId="2475964323" sldId="267"/>
            <ac:spMk id="9" creationId="{5FC6A88A-0669-D32B-69F9-2305FA95D8E3}"/>
          </ac:spMkLst>
        </pc:spChg>
        <pc:spChg chg="add del mod">
          <ac:chgData name="Jayanthan" userId="e50148d90e98dd15" providerId="LiveId" clId="{3C56B576-E70D-416D-A7E7-BFF3FD92862F}" dt="2023-09-19T17:05:37.643" v="687" actId="478"/>
          <ac:spMkLst>
            <pc:docMk/>
            <pc:sldMk cId="2475964323" sldId="267"/>
            <ac:spMk id="11" creationId="{361EBCDE-FA7F-BAC5-79F4-EE4E7EBF64DE}"/>
          </ac:spMkLst>
        </pc:spChg>
        <pc:spChg chg="add del mod">
          <ac:chgData name="Jayanthan" userId="e50148d90e98dd15" providerId="LiveId" clId="{3C56B576-E70D-416D-A7E7-BFF3FD92862F}" dt="2023-09-19T17:05:37.643" v="687" actId="478"/>
          <ac:spMkLst>
            <pc:docMk/>
            <pc:sldMk cId="2475964323" sldId="267"/>
            <ac:spMk id="13" creationId="{D6664D16-94C8-32C8-E836-22DAF0C752BE}"/>
          </ac:spMkLst>
        </pc:spChg>
        <pc:spChg chg="add del mod">
          <ac:chgData name="Jayanthan" userId="e50148d90e98dd15" providerId="LiveId" clId="{3C56B576-E70D-416D-A7E7-BFF3FD92862F}" dt="2023-09-19T17:05:37.643" v="687" actId="478"/>
          <ac:spMkLst>
            <pc:docMk/>
            <pc:sldMk cId="2475964323" sldId="267"/>
            <ac:spMk id="15" creationId="{BF8D050D-E59D-FAE9-3A8A-B0E3E9C4A4F4}"/>
          </ac:spMkLst>
        </pc:spChg>
        <pc:spChg chg="add del mod">
          <ac:chgData name="Jayanthan" userId="e50148d90e98dd15" providerId="LiveId" clId="{3C56B576-E70D-416D-A7E7-BFF3FD92862F}" dt="2023-09-19T17:05:37.643" v="687" actId="478"/>
          <ac:spMkLst>
            <pc:docMk/>
            <pc:sldMk cId="2475964323" sldId="267"/>
            <ac:spMk id="17" creationId="{93B037F7-D5E1-3790-FAF0-399BBEACB567}"/>
          </ac:spMkLst>
        </pc:spChg>
        <pc:spChg chg="add del mod">
          <ac:chgData name="Jayanthan" userId="e50148d90e98dd15" providerId="LiveId" clId="{3C56B576-E70D-416D-A7E7-BFF3FD92862F}" dt="2023-09-19T17:05:37.643" v="687" actId="478"/>
          <ac:spMkLst>
            <pc:docMk/>
            <pc:sldMk cId="2475964323" sldId="267"/>
            <ac:spMk id="19" creationId="{9CA43EB0-CDBA-F88B-15FA-5CDFF0B78661}"/>
          </ac:spMkLst>
        </pc:spChg>
        <pc:spChg chg="add del mod">
          <ac:chgData name="Jayanthan" userId="e50148d90e98dd15" providerId="LiveId" clId="{3C56B576-E70D-416D-A7E7-BFF3FD92862F}" dt="2023-09-19T17:05:37.643" v="687" actId="478"/>
          <ac:spMkLst>
            <pc:docMk/>
            <pc:sldMk cId="2475964323" sldId="267"/>
            <ac:spMk id="21" creationId="{5C6F85C1-AD4A-ACA9-4E6B-EA3719F8579D}"/>
          </ac:spMkLst>
        </pc:spChg>
        <pc:spChg chg="add del mod">
          <ac:chgData name="Jayanthan" userId="e50148d90e98dd15" providerId="LiveId" clId="{3C56B576-E70D-416D-A7E7-BFF3FD92862F}" dt="2023-09-19T17:05:37.643" v="687" actId="478"/>
          <ac:spMkLst>
            <pc:docMk/>
            <pc:sldMk cId="2475964323" sldId="267"/>
            <ac:spMk id="23" creationId="{FE5551C5-2C95-1153-AE3D-3AC13FED133C}"/>
          </ac:spMkLst>
        </pc:spChg>
        <pc:spChg chg="add del mod">
          <ac:chgData name="Jayanthan" userId="e50148d90e98dd15" providerId="LiveId" clId="{3C56B576-E70D-416D-A7E7-BFF3FD92862F}" dt="2023-09-19T17:05:37.643" v="687" actId="478"/>
          <ac:spMkLst>
            <pc:docMk/>
            <pc:sldMk cId="2475964323" sldId="267"/>
            <ac:spMk id="25" creationId="{554B714C-B102-2394-BF5A-84E5AD34CA4A}"/>
          </ac:spMkLst>
        </pc:spChg>
        <pc:spChg chg="add del mod">
          <ac:chgData name="Jayanthan" userId="e50148d90e98dd15" providerId="LiveId" clId="{3C56B576-E70D-416D-A7E7-BFF3FD92862F}" dt="2023-09-19T17:08:37.591" v="757" actId="478"/>
          <ac:spMkLst>
            <pc:docMk/>
            <pc:sldMk cId="2475964323" sldId="267"/>
            <ac:spMk id="27" creationId="{35712CFC-8016-3CF3-B414-CA5453D93C3C}"/>
          </ac:spMkLst>
        </pc:spChg>
        <pc:spChg chg="add mod">
          <ac:chgData name="Jayanthan" userId="e50148d90e98dd15" providerId="LiveId" clId="{3C56B576-E70D-416D-A7E7-BFF3FD92862F}" dt="2023-09-19T17:11:06.373" v="800" actId="1076"/>
          <ac:spMkLst>
            <pc:docMk/>
            <pc:sldMk cId="2475964323" sldId="267"/>
            <ac:spMk id="28" creationId="{57BFB9FA-F12D-0AC8-AEF9-A41D7B233A8A}"/>
          </ac:spMkLst>
        </pc:spChg>
        <pc:spChg chg="del">
          <ac:chgData name="Jayanthan" userId="e50148d90e98dd15" providerId="LiveId" clId="{3C56B576-E70D-416D-A7E7-BFF3FD92862F}" dt="2023-09-19T17:05:34.362" v="686" actId="478"/>
          <ac:spMkLst>
            <pc:docMk/>
            <pc:sldMk cId="2475964323" sldId="267"/>
            <ac:spMk id="1370" creationId="{00000000-0000-0000-0000-000000000000}"/>
          </ac:spMkLst>
        </pc:spChg>
        <pc:spChg chg="del">
          <ac:chgData name="Jayanthan" userId="e50148d90e98dd15" providerId="LiveId" clId="{3C56B576-E70D-416D-A7E7-BFF3FD92862F}" dt="2023-09-19T17:05:34.362" v="686" actId="478"/>
          <ac:spMkLst>
            <pc:docMk/>
            <pc:sldMk cId="2475964323" sldId="267"/>
            <ac:spMk id="1371" creationId="{00000000-0000-0000-0000-000000000000}"/>
          </ac:spMkLst>
        </pc:spChg>
        <pc:spChg chg="del mod">
          <ac:chgData name="Jayanthan" userId="e50148d90e98dd15" providerId="LiveId" clId="{3C56B576-E70D-416D-A7E7-BFF3FD92862F}" dt="2023-09-19T17:07:47.131" v="756" actId="478"/>
          <ac:spMkLst>
            <pc:docMk/>
            <pc:sldMk cId="2475964323" sldId="267"/>
            <ac:spMk id="1372" creationId="{00000000-0000-0000-0000-000000000000}"/>
          </ac:spMkLst>
        </pc:spChg>
        <pc:spChg chg="del">
          <ac:chgData name="Jayanthan" userId="e50148d90e98dd15" providerId="LiveId" clId="{3C56B576-E70D-416D-A7E7-BFF3FD92862F}" dt="2023-09-19T17:05:34.362" v="686" actId="478"/>
          <ac:spMkLst>
            <pc:docMk/>
            <pc:sldMk cId="2475964323" sldId="267"/>
            <ac:spMk id="1373" creationId="{00000000-0000-0000-0000-000000000000}"/>
          </ac:spMkLst>
        </pc:spChg>
        <pc:spChg chg="del">
          <ac:chgData name="Jayanthan" userId="e50148d90e98dd15" providerId="LiveId" clId="{3C56B576-E70D-416D-A7E7-BFF3FD92862F}" dt="2023-09-19T17:05:34.362" v="686" actId="478"/>
          <ac:spMkLst>
            <pc:docMk/>
            <pc:sldMk cId="2475964323" sldId="267"/>
            <ac:spMk id="1374" creationId="{00000000-0000-0000-0000-000000000000}"/>
          </ac:spMkLst>
        </pc:spChg>
        <pc:spChg chg="del">
          <ac:chgData name="Jayanthan" userId="e50148d90e98dd15" providerId="LiveId" clId="{3C56B576-E70D-416D-A7E7-BFF3FD92862F}" dt="2023-09-19T17:05:34.362" v="686" actId="478"/>
          <ac:spMkLst>
            <pc:docMk/>
            <pc:sldMk cId="2475964323" sldId="267"/>
            <ac:spMk id="1375" creationId="{00000000-0000-0000-0000-000000000000}"/>
          </ac:spMkLst>
        </pc:spChg>
        <pc:spChg chg="del">
          <ac:chgData name="Jayanthan" userId="e50148d90e98dd15" providerId="LiveId" clId="{3C56B576-E70D-416D-A7E7-BFF3FD92862F}" dt="2023-09-19T17:05:34.362" v="686" actId="478"/>
          <ac:spMkLst>
            <pc:docMk/>
            <pc:sldMk cId="2475964323" sldId="267"/>
            <ac:spMk id="1376" creationId="{00000000-0000-0000-0000-000000000000}"/>
          </ac:spMkLst>
        </pc:spChg>
        <pc:spChg chg="del">
          <ac:chgData name="Jayanthan" userId="e50148d90e98dd15" providerId="LiveId" clId="{3C56B576-E70D-416D-A7E7-BFF3FD92862F}" dt="2023-09-19T17:05:34.362" v="686" actId="478"/>
          <ac:spMkLst>
            <pc:docMk/>
            <pc:sldMk cId="2475964323" sldId="267"/>
            <ac:spMk id="1377" creationId="{00000000-0000-0000-0000-000000000000}"/>
          </ac:spMkLst>
        </pc:spChg>
        <pc:spChg chg="del">
          <ac:chgData name="Jayanthan" userId="e50148d90e98dd15" providerId="LiveId" clId="{3C56B576-E70D-416D-A7E7-BFF3FD92862F}" dt="2023-09-19T17:05:34.362" v="686" actId="478"/>
          <ac:spMkLst>
            <pc:docMk/>
            <pc:sldMk cId="2475964323" sldId="267"/>
            <ac:spMk id="1378" creationId="{00000000-0000-0000-0000-000000000000}"/>
          </ac:spMkLst>
        </pc:spChg>
        <pc:spChg chg="del">
          <ac:chgData name="Jayanthan" userId="e50148d90e98dd15" providerId="LiveId" clId="{3C56B576-E70D-416D-A7E7-BFF3FD92862F}" dt="2023-09-19T17:05:34.362" v="686" actId="478"/>
          <ac:spMkLst>
            <pc:docMk/>
            <pc:sldMk cId="2475964323" sldId="267"/>
            <ac:spMk id="1379" creationId="{00000000-0000-0000-0000-000000000000}"/>
          </ac:spMkLst>
        </pc:spChg>
        <pc:spChg chg="del">
          <ac:chgData name="Jayanthan" userId="e50148d90e98dd15" providerId="LiveId" clId="{3C56B576-E70D-416D-A7E7-BFF3FD92862F}" dt="2023-09-19T17:05:34.362" v="686" actId="478"/>
          <ac:spMkLst>
            <pc:docMk/>
            <pc:sldMk cId="2475964323" sldId="267"/>
            <ac:spMk id="1380" creationId="{00000000-0000-0000-0000-000000000000}"/>
          </ac:spMkLst>
        </pc:spChg>
        <pc:spChg chg="del">
          <ac:chgData name="Jayanthan" userId="e50148d90e98dd15" providerId="LiveId" clId="{3C56B576-E70D-416D-A7E7-BFF3FD92862F}" dt="2023-09-19T17:05:34.362" v="686" actId="478"/>
          <ac:spMkLst>
            <pc:docMk/>
            <pc:sldMk cId="2475964323" sldId="267"/>
            <ac:spMk id="1381" creationId="{00000000-0000-0000-0000-000000000000}"/>
          </ac:spMkLst>
        </pc:spChg>
        <pc:spChg chg="del">
          <ac:chgData name="Jayanthan" userId="e50148d90e98dd15" providerId="LiveId" clId="{3C56B576-E70D-416D-A7E7-BFF3FD92862F}" dt="2023-09-19T17:05:34.362" v="686" actId="478"/>
          <ac:spMkLst>
            <pc:docMk/>
            <pc:sldMk cId="2475964323" sldId="267"/>
            <ac:spMk id="1382" creationId="{00000000-0000-0000-0000-000000000000}"/>
          </ac:spMkLst>
        </pc:spChg>
      </pc:sldChg>
      <pc:sldChg chg="addSp delSp modSp mod ord modTransition">
        <pc:chgData name="Jayanthan" userId="e50148d90e98dd15" providerId="LiveId" clId="{3C56B576-E70D-416D-A7E7-BFF3FD92862F}" dt="2023-09-19T17:50:41.707" v="1688"/>
        <pc:sldMkLst>
          <pc:docMk/>
          <pc:sldMk cId="0" sldId="268"/>
        </pc:sldMkLst>
        <pc:spChg chg="add mod">
          <ac:chgData name="Jayanthan" userId="e50148d90e98dd15" providerId="LiveId" clId="{3C56B576-E70D-416D-A7E7-BFF3FD92862F}" dt="2023-09-19T16:53:54.079" v="490" actId="1076"/>
          <ac:spMkLst>
            <pc:docMk/>
            <pc:sldMk cId="0" sldId="268"/>
            <ac:spMk id="3" creationId="{C96CD9AF-66A9-5E19-2B83-98FBFED02173}"/>
          </ac:spMkLst>
        </pc:spChg>
        <pc:spChg chg="add del mod">
          <ac:chgData name="Jayanthan" userId="e50148d90e98dd15" providerId="LiveId" clId="{3C56B576-E70D-416D-A7E7-BFF3FD92862F}" dt="2023-09-19T16:40:15.641" v="352"/>
          <ac:spMkLst>
            <pc:docMk/>
            <pc:sldMk cId="0" sldId="268"/>
            <ac:spMk id="4" creationId="{0513A222-9692-4A4B-1A41-D07A89CB71B5}"/>
          </ac:spMkLst>
        </pc:spChg>
        <pc:spChg chg="add del mod">
          <ac:chgData name="Jayanthan" userId="e50148d90e98dd15" providerId="LiveId" clId="{3C56B576-E70D-416D-A7E7-BFF3FD92862F}" dt="2023-09-19T16:40:34.640" v="356"/>
          <ac:spMkLst>
            <pc:docMk/>
            <pc:sldMk cId="0" sldId="268"/>
            <ac:spMk id="5" creationId="{04C3AB4E-36D9-0055-27A2-6646383D550C}"/>
          </ac:spMkLst>
        </pc:spChg>
        <pc:spChg chg="add mod">
          <ac:chgData name="Jayanthan" userId="e50148d90e98dd15" providerId="LiveId" clId="{3C56B576-E70D-416D-A7E7-BFF3FD92862F}" dt="2023-09-19T16:54:08.562" v="498" actId="1035"/>
          <ac:spMkLst>
            <pc:docMk/>
            <pc:sldMk cId="0" sldId="268"/>
            <ac:spMk id="6" creationId="{0CB193E8-279A-E6AB-F91C-9A48270C8390}"/>
          </ac:spMkLst>
        </pc:spChg>
        <pc:spChg chg="mod">
          <ac:chgData name="Jayanthan" userId="e50148d90e98dd15" providerId="LiveId" clId="{3C56B576-E70D-416D-A7E7-BFF3FD92862F}" dt="2023-09-19T17:15:59.239" v="898"/>
          <ac:spMkLst>
            <pc:docMk/>
            <pc:sldMk cId="0" sldId="268"/>
            <ac:spMk id="8" creationId="{BF0FC7C6-6F04-F386-D6F5-D378B47E20DD}"/>
          </ac:spMkLst>
        </pc:spChg>
        <pc:spChg chg="mod">
          <ac:chgData name="Jayanthan" userId="e50148d90e98dd15" providerId="LiveId" clId="{3C56B576-E70D-416D-A7E7-BFF3FD92862F}" dt="2023-09-19T17:15:59.239" v="898"/>
          <ac:spMkLst>
            <pc:docMk/>
            <pc:sldMk cId="0" sldId="268"/>
            <ac:spMk id="9" creationId="{552FF8A8-8BA5-5B46-2BA3-F0D09282DDDC}"/>
          </ac:spMkLst>
        </pc:spChg>
        <pc:spChg chg="mod">
          <ac:chgData name="Jayanthan" userId="e50148d90e98dd15" providerId="LiveId" clId="{3C56B576-E70D-416D-A7E7-BFF3FD92862F}" dt="2023-09-19T17:15:59.239" v="898"/>
          <ac:spMkLst>
            <pc:docMk/>
            <pc:sldMk cId="0" sldId="268"/>
            <ac:spMk id="10" creationId="{AC23FECE-835A-5C87-6DB5-90C9EAABE2E0}"/>
          </ac:spMkLst>
        </pc:spChg>
        <pc:spChg chg="mod">
          <ac:chgData name="Jayanthan" userId="e50148d90e98dd15" providerId="LiveId" clId="{3C56B576-E70D-416D-A7E7-BFF3FD92862F}" dt="2023-09-19T17:15:59.239" v="898"/>
          <ac:spMkLst>
            <pc:docMk/>
            <pc:sldMk cId="0" sldId="268"/>
            <ac:spMk id="11" creationId="{1A38192A-5E13-F8C5-8324-23AD3F3E0ABC}"/>
          </ac:spMkLst>
        </pc:spChg>
        <pc:spChg chg="mod">
          <ac:chgData name="Jayanthan" userId="e50148d90e98dd15" providerId="LiveId" clId="{3C56B576-E70D-416D-A7E7-BFF3FD92862F}" dt="2023-09-19T17:15:59.239" v="898"/>
          <ac:spMkLst>
            <pc:docMk/>
            <pc:sldMk cId="0" sldId="268"/>
            <ac:spMk id="12" creationId="{BC4BDC7A-9D46-25F7-FCCC-D2D0C766079B}"/>
          </ac:spMkLst>
        </pc:spChg>
        <pc:spChg chg="mod">
          <ac:chgData name="Jayanthan" userId="e50148d90e98dd15" providerId="LiveId" clId="{3C56B576-E70D-416D-A7E7-BFF3FD92862F}" dt="2023-09-19T17:15:59.239" v="898"/>
          <ac:spMkLst>
            <pc:docMk/>
            <pc:sldMk cId="0" sldId="268"/>
            <ac:spMk id="13" creationId="{040E0F05-D10F-1EE3-83BE-F4082A50C7C1}"/>
          </ac:spMkLst>
        </pc:spChg>
        <pc:spChg chg="mod">
          <ac:chgData name="Jayanthan" userId="e50148d90e98dd15" providerId="LiveId" clId="{3C56B576-E70D-416D-A7E7-BFF3FD92862F}" dt="2023-09-19T17:15:59.239" v="898"/>
          <ac:spMkLst>
            <pc:docMk/>
            <pc:sldMk cId="0" sldId="268"/>
            <ac:spMk id="14" creationId="{5AFFF2E5-AAB9-7EC1-A88F-DCF42FC6F911}"/>
          </ac:spMkLst>
        </pc:spChg>
        <pc:spChg chg="mod">
          <ac:chgData name="Jayanthan" userId="e50148d90e98dd15" providerId="LiveId" clId="{3C56B576-E70D-416D-A7E7-BFF3FD92862F}" dt="2023-09-19T17:15:59.239" v="898"/>
          <ac:spMkLst>
            <pc:docMk/>
            <pc:sldMk cId="0" sldId="268"/>
            <ac:spMk id="15" creationId="{7C12088B-12F0-4AC5-FCBB-AA3EA73ABD91}"/>
          </ac:spMkLst>
        </pc:spChg>
        <pc:spChg chg="mod">
          <ac:chgData name="Jayanthan" userId="e50148d90e98dd15" providerId="LiveId" clId="{3C56B576-E70D-416D-A7E7-BFF3FD92862F}" dt="2023-09-19T17:15:59.239" v="898"/>
          <ac:spMkLst>
            <pc:docMk/>
            <pc:sldMk cId="0" sldId="268"/>
            <ac:spMk id="16" creationId="{D8A9CF38-CAA3-35E7-F429-0DD0128892D2}"/>
          </ac:spMkLst>
        </pc:spChg>
        <pc:spChg chg="mod">
          <ac:chgData name="Jayanthan" userId="e50148d90e98dd15" providerId="LiveId" clId="{3C56B576-E70D-416D-A7E7-BFF3FD92862F}" dt="2023-09-19T17:15:59.239" v="898"/>
          <ac:spMkLst>
            <pc:docMk/>
            <pc:sldMk cId="0" sldId="268"/>
            <ac:spMk id="17" creationId="{84840153-13BF-3AE0-846E-69B2E888C424}"/>
          </ac:spMkLst>
        </pc:spChg>
        <pc:spChg chg="mod">
          <ac:chgData name="Jayanthan" userId="e50148d90e98dd15" providerId="LiveId" clId="{3C56B576-E70D-416D-A7E7-BFF3FD92862F}" dt="2023-09-19T17:15:59.239" v="898"/>
          <ac:spMkLst>
            <pc:docMk/>
            <pc:sldMk cId="0" sldId="268"/>
            <ac:spMk id="18" creationId="{C86DF4A9-0025-DECA-3B94-7F12DBDB115F}"/>
          </ac:spMkLst>
        </pc:spChg>
        <pc:spChg chg="mod">
          <ac:chgData name="Jayanthan" userId="e50148d90e98dd15" providerId="LiveId" clId="{3C56B576-E70D-416D-A7E7-BFF3FD92862F}" dt="2023-09-19T17:15:59.239" v="898"/>
          <ac:spMkLst>
            <pc:docMk/>
            <pc:sldMk cId="0" sldId="268"/>
            <ac:spMk id="19" creationId="{6273BF06-54F4-2F13-DC4D-61A305333BE3}"/>
          </ac:spMkLst>
        </pc:spChg>
        <pc:spChg chg="mod">
          <ac:chgData name="Jayanthan" userId="e50148d90e98dd15" providerId="LiveId" clId="{3C56B576-E70D-416D-A7E7-BFF3FD92862F}" dt="2023-09-19T17:15:59.239" v="898"/>
          <ac:spMkLst>
            <pc:docMk/>
            <pc:sldMk cId="0" sldId="268"/>
            <ac:spMk id="20" creationId="{AFF5B801-8B5E-B533-20E0-C51DD8C1ACF7}"/>
          </ac:spMkLst>
        </pc:spChg>
        <pc:spChg chg="mod">
          <ac:chgData name="Jayanthan" userId="e50148d90e98dd15" providerId="LiveId" clId="{3C56B576-E70D-416D-A7E7-BFF3FD92862F}" dt="2023-09-19T17:15:59.239" v="898"/>
          <ac:spMkLst>
            <pc:docMk/>
            <pc:sldMk cId="0" sldId="268"/>
            <ac:spMk id="21" creationId="{D93A8081-870D-3699-2268-6CA2F3F4FAEA}"/>
          </ac:spMkLst>
        </pc:spChg>
        <pc:spChg chg="mod">
          <ac:chgData name="Jayanthan" userId="e50148d90e98dd15" providerId="LiveId" clId="{3C56B576-E70D-416D-A7E7-BFF3FD92862F}" dt="2023-09-19T17:15:59.239" v="898"/>
          <ac:spMkLst>
            <pc:docMk/>
            <pc:sldMk cId="0" sldId="268"/>
            <ac:spMk id="22" creationId="{3B03E047-BA72-06FD-C00E-3D579637FD0B}"/>
          </ac:spMkLst>
        </pc:spChg>
        <pc:spChg chg="mod">
          <ac:chgData name="Jayanthan" userId="e50148d90e98dd15" providerId="LiveId" clId="{3C56B576-E70D-416D-A7E7-BFF3FD92862F}" dt="2023-09-19T17:15:59.239" v="898"/>
          <ac:spMkLst>
            <pc:docMk/>
            <pc:sldMk cId="0" sldId="268"/>
            <ac:spMk id="23" creationId="{146B770E-AB48-5372-877D-BF34FA261EED}"/>
          </ac:spMkLst>
        </pc:spChg>
        <pc:spChg chg="mod">
          <ac:chgData name="Jayanthan" userId="e50148d90e98dd15" providerId="LiveId" clId="{3C56B576-E70D-416D-A7E7-BFF3FD92862F}" dt="2023-09-19T17:15:59.239" v="898"/>
          <ac:spMkLst>
            <pc:docMk/>
            <pc:sldMk cId="0" sldId="268"/>
            <ac:spMk id="24" creationId="{6755FF2E-38BA-2B27-B9B2-3D2C7302091E}"/>
          </ac:spMkLst>
        </pc:spChg>
        <pc:spChg chg="mod">
          <ac:chgData name="Jayanthan" userId="e50148d90e98dd15" providerId="LiveId" clId="{3C56B576-E70D-416D-A7E7-BFF3FD92862F}" dt="2023-09-19T17:15:59.239" v="898"/>
          <ac:spMkLst>
            <pc:docMk/>
            <pc:sldMk cId="0" sldId="268"/>
            <ac:spMk id="25" creationId="{0A722FD4-A6A8-3E9C-094C-F8AB800554EA}"/>
          </ac:spMkLst>
        </pc:spChg>
        <pc:spChg chg="mod">
          <ac:chgData name="Jayanthan" userId="e50148d90e98dd15" providerId="LiveId" clId="{3C56B576-E70D-416D-A7E7-BFF3FD92862F}" dt="2023-09-19T17:15:59.239" v="898"/>
          <ac:spMkLst>
            <pc:docMk/>
            <pc:sldMk cId="0" sldId="268"/>
            <ac:spMk id="26" creationId="{45E7D15E-8DAE-BAF4-3FA5-6654D1F7C5D9}"/>
          </ac:spMkLst>
        </pc:spChg>
        <pc:spChg chg="mod">
          <ac:chgData name="Jayanthan" userId="e50148d90e98dd15" providerId="LiveId" clId="{3C56B576-E70D-416D-A7E7-BFF3FD92862F}" dt="2023-09-19T17:15:59.239" v="898"/>
          <ac:spMkLst>
            <pc:docMk/>
            <pc:sldMk cId="0" sldId="268"/>
            <ac:spMk id="27" creationId="{4320F8B1-CB10-B15B-8E05-BE532D30CEC8}"/>
          </ac:spMkLst>
        </pc:spChg>
        <pc:spChg chg="mod">
          <ac:chgData name="Jayanthan" userId="e50148d90e98dd15" providerId="LiveId" clId="{3C56B576-E70D-416D-A7E7-BFF3FD92862F}" dt="2023-09-19T17:15:59.239" v="898"/>
          <ac:spMkLst>
            <pc:docMk/>
            <pc:sldMk cId="0" sldId="268"/>
            <ac:spMk id="28" creationId="{9D840B30-0333-64C0-ED8B-3C029C89E3EE}"/>
          </ac:spMkLst>
        </pc:spChg>
        <pc:spChg chg="mod">
          <ac:chgData name="Jayanthan" userId="e50148d90e98dd15" providerId="LiveId" clId="{3C56B576-E70D-416D-A7E7-BFF3FD92862F}" dt="2023-09-19T17:15:59.239" v="898"/>
          <ac:spMkLst>
            <pc:docMk/>
            <pc:sldMk cId="0" sldId="268"/>
            <ac:spMk id="29" creationId="{1EC134D7-8998-5D5F-9125-5DB242D22DDA}"/>
          </ac:spMkLst>
        </pc:spChg>
        <pc:spChg chg="mod">
          <ac:chgData name="Jayanthan" userId="e50148d90e98dd15" providerId="LiveId" clId="{3C56B576-E70D-416D-A7E7-BFF3FD92862F}" dt="2023-09-19T17:15:59.239" v="898"/>
          <ac:spMkLst>
            <pc:docMk/>
            <pc:sldMk cId="0" sldId="268"/>
            <ac:spMk id="30" creationId="{4A08B617-3659-429B-EC60-D6E230A11E60}"/>
          </ac:spMkLst>
        </pc:spChg>
        <pc:spChg chg="mod">
          <ac:chgData name="Jayanthan" userId="e50148d90e98dd15" providerId="LiveId" clId="{3C56B576-E70D-416D-A7E7-BFF3FD92862F}" dt="2023-09-19T17:15:59.239" v="898"/>
          <ac:spMkLst>
            <pc:docMk/>
            <pc:sldMk cId="0" sldId="268"/>
            <ac:spMk id="31" creationId="{EE314EED-6A89-3FC3-02F0-26DA831FF2D7}"/>
          </ac:spMkLst>
        </pc:spChg>
        <pc:spChg chg="mod">
          <ac:chgData name="Jayanthan" userId="e50148d90e98dd15" providerId="LiveId" clId="{3C56B576-E70D-416D-A7E7-BFF3FD92862F}" dt="2023-09-19T17:15:59.239" v="898"/>
          <ac:spMkLst>
            <pc:docMk/>
            <pc:sldMk cId="0" sldId="268"/>
            <ac:spMk id="32" creationId="{A1DAAF2C-B611-68C1-715A-07A2386240B4}"/>
          </ac:spMkLst>
        </pc:spChg>
        <pc:spChg chg="mod">
          <ac:chgData name="Jayanthan" userId="e50148d90e98dd15" providerId="LiveId" clId="{3C56B576-E70D-416D-A7E7-BFF3FD92862F}" dt="2023-09-19T17:15:59.239" v="898"/>
          <ac:spMkLst>
            <pc:docMk/>
            <pc:sldMk cId="0" sldId="268"/>
            <ac:spMk id="33" creationId="{E0BE2AB1-697B-711E-0782-BBC9D8B524CF}"/>
          </ac:spMkLst>
        </pc:spChg>
        <pc:spChg chg="mod">
          <ac:chgData name="Jayanthan" userId="e50148d90e98dd15" providerId="LiveId" clId="{3C56B576-E70D-416D-A7E7-BFF3FD92862F}" dt="2023-09-19T17:15:59.239" v="898"/>
          <ac:spMkLst>
            <pc:docMk/>
            <pc:sldMk cId="0" sldId="268"/>
            <ac:spMk id="34" creationId="{92A1D045-1D82-AB3D-1D27-F571DAD5D3F1}"/>
          </ac:spMkLst>
        </pc:spChg>
        <pc:spChg chg="mod">
          <ac:chgData name="Jayanthan" userId="e50148d90e98dd15" providerId="LiveId" clId="{3C56B576-E70D-416D-A7E7-BFF3FD92862F}" dt="2023-09-19T17:15:59.239" v="898"/>
          <ac:spMkLst>
            <pc:docMk/>
            <pc:sldMk cId="0" sldId="268"/>
            <ac:spMk id="35" creationId="{7B7DC432-6039-9D08-EA6D-4BBBD8FF7D91}"/>
          </ac:spMkLst>
        </pc:spChg>
        <pc:spChg chg="mod">
          <ac:chgData name="Jayanthan" userId="e50148d90e98dd15" providerId="LiveId" clId="{3C56B576-E70D-416D-A7E7-BFF3FD92862F}" dt="2023-09-19T17:15:59.239" v="898"/>
          <ac:spMkLst>
            <pc:docMk/>
            <pc:sldMk cId="0" sldId="268"/>
            <ac:spMk id="36" creationId="{C49D7A10-F274-D260-C27F-092B2DB23985}"/>
          </ac:spMkLst>
        </pc:spChg>
        <pc:spChg chg="mod">
          <ac:chgData name="Jayanthan" userId="e50148d90e98dd15" providerId="LiveId" clId="{3C56B576-E70D-416D-A7E7-BFF3FD92862F}" dt="2023-09-19T17:15:59.239" v="898"/>
          <ac:spMkLst>
            <pc:docMk/>
            <pc:sldMk cId="0" sldId="268"/>
            <ac:spMk id="37" creationId="{07D2C858-8221-0836-3288-DB2C76608CCE}"/>
          </ac:spMkLst>
        </pc:spChg>
        <pc:spChg chg="mod">
          <ac:chgData name="Jayanthan" userId="e50148d90e98dd15" providerId="LiveId" clId="{3C56B576-E70D-416D-A7E7-BFF3FD92862F}" dt="2023-09-19T17:15:59.239" v="898"/>
          <ac:spMkLst>
            <pc:docMk/>
            <pc:sldMk cId="0" sldId="268"/>
            <ac:spMk id="38" creationId="{A20FBD87-C939-8615-A2AC-28C34ACB61B4}"/>
          </ac:spMkLst>
        </pc:spChg>
        <pc:spChg chg="mod">
          <ac:chgData name="Jayanthan" userId="e50148d90e98dd15" providerId="LiveId" clId="{3C56B576-E70D-416D-A7E7-BFF3FD92862F}" dt="2023-09-19T17:15:59.239" v="898"/>
          <ac:spMkLst>
            <pc:docMk/>
            <pc:sldMk cId="0" sldId="268"/>
            <ac:spMk id="39" creationId="{F261ED6F-235B-CED6-C0DD-4C79FE0BC561}"/>
          </ac:spMkLst>
        </pc:spChg>
        <pc:spChg chg="mod">
          <ac:chgData name="Jayanthan" userId="e50148d90e98dd15" providerId="LiveId" clId="{3C56B576-E70D-416D-A7E7-BFF3FD92862F}" dt="2023-09-19T17:15:59.239" v="898"/>
          <ac:spMkLst>
            <pc:docMk/>
            <pc:sldMk cId="0" sldId="268"/>
            <ac:spMk id="40" creationId="{3EE62E26-D00A-1071-A08B-F7ABA04AA99F}"/>
          </ac:spMkLst>
        </pc:spChg>
        <pc:spChg chg="mod">
          <ac:chgData name="Jayanthan" userId="e50148d90e98dd15" providerId="LiveId" clId="{3C56B576-E70D-416D-A7E7-BFF3FD92862F}" dt="2023-09-19T17:15:59.239" v="898"/>
          <ac:spMkLst>
            <pc:docMk/>
            <pc:sldMk cId="0" sldId="268"/>
            <ac:spMk id="41" creationId="{362514F3-9817-44B4-EF61-9746733769AB}"/>
          </ac:spMkLst>
        </pc:spChg>
        <pc:spChg chg="mod">
          <ac:chgData name="Jayanthan" userId="e50148d90e98dd15" providerId="LiveId" clId="{3C56B576-E70D-416D-A7E7-BFF3FD92862F}" dt="2023-09-19T17:15:59.239" v="898"/>
          <ac:spMkLst>
            <pc:docMk/>
            <pc:sldMk cId="0" sldId="268"/>
            <ac:spMk id="42" creationId="{C89D7A5F-40B1-72EB-FE2D-E0B043DF8753}"/>
          </ac:spMkLst>
        </pc:spChg>
        <pc:spChg chg="del">
          <ac:chgData name="Jayanthan" userId="e50148d90e98dd15" providerId="LiveId" clId="{3C56B576-E70D-416D-A7E7-BFF3FD92862F}" dt="2023-09-19T16:39:29.841" v="316" actId="478"/>
          <ac:spMkLst>
            <pc:docMk/>
            <pc:sldMk cId="0" sldId="268"/>
            <ac:spMk id="1387" creationId="{00000000-0000-0000-0000-000000000000}"/>
          </ac:spMkLst>
        </pc:spChg>
        <pc:grpChg chg="add mod">
          <ac:chgData name="Jayanthan" userId="e50148d90e98dd15" providerId="LiveId" clId="{3C56B576-E70D-416D-A7E7-BFF3FD92862F}" dt="2023-09-19T17:16:28.355" v="903" actId="1076"/>
          <ac:grpSpMkLst>
            <pc:docMk/>
            <pc:sldMk cId="0" sldId="268"/>
            <ac:grpSpMk id="7" creationId="{694BE736-665E-71D2-86CC-7740F75C3C59}"/>
          </ac:grpSpMkLst>
        </pc:grpChg>
        <pc:grpChg chg="mod">
          <ac:chgData name="Jayanthan" userId="e50148d90e98dd15" providerId="LiveId" clId="{3C56B576-E70D-416D-A7E7-BFF3FD92862F}" dt="2023-09-19T17:16:14.688" v="900" actId="1076"/>
          <ac:grpSpMkLst>
            <pc:docMk/>
            <pc:sldMk cId="0" sldId="268"/>
            <ac:grpSpMk id="1388" creationId="{00000000-0000-0000-0000-000000000000}"/>
          </ac:grpSpMkLst>
        </pc:grpChg>
        <pc:grpChg chg="mod">
          <ac:chgData name="Jayanthan" userId="e50148d90e98dd15" providerId="LiveId" clId="{3C56B576-E70D-416D-A7E7-BFF3FD92862F}" dt="2023-09-19T17:16:20.995" v="902" actId="1076"/>
          <ac:grpSpMkLst>
            <pc:docMk/>
            <pc:sldMk cId="0" sldId="268"/>
            <ac:grpSpMk id="1526" creationId="{00000000-0000-0000-0000-000000000000}"/>
          </ac:grpSpMkLst>
        </pc:grpChg>
      </pc:sldChg>
      <pc:sldChg chg="addSp delSp modSp mod modTransition">
        <pc:chgData name="Jayanthan" userId="e50148d90e98dd15" providerId="LiveId" clId="{3C56B576-E70D-416D-A7E7-BFF3FD92862F}" dt="2023-09-19T17:48:58.586" v="1670"/>
        <pc:sldMkLst>
          <pc:docMk/>
          <pc:sldMk cId="544855249" sldId="269"/>
        </pc:sldMkLst>
        <pc:spChg chg="add del mod">
          <ac:chgData name="Jayanthan" userId="e50148d90e98dd15" providerId="LiveId" clId="{3C56B576-E70D-416D-A7E7-BFF3FD92862F}" dt="2023-09-19T17:06:11.616" v="692" actId="478"/>
          <ac:spMkLst>
            <pc:docMk/>
            <pc:sldMk cId="544855249" sldId="269"/>
            <ac:spMk id="3" creationId="{510BC915-EAF4-0771-B66A-F554545DD051}"/>
          </ac:spMkLst>
        </pc:spChg>
        <pc:spChg chg="add del mod">
          <ac:chgData name="Jayanthan" userId="e50148d90e98dd15" providerId="LiveId" clId="{3C56B576-E70D-416D-A7E7-BFF3FD92862F}" dt="2023-09-19T17:06:11.616" v="692" actId="478"/>
          <ac:spMkLst>
            <pc:docMk/>
            <pc:sldMk cId="544855249" sldId="269"/>
            <ac:spMk id="5" creationId="{D039F6A9-72E9-DA0E-44B5-B936B6B2467C}"/>
          </ac:spMkLst>
        </pc:spChg>
        <pc:spChg chg="add del mod">
          <ac:chgData name="Jayanthan" userId="e50148d90e98dd15" providerId="LiveId" clId="{3C56B576-E70D-416D-A7E7-BFF3FD92862F}" dt="2023-09-19T17:06:11.616" v="692" actId="478"/>
          <ac:spMkLst>
            <pc:docMk/>
            <pc:sldMk cId="544855249" sldId="269"/>
            <ac:spMk id="7" creationId="{8AD63437-0ADA-A3D4-5F75-92127BBCD89F}"/>
          </ac:spMkLst>
        </pc:spChg>
        <pc:spChg chg="add del mod">
          <ac:chgData name="Jayanthan" userId="e50148d90e98dd15" providerId="LiveId" clId="{3C56B576-E70D-416D-A7E7-BFF3FD92862F}" dt="2023-09-19T17:06:11.616" v="692" actId="478"/>
          <ac:spMkLst>
            <pc:docMk/>
            <pc:sldMk cId="544855249" sldId="269"/>
            <ac:spMk id="9" creationId="{5E0DD0EA-7AB4-FE34-2666-0395AFDDDE5C}"/>
          </ac:spMkLst>
        </pc:spChg>
        <pc:spChg chg="add del mod">
          <ac:chgData name="Jayanthan" userId="e50148d90e98dd15" providerId="LiveId" clId="{3C56B576-E70D-416D-A7E7-BFF3FD92862F}" dt="2023-09-19T17:06:11.616" v="692" actId="478"/>
          <ac:spMkLst>
            <pc:docMk/>
            <pc:sldMk cId="544855249" sldId="269"/>
            <ac:spMk id="11" creationId="{AD5AE7D2-A4CA-9C4D-6B76-04B05FC3764B}"/>
          </ac:spMkLst>
        </pc:spChg>
        <pc:spChg chg="add del mod">
          <ac:chgData name="Jayanthan" userId="e50148d90e98dd15" providerId="LiveId" clId="{3C56B576-E70D-416D-A7E7-BFF3FD92862F}" dt="2023-09-19T17:06:11.616" v="692" actId="478"/>
          <ac:spMkLst>
            <pc:docMk/>
            <pc:sldMk cId="544855249" sldId="269"/>
            <ac:spMk id="13" creationId="{1629A87F-9544-7A2E-591D-D53D91A344F9}"/>
          </ac:spMkLst>
        </pc:spChg>
        <pc:spChg chg="add del mod">
          <ac:chgData name="Jayanthan" userId="e50148d90e98dd15" providerId="LiveId" clId="{3C56B576-E70D-416D-A7E7-BFF3FD92862F}" dt="2023-09-19T17:06:11.616" v="692" actId="478"/>
          <ac:spMkLst>
            <pc:docMk/>
            <pc:sldMk cId="544855249" sldId="269"/>
            <ac:spMk id="15" creationId="{884C0AE3-3CC4-ECF5-A8DA-1734BB5F7373}"/>
          </ac:spMkLst>
        </pc:spChg>
        <pc:spChg chg="add del mod">
          <ac:chgData name="Jayanthan" userId="e50148d90e98dd15" providerId="LiveId" clId="{3C56B576-E70D-416D-A7E7-BFF3FD92862F}" dt="2023-09-19T17:06:11.616" v="692" actId="478"/>
          <ac:spMkLst>
            <pc:docMk/>
            <pc:sldMk cId="544855249" sldId="269"/>
            <ac:spMk id="17" creationId="{F2B37146-31AB-383D-0E9A-E3E0BDCAB880}"/>
          </ac:spMkLst>
        </pc:spChg>
        <pc:spChg chg="add mod">
          <ac:chgData name="Jayanthan" userId="e50148d90e98dd15" providerId="LiveId" clId="{3C56B576-E70D-416D-A7E7-BFF3FD92862F}" dt="2023-09-19T17:07:27.243" v="748" actId="1076"/>
          <ac:spMkLst>
            <pc:docMk/>
            <pc:sldMk cId="544855249" sldId="269"/>
            <ac:spMk id="18" creationId="{416B7620-F020-1EA4-CD6D-AD4B8A50D333}"/>
          </ac:spMkLst>
        </pc:spChg>
        <pc:spChg chg="add mod">
          <ac:chgData name="Jayanthan" userId="e50148d90e98dd15" providerId="LiveId" clId="{3C56B576-E70D-416D-A7E7-BFF3FD92862F}" dt="2023-09-19T17:07:32.966" v="751" actId="1076"/>
          <ac:spMkLst>
            <pc:docMk/>
            <pc:sldMk cId="544855249" sldId="269"/>
            <ac:spMk id="19" creationId="{15602184-C0DE-47A5-5462-9CECBCB49D44}"/>
          </ac:spMkLst>
        </pc:spChg>
        <pc:spChg chg="add del mod">
          <ac:chgData name="Jayanthan" userId="e50148d90e98dd15" providerId="LiveId" clId="{3C56B576-E70D-416D-A7E7-BFF3FD92862F}" dt="2023-09-19T17:07:30.912" v="750" actId="478"/>
          <ac:spMkLst>
            <pc:docMk/>
            <pc:sldMk cId="544855249" sldId="269"/>
            <ac:spMk id="21" creationId="{8E344E42-1516-F653-AFFA-3EC51B9D6BDD}"/>
          </ac:spMkLst>
        </pc:spChg>
        <pc:spChg chg="del mod">
          <ac:chgData name="Jayanthan" userId="e50148d90e98dd15" providerId="LiveId" clId="{3C56B576-E70D-416D-A7E7-BFF3FD92862F}" dt="2023-09-19T17:07:29.641" v="749" actId="478"/>
          <ac:spMkLst>
            <pc:docMk/>
            <pc:sldMk cId="544855249" sldId="269"/>
            <ac:spMk id="1562" creationId="{00000000-0000-0000-0000-000000000000}"/>
          </ac:spMkLst>
        </pc:spChg>
        <pc:spChg chg="del">
          <ac:chgData name="Jayanthan" userId="e50148d90e98dd15" providerId="LiveId" clId="{3C56B576-E70D-416D-A7E7-BFF3FD92862F}" dt="2023-09-19T17:06:06.999" v="691" actId="478"/>
          <ac:spMkLst>
            <pc:docMk/>
            <pc:sldMk cId="544855249" sldId="269"/>
            <ac:spMk id="1563" creationId="{00000000-0000-0000-0000-000000000000}"/>
          </ac:spMkLst>
        </pc:spChg>
        <pc:spChg chg="del">
          <ac:chgData name="Jayanthan" userId="e50148d90e98dd15" providerId="LiveId" clId="{3C56B576-E70D-416D-A7E7-BFF3FD92862F}" dt="2023-09-19T17:06:06.999" v="691" actId="478"/>
          <ac:spMkLst>
            <pc:docMk/>
            <pc:sldMk cId="544855249" sldId="269"/>
            <ac:spMk id="1564" creationId="{00000000-0000-0000-0000-000000000000}"/>
          </ac:spMkLst>
        </pc:spChg>
        <pc:spChg chg="del">
          <ac:chgData name="Jayanthan" userId="e50148d90e98dd15" providerId="LiveId" clId="{3C56B576-E70D-416D-A7E7-BFF3FD92862F}" dt="2023-09-19T17:06:06.999" v="691" actId="478"/>
          <ac:spMkLst>
            <pc:docMk/>
            <pc:sldMk cId="544855249" sldId="269"/>
            <ac:spMk id="1565" creationId="{00000000-0000-0000-0000-000000000000}"/>
          </ac:spMkLst>
        </pc:spChg>
        <pc:spChg chg="del">
          <ac:chgData name="Jayanthan" userId="e50148d90e98dd15" providerId="LiveId" clId="{3C56B576-E70D-416D-A7E7-BFF3FD92862F}" dt="2023-09-19T17:06:06.999" v="691" actId="478"/>
          <ac:spMkLst>
            <pc:docMk/>
            <pc:sldMk cId="544855249" sldId="269"/>
            <ac:spMk id="1566" creationId="{00000000-0000-0000-0000-000000000000}"/>
          </ac:spMkLst>
        </pc:spChg>
        <pc:spChg chg="del">
          <ac:chgData name="Jayanthan" userId="e50148d90e98dd15" providerId="LiveId" clId="{3C56B576-E70D-416D-A7E7-BFF3FD92862F}" dt="2023-09-19T17:06:06.999" v="691" actId="478"/>
          <ac:spMkLst>
            <pc:docMk/>
            <pc:sldMk cId="544855249" sldId="269"/>
            <ac:spMk id="1567" creationId="{00000000-0000-0000-0000-000000000000}"/>
          </ac:spMkLst>
        </pc:spChg>
        <pc:spChg chg="del">
          <ac:chgData name="Jayanthan" userId="e50148d90e98dd15" providerId="LiveId" clId="{3C56B576-E70D-416D-A7E7-BFF3FD92862F}" dt="2023-09-19T17:06:06.999" v="691" actId="478"/>
          <ac:spMkLst>
            <pc:docMk/>
            <pc:sldMk cId="544855249" sldId="269"/>
            <ac:spMk id="1568" creationId="{00000000-0000-0000-0000-000000000000}"/>
          </ac:spMkLst>
        </pc:spChg>
        <pc:spChg chg="del">
          <ac:chgData name="Jayanthan" userId="e50148d90e98dd15" providerId="LiveId" clId="{3C56B576-E70D-416D-A7E7-BFF3FD92862F}" dt="2023-09-19T17:06:06.999" v="691" actId="478"/>
          <ac:spMkLst>
            <pc:docMk/>
            <pc:sldMk cId="544855249" sldId="269"/>
            <ac:spMk id="1569" creationId="{00000000-0000-0000-0000-000000000000}"/>
          </ac:spMkLst>
        </pc:spChg>
        <pc:spChg chg="del">
          <ac:chgData name="Jayanthan" userId="e50148d90e98dd15" providerId="LiveId" clId="{3C56B576-E70D-416D-A7E7-BFF3FD92862F}" dt="2023-09-19T17:06:06.999" v="691" actId="478"/>
          <ac:spMkLst>
            <pc:docMk/>
            <pc:sldMk cId="544855249" sldId="269"/>
            <ac:spMk id="1570" creationId="{00000000-0000-0000-0000-000000000000}"/>
          </ac:spMkLst>
        </pc:spChg>
        <pc:spChg chg="del">
          <ac:chgData name="Jayanthan" userId="e50148d90e98dd15" providerId="LiveId" clId="{3C56B576-E70D-416D-A7E7-BFF3FD92862F}" dt="2023-09-19T17:06:06.999" v="691" actId="478"/>
          <ac:spMkLst>
            <pc:docMk/>
            <pc:sldMk cId="544855249" sldId="269"/>
            <ac:spMk id="1571" creationId="{00000000-0000-0000-0000-000000000000}"/>
          </ac:spMkLst>
        </pc:spChg>
        <pc:spChg chg="del">
          <ac:chgData name="Jayanthan" userId="e50148d90e98dd15" providerId="LiveId" clId="{3C56B576-E70D-416D-A7E7-BFF3FD92862F}" dt="2023-09-19T17:06:06.999" v="691" actId="478"/>
          <ac:spMkLst>
            <pc:docMk/>
            <pc:sldMk cId="544855249" sldId="269"/>
            <ac:spMk id="1572" creationId="{00000000-0000-0000-0000-000000000000}"/>
          </ac:spMkLst>
        </pc:spChg>
        <pc:spChg chg="del">
          <ac:chgData name="Jayanthan" userId="e50148d90e98dd15" providerId="LiveId" clId="{3C56B576-E70D-416D-A7E7-BFF3FD92862F}" dt="2023-09-19T17:06:06.999" v="691" actId="478"/>
          <ac:spMkLst>
            <pc:docMk/>
            <pc:sldMk cId="544855249" sldId="269"/>
            <ac:spMk id="1573" creationId="{00000000-0000-0000-0000-000000000000}"/>
          </ac:spMkLst>
        </pc:spChg>
        <pc:spChg chg="del">
          <ac:chgData name="Jayanthan" userId="e50148d90e98dd15" providerId="LiveId" clId="{3C56B576-E70D-416D-A7E7-BFF3FD92862F}" dt="2023-09-19T17:06:06.999" v="691" actId="478"/>
          <ac:spMkLst>
            <pc:docMk/>
            <pc:sldMk cId="544855249" sldId="269"/>
            <ac:spMk id="1574" creationId="{00000000-0000-0000-0000-000000000000}"/>
          </ac:spMkLst>
        </pc:spChg>
        <pc:grpChg chg="del">
          <ac:chgData name="Jayanthan" userId="e50148d90e98dd15" providerId="LiveId" clId="{3C56B576-E70D-416D-A7E7-BFF3FD92862F}" dt="2023-09-19T17:06:06.999" v="691" actId="478"/>
          <ac:grpSpMkLst>
            <pc:docMk/>
            <pc:sldMk cId="544855249" sldId="269"/>
            <ac:grpSpMk id="1575" creationId="{00000000-0000-0000-0000-000000000000}"/>
          </ac:grpSpMkLst>
        </pc:grpChg>
        <pc:grpChg chg="del">
          <ac:chgData name="Jayanthan" userId="e50148d90e98dd15" providerId="LiveId" clId="{3C56B576-E70D-416D-A7E7-BFF3FD92862F}" dt="2023-09-19T17:06:06.999" v="691" actId="478"/>
          <ac:grpSpMkLst>
            <pc:docMk/>
            <pc:sldMk cId="544855249" sldId="269"/>
            <ac:grpSpMk id="1589" creationId="{00000000-0000-0000-0000-000000000000}"/>
          </ac:grpSpMkLst>
        </pc:grpChg>
        <pc:grpChg chg="del">
          <ac:chgData name="Jayanthan" userId="e50148d90e98dd15" providerId="LiveId" clId="{3C56B576-E70D-416D-A7E7-BFF3FD92862F}" dt="2023-09-19T17:06:06.999" v="691" actId="478"/>
          <ac:grpSpMkLst>
            <pc:docMk/>
            <pc:sldMk cId="544855249" sldId="269"/>
            <ac:grpSpMk id="1610" creationId="{00000000-0000-0000-0000-000000000000}"/>
          </ac:grpSpMkLst>
        </pc:grpChg>
        <pc:grpChg chg="del">
          <ac:chgData name="Jayanthan" userId="e50148d90e98dd15" providerId="LiveId" clId="{3C56B576-E70D-416D-A7E7-BFF3FD92862F}" dt="2023-09-19T17:06:06.999" v="691" actId="478"/>
          <ac:grpSpMkLst>
            <pc:docMk/>
            <pc:sldMk cId="544855249" sldId="269"/>
            <ac:grpSpMk id="1636" creationId="{00000000-0000-0000-0000-000000000000}"/>
          </ac:grpSpMkLst>
        </pc:grpChg>
      </pc:sldChg>
      <pc:sldChg chg="addSp delSp modSp mod modTransition">
        <pc:chgData name="Jayanthan" userId="e50148d90e98dd15" providerId="LiveId" clId="{3C56B576-E70D-416D-A7E7-BFF3FD92862F}" dt="2023-09-20T01:36:13.112" v="2988"/>
        <pc:sldMkLst>
          <pc:docMk/>
          <pc:sldMk cId="0" sldId="270"/>
        </pc:sldMkLst>
        <pc:spChg chg="add del mod">
          <ac:chgData name="Jayanthan" userId="e50148d90e98dd15" providerId="LiveId" clId="{3C56B576-E70D-416D-A7E7-BFF3FD92862F}" dt="2023-09-19T16:43:32.219" v="415" actId="478"/>
          <ac:spMkLst>
            <pc:docMk/>
            <pc:sldMk cId="0" sldId="270"/>
            <ac:spMk id="3" creationId="{D024FF9A-1FB9-1FBD-3E19-C74B3A7CD34A}"/>
          </ac:spMkLst>
        </pc:spChg>
        <pc:spChg chg="add mod">
          <ac:chgData name="Jayanthan" userId="e50148d90e98dd15" providerId="LiveId" clId="{3C56B576-E70D-416D-A7E7-BFF3FD92862F}" dt="2023-09-20T01:23:51.568" v="2570" actId="1076"/>
          <ac:spMkLst>
            <pc:docMk/>
            <pc:sldMk cId="0" sldId="270"/>
            <ac:spMk id="5" creationId="{B3E526E4-8449-597A-4F4C-9678CCBE6A7F}"/>
          </ac:spMkLst>
        </pc:spChg>
        <pc:spChg chg="del">
          <ac:chgData name="Jayanthan" userId="e50148d90e98dd15" providerId="LiveId" clId="{3C56B576-E70D-416D-A7E7-BFF3FD92862F}" dt="2023-09-19T16:43:29.555" v="414" actId="478"/>
          <ac:spMkLst>
            <pc:docMk/>
            <pc:sldMk cId="0" sldId="270"/>
            <ac:spMk id="1730" creationId="{00000000-0000-0000-0000-000000000000}"/>
          </ac:spMkLst>
        </pc:spChg>
        <pc:spChg chg="mod">
          <ac:chgData name="Jayanthan" userId="e50148d90e98dd15" providerId="LiveId" clId="{3C56B576-E70D-416D-A7E7-BFF3FD92862F}" dt="2023-09-20T01:23:58.818" v="2571" actId="1076"/>
          <ac:spMkLst>
            <pc:docMk/>
            <pc:sldMk cId="0" sldId="270"/>
            <ac:spMk id="1731" creationId="{00000000-0000-0000-0000-000000000000}"/>
          </ac:spMkLst>
        </pc:spChg>
        <pc:grpChg chg="mod">
          <ac:chgData name="Jayanthan" userId="e50148d90e98dd15" providerId="LiveId" clId="{3C56B576-E70D-416D-A7E7-BFF3FD92862F}" dt="2023-09-20T01:23:47.849" v="2569" actId="1076"/>
          <ac:grpSpMkLst>
            <pc:docMk/>
            <pc:sldMk cId="0" sldId="270"/>
            <ac:grpSpMk id="1732" creationId="{00000000-0000-0000-0000-000000000000}"/>
          </ac:grpSpMkLst>
        </pc:grpChg>
      </pc:sldChg>
      <pc:sldChg chg="addSp delSp modSp add del mod ord">
        <pc:chgData name="Jayanthan" userId="e50148d90e98dd15" providerId="LiveId" clId="{3C56B576-E70D-416D-A7E7-BFF3FD92862F}" dt="2023-09-19T16:41:53.907" v="390" actId="47"/>
        <pc:sldMkLst>
          <pc:docMk/>
          <pc:sldMk cId="0" sldId="271"/>
        </pc:sldMkLst>
        <pc:spChg chg="add del mod">
          <ac:chgData name="Jayanthan" userId="e50148d90e98dd15" providerId="LiveId" clId="{3C56B576-E70D-416D-A7E7-BFF3FD92862F}" dt="2023-09-19T16:41:11.033" v="360" actId="21"/>
          <ac:spMkLst>
            <pc:docMk/>
            <pc:sldMk cId="0" sldId="271"/>
            <ac:spMk id="3" creationId="{C972A71E-ED51-950F-4268-02F9486170C7}"/>
          </ac:spMkLst>
        </pc:spChg>
        <pc:spChg chg="del">
          <ac:chgData name="Jayanthan" userId="e50148d90e98dd15" providerId="LiveId" clId="{3C56B576-E70D-416D-A7E7-BFF3FD92862F}" dt="2023-09-19T16:40:40.759" v="357" actId="21"/>
          <ac:spMkLst>
            <pc:docMk/>
            <pc:sldMk cId="0" sldId="271"/>
            <ac:spMk id="1888" creationId="{00000000-0000-0000-0000-000000000000}"/>
          </ac:spMkLst>
        </pc:spChg>
      </pc:sldChg>
      <pc:sldChg chg="addSp delSp modSp mod ord modTransition addCm delCm modCm">
        <pc:chgData name="Jayanthan" userId="e50148d90e98dd15" providerId="LiveId" clId="{3C56B576-E70D-416D-A7E7-BFF3FD92862F}" dt="2023-09-19T17:48:15.416" v="1662"/>
        <pc:sldMkLst>
          <pc:docMk/>
          <pc:sldMk cId="2007073973" sldId="273"/>
        </pc:sldMkLst>
        <pc:spChg chg="add del mod">
          <ac:chgData name="Jayanthan" userId="e50148d90e98dd15" providerId="LiveId" clId="{3C56B576-E70D-416D-A7E7-BFF3FD92862F}" dt="2023-09-19T16:56:44.769" v="519" actId="255"/>
          <ac:spMkLst>
            <pc:docMk/>
            <pc:sldMk cId="2007073973" sldId="273"/>
            <ac:spMk id="2" creationId="{B4D46869-B2CF-7E74-77B2-80E5C17B27B0}"/>
          </ac:spMkLst>
        </pc:spChg>
        <pc:spChg chg="del">
          <ac:chgData name="Jayanthan" userId="e50148d90e98dd15" providerId="LiveId" clId="{3C56B576-E70D-416D-A7E7-BFF3FD92862F}" dt="2023-09-19T16:15:15.107" v="93" actId="478"/>
          <ac:spMkLst>
            <pc:docMk/>
            <pc:sldMk cId="2007073973" sldId="273"/>
            <ac:spMk id="8" creationId="{97D931B3-A68E-5EC2-7A38-7E48EDCADA13}"/>
          </ac:spMkLst>
        </pc:spChg>
        <pc:spChg chg="del">
          <ac:chgData name="Jayanthan" userId="e50148d90e98dd15" providerId="LiveId" clId="{3C56B576-E70D-416D-A7E7-BFF3FD92862F}" dt="2023-09-19T16:15:23.822" v="99" actId="478"/>
          <ac:spMkLst>
            <pc:docMk/>
            <pc:sldMk cId="2007073973" sldId="273"/>
            <ac:spMk id="11" creationId="{5FFC70D4-6306-E498-786C-2C28C4A469F3}"/>
          </ac:spMkLst>
        </pc:spChg>
        <pc:spChg chg="del">
          <ac:chgData name="Jayanthan" userId="e50148d90e98dd15" providerId="LiveId" clId="{3C56B576-E70D-416D-A7E7-BFF3FD92862F}" dt="2023-09-19T16:15:37.233" v="104" actId="478"/>
          <ac:spMkLst>
            <pc:docMk/>
            <pc:sldMk cId="2007073973" sldId="273"/>
            <ac:spMk id="12" creationId="{435C2345-C711-D185-9565-F5DEFBA49612}"/>
          </ac:spMkLst>
        </pc:spChg>
        <pc:spChg chg="del">
          <ac:chgData name="Jayanthan" userId="e50148d90e98dd15" providerId="LiveId" clId="{3C56B576-E70D-416D-A7E7-BFF3FD92862F}" dt="2023-09-19T16:15:21.609" v="98" actId="478"/>
          <ac:spMkLst>
            <pc:docMk/>
            <pc:sldMk cId="2007073973" sldId="273"/>
            <ac:spMk id="13" creationId="{3B3E0445-9E80-6687-C669-F07F7CD077D6}"/>
          </ac:spMkLst>
        </pc:spChg>
        <pc:spChg chg="add del mod">
          <ac:chgData name="Jayanthan" userId="e50148d90e98dd15" providerId="LiveId" clId="{3C56B576-E70D-416D-A7E7-BFF3FD92862F}" dt="2023-09-19T16:57:52.636" v="532" actId="208"/>
          <ac:spMkLst>
            <pc:docMk/>
            <pc:sldMk cId="2007073973" sldId="273"/>
            <ac:spMk id="16" creationId="{F81CC772-7F25-929E-5775-25D9911D2AB1}"/>
          </ac:spMkLst>
        </pc:spChg>
        <pc:spChg chg="add mod">
          <ac:chgData name="Jayanthan" userId="e50148d90e98dd15" providerId="LiveId" clId="{3C56B576-E70D-416D-A7E7-BFF3FD92862F}" dt="2023-09-19T16:57:44.829" v="530" actId="207"/>
          <ac:spMkLst>
            <pc:docMk/>
            <pc:sldMk cId="2007073973" sldId="273"/>
            <ac:spMk id="17" creationId="{D0949EE6-CA6B-B728-A90C-A0AA6AB10F06}"/>
          </ac:spMkLst>
        </pc:spChg>
        <pc:spChg chg="add del mod">
          <ac:chgData name="Jayanthan" userId="e50148d90e98dd15" providerId="LiveId" clId="{3C56B576-E70D-416D-A7E7-BFF3FD92862F}" dt="2023-09-19T16:57:09.597" v="523" actId="255"/>
          <ac:spMkLst>
            <pc:docMk/>
            <pc:sldMk cId="2007073973" sldId="273"/>
            <ac:spMk id="18" creationId="{0E76D6E7-0581-E232-6939-7F5CBFE7E08E}"/>
          </ac:spMkLst>
        </pc:spChg>
        <pc:spChg chg="add mod">
          <ac:chgData name="Jayanthan" userId="e50148d90e98dd15" providerId="LiveId" clId="{3C56B576-E70D-416D-A7E7-BFF3FD92862F}" dt="2023-09-19T16:57:22.814" v="525" actId="2711"/>
          <ac:spMkLst>
            <pc:docMk/>
            <pc:sldMk cId="2007073973" sldId="273"/>
            <ac:spMk id="20" creationId="{D82217DE-3100-96D5-A1B1-6B3C9D60291C}"/>
          </ac:spMkLst>
        </pc:spChg>
        <pc:spChg chg="del">
          <ac:chgData name="Jayanthan" userId="e50148d90e98dd15" providerId="LiveId" clId="{3C56B576-E70D-416D-A7E7-BFF3FD92862F}" dt="2023-09-19T16:15:09.893" v="89" actId="478"/>
          <ac:spMkLst>
            <pc:docMk/>
            <pc:sldMk cId="2007073973" sldId="273"/>
            <ac:spMk id="25" creationId="{2540C5F4-893A-2293-4E09-07F05FEDA149}"/>
          </ac:spMkLst>
        </pc:spChg>
        <pc:spChg chg="add del mod">
          <ac:chgData name="Jayanthan" userId="e50148d90e98dd15" providerId="LiveId" clId="{3C56B576-E70D-416D-A7E7-BFF3FD92862F}" dt="2023-09-19T16:56:20.315" v="516" actId="207"/>
          <ac:spMkLst>
            <pc:docMk/>
            <pc:sldMk cId="2007073973" sldId="273"/>
            <ac:spMk id="29" creationId="{E7E947A1-0F9E-AF4B-5A6D-5CEC81F83D21}"/>
          </ac:spMkLst>
        </pc:spChg>
        <pc:spChg chg="add del mod">
          <ac:chgData name="Jayanthan" userId="e50148d90e98dd15" providerId="LiveId" clId="{3C56B576-E70D-416D-A7E7-BFF3FD92862F}" dt="2023-09-19T16:58:36.377" v="539" actId="207"/>
          <ac:spMkLst>
            <pc:docMk/>
            <pc:sldMk cId="2007073973" sldId="273"/>
            <ac:spMk id="30" creationId="{EC5A75B9-6240-0000-C1DE-0E2220CED415}"/>
          </ac:spMkLst>
        </pc:spChg>
        <pc:spChg chg="add del mod">
          <ac:chgData name="Jayanthan" userId="e50148d90e98dd15" providerId="LiveId" clId="{3C56B576-E70D-416D-A7E7-BFF3FD92862F}" dt="2023-09-19T16:57:37.027" v="528" actId="207"/>
          <ac:spMkLst>
            <pc:docMk/>
            <pc:sldMk cId="2007073973" sldId="273"/>
            <ac:spMk id="31" creationId="{DB211E9D-6333-DABA-F002-9C65D196502C}"/>
          </ac:spMkLst>
        </pc:spChg>
        <pc:spChg chg="add del mod">
          <ac:chgData name="Jayanthan" userId="e50148d90e98dd15" providerId="LiveId" clId="{3C56B576-E70D-416D-A7E7-BFF3FD92862F}" dt="2023-09-19T16:57:41.816" v="529" actId="207"/>
          <ac:spMkLst>
            <pc:docMk/>
            <pc:sldMk cId="2007073973" sldId="273"/>
            <ac:spMk id="32" creationId="{84A8ECFD-97A9-2C74-9CFE-E6743D0339A9}"/>
          </ac:spMkLst>
        </pc:spChg>
        <pc:spChg chg="add del mod">
          <ac:chgData name="Jayanthan" userId="e50148d90e98dd15" providerId="LiveId" clId="{3C56B576-E70D-416D-A7E7-BFF3FD92862F}" dt="2023-09-19T16:58:03.364" v="533" actId="207"/>
          <ac:spMkLst>
            <pc:docMk/>
            <pc:sldMk cId="2007073973" sldId="273"/>
            <ac:spMk id="39" creationId="{BBBB5A1F-5D81-BEA0-E789-8773BAB9873E}"/>
          </ac:spMkLst>
        </pc:spChg>
        <pc:spChg chg="add del mod">
          <ac:chgData name="Jayanthan" userId="e50148d90e98dd15" providerId="LiveId" clId="{3C56B576-E70D-416D-A7E7-BFF3FD92862F}" dt="2023-09-19T16:58:29.102" v="537" actId="207"/>
          <ac:spMkLst>
            <pc:docMk/>
            <pc:sldMk cId="2007073973" sldId="273"/>
            <ac:spMk id="40" creationId="{9A4BD2C0-FC02-958B-A880-A0A918C4CDB0}"/>
          </ac:spMkLst>
        </pc:spChg>
        <pc:spChg chg="add mod">
          <ac:chgData name="Jayanthan" userId="e50148d90e98dd15" providerId="LiveId" clId="{3C56B576-E70D-416D-A7E7-BFF3FD92862F}" dt="2023-09-19T16:58:17.471" v="535" actId="208"/>
          <ac:spMkLst>
            <pc:docMk/>
            <pc:sldMk cId="2007073973" sldId="273"/>
            <ac:spMk id="41" creationId="{B99695AB-1C7B-EDFA-C586-A5FEEF6298EE}"/>
          </ac:spMkLst>
        </pc:spChg>
        <pc:spChg chg="add del mod">
          <ac:chgData name="Jayanthan" userId="e50148d90e98dd15" providerId="LiveId" clId="{3C56B576-E70D-416D-A7E7-BFF3FD92862F}" dt="2023-09-19T16:57:31.681" v="527" actId="207"/>
          <ac:spMkLst>
            <pc:docMk/>
            <pc:sldMk cId="2007073973" sldId="273"/>
            <ac:spMk id="42" creationId="{F0032F63-E871-2A29-D597-8DFC4EE852E4}"/>
          </ac:spMkLst>
        </pc:spChg>
        <pc:spChg chg="add del mod">
          <ac:chgData name="Jayanthan" userId="e50148d90e98dd15" providerId="LiveId" clId="{3C56B576-E70D-416D-A7E7-BFF3FD92862F}" dt="2023-09-19T16:16:30.980" v="112" actId="1076"/>
          <ac:spMkLst>
            <pc:docMk/>
            <pc:sldMk cId="2007073973" sldId="273"/>
            <ac:spMk id="2028" creationId="{00000000-0000-0000-0000-000000000000}"/>
          </ac:spMkLst>
        </pc:spChg>
        <pc:spChg chg="mod">
          <ac:chgData name="Jayanthan" userId="e50148d90e98dd15" providerId="LiveId" clId="{3C56B576-E70D-416D-A7E7-BFF3FD92862F}" dt="2023-09-19T16:15:49.443" v="108" actId="1076"/>
          <ac:spMkLst>
            <pc:docMk/>
            <pc:sldMk cId="2007073973" sldId="273"/>
            <ac:spMk id="2029" creationId="{00000000-0000-0000-0000-000000000000}"/>
          </ac:spMkLst>
        </pc:spChg>
        <pc:grpChg chg="mod">
          <ac:chgData name="Jayanthan" userId="e50148d90e98dd15" providerId="LiveId" clId="{3C56B576-E70D-416D-A7E7-BFF3FD92862F}" dt="2023-09-19T16:16:21.800" v="110" actId="1076"/>
          <ac:grpSpMkLst>
            <pc:docMk/>
            <pc:sldMk cId="2007073973" sldId="273"/>
            <ac:grpSpMk id="2025" creationId="{00000000-0000-0000-0000-000000000000}"/>
          </ac:grpSpMkLst>
        </pc:grpChg>
        <pc:cxnChg chg="add del mod">
          <ac:chgData name="Jayanthan" userId="e50148d90e98dd15" providerId="LiveId" clId="{3C56B576-E70D-416D-A7E7-BFF3FD92862F}" dt="2023-09-19T17:00:04.510" v="553" actId="208"/>
          <ac:cxnSpMkLst>
            <pc:docMk/>
            <pc:sldMk cId="2007073973" sldId="273"/>
            <ac:cxnSpMk id="3" creationId="{3B244238-9260-BC0B-2D4B-B1B717553895}"/>
          </ac:cxnSpMkLst>
        </pc:cxnChg>
        <pc:cxnChg chg="add del mod">
          <ac:chgData name="Jayanthan" userId="e50148d90e98dd15" providerId="LiveId" clId="{3C56B576-E70D-416D-A7E7-BFF3FD92862F}" dt="2023-09-19T16:59:32.308" v="548" actId="208"/>
          <ac:cxnSpMkLst>
            <pc:docMk/>
            <pc:sldMk cId="2007073973" sldId="273"/>
            <ac:cxnSpMk id="4" creationId="{652E1D46-C2B7-0D0A-C740-E000FA7E3043}"/>
          </ac:cxnSpMkLst>
        </pc:cxnChg>
        <pc:cxnChg chg="add del mod">
          <ac:chgData name="Jayanthan" userId="e50148d90e98dd15" providerId="LiveId" clId="{3C56B576-E70D-416D-A7E7-BFF3FD92862F}" dt="2023-09-19T16:59:28.063" v="547" actId="208"/>
          <ac:cxnSpMkLst>
            <pc:docMk/>
            <pc:sldMk cId="2007073973" sldId="273"/>
            <ac:cxnSpMk id="5" creationId="{CCA84A6C-B938-1EDA-D1D0-7245FC09B37C}"/>
          </ac:cxnSpMkLst>
        </pc:cxnChg>
        <pc:cxnChg chg="add del mod">
          <ac:chgData name="Jayanthan" userId="e50148d90e98dd15" providerId="LiveId" clId="{3C56B576-E70D-416D-A7E7-BFF3FD92862F}" dt="2023-09-19T16:59:59.591" v="552" actId="208"/>
          <ac:cxnSpMkLst>
            <pc:docMk/>
            <pc:sldMk cId="2007073973" sldId="273"/>
            <ac:cxnSpMk id="6" creationId="{0DF47BBD-7CBD-5C8A-E99A-3210F8F5EBEF}"/>
          </ac:cxnSpMkLst>
        </pc:cxnChg>
        <pc:cxnChg chg="add del mod">
          <ac:chgData name="Jayanthan" userId="e50148d90e98dd15" providerId="LiveId" clId="{3C56B576-E70D-416D-A7E7-BFF3FD92862F}" dt="2023-09-19T16:59:36.672" v="549" actId="208"/>
          <ac:cxnSpMkLst>
            <pc:docMk/>
            <pc:sldMk cId="2007073973" sldId="273"/>
            <ac:cxnSpMk id="7" creationId="{F8491568-F28A-EB21-5AE8-9D50C1461182}"/>
          </ac:cxnSpMkLst>
        </pc:cxnChg>
        <pc:cxnChg chg="add del mod">
          <ac:chgData name="Jayanthan" userId="e50148d90e98dd15" providerId="LiveId" clId="{3C56B576-E70D-416D-A7E7-BFF3FD92862F}" dt="2023-09-19T16:59:54.819" v="551" actId="208"/>
          <ac:cxnSpMkLst>
            <pc:docMk/>
            <pc:sldMk cId="2007073973" sldId="273"/>
            <ac:cxnSpMk id="9" creationId="{C04A52D1-836C-546B-54CB-9B626E1F85E3}"/>
          </ac:cxnSpMkLst>
        </pc:cxnChg>
        <pc:cxnChg chg="add del mod">
          <ac:chgData name="Jayanthan" userId="e50148d90e98dd15" providerId="LiveId" clId="{3C56B576-E70D-416D-A7E7-BFF3FD92862F}" dt="2023-09-19T16:15:46.712" v="106" actId="21"/>
          <ac:cxnSpMkLst>
            <pc:docMk/>
            <pc:sldMk cId="2007073973" sldId="273"/>
            <ac:cxnSpMk id="10" creationId="{474A495D-5D88-5938-8372-D8EAD517DFF0}"/>
          </ac:cxnSpMkLst>
        </pc:cxnChg>
        <pc:cxnChg chg="del mod">
          <ac:chgData name="Jayanthan" userId="e50148d90e98dd15" providerId="LiveId" clId="{3C56B576-E70D-416D-A7E7-BFF3FD92862F}" dt="2023-09-19T16:15:12.642" v="92" actId="478"/>
          <ac:cxnSpMkLst>
            <pc:docMk/>
            <pc:sldMk cId="2007073973" sldId="273"/>
            <ac:cxnSpMk id="14" creationId="{668B6059-0D4E-045E-670F-63494A1DFE0E}"/>
          </ac:cxnSpMkLst>
        </pc:cxnChg>
        <pc:cxnChg chg="add del mod">
          <ac:chgData name="Jayanthan" userId="e50148d90e98dd15" providerId="LiveId" clId="{3C56B576-E70D-416D-A7E7-BFF3FD92862F}" dt="2023-09-19T16:59:47.339" v="550" actId="208"/>
          <ac:cxnSpMkLst>
            <pc:docMk/>
            <pc:sldMk cId="2007073973" sldId="273"/>
            <ac:cxnSpMk id="15" creationId="{DC6A95B0-D701-C39C-1898-1D52600234DC}"/>
          </ac:cxnSpMkLst>
        </pc:cxnChg>
        <pc:cxnChg chg="del">
          <ac:chgData name="Jayanthan" userId="e50148d90e98dd15" providerId="LiveId" clId="{3C56B576-E70D-416D-A7E7-BFF3FD92862F}" dt="2023-09-19T16:15:10.773" v="90" actId="478"/>
          <ac:cxnSpMkLst>
            <pc:docMk/>
            <pc:sldMk cId="2007073973" sldId="273"/>
            <ac:cxnSpMk id="19" creationId="{D3D5D095-45F4-D01F-D54F-34CEF54B0060}"/>
          </ac:cxnSpMkLst>
        </pc:cxnChg>
        <pc:cxnChg chg="add del mod">
          <ac:chgData name="Jayanthan" userId="e50148d90e98dd15" providerId="LiveId" clId="{3C56B576-E70D-416D-A7E7-BFF3FD92862F}" dt="2023-09-19T17:01:39.214" v="571" actId="14100"/>
          <ac:cxnSpMkLst>
            <pc:docMk/>
            <pc:sldMk cId="2007073973" sldId="273"/>
            <ac:cxnSpMk id="21" creationId="{30EE7263-929C-FF77-126C-49E6324C4213}"/>
          </ac:cxnSpMkLst>
        </pc:cxnChg>
        <pc:cxnChg chg="del">
          <ac:chgData name="Jayanthan" userId="e50148d90e98dd15" providerId="LiveId" clId="{3C56B576-E70D-416D-A7E7-BFF3FD92862F}" dt="2023-09-19T16:15:20.839" v="97" actId="478"/>
          <ac:cxnSpMkLst>
            <pc:docMk/>
            <pc:sldMk cId="2007073973" sldId="273"/>
            <ac:cxnSpMk id="22" creationId="{E7A44E3C-17BB-8F50-94C3-F53761E6AFA8}"/>
          </ac:cxnSpMkLst>
        </pc:cxnChg>
        <pc:cxnChg chg="add del mod">
          <ac:chgData name="Jayanthan" userId="e50148d90e98dd15" providerId="LiveId" clId="{3C56B576-E70D-416D-A7E7-BFF3FD92862F}" dt="2023-09-19T17:01:20.057" v="567" actId="1076"/>
          <ac:cxnSpMkLst>
            <pc:docMk/>
            <pc:sldMk cId="2007073973" sldId="273"/>
            <ac:cxnSpMk id="23" creationId="{8393859B-50E4-1753-502E-171D493893C9}"/>
          </ac:cxnSpMkLst>
        </pc:cxnChg>
        <pc:cxnChg chg="add del mod">
          <ac:chgData name="Jayanthan" userId="e50148d90e98dd15" providerId="LiveId" clId="{3C56B576-E70D-416D-A7E7-BFF3FD92862F}" dt="2023-09-19T17:01:25.738" v="568" actId="1076"/>
          <ac:cxnSpMkLst>
            <pc:docMk/>
            <pc:sldMk cId="2007073973" sldId="273"/>
            <ac:cxnSpMk id="24" creationId="{833CE915-25DD-9F15-02F7-596686F705AD}"/>
          </ac:cxnSpMkLst>
        </pc:cxnChg>
        <pc:cxnChg chg="del">
          <ac:chgData name="Jayanthan" userId="e50148d90e98dd15" providerId="LiveId" clId="{3C56B576-E70D-416D-A7E7-BFF3FD92862F}" dt="2023-09-19T16:15:17.213" v="95" actId="478"/>
          <ac:cxnSpMkLst>
            <pc:docMk/>
            <pc:sldMk cId="2007073973" sldId="273"/>
            <ac:cxnSpMk id="26" creationId="{4CF94492-B7C4-07D2-2A9D-CBE66BECC5AB}"/>
          </ac:cxnSpMkLst>
        </pc:cxnChg>
        <pc:cxnChg chg="del">
          <ac:chgData name="Jayanthan" userId="e50148d90e98dd15" providerId="LiveId" clId="{3C56B576-E70D-416D-A7E7-BFF3FD92862F}" dt="2023-09-19T16:15:16.174" v="94" actId="478"/>
          <ac:cxnSpMkLst>
            <pc:docMk/>
            <pc:sldMk cId="2007073973" sldId="273"/>
            <ac:cxnSpMk id="27" creationId="{99C7F441-74E7-49EB-7A9A-52F0FF261E34}"/>
          </ac:cxnSpMkLst>
        </pc:cxnChg>
        <pc:cxnChg chg="del">
          <ac:chgData name="Jayanthan" userId="e50148d90e98dd15" providerId="LiveId" clId="{3C56B576-E70D-416D-A7E7-BFF3FD92862F}" dt="2023-09-19T16:15:18.246" v="96" actId="478"/>
          <ac:cxnSpMkLst>
            <pc:docMk/>
            <pc:sldMk cId="2007073973" sldId="273"/>
            <ac:cxnSpMk id="28" creationId="{154ACA45-F891-083A-D1AA-93E86C8A9B73}"/>
          </ac:cxnSpMkLst>
        </pc:cxnChg>
        <pc:cxnChg chg="add del mod">
          <ac:chgData name="Jayanthan" userId="e50148d90e98dd15" providerId="LiveId" clId="{3C56B576-E70D-416D-A7E7-BFF3FD92862F}" dt="2023-09-19T17:00:32.649" v="558" actId="208"/>
          <ac:cxnSpMkLst>
            <pc:docMk/>
            <pc:sldMk cId="2007073973" sldId="273"/>
            <ac:cxnSpMk id="33" creationId="{AFF5BD39-D69D-0F62-F8C7-3C8EC684ED54}"/>
          </ac:cxnSpMkLst>
        </pc:cxnChg>
        <pc:cxnChg chg="add del mod">
          <ac:chgData name="Jayanthan" userId="e50148d90e98dd15" providerId="LiveId" clId="{3C56B576-E70D-416D-A7E7-BFF3FD92862F}" dt="2023-09-19T17:00:26.967" v="557" actId="208"/>
          <ac:cxnSpMkLst>
            <pc:docMk/>
            <pc:sldMk cId="2007073973" sldId="273"/>
            <ac:cxnSpMk id="34" creationId="{E3DA4F75-09E2-4227-8D92-23C476D2A4F6}"/>
          </ac:cxnSpMkLst>
        </pc:cxnChg>
        <pc:cxnChg chg="add mod">
          <ac:chgData name="Jayanthan" userId="e50148d90e98dd15" providerId="LiveId" clId="{3C56B576-E70D-416D-A7E7-BFF3FD92862F}" dt="2023-09-19T17:00:14.470" v="555" actId="208"/>
          <ac:cxnSpMkLst>
            <pc:docMk/>
            <pc:sldMk cId="2007073973" sldId="273"/>
            <ac:cxnSpMk id="35" creationId="{DB3D296D-7E2B-7ACD-343F-7C953023B55E}"/>
          </ac:cxnSpMkLst>
        </pc:cxnChg>
        <pc:cxnChg chg="add del mod">
          <ac:chgData name="Jayanthan" userId="e50148d90e98dd15" providerId="LiveId" clId="{3C56B576-E70D-416D-A7E7-BFF3FD92862F}" dt="2023-09-19T16:59:22.742" v="546" actId="208"/>
          <ac:cxnSpMkLst>
            <pc:docMk/>
            <pc:sldMk cId="2007073973" sldId="273"/>
            <ac:cxnSpMk id="36" creationId="{EA07356C-A5AB-3626-EAE1-8FB5E4DBA83F}"/>
          </ac:cxnSpMkLst>
        </pc:cxnChg>
        <pc:cxnChg chg="add mod">
          <ac:chgData name="Jayanthan" userId="e50148d90e98dd15" providerId="LiveId" clId="{3C56B576-E70D-416D-A7E7-BFF3FD92862F}" dt="2023-09-19T16:59:17.904" v="545" actId="208"/>
          <ac:cxnSpMkLst>
            <pc:docMk/>
            <pc:sldMk cId="2007073973" sldId="273"/>
            <ac:cxnSpMk id="37" creationId="{BD327849-B8FA-30E1-8C90-FBE6E29B7ADF}"/>
          </ac:cxnSpMkLst>
        </pc:cxnChg>
        <pc:cxnChg chg="add del mod">
          <ac:chgData name="Jayanthan" userId="e50148d90e98dd15" providerId="LiveId" clId="{3C56B576-E70D-416D-A7E7-BFF3FD92862F}" dt="2023-09-19T17:00:20.412" v="556" actId="208"/>
          <ac:cxnSpMkLst>
            <pc:docMk/>
            <pc:sldMk cId="2007073973" sldId="273"/>
            <ac:cxnSpMk id="38" creationId="{BCEDA8FB-11FE-60C2-134E-3ED61584D3FA}"/>
          </ac:cxnSpMkLst>
        </pc:cxnChg>
        <pc:cxnChg chg="add del mod">
          <ac:chgData name="Jayanthan" userId="e50148d90e98dd15" providerId="LiveId" clId="{3C56B576-E70D-416D-A7E7-BFF3FD92862F}" dt="2023-09-19T17:00:08.909" v="554" actId="208"/>
          <ac:cxnSpMkLst>
            <pc:docMk/>
            <pc:sldMk cId="2007073973" sldId="273"/>
            <ac:cxnSpMk id="43" creationId="{5C74EDDA-D65A-F7F8-11D5-A15DFBAB7E47}"/>
          </ac:cxnSpMkLst>
        </pc:cxnChg>
        <pc:cxnChg chg="add del mod">
          <ac:chgData name="Jayanthan" userId="e50148d90e98dd15" providerId="LiveId" clId="{3C56B576-E70D-416D-A7E7-BFF3FD92862F}" dt="2023-09-19T16:59:04.413" v="543" actId="208"/>
          <ac:cxnSpMkLst>
            <pc:docMk/>
            <pc:sldMk cId="2007073973" sldId="273"/>
            <ac:cxnSpMk id="44" creationId="{B33AC887-D594-8413-4786-3123C73AEABA}"/>
          </ac:cxnSpMkLst>
        </pc:cxnChg>
        <pc:cxnChg chg="add del mod">
          <ac:chgData name="Jayanthan" userId="e50148d90e98dd15" providerId="LiveId" clId="{3C56B576-E70D-416D-A7E7-BFF3FD92862F}" dt="2023-09-19T16:59:10.702" v="544" actId="208"/>
          <ac:cxnSpMkLst>
            <pc:docMk/>
            <pc:sldMk cId="2007073973" sldId="273"/>
            <ac:cxnSpMk id="45" creationId="{F26F0579-5590-3EA9-68E0-0059921B93A7}"/>
          </ac:cxnSpMkLst>
        </pc:cxnChg>
        <pc:cxnChg chg="add mod">
          <ac:chgData name="Jayanthan" userId="e50148d90e98dd15" providerId="LiveId" clId="{3C56B576-E70D-416D-A7E7-BFF3FD92862F}" dt="2023-09-19T17:01:56.992" v="575" actId="14100"/>
          <ac:cxnSpMkLst>
            <pc:docMk/>
            <pc:sldMk cId="2007073973" sldId="273"/>
            <ac:cxnSpMk id="46" creationId="{1DFCAC4B-8653-F8E3-1ADE-29957A05B0C1}"/>
          </ac:cxnSpMkLst>
        </pc:cxnChg>
        <pc:cxnChg chg="add mod">
          <ac:chgData name="Jayanthan" userId="e50148d90e98dd15" providerId="LiveId" clId="{3C56B576-E70D-416D-A7E7-BFF3FD92862F}" dt="2023-09-19T17:01:49.337" v="574" actId="14100"/>
          <ac:cxnSpMkLst>
            <pc:docMk/>
            <pc:sldMk cId="2007073973" sldId="273"/>
            <ac:cxnSpMk id="51" creationId="{B3345962-E1C7-27FC-78CE-F9FD8961B3C8}"/>
          </ac:cxnSpMkLst>
        </pc:cxnChg>
      </pc:sldChg>
      <pc:sldChg chg="addSp delSp modSp mod ord modTransition">
        <pc:chgData name="Jayanthan" userId="e50148d90e98dd15" providerId="LiveId" clId="{3C56B576-E70D-416D-A7E7-BFF3FD92862F}" dt="2023-09-19T17:49:05.112" v="1671"/>
        <pc:sldMkLst>
          <pc:docMk/>
          <pc:sldMk cId="0" sldId="274"/>
        </pc:sldMkLst>
        <pc:spChg chg="add del mod">
          <ac:chgData name="Jayanthan" userId="e50148d90e98dd15" providerId="LiveId" clId="{3C56B576-E70D-416D-A7E7-BFF3FD92862F}" dt="2023-09-19T17:15:52.399" v="897" actId="478"/>
          <ac:spMkLst>
            <pc:docMk/>
            <pc:sldMk cId="0" sldId="274"/>
            <ac:spMk id="3" creationId="{552E9F29-3FB2-D343-0DD1-E88ADCA0D822}"/>
          </ac:spMkLst>
        </pc:spChg>
        <pc:spChg chg="add mod">
          <ac:chgData name="Jayanthan" userId="e50148d90e98dd15" providerId="LiveId" clId="{3C56B576-E70D-416D-A7E7-BFF3FD92862F}" dt="2023-09-19T17:18:07.452" v="955" actId="1076"/>
          <ac:spMkLst>
            <pc:docMk/>
            <pc:sldMk cId="0" sldId="274"/>
            <ac:spMk id="4" creationId="{8D604747-587F-F065-F8BB-C66BC82DD827}"/>
          </ac:spMkLst>
        </pc:spChg>
        <pc:spChg chg="mod">
          <ac:chgData name="Jayanthan" userId="e50148d90e98dd15" providerId="LiveId" clId="{3C56B576-E70D-416D-A7E7-BFF3FD92862F}" dt="2023-09-19T17:18:01.069" v="954" actId="1076"/>
          <ac:spMkLst>
            <pc:docMk/>
            <pc:sldMk cId="0" sldId="274"/>
            <ac:spMk id="2034" creationId="{00000000-0000-0000-0000-000000000000}"/>
          </ac:spMkLst>
        </pc:spChg>
        <pc:spChg chg="del">
          <ac:chgData name="Jayanthan" userId="e50148d90e98dd15" providerId="LiveId" clId="{3C56B576-E70D-416D-A7E7-BFF3FD92862F}" dt="2023-09-19T17:15:50.501" v="896" actId="478"/>
          <ac:spMkLst>
            <pc:docMk/>
            <pc:sldMk cId="0" sldId="274"/>
            <ac:spMk id="2035" creationId="{00000000-0000-0000-0000-000000000000}"/>
          </ac:spMkLst>
        </pc:spChg>
        <pc:grpChg chg="del">
          <ac:chgData name="Jayanthan" userId="e50148d90e98dd15" providerId="LiveId" clId="{3C56B576-E70D-416D-A7E7-BFF3FD92862F}" dt="2023-09-19T17:16:32.373" v="904" actId="478"/>
          <ac:grpSpMkLst>
            <pc:docMk/>
            <pc:sldMk cId="0" sldId="274"/>
            <ac:grpSpMk id="2130" creationId="{00000000-0000-0000-0000-000000000000}"/>
          </ac:grpSpMkLst>
        </pc:grpChg>
      </pc:sldChg>
      <pc:sldChg chg="delSp modSp mod modTransition">
        <pc:chgData name="Jayanthan" userId="e50148d90e98dd15" providerId="LiveId" clId="{3C56B576-E70D-416D-A7E7-BFF3FD92862F}" dt="2023-09-20T01:35:55.125" v="2986"/>
        <pc:sldMkLst>
          <pc:docMk/>
          <pc:sldMk cId="0" sldId="275"/>
        </pc:sldMkLst>
        <pc:spChg chg="mod">
          <ac:chgData name="Jayanthan" userId="e50148d90e98dd15" providerId="LiveId" clId="{3C56B576-E70D-416D-A7E7-BFF3FD92862F}" dt="2023-09-19T16:53:41.851" v="487" actId="20577"/>
          <ac:spMkLst>
            <pc:docMk/>
            <pc:sldMk cId="0" sldId="275"/>
            <ac:spMk id="2170" creationId="{00000000-0000-0000-0000-000000000000}"/>
          </ac:spMkLst>
        </pc:spChg>
        <pc:spChg chg="mod">
          <ac:chgData name="Jayanthan" userId="e50148d90e98dd15" providerId="LiveId" clId="{3C56B576-E70D-416D-A7E7-BFF3FD92862F}" dt="2023-09-19T17:15:28.459" v="893" actId="20577"/>
          <ac:spMkLst>
            <pc:docMk/>
            <pc:sldMk cId="0" sldId="275"/>
            <ac:spMk id="2171" creationId="{00000000-0000-0000-0000-000000000000}"/>
          </ac:spMkLst>
        </pc:spChg>
        <pc:spChg chg="del">
          <ac:chgData name="Jayanthan" userId="e50148d90e98dd15" providerId="LiveId" clId="{3C56B576-E70D-416D-A7E7-BFF3FD92862F}" dt="2023-09-20T01:28:19.139" v="2805" actId="478"/>
          <ac:spMkLst>
            <pc:docMk/>
            <pc:sldMk cId="0" sldId="275"/>
            <ac:spMk id="2172" creationId="{00000000-0000-0000-0000-000000000000}"/>
          </ac:spMkLst>
        </pc:spChg>
        <pc:spChg chg="mod">
          <ac:chgData name="Jayanthan" userId="e50148d90e98dd15" providerId="LiveId" clId="{3C56B576-E70D-416D-A7E7-BFF3FD92862F}" dt="2023-09-19T17:15:07.019" v="864" actId="20577"/>
          <ac:spMkLst>
            <pc:docMk/>
            <pc:sldMk cId="0" sldId="275"/>
            <ac:spMk id="2173" creationId="{00000000-0000-0000-0000-000000000000}"/>
          </ac:spMkLst>
        </pc:spChg>
        <pc:spChg chg="mod">
          <ac:chgData name="Jayanthan" userId="e50148d90e98dd15" providerId="LiveId" clId="{3C56B576-E70D-416D-A7E7-BFF3FD92862F}" dt="2023-09-19T17:15:22.602" v="886" actId="20577"/>
          <ac:spMkLst>
            <pc:docMk/>
            <pc:sldMk cId="0" sldId="275"/>
            <ac:spMk id="2174" creationId="{00000000-0000-0000-0000-000000000000}"/>
          </ac:spMkLst>
        </pc:spChg>
        <pc:spChg chg="del">
          <ac:chgData name="Jayanthan" userId="e50148d90e98dd15" providerId="LiveId" clId="{3C56B576-E70D-416D-A7E7-BFF3FD92862F}" dt="2023-09-20T01:26:56.061" v="2628" actId="478"/>
          <ac:spMkLst>
            <pc:docMk/>
            <pc:sldMk cId="0" sldId="275"/>
            <ac:spMk id="2175" creationId="{00000000-0000-0000-0000-000000000000}"/>
          </ac:spMkLst>
        </pc:spChg>
        <pc:spChg chg="mod">
          <ac:chgData name="Jayanthan" userId="e50148d90e98dd15" providerId="LiveId" clId="{3C56B576-E70D-416D-A7E7-BFF3FD92862F}" dt="2023-09-19T17:15:15.147" v="873" actId="20577"/>
          <ac:spMkLst>
            <pc:docMk/>
            <pc:sldMk cId="0" sldId="275"/>
            <ac:spMk id="2176" creationId="{00000000-0000-0000-0000-000000000000}"/>
          </ac:spMkLst>
        </pc:spChg>
        <pc:spChg chg="del">
          <ac:chgData name="Jayanthan" userId="e50148d90e98dd15" providerId="LiveId" clId="{3C56B576-E70D-416D-A7E7-BFF3FD92862F}" dt="2023-09-20T01:25:50.052" v="2588" actId="478"/>
          <ac:spMkLst>
            <pc:docMk/>
            <pc:sldMk cId="0" sldId="275"/>
            <ac:spMk id="2177" creationId="{00000000-0000-0000-0000-000000000000}"/>
          </ac:spMkLst>
        </pc:spChg>
        <pc:spChg chg="mod">
          <ac:chgData name="Jayanthan" userId="e50148d90e98dd15" providerId="LiveId" clId="{3C56B576-E70D-416D-A7E7-BFF3FD92862F}" dt="2023-09-20T01:29:30.854" v="2894" actId="1076"/>
          <ac:spMkLst>
            <pc:docMk/>
            <pc:sldMk cId="0" sldId="275"/>
            <ac:spMk id="2178" creationId="{00000000-0000-0000-0000-000000000000}"/>
          </ac:spMkLst>
        </pc:spChg>
        <pc:spChg chg="mod">
          <ac:chgData name="Jayanthan" userId="e50148d90e98dd15" providerId="LiveId" clId="{3C56B576-E70D-416D-A7E7-BFF3FD92862F}" dt="2023-09-20T01:29:12.478" v="2872" actId="1076"/>
          <ac:spMkLst>
            <pc:docMk/>
            <pc:sldMk cId="0" sldId="275"/>
            <ac:spMk id="2179" creationId="{00000000-0000-0000-0000-000000000000}"/>
          </ac:spMkLst>
        </pc:spChg>
        <pc:spChg chg="mod">
          <ac:chgData name="Jayanthan" userId="e50148d90e98dd15" providerId="LiveId" clId="{3C56B576-E70D-416D-A7E7-BFF3FD92862F}" dt="2023-09-20T01:28:16.774" v="2804" actId="1035"/>
          <ac:spMkLst>
            <pc:docMk/>
            <pc:sldMk cId="0" sldId="275"/>
            <ac:spMk id="2180" creationId="{00000000-0000-0000-0000-000000000000}"/>
          </ac:spMkLst>
        </pc:spChg>
        <pc:spChg chg="mod">
          <ac:chgData name="Jayanthan" userId="e50148d90e98dd15" providerId="LiveId" clId="{3C56B576-E70D-416D-A7E7-BFF3FD92862F}" dt="2023-09-20T01:27:36.340" v="2716" actId="1038"/>
          <ac:spMkLst>
            <pc:docMk/>
            <pc:sldMk cId="0" sldId="275"/>
            <ac:spMk id="2181" creationId="{00000000-0000-0000-0000-000000000000}"/>
          </ac:spMkLst>
        </pc:spChg>
        <pc:spChg chg="mod">
          <ac:chgData name="Jayanthan" userId="e50148d90e98dd15" providerId="LiveId" clId="{3C56B576-E70D-416D-A7E7-BFF3FD92862F}" dt="2023-09-20T01:26:52.546" v="2627" actId="1076"/>
          <ac:spMkLst>
            <pc:docMk/>
            <pc:sldMk cId="0" sldId="275"/>
            <ac:spMk id="2182" creationId="{00000000-0000-0000-0000-000000000000}"/>
          </ac:spMkLst>
        </pc:spChg>
        <pc:spChg chg="mod">
          <ac:chgData name="Jayanthan" userId="e50148d90e98dd15" providerId="LiveId" clId="{3C56B576-E70D-416D-A7E7-BFF3FD92862F}" dt="2023-09-20T01:26:34.338" v="2612" actId="1076"/>
          <ac:spMkLst>
            <pc:docMk/>
            <pc:sldMk cId="0" sldId="275"/>
            <ac:spMk id="2183" creationId="{00000000-0000-0000-0000-000000000000}"/>
          </ac:spMkLst>
        </pc:spChg>
        <pc:cxnChg chg="mod">
          <ac:chgData name="Jayanthan" userId="e50148d90e98dd15" providerId="LiveId" clId="{3C56B576-E70D-416D-A7E7-BFF3FD92862F}" dt="2023-09-19T17:15:09.403" v="865" actId="1076"/>
          <ac:cxnSpMkLst>
            <pc:docMk/>
            <pc:sldMk cId="0" sldId="275"/>
            <ac:cxnSpMk id="2184" creationId="{00000000-0000-0000-0000-000000000000}"/>
          </ac:cxnSpMkLst>
        </pc:cxnChg>
        <pc:cxnChg chg="mod">
          <ac:chgData name="Jayanthan" userId="e50148d90e98dd15" providerId="LiveId" clId="{3C56B576-E70D-416D-A7E7-BFF3FD92862F}" dt="2023-09-19T17:14:58.250" v="850" actId="1076"/>
          <ac:cxnSpMkLst>
            <pc:docMk/>
            <pc:sldMk cId="0" sldId="275"/>
            <ac:cxnSpMk id="2185" creationId="{00000000-0000-0000-0000-000000000000}"/>
          </ac:cxnSpMkLst>
        </pc:cxnChg>
        <pc:cxnChg chg="mod">
          <ac:chgData name="Jayanthan" userId="e50148d90e98dd15" providerId="LiveId" clId="{3C56B576-E70D-416D-A7E7-BFF3FD92862F}" dt="2023-09-19T17:14:58.250" v="850" actId="1076"/>
          <ac:cxnSpMkLst>
            <pc:docMk/>
            <pc:sldMk cId="0" sldId="275"/>
            <ac:cxnSpMk id="2186" creationId="{00000000-0000-0000-0000-000000000000}"/>
          </ac:cxnSpMkLst>
        </pc:cxnChg>
        <pc:cxnChg chg="mod">
          <ac:chgData name="Jayanthan" userId="e50148d90e98dd15" providerId="LiveId" clId="{3C56B576-E70D-416D-A7E7-BFF3FD92862F}" dt="2023-09-20T01:26:00.476" v="2594" actId="1036"/>
          <ac:cxnSpMkLst>
            <pc:docMk/>
            <pc:sldMk cId="0" sldId="275"/>
            <ac:cxnSpMk id="2187" creationId="{00000000-0000-0000-0000-000000000000}"/>
          </ac:cxnSpMkLst>
        </pc:cxnChg>
        <pc:cxnChg chg="mod">
          <ac:chgData name="Jayanthan" userId="e50148d90e98dd15" providerId="LiveId" clId="{3C56B576-E70D-416D-A7E7-BFF3FD92862F}" dt="2023-09-20T01:25:53.708" v="2589" actId="1076"/>
          <ac:cxnSpMkLst>
            <pc:docMk/>
            <pc:sldMk cId="0" sldId="275"/>
            <ac:cxnSpMk id="2188" creationId="{00000000-0000-0000-0000-000000000000}"/>
          </ac:cxnSpMkLst>
        </pc:cxnChg>
        <pc:cxnChg chg="mod">
          <ac:chgData name="Jayanthan" userId="e50148d90e98dd15" providerId="LiveId" clId="{3C56B576-E70D-416D-A7E7-BFF3FD92862F}" dt="2023-09-20T01:27:05.919" v="2654" actId="1036"/>
          <ac:cxnSpMkLst>
            <pc:docMk/>
            <pc:sldMk cId="0" sldId="275"/>
            <ac:cxnSpMk id="2189" creationId="{00000000-0000-0000-0000-000000000000}"/>
          </ac:cxnSpMkLst>
        </pc:cxnChg>
        <pc:cxnChg chg="mod">
          <ac:chgData name="Jayanthan" userId="e50148d90e98dd15" providerId="LiveId" clId="{3C56B576-E70D-416D-A7E7-BFF3FD92862F}" dt="2023-09-20T01:27:01.374" v="2629" actId="1076"/>
          <ac:cxnSpMkLst>
            <pc:docMk/>
            <pc:sldMk cId="0" sldId="275"/>
            <ac:cxnSpMk id="2190" creationId="{00000000-0000-0000-0000-000000000000}"/>
          </ac:cxnSpMkLst>
        </pc:cxnChg>
        <pc:cxnChg chg="mod">
          <ac:chgData name="Jayanthan" userId="e50148d90e98dd15" providerId="LiveId" clId="{3C56B576-E70D-416D-A7E7-BFF3FD92862F}" dt="2023-09-20T01:28:33.393" v="2839" actId="1036"/>
          <ac:cxnSpMkLst>
            <pc:docMk/>
            <pc:sldMk cId="0" sldId="275"/>
            <ac:cxnSpMk id="2191" creationId="{00000000-0000-0000-0000-000000000000}"/>
          </ac:cxnSpMkLst>
        </pc:cxnChg>
        <pc:cxnChg chg="mod">
          <ac:chgData name="Jayanthan" userId="e50148d90e98dd15" providerId="LiveId" clId="{3C56B576-E70D-416D-A7E7-BFF3FD92862F}" dt="2023-09-20T01:28:26.584" v="2806" actId="1076"/>
          <ac:cxnSpMkLst>
            <pc:docMk/>
            <pc:sldMk cId="0" sldId="275"/>
            <ac:cxnSpMk id="2192" creationId="{00000000-0000-0000-0000-000000000000}"/>
          </ac:cxnSpMkLst>
        </pc:cxnChg>
      </pc:sldChg>
      <pc:sldChg chg="addSp delSp modSp mod ord modTransition">
        <pc:chgData name="Jayanthan" userId="e50148d90e98dd15" providerId="LiveId" clId="{3C56B576-E70D-416D-A7E7-BFF3FD92862F}" dt="2023-09-20T01:38:50.439" v="2992" actId="207"/>
        <pc:sldMkLst>
          <pc:docMk/>
          <pc:sldMk cId="0" sldId="276"/>
        </pc:sldMkLst>
        <pc:spChg chg="add mod">
          <ac:chgData name="Jayanthan" userId="e50148d90e98dd15" providerId="LiveId" clId="{3C56B576-E70D-416D-A7E7-BFF3FD92862F}" dt="2023-09-20T01:19:53.854" v="2546" actId="1076"/>
          <ac:spMkLst>
            <pc:docMk/>
            <pc:sldMk cId="0" sldId="276"/>
            <ac:spMk id="2" creationId="{CD41D9DA-326F-C38B-70B7-932A531B7873}"/>
          </ac:spMkLst>
        </pc:spChg>
        <pc:spChg chg="add del mod">
          <ac:chgData name="Jayanthan" userId="e50148d90e98dd15" providerId="LiveId" clId="{3C56B576-E70D-416D-A7E7-BFF3FD92862F}" dt="2023-09-19T16:36:10.361" v="280" actId="478"/>
          <ac:spMkLst>
            <pc:docMk/>
            <pc:sldMk cId="0" sldId="276"/>
            <ac:spMk id="3" creationId="{186D059E-1487-75B6-3568-B8DAB7B46F1F}"/>
          </ac:spMkLst>
        </pc:spChg>
        <pc:spChg chg="add del mod">
          <ac:chgData name="Jayanthan" userId="e50148d90e98dd15" providerId="LiveId" clId="{3C56B576-E70D-416D-A7E7-BFF3FD92862F}" dt="2023-09-19T16:36:11.037" v="281" actId="478"/>
          <ac:spMkLst>
            <pc:docMk/>
            <pc:sldMk cId="0" sldId="276"/>
            <ac:spMk id="5" creationId="{CFA859BA-F965-F6DE-A8F4-75F3EEB1FBEE}"/>
          </ac:spMkLst>
        </pc:spChg>
        <pc:spChg chg="add del mod">
          <ac:chgData name="Jayanthan" userId="e50148d90e98dd15" providerId="LiveId" clId="{3C56B576-E70D-416D-A7E7-BFF3FD92862F}" dt="2023-09-19T16:36:14.753" v="283" actId="478"/>
          <ac:spMkLst>
            <pc:docMk/>
            <pc:sldMk cId="0" sldId="276"/>
            <ac:spMk id="7" creationId="{9AAB9373-6614-0849-49ED-525322CBFF5C}"/>
          </ac:spMkLst>
        </pc:spChg>
        <pc:spChg chg="add del mod">
          <ac:chgData name="Jayanthan" userId="e50148d90e98dd15" providerId="LiveId" clId="{3C56B576-E70D-416D-A7E7-BFF3FD92862F}" dt="2023-09-19T16:36:17.482" v="285" actId="478"/>
          <ac:spMkLst>
            <pc:docMk/>
            <pc:sldMk cId="0" sldId="276"/>
            <ac:spMk id="9" creationId="{74096EBA-9E14-773C-85F8-D3AFE666AAC4}"/>
          </ac:spMkLst>
        </pc:spChg>
        <pc:spChg chg="add del mod">
          <ac:chgData name="Jayanthan" userId="e50148d90e98dd15" providerId="LiveId" clId="{3C56B576-E70D-416D-A7E7-BFF3FD92862F}" dt="2023-09-19T16:36:24.352" v="287" actId="478"/>
          <ac:spMkLst>
            <pc:docMk/>
            <pc:sldMk cId="0" sldId="276"/>
            <ac:spMk id="11" creationId="{63CF518A-B722-BD5D-89A5-C6BED4DB03C5}"/>
          </ac:spMkLst>
        </pc:spChg>
        <pc:spChg chg="add del mod">
          <ac:chgData name="Jayanthan" userId="e50148d90e98dd15" providerId="LiveId" clId="{3C56B576-E70D-416D-A7E7-BFF3FD92862F}" dt="2023-09-20T01:18:36.546" v="2527" actId="21"/>
          <ac:spMkLst>
            <pc:docMk/>
            <pc:sldMk cId="0" sldId="276"/>
            <ac:spMk id="13" creationId="{0E0BABB0-AADA-37B5-4490-A64256DC41D5}"/>
          </ac:spMkLst>
        </pc:spChg>
        <pc:spChg chg="del">
          <ac:chgData name="Jayanthan" userId="e50148d90e98dd15" providerId="LiveId" clId="{3C56B576-E70D-416D-A7E7-BFF3FD92862F}" dt="2023-09-19T16:36:07.946" v="278" actId="478"/>
          <ac:spMkLst>
            <pc:docMk/>
            <pc:sldMk cId="0" sldId="276"/>
            <ac:spMk id="2200" creationId="{00000000-0000-0000-0000-000000000000}"/>
          </ac:spMkLst>
        </pc:spChg>
        <pc:spChg chg="mod">
          <ac:chgData name="Jayanthan" userId="e50148d90e98dd15" providerId="LiveId" clId="{3C56B576-E70D-416D-A7E7-BFF3FD92862F}" dt="2023-09-20T01:38:50.439" v="2992" actId="207"/>
          <ac:spMkLst>
            <pc:docMk/>
            <pc:sldMk cId="0" sldId="276"/>
            <ac:spMk id="2201" creationId="{00000000-0000-0000-0000-000000000000}"/>
          </ac:spMkLst>
        </pc:spChg>
        <pc:spChg chg="del">
          <ac:chgData name="Jayanthan" userId="e50148d90e98dd15" providerId="LiveId" clId="{3C56B576-E70D-416D-A7E7-BFF3FD92862F}" dt="2023-09-19T16:36:09.404" v="279" actId="478"/>
          <ac:spMkLst>
            <pc:docMk/>
            <pc:sldMk cId="0" sldId="276"/>
            <ac:spMk id="2202" creationId="{00000000-0000-0000-0000-000000000000}"/>
          </ac:spMkLst>
        </pc:spChg>
        <pc:spChg chg="del">
          <ac:chgData name="Jayanthan" userId="e50148d90e98dd15" providerId="LiveId" clId="{3C56B576-E70D-416D-A7E7-BFF3FD92862F}" dt="2023-09-19T16:36:12.057" v="282" actId="478"/>
          <ac:spMkLst>
            <pc:docMk/>
            <pc:sldMk cId="0" sldId="276"/>
            <ac:spMk id="2203" creationId="{00000000-0000-0000-0000-000000000000}"/>
          </ac:spMkLst>
        </pc:spChg>
        <pc:spChg chg="del">
          <ac:chgData name="Jayanthan" userId="e50148d90e98dd15" providerId="LiveId" clId="{3C56B576-E70D-416D-A7E7-BFF3FD92862F}" dt="2023-09-19T16:36:16.468" v="284" actId="478"/>
          <ac:spMkLst>
            <pc:docMk/>
            <pc:sldMk cId="0" sldId="276"/>
            <ac:spMk id="2204" creationId="{00000000-0000-0000-0000-000000000000}"/>
          </ac:spMkLst>
        </pc:spChg>
        <pc:spChg chg="del">
          <ac:chgData name="Jayanthan" userId="e50148d90e98dd15" providerId="LiveId" clId="{3C56B576-E70D-416D-A7E7-BFF3FD92862F}" dt="2023-09-19T16:36:18.529" v="286" actId="478"/>
          <ac:spMkLst>
            <pc:docMk/>
            <pc:sldMk cId="0" sldId="276"/>
            <ac:spMk id="2205" creationId="{00000000-0000-0000-0000-000000000000}"/>
          </ac:spMkLst>
        </pc:spChg>
        <pc:grpChg chg="mod">
          <ac:chgData name="Jayanthan" userId="e50148d90e98dd15" providerId="LiveId" clId="{3C56B576-E70D-416D-A7E7-BFF3FD92862F}" dt="2023-09-20T01:19:46.261" v="2544" actId="1076"/>
          <ac:grpSpMkLst>
            <pc:docMk/>
            <pc:sldMk cId="0" sldId="276"/>
            <ac:grpSpMk id="2206" creationId="{00000000-0000-0000-0000-000000000000}"/>
          </ac:grpSpMkLst>
        </pc:grpChg>
      </pc:sldChg>
      <pc:sldChg chg="modSp del mod">
        <pc:chgData name="Jayanthan" userId="e50148d90e98dd15" providerId="LiveId" clId="{3C56B576-E70D-416D-A7E7-BFF3FD92862F}" dt="2023-09-19T17:19:05.485" v="964" actId="47"/>
        <pc:sldMkLst>
          <pc:docMk/>
          <pc:sldMk cId="0" sldId="277"/>
        </pc:sldMkLst>
        <pc:spChg chg="mod">
          <ac:chgData name="Jayanthan" userId="e50148d90e98dd15" providerId="LiveId" clId="{3C56B576-E70D-416D-A7E7-BFF3FD92862F}" dt="2023-09-19T17:18:55.222" v="963" actId="14100"/>
          <ac:spMkLst>
            <pc:docMk/>
            <pc:sldMk cId="0" sldId="277"/>
            <ac:spMk id="2357" creationId="{00000000-0000-0000-0000-000000000000}"/>
          </ac:spMkLst>
        </pc:spChg>
      </pc:sldChg>
      <pc:sldChg chg="modSp mod modTransition">
        <pc:chgData name="Jayanthan" userId="e50148d90e98dd15" providerId="LiveId" clId="{3C56B576-E70D-416D-A7E7-BFF3FD92862F}" dt="2023-09-20T01:35:44.507" v="2983"/>
        <pc:sldMkLst>
          <pc:docMk/>
          <pc:sldMk cId="0" sldId="278"/>
        </pc:sldMkLst>
        <pc:spChg chg="mod">
          <ac:chgData name="Jayanthan" userId="e50148d90e98dd15" providerId="LiveId" clId="{3C56B576-E70D-416D-A7E7-BFF3FD92862F}" dt="2023-09-20T01:35:38.354" v="2982" actId="14100"/>
          <ac:spMkLst>
            <pc:docMk/>
            <pc:sldMk cId="0" sldId="278"/>
            <ac:spMk id="2374" creationId="{00000000-0000-0000-0000-000000000000}"/>
          </ac:spMkLst>
        </pc:spChg>
        <pc:spChg chg="mod">
          <ac:chgData name="Jayanthan" userId="e50148d90e98dd15" providerId="LiveId" clId="{3C56B576-E70D-416D-A7E7-BFF3FD92862F}" dt="2023-09-20T01:35:32.123" v="2980" actId="1076"/>
          <ac:spMkLst>
            <pc:docMk/>
            <pc:sldMk cId="0" sldId="278"/>
            <ac:spMk id="2375" creationId="{00000000-0000-0000-0000-000000000000}"/>
          </ac:spMkLst>
        </pc:spChg>
        <pc:grpChg chg="mod">
          <ac:chgData name="Jayanthan" userId="e50148d90e98dd15" providerId="LiveId" clId="{3C56B576-E70D-416D-A7E7-BFF3FD92862F}" dt="2023-09-20T01:35:23.509" v="2978" actId="1076"/>
          <ac:grpSpMkLst>
            <pc:docMk/>
            <pc:sldMk cId="0" sldId="278"/>
            <ac:grpSpMk id="2370" creationId="{00000000-0000-0000-0000-000000000000}"/>
          </ac:grpSpMkLst>
        </pc:grpChg>
        <pc:picChg chg="mod">
          <ac:chgData name="Jayanthan" userId="e50148d90e98dd15" providerId="LiveId" clId="{3C56B576-E70D-416D-A7E7-BFF3FD92862F}" dt="2023-09-20T01:35:27.603" v="2979" actId="1076"/>
          <ac:picMkLst>
            <pc:docMk/>
            <pc:sldMk cId="0" sldId="278"/>
            <ac:picMk id="2376" creationId="{00000000-0000-0000-0000-000000000000}"/>
          </ac:picMkLst>
        </pc:picChg>
      </pc:sldChg>
      <pc:sldChg chg="modSp mod modTransition">
        <pc:chgData name="Jayanthan" userId="e50148d90e98dd15" providerId="LiveId" clId="{3C56B576-E70D-416D-A7E7-BFF3FD92862F}" dt="2023-09-20T01:35:48.068" v="2984"/>
        <pc:sldMkLst>
          <pc:docMk/>
          <pc:sldMk cId="0" sldId="279"/>
        </pc:sldMkLst>
        <pc:spChg chg="mod">
          <ac:chgData name="Jayanthan" userId="e50148d90e98dd15" providerId="LiveId" clId="{3C56B576-E70D-416D-A7E7-BFF3FD92862F}" dt="2023-09-20T01:33:34.126" v="2956" actId="1076"/>
          <ac:spMkLst>
            <pc:docMk/>
            <pc:sldMk cId="0" sldId="279"/>
            <ac:spMk id="2382" creationId="{00000000-0000-0000-0000-000000000000}"/>
          </ac:spMkLst>
        </pc:spChg>
        <pc:spChg chg="mod">
          <ac:chgData name="Jayanthan" userId="e50148d90e98dd15" providerId="LiveId" clId="{3C56B576-E70D-416D-A7E7-BFF3FD92862F}" dt="2023-09-20T01:33:28.301" v="2955" actId="1076"/>
          <ac:spMkLst>
            <pc:docMk/>
            <pc:sldMk cId="0" sldId="279"/>
            <ac:spMk id="2383" creationId="{00000000-0000-0000-0000-000000000000}"/>
          </ac:spMkLst>
        </pc:spChg>
        <pc:grpChg chg="mod">
          <ac:chgData name="Jayanthan" userId="e50148d90e98dd15" providerId="LiveId" clId="{3C56B576-E70D-416D-A7E7-BFF3FD92862F}" dt="2023-09-19T17:20:32.659" v="1016" actId="1076"/>
          <ac:grpSpMkLst>
            <pc:docMk/>
            <pc:sldMk cId="0" sldId="279"/>
            <ac:grpSpMk id="2384" creationId="{00000000-0000-0000-0000-000000000000}"/>
          </ac:grpSpMkLst>
        </pc:grpChg>
        <pc:grpChg chg="mod">
          <ac:chgData name="Jayanthan" userId="e50148d90e98dd15" providerId="LiveId" clId="{3C56B576-E70D-416D-A7E7-BFF3FD92862F}" dt="2023-09-19T17:20:35.670" v="1017" actId="1076"/>
          <ac:grpSpMkLst>
            <pc:docMk/>
            <pc:sldMk cId="0" sldId="279"/>
            <ac:grpSpMk id="2387" creationId="{00000000-0000-0000-0000-000000000000}"/>
          </ac:grpSpMkLst>
        </pc:grpChg>
      </pc:sldChg>
      <pc:sldChg chg="modSp mod modTransition">
        <pc:chgData name="Jayanthan" userId="e50148d90e98dd15" providerId="LiveId" clId="{3C56B576-E70D-416D-A7E7-BFF3FD92862F}" dt="2023-09-20T01:35:51.261" v="2985"/>
        <pc:sldMkLst>
          <pc:docMk/>
          <pc:sldMk cId="0" sldId="280"/>
        </pc:sldMkLst>
        <pc:spChg chg="mod">
          <ac:chgData name="Jayanthan" userId="e50148d90e98dd15" providerId="LiveId" clId="{3C56B576-E70D-416D-A7E7-BFF3FD92862F}" dt="2023-09-19T17:20:53.869" v="1018" actId="1076"/>
          <ac:spMkLst>
            <pc:docMk/>
            <pc:sldMk cId="0" sldId="280"/>
            <ac:spMk id="2396" creationId="{00000000-0000-0000-0000-000000000000}"/>
          </ac:spMkLst>
        </pc:spChg>
        <pc:spChg chg="mod">
          <ac:chgData name="Jayanthan" userId="e50148d90e98dd15" providerId="LiveId" clId="{3C56B576-E70D-416D-A7E7-BFF3FD92862F}" dt="2023-09-20T01:32:06.022" v="2918" actId="1076"/>
          <ac:spMkLst>
            <pc:docMk/>
            <pc:sldMk cId="0" sldId="280"/>
            <ac:spMk id="2397" creationId="{00000000-0000-0000-0000-000000000000}"/>
          </ac:spMkLst>
        </pc:spChg>
        <pc:spChg chg="mod">
          <ac:chgData name="Jayanthan" userId="e50148d90e98dd15" providerId="LiveId" clId="{3C56B576-E70D-416D-A7E7-BFF3FD92862F}" dt="2023-09-20T01:32:03.071" v="2917" actId="1076"/>
          <ac:spMkLst>
            <pc:docMk/>
            <pc:sldMk cId="0" sldId="280"/>
            <ac:spMk id="2398" creationId="{00000000-0000-0000-0000-000000000000}"/>
          </ac:spMkLst>
        </pc:spChg>
        <pc:grpChg chg="mod">
          <ac:chgData name="Jayanthan" userId="e50148d90e98dd15" providerId="LiveId" clId="{3C56B576-E70D-416D-A7E7-BFF3FD92862F}" dt="2023-09-19T17:20:57.114" v="1019" actId="1076"/>
          <ac:grpSpMkLst>
            <pc:docMk/>
            <pc:sldMk cId="0" sldId="280"/>
            <ac:grpSpMk id="2403" creationId="{00000000-0000-0000-0000-000000000000}"/>
          </ac:grpSpMkLst>
        </pc:grpChg>
      </pc:sldChg>
      <pc:sldChg chg="del">
        <pc:chgData name="Jayanthan" userId="e50148d90e98dd15" providerId="LiveId" clId="{3C56B576-E70D-416D-A7E7-BFF3FD92862F}" dt="2023-09-19T17:21:55.578" v="1045" actId="47"/>
        <pc:sldMkLst>
          <pc:docMk/>
          <pc:sldMk cId="0" sldId="281"/>
        </pc:sldMkLst>
      </pc:sldChg>
      <pc:sldChg chg="del">
        <pc:chgData name="Jayanthan" userId="e50148d90e98dd15" providerId="LiveId" clId="{3C56B576-E70D-416D-A7E7-BFF3FD92862F}" dt="2023-09-19T17:21:56.350" v="1046" actId="47"/>
        <pc:sldMkLst>
          <pc:docMk/>
          <pc:sldMk cId="0" sldId="282"/>
        </pc:sldMkLst>
      </pc:sldChg>
      <pc:sldChg chg="del">
        <pc:chgData name="Jayanthan" userId="e50148d90e98dd15" providerId="LiveId" clId="{3C56B576-E70D-416D-A7E7-BFF3FD92862F}" dt="2023-09-19T17:21:57.120" v="1047" actId="47"/>
        <pc:sldMkLst>
          <pc:docMk/>
          <pc:sldMk cId="0" sldId="283"/>
        </pc:sldMkLst>
      </pc:sldChg>
      <pc:sldChg chg="del">
        <pc:chgData name="Jayanthan" userId="e50148d90e98dd15" providerId="LiveId" clId="{3C56B576-E70D-416D-A7E7-BFF3FD92862F}" dt="2023-09-19T17:21:57.795" v="1048" actId="47"/>
        <pc:sldMkLst>
          <pc:docMk/>
          <pc:sldMk cId="0" sldId="284"/>
        </pc:sldMkLst>
      </pc:sldChg>
      <pc:sldChg chg="del">
        <pc:chgData name="Jayanthan" userId="e50148d90e98dd15" providerId="LiveId" clId="{3C56B576-E70D-416D-A7E7-BFF3FD92862F}" dt="2023-09-19T17:21:59.176" v="1049" actId="47"/>
        <pc:sldMkLst>
          <pc:docMk/>
          <pc:sldMk cId="0" sldId="285"/>
        </pc:sldMkLst>
      </pc:sldChg>
      <pc:sldChg chg="del">
        <pc:chgData name="Jayanthan" userId="e50148d90e98dd15" providerId="LiveId" clId="{3C56B576-E70D-416D-A7E7-BFF3FD92862F}" dt="2023-09-19T16:13:51.013" v="85" actId="47"/>
        <pc:sldMkLst>
          <pc:docMk/>
          <pc:sldMk cId="0" sldId="286"/>
        </pc:sldMkLst>
      </pc:sldChg>
      <pc:sldChg chg="del">
        <pc:chgData name="Jayanthan" userId="e50148d90e98dd15" providerId="LiveId" clId="{3C56B576-E70D-416D-A7E7-BFF3FD92862F}" dt="2023-09-19T16:13:51.610" v="86" actId="47"/>
        <pc:sldMkLst>
          <pc:docMk/>
          <pc:sldMk cId="0" sldId="287"/>
        </pc:sldMkLst>
      </pc:sldChg>
      <pc:sldChg chg="del">
        <pc:chgData name="Jayanthan" userId="e50148d90e98dd15" providerId="LiveId" clId="{3C56B576-E70D-416D-A7E7-BFF3FD92862F}" dt="2023-09-19T16:13:52.881" v="87" actId="47"/>
        <pc:sldMkLst>
          <pc:docMk/>
          <pc:sldMk cId="0" sldId="288"/>
        </pc:sldMkLst>
      </pc:sldChg>
      <pc:sldChg chg="del">
        <pc:chgData name="Jayanthan" userId="e50148d90e98dd15" providerId="LiveId" clId="{3C56B576-E70D-416D-A7E7-BFF3FD92862F}" dt="2023-09-19T17:22:02.712" v="1051" actId="47"/>
        <pc:sldMkLst>
          <pc:docMk/>
          <pc:sldMk cId="0" sldId="289"/>
        </pc:sldMkLst>
      </pc:sldChg>
      <pc:sldChg chg="addSp delSp modSp mod modTransition">
        <pc:chgData name="Jayanthan" userId="e50148d90e98dd15" providerId="LiveId" clId="{3C56B576-E70D-416D-A7E7-BFF3FD92862F}" dt="2023-09-20T01:19:34.928" v="2539" actId="21"/>
        <pc:sldMkLst>
          <pc:docMk/>
          <pc:sldMk cId="0" sldId="290"/>
        </pc:sldMkLst>
        <pc:spChg chg="add del mod">
          <ac:chgData name="Jayanthan" userId="e50148d90e98dd15" providerId="LiveId" clId="{3C56B576-E70D-416D-A7E7-BFF3FD92862F}" dt="2023-09-20T01:19:34.928" v="2539" actId="21"/>
          <ac:spMkLst>
            <pc:docMk/>
            <pc:sldMk cId="0" sldId="290"/>
            <ac:spMk id="2" creationId="{71F2E3F1-0573-1D99-C2D2-AD44057FD195}"/>
          </ac:spMkLst>
        </pc:spChg>
        <pc:spChg chg="add del mod">
          <ac:chgData name="Jayanthan" userId="e50148d90e98dd15" providerId="LiveId" clId="{3C56B576-E70D-416D-A7E7-BFF3FD92862F}" dt="2023-09-19T16:09:04.054" v="64" actId="478"/>
          <ac:spMkLst>
            <pc:docMk/>
            <pc:sldMk cId="0" sldId="290"/>
            <ac:spMk id="3" creationId="{D1DBF343-0FC5-40F6-6522-FA19BE1707DA}"/>
          </ac:spMkLst>
        </pc:spChg>
        <pc:spChg chg="add mod">
          <ac:chgData name="Jayanthan" userId="e50148d90e98dd15" providerId="LiveId" clId="{3C56B576-E70D-416D-A7E7-BFF3FD92862F}" dt="2023-09-19T16:10:07.981" v="77" actId="207"/>
          <ac:spMkLst>
            <pc:docMk/>
            <pc:sldMk cId="0" sldId="290"/>
            <ac:spMk id="4" creationId="{5C9913FB-EDD8-3E74-FBD4-F6B687EC895F}"/>
          </ac:spMkLst>
        </pc:spChg>
        <pc:spChg chg="mod">
          <ac:chgData name="Jayanthan" userId="e50148d90e98dd15" providerId="LiveId" clId="{3C56B576-E70D-416D-A7E7-BFF3FD92862F}" dt="2023-09-19T16:10:38.928" v="81" actId="1076"/>
          <ac:spMkLst>
            <pc:docMk/>
            <pc:sldMk cId="0" sldId="290"/>
            <ac:spMk id="2609" creationId="{00000000-0000-0000-0000-000000000000}"/>
          </ac:spMkLst>
        </pc:spChg>
        <pc:spChg chg="del">
          <ac:chgData name="Jayanthan" userId="e50148d90e98dd15" providerId="LiveId" clId="{3C56B576-E70D-416D-A7E7-BFF3FD92862F}" dt="2023-09-19T16:09:03.237" v="63" actId="478"/>
          <ac:spMkLst>
            <pc:docMk/>
            <pc:sldMk cId="0" sldId="290"/>
            <ac:spMk id="2610" creationId="{00000000-0000-0000-0000-000000000000}"/>
          </ac:spMkLst>
        </pc:spChg>
        <pc:spChg chg="del mod">
          <ac:chgData name="Jayanthan" userId="e50148d90e98dd15" providerId="LiveId" clId="{3C56B576-E70D-416D-A7E7-BFF3FD92862F}" dt="2023-09-19T16:09:10.006" v="69" actId="478"/>
          <ac:spMkLst>
            <pc:docMk/>
            <pc:sldMk cId="0" sldId="290"/>
            <ac:spMk id="2611" creationId="{00000000-0000-0000-0000-000000000000}"/>
          </ac:spMkLst>
        </pc:spChg>
        <pc:spChg chg="del">
          <ac:chgData name="Jayanthan" userId="e50148d90e98dd15" providerId="LiveId" clId="{3C56B576-E70D-416D-A7E7-BFF3FD92862F}" dt="2023-09-19T16:09:06.833" v="67" actId="478"/>
          <ac:spMkLst>
            <pc:docMk/>
            <pc:sldMk cId="0" sldId="290"/>
            <ac:spMk id="2779" creationId="{00000000-0000-0000-0000-000000000000}"/>
          </ac:spMkLst>
        </pc:spChg>
        <pc:grpChg chg="del">
          <ac:chgData name="Jayanthan" userId="e50148d90e98dd15" providerId="LiveId" clId="{3C56B576-E70D-416D-A7E7-BFF3FD92862F}" dt="2023-09-19T16:09:06.352" v="66" actId="478"/>
          <ac:grpSpMkLst>
            <pc:docMk/>
            <pc:sldMk cId="0" sldId="290"/>
            <ac:grpSpMk id="2780" creationId="{00000000-0000-0000-0000-000000000000}"/>
          </ac:grpSpMkLst>
        </pc:grpChg>
        <pc:grpChg chg="del">
          <ac:chgData name="Jayanthan" userId="e50148d90e98dd15" providerId="LiveId" clId="{3C56B576-E70D-416D-A7E7-BFF3FD92862F}" dt="2023-09-19T16:09:05.319" v="65" actId="478"/>
          <ac:grpSpMkLst>
            <pc:docMk/>
            <pc:sldMk cId="0" sldId="290"/>
            <ac:grpSpMk id="2785" creationId="{00000000-0000-0000-0000-000000000000}"/>
          </ac:grpSpMkLst>
        </pc:grpChg>
      </pc:sldChg>
      <pc:sldChg chg="del">
        <pc:chgData name="Jayanthan" userId="e50148d90e98dd15" providerId="LiveId" clId="{3C56B576-E70D-416D-A7E7-BFF3FD92862F}" dt="2023-09-19T16:11:38.167" v="82" actId="47"/>
        <pc:sldMkLst>
          <pc:docMk/>
          <pc:sldMk cId="0" sldId="291"/>
        </pc:sldMkLst>
      </pc:sldChg>
      <pc:sldChg chg="addSp delSp modSp del mod ord">
        <pc:chgData name="Jayanthan" userId="e50148d90e98dd15" providerId="LiveId" clId="{3C56B576-E70D-416D-A7E7-BFF3FD92862F}" dt="2023-09-19T17:22:02.696" v="1050" actId="47"/>
        <pc:sldMkLst>
          <pc:docMk/>
          <pc:sldMk cId="0" sldId="292"/>
        </pc:sldMkLst>
        <pc:spChg chg="add del mod">
          <ac:chgData name="Jayanthan" userId="e50148d90e98dd15" providerId="LiveId" clId="{3C56B576-E70D-416D-A7E7-BFF3FD92862F}" dt="2023-09-19T16:13:10.751" v="84" actId="478"/>
          <ac:spMkLst>
            <pc:docMk/>
            <pc:sldMk cId="0" sldId="292"/>
            <ac:spMk id="3" creationId="{CEB3A0AE-5FC4-348C-12B4-CB8A1FC96AB7}"/>
          </ac:spMkLst>
        </pc:spChg>
        <pc:spChg chg="del">
          <ac:chgData name="Jayanthan" userId="e50148d90e98dd15" providerId="LiveId" clId="{3C56B576-E70D-416D-A7E7-BFF3FD92862F}" dt="2023-09-19T16:13:08.661" v="83" actId="478"/>
          <ac:spMkLst>
            <pc:docMk/>
            <pc:sldMk cId="0" sldId="292"/>
            <ac:spMk id="3228" creationId="{00000000-0000-0000-0000-000000000000}"/>
          </ac:spMkLst>
        </pc:spChg>
      </pc:sldChg>
      <pc:sldChg chg="addSp modSp add mod modTransition">
        <pc:chgData name="Jayanthan" userId="e50148d90e98dd15" providerId="LiveId" clId="{3C56B576-E70D-416D-A7E7-BFF3FD92862F}" dt="2023-09-19T17:48:10.376" v="1661"/>
        <pc:sldMkLst>
          <pc:docMk/>
          <pc:sldMk cId="3970393171" sldId="293"/>
        </pc:sldMkLst>
        <pc:spChg chg="add mod">
          <ac:chgData name="Jayanthan" userId="e50148d90e98dd15" providerId="LiveId" clId="{3C56B576-E70D-416D-A7E7-BFF3FD92862F}" dt="2023-09-19T16:41:51.253" v="389" actId="1037"/>
          <ac:spMkLst>
            <pc:docMk/>
            <pc:sldMk cId="3970393171" sldId="293"/>
            <ac:spMk id="2" creationId="{FF2D4F7E-1D1D-D473-35EB-11F91D7403C6}"/>
          </ac:spMkLst>
        </pc:spChg>
      </pc:sldChg>
      <pc:sldChg chg="modSp add mod ord modTransition">
        <pc:chgData name="Jayanthan" userId="e50148d90e98dd15" providerId="LiveId" clId="{3C56B576-E70D-416D-A7E7-BFF3FD92862F}" dt="2023-09-20T01:36:03.804" v="2987"/>
        <pc:sldMkLst>
          <pc:docMk/>
          <pc:sldMk cId="3209113441" sldId="294"/>
        </pc:sldMkLst>
        <pc:spChg chg="mod">
          <ac:chgData name="Jayanthan" userId="e50148d90e98dd15" providerId="LiveId" clId="{3C56B576-E70D-416D-A7E7-BFF3FD92862F}" dt="2023-09-20T01:25:02.963" v="2586" actId="1076"/>
          <ac:spMkLst>
            <pc:docMk/>
            <pc:sldMk cId="3209113441" sldId="294"/>
            <ac:spMk id="766" creationId="{00000000-0000-0000-0000-000000000000}"/>
          </ac:spMkLst>
        </pc:spChg>
        <pc:spChg chg="mod">
          <ac:chgData name="Jayanthan" userId="e50148d90e98dd15" providerId="LiveId" clId="{3C56B576-E70D-416D-A7E7-BFF3FD92862F}" dt="2023-09-20T01:25:06.251" v="2587" actId="1076"/>
          <ac:spMkLst>
            <pc:docMk/>
            <pc:sldMk cId="3209113441" sldId="294"/>
            <ac:spMk id="767" creationId="{00000000-0000-0000-0000-000000000000}"/>
          </ac:spMkLst>
        </pc:spChg>
        <pc:grpChg chg="mod">
          <ac:chgData name="Jayanthan" userId="e50148d90e98dd15" providerId="LiveId" clId="{3C56B576-E70D-416D-A7E7-BFF3FD92862F}" dt="2023-09-20T01:24:31.227" v="2580" actId="14100"/>
          <ac:grpSpMkLst>
            <pc:docMk/>
            <pc:sldMk cId="3209113441" sldId="294"/>
            <ac:grpSpMk id="772" creationId="{00000000-0000-0000-0000-000000000000}"/>
          </ac:grpSpMkLst>
        </pc:grpChg>
        <pc:grpChg chg="mod">
          <ac:chgData name="Jayanthan" userId="e50148d90e98dd15" providerId="LiveId" clId="{3C56B576-E70D-416D-A7E7-BFF3FD92862F}" dt="2023-09-20T01:24:44.833" v="2582" actId="1076"/>
          <ac:grpSpMkLst>
            <pc:docMk/>
            <pc:sldMk cId="3209113441" sldId="294"/>
            <ac:grpSpMk id="902" creationId="{00000000-0000-0000-0000-000000000000}"/>
          </ac:grpSpMkLst>
        </pc:grpChg>
      </pc:sldChg>
      <pc:sldChg chg="addSp delSp modSp add mod modTransition">
        <pc:chgData name="Jayanthan" userId="e50148d90e98dd15" providerId="LiveId" clId="{3C56B576-E70D-416D-A7E7-BFF3FD92862F}" dt="2023-09-19T17:52:49.492" v="1700"/>
        <pc:sldMkLst>
          <pc:docMk/>
          <pc:sldMk cId="454004422" sldId="295"/>
        </pc:sldMkLst>
        <pc:spChg chg="del">
          <ac:chgData name="Jayanthan" userId="e50148d90e98dd15" providerId="LiveId" clId="{3C56B576-E70D-416D-A7E7-BFF3FD92862F}" dt="2023-09-19T17:11:18.741" v="802" actId="478"/>
          <ac:spMkLst>
            <pc:docMk/>
            <pc:sldMk cId="454004422" sldId="295"/>
            <ac:spMk id="4" creationId="{E9CD8553-22B7-68DB-9FA8-2505FD8C014A}"/>
          </ac:spMkLst>
        </pc:spChg>
        <pc:picChg chg="add mod">
          <ac:chgData name="Jayanthan" userId="e50148d90e98dd15" providerId="LiveId" clId="{3C56B576-E70D-416D-A7E7-BFF3FD92862F}" dt="2023-09-19T17:11:58.158" v="809" actId="962"/>
          <ac:picMkLst>
            <pc:docMk/>
            <pc:sldMk cId="454004422" sldId="295"/>
            <ac:picMk id="2" creationId="{269DD06F-32EC-B726-FE60-B655283B35C8}"/>
          </ac:picMkLst>
        </pc:picChg>
      </pc:sldChg>
      <pc:sldChg chg="addSp delSp modSp add del mod ord modTransition">
        <pc:chgData name="Jayanthan" userId="e50148d90e98dd15" providerId="LiveId" clId="{3C56B576-E70D-416D-A7E7-BFF3FD92862F}" dt="2023-09-20T01:36:23.411" v="2990"/>
        <pc:sldMkLst>
          <pc:docMk/>
          <pc:sldMk cId="38419625" sldId="296"/>
        </pc:sldMkLst>
        <pc:spChg chg="add del mod">
          <ac:chgData name="Jayanthan" userId="e50148d90e98dd15" providerId="LiveId" clId="{3C56B576-E70D-416D-A7E7-BFF3FD92862F}" dt="2023-09-19T17:38:13.488" v="1454" actId="478"/>
          <ac:spMkLst>
            <pc:docMk/>
            <pc:sldMk cId="38419625" sldId="296"/>
            <ac:spMk id="2" creationId="{351AED8A-99BF-ECA7-6560-F054EDFE5197}"/>
          </ac:spMkLst>
        </pc:spChg>
        <pc:spChg chg="del">
          <ac:chgData name="Jayanthan" userId="e50148d90e98dd15" providerId="LiveId" clId="{3C56B576-E70D-416D-A7E7-BFF3FD92862F}" dt="2023-09-19T17:18:12.992" v="956" actId="478"/>
          <ac:spMkLst>
            <pc:docMk/>
            <pc:sldMk cId="38419625" sldId="296"/>
            <ac:spMk id="28" creationId="{57BFB9FA-F12D-0AC8-AEF9-A41D7B233A8A}"/>
          </ac:spMkLst>
        </pc:spChg>
        <pc:picChg chg="add mod">
          <ac:chgData name="Jayanthan" userId="e50148d90e98dd15" providerId="LiveId" clId="{3C56B576-E70D-416D-A7E7-BFF3FD92862F}" dt="2023-09-19T17:38:55.684" v="1460"/>
          <ac:picMkLst>
            <pc:docMk/>
            <pc:sldMk cId="38419625" sldId="296"/>
            <ac:picMk id="4" creationId="{2FC2BA0C-B648-3E31-8D78-54FFDC3D97F3}"/>
          </ac:picMkLst>
        </pc:picChg>
      </pc:sldChg>
      <pc:sldChg chg="addSp delSp modSp add mod ord modTransition">
        <pc:chgData name="Jayanthan" userId="e50148d90e98dd15" providerId="LiveId" clId="{3C56B576-E70D-416D-A7E7-BFF3FD92862F}" dt="2023-09-20T01:22:59.973" v="2560"/>
        <pc:sldMkLst>
          <pc:docMk/>
          <pc:sldMk cId="1851049483" sldId="297"/>
        </pc:sldMkLst>
        <pc:spChg chg="add del mod">
          <ac:chgData name="Jayanthan" userId="e50148d90e98dd15" providerId="LiveId" clId="{3C56B576-E70D-416D-A7E7-BFF3FD92862F}" dt="2023-09-19T17:41:59.588" v="1484" actId="478"/>
          <ac:spMkLst>
            <pc:docMk/>
            <pc:sldMk cId="1851049483" sldId="297"/>
            <ac:spMk id="2" creationId="{0E8247DF-6A0D-E840-41A2-27123C2946EB}"/>
          </ac:spMkLst>
        </pc:spChg>
        <pc:spChg chg="add mod">
          <ac:chgData name="Jayanthan" userId="e50148d90e98dd15" providerId="LiveId" clId="{3C56B576-E70D-416D-A7E7-BFF3FD92862F}" dt="2023-09-19T17:44:29.468" v="1650" actId="20577"/>
          <ac:spMkLst>
            <pc:docMk/>
            <pc:sldMk cId="1851049483" sldId="297"/>
            <ac:spMk id="4" creationId="{B51AEA48-56F7-20BA-930E-9584AA275314}"/>
          </ac:spMkLst>
        </pc:spChg>
        <pc:spChg chg="mod">
          <ac:chgData name="Jayanthan" userId="e50148d90e98dd15" providerId="LiveId" clId="{3C56B576-E70D-416D-A7E7-BFF3FD92862F}" dt="2023-09-19T17:44:09.417" v="1630" actId="1076"/>
          <ac:spMkLst>
            <pc:docMk/>
            <pc:sldMk cId="1851049483" sldId="297"/>
            <ac:spMk id="19" creationId="{C2C29F3A-7C3F-FE0A-35B5-33A5B3A2A379}"/>
          </ac:spMkLst>
        </pc:spChg>
      </pc:sldChg>
      <pc:sldChg chg="addSp modSp add mod modTransition">
        <pc:chgData name="Jayanthan" userId="e50148d90e98dd15" providerId="LiveId" clId="{3C56B576-E70D-416D-A7E7-BFF3FD92862F}" dt="2023-09-20T01:36:25.214" v="2991"/>
        <pc:sldMkLst>
          <pc:docMk/>
          <pc:sldMk cId="1166409283" sldId="298"/>
        </pc:sldMkLst>
        <pc:spChg chg="add mod">
          <ac:chgData name="Jayanthan" userId="e50148d90e98dd15" providerId="LiveId" clId="{3C56B576-E70D-416D-A7E7-BFF3FD92862F}" dt="2023-09-19T17:30:40.420" v="1373" actId="1076"/>
          <ac:spMkLst>
            <pc:docMk/>
            <pc:sldMk cId="1166409283" sldId="298"/>
            <ac:spMk id="4" creationId="{0EAD44FC-DC20-71FB-69EF-B2A7C398C387}"/>
          </ac:spMkLst>
        </pc:spChg>
        <pc:graphicFrameChg chg="add mod modGraphic">
          <ac:chgData name="Jayanthan" userId="e50148d90e98dd15" providerId="LiveId" clId="{3C56B576-E70D-416D-A7E7-BFF3FD92862F}" dt="2023-09-19T17:30:48.810" v="1374" actId="1076"/>
          <ac:graphicFrameMkLst>
            <pc:docMk/>
            <pc:sldMk cId="1166409283" sldId="298"/>
            <ac:graphicFrameMk id="2" creationId="{C7E0161F-E6D4-C2CD-C4C3-3855BF26EFC5}"/>
          </ac:graphicFrameMkLst>
        </pc:graphicFrameChg>
        <pc:graphicFrameChg chg="add mod modGraphic">
          <ac:chgData name="Jayanthan" userId="e50148d90e98dd15" providerId="LiveId" clId="{3C56B576-E70D-416D-A7E7-BFF3FD92862F}" dt="2023-09-19T17:28:11.401" v="1241"/>
          <ac:graphicFrameMkLst>
            <pc:docMk/>
            <pc:sldMk cId="1166409283" sldId="298"/>
            <ac:graphicFrameMk id="3" creationId="{F22212A6-2AA1-BEE1-54ED-3177212A63E7}"/>
          </ac:graphicFrameMkLst>
        </pc:graphicFrameChg>
      </pc:sldChg>
      <pc:sldChg chg="addSp delSp modSp add mod ord modTransition">
        <pc:chgData name="Jayanthan" userId="e50148d90e98dd15" providerId="LiveId" clId="{3C56B576-E70D-416D-A7E7-BFF3FD92862F}" dt="2023-09-19T17:49:16.162" v="1673"/>
        <pc:sldMkLst>
          <pc:docMk/>
          <pc:sldMk cId="2119774243" sldId="299"/>
        </pc:sldMkLst>
        <pc:spChg chg="mod">
          <ac:chgData name="Jayanthan" userId="e50148d90e98dd15" providerId="LiveId" clId="{3C56B576-E70D-416D-A7E7-BFF3FD92862F}" dt="2023-09-19T17:39:43.429" v="1468"/>
          <ac:spMkLst>
            <pc:docMk/>
            <pc:sldMk cId="2119774243" sldId="299"/>
            <ac:spMk id="8" creationId="{DE3DD1DE-E5A6-37A4-B39B-DCCA98FAB0F5}"/>
          </ac:spMkLst>
        </pc:spChg>
        <pc:spChg chg="mod">
          <ac:chgData name="Jayanthan" userId="e50148d90e98dd15" providerId="LiveId" clId="{3C56B576-E70D-416D-A7E7-BFF3FD92862F}" dt="2023-09-19T17:39:43.429" v="1468"/>
          <ac:spMkLst>
            <pc:docMk/>
            <pc:sldMk cId="2119774243" sldId="299"/>
            <ac:spMk id="9" creationId="{50245934-49DB-5655-5C5C-B9F665844B40}"/>
          </ac:spMkLst>
        </pc:spChg>
        <pc:spChg chg="mod">
          <ac:chgData name="Jayanthan" userId="e50148d90e98dd15" providerId="LiveId" clId="{3C56B576-E70D-416D-A7E7-BFF3FD92862F}" dt="2023-09-19T17:39:43.429" v="1468"/>
          <ac:spMkLst>
            <pc:docMk/>
            <pc:sldMk cId="2119774243" sldId="299"/>
            <ac:spMk id="10" creationId="{B8BC7B77-CF52-A96F-113C-D93BDD6744A2}"/>
          </ac:spMkLst>
        </pc:spChg>
        <pc:spChg chg="mod">
          <ac:chgData name="Jayanthan" userId="e50148d90e98dd15" providerId="LiveId" clId="{3C56B576-E70D-416D-A7E7-BFF3FD92862F}" dt="2023-09-19T17:39:43.429" v="1468"/>
          <ac:spMkLst>
            <pc:docMk/>
            <pc:sldMk cId="2119774243" sldId="299"/>
            <ac:spMk id="11" creationId="{36B9CF7D-FB83-7AC1-487A-C63949D70B2C}"/>
          </ac:spMkLst>
        </pc:spChg>
        <pc:spChg chg="mod">
          <ac:chgData name="Jayanthan" userId="e50148d90e98dd15" providerId="LiveId" clId="{3C56B576-E70D-416D-A7E7-BFF3FD92862F}" dt="2023-09-19T17:39:43.429" v="1468"/>
          <ac:spMkLst>
            <pc:docMk/>
            <pc:sldMk cId="2119774243" sldId="299"/>
            <ac:spMk id="12" creationId="{0AEB92A1-B86B-7CC6-0D79-8E49BEF91095}"/>
          </ac:spMkLst>
        </pc:spChg>
        <pc:spChg chg="mod">
          <ac:chgData name="Jayanthan" userId="e50148d90e98dd15" providerId="LiveId" clId="{3C56B576-E70D-416D-A7E7-BFF3FD92862F}" dt="2023-09-19T17:39:43.429" v="1468"/>
          <ac:spMkLst>
            <pc:docMk/>
            <pc:sldMk cId="2119774243" sldId="299"/>
            <ac:spMk id="13" creationId="{071E333B-4517-7254-17F9-D44BF0457A74}"/>
          </ac:spMkLst>
        </pc:spChg>
        <pc:spChg chg="mod">
          <ac:chgData name="Jayanthan" userId="e50148d90e98dd15" providerId="LiveId" clId="{3C56B576-E70D-416D-A7E7-BFF3FD92862F}" dt="2023-09-19T17:39:43.429" v="1468"/>
          <ac:spMkLst>
            <pc:docMk/>
            <pc:sldMk cId="2119774243" sldId="299"/>
            <ac:spMk id="14" creationId="{BB47008A-417C-E5AB-E060-08A94EA9AFD9}"/>
          </ac:spMkLst>
        </pc:spChg>
        <pc:spChg chg="mod">
          <ac:chgData name="Jayanthan" userId="e50148d90e98dd15" providerId="LiveId" clId="{3C56B576-E70D-416D-A7E7-BFF3FD92862F}" dt="2023-09-19T17:39:43.429" v="1468"/>
          <ac:spMkLst>
            <pc:docMk/>
            <pc:sldMk cId="2119774243" sldId="299"/>
            <ac:spMk id="15" creationId="{A4D036D7-9D6C-DC35-CB72-6AF06C4EB696}"/>
          </ac:spMkLst>
        </pc:spChg>
        <pc:spChg chg="mod">
          <ac:chgData name="Jayanthan" userId="e50148d90e98dd15" providerId="LiveId" clId="{3C56B576-E70D-416D-A7E7-BFF3FD92862F}" dt="2023-09-19T17:39:43.429" v="1468"/>
          <ac:spMkLst>
            <pc:docMk/>
            <pc:sldMk cId="2119774243" sldId="299"/>
            <ac:spMk id="16" creationId="{39C48576-AA10-B174-EF25-F3AA0BF7D836}"/>
          </ac:spMkLst>
        </pc:spChg>
        <pc:spChg chg="mod">
          <ac:chgData name="Jayanthan" userId="e50148d90e98dd15" providerId="LiveId" clId="{3C56B576-E70D-416D-A7E7-BFF3FD92862F}" dt="2023-09-19T17:39:43.429" v="1468"/>
          <ac:spMkLst>
            <pc:docMk/>
            <pc:sldMk cId="2119774243" sldId="299"/>
            <ac:spMk id="17" creationId="{5BA0F364-D838-FAB6-8193-9E0EA4B0F199}"/>
          </ac:spMkLst>
        </pc:spChg>
        <pc:spChg chg="mod">
          <ac:chgData name="Jayanthan" userId="e50148d90e98dd15" providerId="LiveId" clId="{3C56B576-E70D-416D-A7E7-BFF3FD92862F}" dt="2023-09-19T17:39:43.429" v="1468"/>
          <ac:spMkLst>
            <pc:docMk/>
            <pc:sldMk cId="2119774243" sldId="299"/>
            <ac:spMk id="18" creationId="{5973A1BE-A9A0-33FF-14FF-C69867A29B12}"/>
          </ac:spMkLst>
        </pc:spChg>
        <pc:spChg chg="mod">
          <ac:chgData name="Jayanthan" userId="e50148d90e98dd15" providerId="LiveId" clId="{3C56B576-E70D-416D-A7E7-BFF3FD92862F}" dt="2023-09-19T17:39:43.429" v="1468"/>
          <ac:spMkLst>
            <pc:docMk/>
            <pc:sldMk cId="2119774243" sldId="299"/>
            <ac:spMk id="19" creationId="{E4945A3D-D980-7BA6-428B-0FF218EB6E56}"/>
          </ac:spMkLst>
        </pc:spChg>
        <pc:spChg chg="mod">
          <ac:chgData name="Jayanthan" userId="e50148d90e98dd15" providerId="LiveId" clId="{3C56B576-E70D-416D-A7E7-BFF3FD92862F}" dt="2023-09-19T17:39:43.429" v="1468"/>
          <ac:spMkLst>
            <pc:docMk/>
            <pc:sldMk cId="2119774243" sldId="299"/>
            <ac:spMk id="20" creationId="{6634DF08-53B2-DFBE-097E-844300E62FDF}"/>
          </ac:spMkLst>
        </pc:spChg>
        <pc:spChg chg="mod">
          <ac:chgData name="Jayanthan" userId="e50148d90e98dd15" providerId="LiveId" clId="{3C56B576-E70D-416D-A7E7-BFF3FD92862F}" dt="2023-09-19T17:39:43.429" v="1468"/>
          <ac:spMkLst>
            <pc:docMk/>
            <pc:sldMk cId="2119774243" sldId="299"/>
            <ac:spMk id="21" creationId="{01689EE7-7831-9042-C0D2-A969BFB43794}"/>
          </ac:spMkLst>
        </pc:spChg>
        <pc:spChg chg="mod">
          <ac:chgData name="Jayanthan" userId="e50148d90e98dd15" providerId="LiveId" clId="{3C56B576-E70D-416D-A7E7-BFF3FD92862F}" dt="2023-09-19T17:39:43.429" v="1468"/>
          <ac:spMkLst>
            <pc:docMk/>
            <pc:sldMk cId="2119774243" sldId="299"/>
            <ac:spMk id="22" creationId="{C044E8EA-1228-E69E-5E25-8047515BCF4D}"/>
          </ac:spMkLst>
        </pc:spChg>
        <pc:spChg chg="mod">
          <ac:chgData name="Jayanthan" userId="e50148d90e98dd15" providerId="LiveId" clId="{3C56B576-E70D-416D-A7E7-BFF3FD92862F}" dt="2023-09-19T17:39:43.429" v="1468"/>
          <ac:spMkLst>
            <pc:docMk/>
            <pc:sldMk cId="2119774243" sldId="299"/>
            <ac:spMk id="23" creationId="{4B20676E-EA02-5C5A-3914-41CF76D4AAF4}"/>
          </ac:spMkLst>
        </pc:spChg>
        <pc:spChg chg="mod">
          <ac:chgData name="Jayanthan" userId="e50148d90e98dd15" providerId="LiveId" clId="{3C56B576-E70D-416D-A7E7-BFF3FD92862F}" dt="2023-09-19T17:39:43.429" v="1468"/>
          <ac:spMkLst>
            <pc:docMk/>
            <pc:sldMk cId="2119774243" sldId="299"/>
            <ac:spMk id="24" creationId="{4CDAAEA3-30AD-A42F-B0F2-A5575D1BBAF7}"/>
          </ac:spMkLst>
        </pc:spChg>
        <pc:spChg chg="mod">
          <ac:chgData name="Jayanthan" userId="e50148d90e98dd15" providerId="LiveId" clId="{3C56B576-E70D-416D-A7E7-BFF3FD92862F}" dt="2023-09-19T17:39:43.429" v="1468"/>
          <ac:spMkLst>
            <pc:docMk/>
            <pc:sldMk cId="2119774243" sldId="299"/>
            <ac:spMk id="25" creationId="{B00498AD-48B7-4507-E1B7-C2A32B5FEBDE}"/>
          </ac:spMkLst>
        </pc:spChg>
        <pc:spChg chg="mod">
          <ac:chgData name="Jayanthan" userId="e50148d90e98dd15" providerId="LiveId" clId="{3C56B576-E70D-416D-A7E7-BFF3FD92862F}" dt="2023-09-19T17:39:43.429" v="1468"/>
          <ac:spMkLst>
            <pc:docMk/>
            <pc:sldMk cId="2119774243" sldId="299"/>
            <ac:spMk id="26" creationId="{724C43F5-3F7D-8C90-6C79-A46DCFA82C6F}"/>
          </ac:spMkLst>
        </pc:spChg>
        <pc:spChg chg="mod">
          <ac:chgData name="Jayanthan" userId="e50148d90e98dd15" providerId="LiveId" clId="{3C56B576-E70D-416D-A7E7-BFF3FD92862F}" dt="2023-09-19T17:39:43.429" v="1468"/>
          <ac:spMkLst>
            <pc:docMk/>
            <pc:sldMk cId="2119774243" sldId="299"/>
            <ac:spMk id="27" creationId="{8903F1CB-914C-AB17-DB26-A3E2CB6D95DC}"/>
          </ac:spMkLst>
        </pc:spChg>
        <pc:spChg chg="mod">
          <ac:chgData name="Jayanthan" userId="e50148d90e98dd15" providerId="LiveId" clId="{3C56B576-E70D-416D-A7E7-BFF3FD92862F}" dt="2023-09-19T17:39:43.429" v="1468"/>
          <ac:spMkLst>
            <pc:docMk/>
            <pc:sldMk cId="2119774243" sldId="299"/>
            <ac:spMk id="28" creationId="{733D3044-F7F4-B8F9-351A-DED5871CD0F5}"/>
          </ac:spMkLst>
        </pc:spChg>
        <pc:spChg chg="mod">
          <ac:chgData name="Jayanthan" userId="e50148d90e98dd15" providerId="LiveId" clId="{3C56B576-E70D-416D-A7E7-BFF3FD92862F}" dt="2023-09-19T17:39:43.429" v="1468"/>
          <ac:spMkLst>
            <pc:docMk/>
            <pc:sldMk cId="2119774243" sldId="299"/>
            <ac:spMk id="29" creationId="{423E3C80-5332-4CD9-5D44-A65068C4664D}"/>
          </ac:spMkLst>
        </pc:spChg>
        <pc:spChg chg="mod">
          <ac:chgData name="Jayanthan" userId="e50148d90e98dd15" providerId="LiveId" clId="{3C56B576-E70D-416D-A7E7-BFF3FD92862F}" dt="2023-09-19T17:39:43.429" v="1468"/>
          <ac:spMkLst>
            <pc:docMk/>
            <pc:sldMk cId="2119774243" sldId="299"/>
            <ac:spMk id="30" creationId="{AEAF23CA-167C-3576-AF1C-E70C8CC816F8}"/>
          </ac:spMkLst>
        </pc:spChg>
        <pc:spChg chg="mod">
          <ac:chgData name="Jayanthan" userId="e50148d90e98dd15" providerId="LiveId" clId="{3C56B576-E70D-416D-A7E7-BFF3FD92862F}" dt="2023-09-19T17:39:43.429" v="1468"/>
          <ac:spMkLst>
            <pc:docMk/>
            <pc:sldMk cId="2119774243" sldId="299"/>
            <ac:spMk id="31" creationId="{E6142C27-6AA3-73E4-BA29-9672F51A98AE}"/>
          </ac:spMkLst>
        </pc:spChg>
        <pc:spChg chg="mod">
          <ac:chgData name="Jayanthan" userId="e50148d90e98dd15" providerId="LiveId" clId="{3C56B576-E70D-416D-A7E7-BFF3FD92862F}" dt="2023-09-19T17:39:43.429" v="1468"/>
          <ac:spMkLst>
            <pc:docMk/>
            <pc:sldMk cId="2119774243" sldId="299"/>
            <ac:spMk id="32" creationId="{629A5BE1-C7E9-26AC-89CA-FF285654ED78}"/>
          </ac:spMkLst>
        </pc:spChg>
        <pc:spChg chg="mod">
          <ac:chgData name="Jayanthan" userId="e50148d90e98dd15" providerId="LiveId" clId="{3C56B576-E70D-416D-A7E7-BFF3FD92862F}" dt="2023-09-19T17:39:43.429" v="1468"/>
          <ac:spMkLst>
            <pc:docMk/>
            <pc:sldMk cId="2119774243" sldId="299"/>
            <ac:spMk id="33" creationId="{5D3424E4-AF36-3775-6B50-5F13F3AECAF2}"/>
          </ac:spMkLst>
        </pc:spChg>
        <pc:spChg chg="mod">
          <ac:chgData name="Jayanthan" userId="e50148d90e98dd15" providerId="LiveId" clId="{3C56B576-E70D-416D-A7E7-BFF3FD92862F}" dt="2023-09-19T17:39:43.429" v="1468"/>
          <ac:spMkLst>
            <pc:docMk/>
            <pc:sldMk cId="2119774243" sldId="299"/>
            <ac:spMk id="34" creationId="{CD3BE7BB-EF5A-3840-51C9-1FEBEE180902}"/>
          </ac:spMkLst>
        </pc:spChg>
        <pc:spChg chg="mod">
          <ac:chgData name="Jayanthan" userId="e50148d90e98dd15" providerId="LiveId" clId="{3C56B576-E70D-416D-A7E7-BFF3FD92862F}" dt="2023-09-19T17:39:43.429" v="1468"/>
          <ac:spMkLst>
            <pc:docMk/>
            <pc:sldMk cId="2119774243" sldId="299"/>
            <ac:spMk id="35" creationId="{D5FBFC7A-4CDD-E89D-A079-0ADC7A895CDA}"/>
          </ac:spMkLst>
        </pc:spChg>
        <pc:spChg chg="mod">
          <ac:chgData name="Jayanthan" userId="e50148d90e98dd15" providerId="LiveId" clId="{3C56B576-E70D-416D-A7E7-BFF3FD92862F}" dt="2023-09-19T17:39:43.429" v="1468"/>
          <ac:spMkLst>
            <pc:docMk/>
            <pc:sldMk cId="2119774243" sldId="299"/>
            <ac:spMk id="36" creationId="{D0A68418-D058-AAC8-A6A7-1EA6048127F8}"/>
          </ac:spMkLst>
        </pc:spChg>
        <pc:spChg chg="mod">
          <ac:chgData name="Jayanthan" userId="e50148d90e98dd15" providerId="LiveId" clId="{3C56B576-E70D-416D-A7E7-BFF3FD92862F}" dt="2023-09-19T17:39:43.429" v="1468"/>
          <ac:spMkLst>
            <pc:docMk/>
            <pc:sldMk cId="2119774243" sldId="299"/>
            <ac:spMk id="37" creationId="{703FD2EC-41D5-BFA5-5C18-C060DA0F4C38}"/>
          </ac:spMkLst>
        </pc:spChg>
        <pc:spChg chg="mod">
          <ac:chgData name="Jayanthan" userId="e50148d90e98dd15" providerId="LiveId" clId="{3C56B576-E70D-416D-A7E7-BFF3FD92862F}" dt="2023-09-19T17:39:43.429" v="1468"/>
          <ac:spMkLst>
            <pc:docMk/>
            <pc:sldMk cId="2119774243" sldId="299"/>
            <ac:spMk id="38" creationId="{E6B060F0-CF10-74ED-A828-4A418944A00D}"/>
          </ac:spMkLst>
        </pc:spChg>
        <pc:spChg chg="mod">
          <ac:chgData name="Jayanthan" userId="e50148d90e98dd15" providerId="LiveId" clId="{3C56B576-E70D-416D-A7E7-BFF3FD92862F}" dt="2023-09-19T17:39:43.429" v="1468"/>
          <ac:spMkLst>
            <pc:docMk/>
            <pc:sldMk cId="2119774243" sldId="299"/>
            <ac:spMk id="39" creationId="{EEC84028-B2D2-4D23-073B-323A1A16D5AC}"/>
          </ac:spMkLst>
        </pc:spChg>
        <pc:spChg chg="mod">
          <ac:chgData name="Jayanthan" userId="e50148d90e98dd15" providerId="LiveId" clId="{3C56B576-E70D-416D-A7E7-BFF3FD92862F}" dt="2023-09-19T17:39:43.429" v="1468"/>
          <ac:spMkLst>
            <pc:docMk/>
            <pc:sldMk cId="2119774243" sldId="299"/>
            <ac:spMk id="40" creationId="{1D69B0AD-3333-4DEA-66F9-9D4396B8C78E}"/>
          </ac:spMkLst>
        </pc:spChg>
        <pc:spChg chg="mod">
          <ac:chgData name="Jayanthan" userId="e50148d90e98dd15" providerId="LiveId" clId="{3C56B576-E70D-416D-A7E7-BFF3FD92862F}" dt="2023-09-19T17:39:43.429" v="1468"/>
          <ac:spMkLst>
            <pc:docMk/>
            <pc:sldMk cId="2119774243" sldId="299"/>
            <ac:spMk id="41" creationId="{38E09910-0B5C-E405-54F5-6846F7ECE6F0}"/>
          </ac:spMkLst>
        </pc:spChg>
        <pc:spChg chg="mod">
          <ac:chgData name="Jayanthan" userId="e50148d90e98dd15" providerId="LiveId" clId="{3C56B576-E70D-416D-A7E7-BFF3FD92862F}" dt="2023-09-19T17:39:43.429" v="1468"/>
          <ac:spMkLst>
            <pc:docMk/>
            <pc:sldMk cId="2119774243" sldId="299"/>
            <ac:spMk id="42" creationId="{4B0C83DB-1AF0-2CED-DE8D-4946128B013B}"/>
          </ac:spMkLst>
        </pc:spChg>
        <pc:spChg chg="mod">
          <ac:chgData name="Jayanthan" userId="e50148d90e98dd15" providerId="LiveId" clId="{3C56B576-E70D-416D-A7E7-BFF3FD92862F}" dt="2023-09-19T17:39:43.429" v="1468"/>
          <ac:spMkLst>
            <pc:docMk/>
            <pc:sldMk cId="2119774243" sldId="299"/>
            <ac:spMk id="43" creationId="{720D533C-033C-3857-9BD5-58BF0EC1A1B2}"/>
          </ac:spMkLst>
        </pc:spChg>
        <pc:spChg chg="mod">
          <ac:chgData name="Jayanthan" userId="e50148d90e98dd15" providerId="LiveId" clId="{3C56B576-E70D-416D-A7E7-BFF3FD92862F}" dt="2023-09-19T17:39:43.429" v="1468"/>
          <ac:spMkLst>
            <pc:docMk/>
            <pc:sldMk cId="2119774243" sldId="299"/>
            <ac:spMk id="44" creationId="{5FC9C843-8383-EB09-EB7B-97D0EF5BEC2E}"/>
          </ac:spMkLst>
        </pc:spChg>
        <pc:spChg chg="mod">
          <ac:chgData name="Jayanthan" userId="e50148d90e98dd15" providerId="LiveId" clId="{3C56B576-E70D-416D-A7E7-BFF3FD92862F}" dt="2023-09-19T17:39:43.429" v="1468"/>
          <ac:spMkLst>
            <pc:docMk/>
            <pc:sldMk cId="2119774243" sldId="299"/>
            <ac:spMk id="45" creationId="{95D526AE-8EE3-4CCB-F871-C792ABC1A0AD}"/>
          </ac:spMkLst>
        </pc:spChg>
        <pc:spChg chg="mod">
          <ac:chgData name="Jayanthan" userId="e50148d90e98dd15" providerId="LiveId" clId="{3C56B576-E70D-416D-A7E7-BFF3FD92862F}" dt="2023-09-19T17:39:43.429" v="1468"/>
          <ac:spMkLst>
            <pc:docMk/>
            <pc:sldMk cId="2119774243" sldId="299"/>
            <ac:spMk id="46" creationId="{162123C3-0AD7-4CBF-242D-348F49A917C4}"/>
          </ac:spMkLst>
        </pc:spChg>
        <pc:spChg chg="mod">
          <ac:chgData name="Jayanthan" userId="e50148d90e98dd15" providerId="LiveId" clId="{3C56B576-E70D-416D-A7E7-BFF3FD92862F}" dt="2023-09-19T17:39:43.429" v="1468"/>
          <ac:spMkLst>
            <pc:docMk/>
            <pc:sldMk cId="2119774243" sldId="299"/>
            <ac:spMk id="47" creationId="{98B4DDCA-9BE0-3353-D072-1819CB294656}"/>
          </ac:spMkLst>
        </pc:spChg>
        <pc:spChg chg="mod">
          <ac:chgData name="Jayanthan" userId="e50148d90e98dd15" providerId="LiveId" clId="{3C56B576-E70D-416D-A7E7-BFF3FD92862F}" dt="2023-09-19T17:39:43.429" v="1468"/>
          <ac:spMkLst>
            <pc:docMk/>
            <pc:sldMk cId="2119774243" sldId="299"/>
            <ac:spMk id="48" creationId="{9022FE47-4E92-DC28-F4F5-A51B40EA54B6}"/>
          </ac:spMkLst>
        </pc:spChg>
        <pc:spChg chg="mod">
          <ac:chgData name="Jayanthan" userId="e50148d90e98dd15" providerId="LiveId" clId="{3C56B576-E70D-416D-A7E7-BFF3FD92862F}" dt="2023-09-19T17:39:43.429" v="1468"/>
          <ac:spMkLst>
            <pc:docMk/>
            <pc:sldMk cId="2119774243" sldId="299"/>
            <ac:spMk id="49" creationId="{C9EF2EEE-B659-9B5D-93C3-D5A3EF6DDF4A}"/>
          </ac:spMkLst>
        </pc:spChg>
        <pc:spChg chg="mod">
          <ac:chgData name="Jayanthan" userId="e50148d90e98dd15" providerId="LiveId" clId="{3C56B576-E70D-416D-A7E7-BFF3FD92862F}" dt="2023-09-19T17:39:43.429" v="1468"/>
          <ac:spMkLst>
            <pc:docMk/>
            <pc:sldMk cId="2119774243" sldId="299"/>
            <ac:spMk id="50" creationId="{5EF4F483-A637-771F-D2D3-060F946AFE6B}"/>
          </ac:spMkLst>
        </pc:spChg>
        <pc:spChg chg="mod">
          <ac:chgData name="Jayanthan" userId="e50148d90e98dd15" providerId="LiveId" clId="{3C56B576-E70D-416D-A7E7-BFF3FD92862F}" dt="2023-09-19T17:39:43.429" v="1468"/>
          <ac:spMkLst>
            <pc:docMk/>
            <pc:sldMk cId="2119774243" sldId="299"/>
            <ac:spMk id="51" creationId="{594AF75E-CE26-8A4B-6319-AB4594162C18}"/>
          </ac:spMkLst>
        </pc:spChg>
        <pc:spChg chg="mod">
          <ac:chgData name="Jayanthan" userId="e50148d90e98dd15" providerId="LiveId" clId="{3C56B576-E70D-416D-A7E7-BFF3FD92862F}" dt="2023-09-19T17:39:43.429" v="1468"/>
          <ac:spMkLst>
            <pc:docMk/>
            <pc:sldMk cId="2119774243" sldId="299"/>
            <ac:spMk id="52" creationId="{DF44FEEA-FB67-50F1-632F-FD5D998F8F3B}"/>
          </ac:spMkLst>
        </pc:spChg>
        <pc:spChg chg="mod">
          <ac:chgData name="Jayanthan" userId="e50148d90e98dd15" providerId="LiveId" clId="{3C56B576-E70D-416D-A7E7-BFF3FD92862F}" dt="2023-09-19T17:39:43.429" v="1468"/>
          <ac:spMkLst>
            <pc:docMk/>
            <pc:sldMk cId="2119774243" sldId="299"/>
            <ac:spMk id="53" creationId="{FD973A4E-DB5F-11A3-3B8F-3916DE3FFB4F}"/>
          </ac:spMkLst>
        </pc:spChg>
        <pc:spChg chg="mod">
          <ac:chgData name="Jayanthan" userId="e50148d90e98dd15" providerId="LiveId" clId="{3C56B576-E70D-416D-A7E7-BFF3FD92862F}" dt="2023-09-19T17:39:43.429" v="1468"/>
          <ac:spMkLst>
            <pc:docMk/>
            <pc:sldMk cId="2119774243" sldId="299"/>
            <ac:spMk id="54" creationId="{EEBC0EB1-68C1-E4F3-C41F-A1645B2B2A0D}"/>
          </ac:spMkLst>
        </pc:spChg>
        <pc:spChg chg="mod">
          <ac:chgData name="Jayanthan" userId="e50148d90e98dd15" providerId="LiveId" clId="{3C56B576-E70D-416D-A7E7-BFF3FD92862F}" dt="2023-09-19T17:39:43.429" v="1468"/>
          <ac:spMkLst>
            <pc:docMk/>
            <pc:sldMk cId="2119774243" sldId="299"/>
            <ac:spMk id="55" creationId="{816813C3-FC51-2127-18AB-9381C3D6FB1D}"/>
          </ac:spMkLst>
        </pc:spChg>
        <pc:spChg chg="mod">
          <ac:chgData name="Jayanthan" userId="e50148d90e98dd15" providerId="LiveId" clId="{3C56B576-E70D-416D-A7E7-BFF3FD92862F}" dt="2023-09-19T17:39:43.429" v="1468"/>
          <ac:spMkLst>
            <pc:docMk/>
            <pc:sldMk cId="2119774243" sldId="299"/>
            <ac:spMk id="56" creationId="{3DDA3A7A-4B62-A225-F924-C302B024F56D}"/>
          </ac:spMkLst>
        </pc:spChg>
        <pc:spChg chg="mod">
          <ac:chgData name="Jayanthan" userId="e50148d90e98dd15" providerId="LiveId" clId="{3C56B576-E70D-416D-A7E7-BFF3FD92862F}" dt="2023-09-19T17:39:43.429" v="1468"/>
          <ac:spMkLst>
            <pc:docMk/>
            <pc:sldMk cId="2119774243" sldId="299"/>
            <ac:spMk id="57" creationId="{2CB50CC7-B18F-5A3F-F2A4-374C9E894E86}"/>
          </ac:spMkLst>
        </pc:spChg>
        <pc:spChg chg="mod">
          <ac:chgData name="Jayanthan" userId="e50148d90e98dd15" providerId="LiveId" clId="{3C56B576-E70D-416D-A7E7-BFF3FD92862F}" dt="2023-09-19T17:39:43.429" v="1468"/>
          <ac:spMkLst>
            <pc:docMk/>
            <pc:sldMk cId="2119774243" sldId="299"/>
            <ac:spMk id="58" creationId="{36B2ED3A-A9A2-9F5B-F74A-0C990626AB32}"/>
          </ac:spMkLst>
        </pc:spChg>
        <pc:spChg chg="mod">
          <ac:chgData name="Jayanthan" userId="e50148d90e98dd15" providerId="LiveId" clId="{3C56B576-E70D-416D-A7E7-BFF3FD92862F}" dt="2023-09-19T17:39:43.429" v="1468"/>
          <ac:spMkLst>
            <pc:docMk/>
            <pc:sldMk cId="2119774243" sldId="299"/>
            <ac:spMk id="59" creationId="{4FA1F4B0-B5F3-2488-AB8F-19267B6A84DC}"/>
          </ac:spMkLst>
        </pc:spChg>
        <pc:spChg chg="mod">
          <ac:chgData name="Jayanthan" userId="e50148d90e98dd15" providerId="LiveId" clId="{3C56B576-E70D-416D-A7E7-BFF3FD92862F}" dt="2023-09-19T17:39:43.429" v="1468"/>
          <ac:spMkLst>
            <pc:docMk/>
            <pc:sldMk cId="2119774243" sldId="299"/>
            <ac:spMk id="60" creationId="{99EED5D3-A3C9-990B-1889-306015030BCB}"/>
          </ac:spMkLst>
        </pc:spChg>
        <pc:spChg chg="mod">
          <ac:chgData name="Jayanthan" userId="e50148d90e98dd15" providerId="LiveId" clId="{3C56B576-E70D-416D-A7E7-BFF3FD92862F}" dt="2023-09-19T17:39:43.429" v="1468"/>
          <ac:spMkLst>
            <pc:docMk/>
            <pc:sldMk cId="2119774243" sldId="299"/>
            <ac:spMk id="61" creationId="{66E1A216-0BCB-6FCF-1822-5690285403AA}"/>
          </ac:spMkLst>
        </pc:spChg>
        <pc:spChg chg="mod">
          <ac:chgData name="Jayanthan" userId="e50148d90e98dd15" providerId="LiveId" clId="{3C56B576-E70D-416D-A7E7-BFF3FD92862F}" dt="2023-09-19T17:39:43.429" v="1468"/>
          <ac:spMkLst>
            <pc:docMk/>
            <pc:sldMk cId="2119774243" sldId="299"/>
            <ac:spMk id="62" creationId="{27B87EF3-B763-0B04-19F8-39C1608BA503}"/>
          </ac:spMkLst>
        </pc:spChg>
        <pc:spChg chg="mod">
          <ac:chgData name="Jayanthan" userId="e50148d90e98dd15" providerId="LiveId" clId="{3C56B576-E70D-416D-A7E7-BFF3FD92862F}" dt="2023-09-19T17:39:43.429" v="1468"/>
          <ac:spMkLst>
            <pc:docMk/>
            <pc:sldMk cId="2119774243" sldId="299"/>
            <ac:spMk id="63" creationId="{CFC1E6F4-78C6-CADE-844B-4CDEA8B4B8E3}"/>
          </ac:spMkLst>
        </pc:spChg>
        <pc:spChg chg="mod">
          <ac:chgData name="Jayanthan" userId="e50148d90e98dd15" providerId="LiveId" clId="{3C56B576-E70D-416D-A7E7-BFF3FD92862F}" dt="2023-09-19T17:39:43.429" v="1468"/>
          <ac:spMkLst>
            <pc:docMk/>
            <pc:sldMk cId="2119774243" sldId="299"/>
            <ac:spMk id="704" creationId="{0DBDF7AC-DE46-350C-7EB7-42B737077E49}"/>
          </ac:spMkLst>
        </pc:spChg>
        <pc:spChg chg="mod">
          <ac:chgData name="Jayanthan" userId="e50148d90e98dd15" providerId="LiveId" clId="{3C56B576-E70D-416D-A7E7-BFF3FD92862F}" dt="2023-09-19T17:39:43.429" v="1468"/>
          <ac:spMkLst>
            <pc:docMk/>
            <pc:sldMk cId="2119774243" sldId="299"/>
            <ac:spMk id="705" creationId="{483329E1-50D6-0A43-E064-65AFEAADBCDC}"/>
          </ac:spMkLst>
        </pc:spChg>
        <pc:spChg chg="mod">
          <ac:chgData name="Jayanthan" userId="e50148d90e98dd15" providerId="LiveId" clId="{3C56B576-E70D-416D-A7E7-BFF3FD92862F}" dt="2023-09-19T17:39:43.429" v="1468"/>
          <ac:spMkLst>
            <pc:docMk/>
            <pc:sldMk cId="2119774243" sldId="299"/>
            <ac:spMk id="706" creationId="{C7E7C7B2-F491-6E5F-7058-DB99C4D35803}"/>
          </ac:spMkLst>
        </pc:spChg>
        <pc:spChg chg="mod">
          <ac:chgData name="Jayanthan" userId="e50148d90e98dd15" providerId="LiveId" clId="{3C56B576-E70D-416D-A7E7-BFF3FD92862F}" dt="2023-09-19T17:39:43.429" v="1468"/>
          <ac:spMkLst>
            <pc:docMk/>
            <pc:sldMk cId="2119774243" sldId="299"/>
            <ac:spMk id="707" creationId="{42EACD41-94B0-E4E0-3FBC-1D37C7472AA4}"/>
          </ac:spMkLst>
        </pc:spChg>
        <pc:spChg chg="mod">
          <ac:chgData name="Jayanthan" userId="e50148d90e98dd15" providerId="LiveId" clId="{3C56B576-E70D-416D-A7E7-BFF3FD92862F}" dt="2023-09-19T17:39:43.429" v="1468"/>
          <ac:spMkLst>
            <pc:docMk/>
            <pc:sldMk cId="2119774243" sldId="299"/>
            <ac:spMk id="708" creationId="{54CBD369-A2AD-D6E0-5E7B-866277739B44}"/>
          </ac:spMkLst>
        </pc:spChg>
        <pc:spChg chg="mod">
          <ac:chgData name="Jayanthan" userId="e50148d90e98dd15" providerId="LiveId" clId="{3C56B576-E70D-416D-A7E7-BFF3FD92862F}" dt="2023-09-19T17:39:43.429" v="1468"/>
          <ac:spMkLst>
            <pc:docMk/>
            <pc:sldMk cId="2119774243" sldId="299"/>
            <ac:spMk id="709" creationId="{352C14D8-1D58-99A2-A0AD-C2CAEFCFACF9}"/>
          </ac:spMkLst>
        </pc:spChg>
        <pc:spChg chg="mod">
          <ac:chgData name="Jayanthan" userId="e50148d90e98dd15" providerId="LiveId" clId="{3C56B576-E70D-416D-A7E7-BFF3FD92862F}" dt="2023-09-19T17:39:43.429" v="1468"/>
          <ac:spMkLst>
            <pc:docMk/>
            <pc:sldMk cId="2119774243" sldId="299"/>
            <ac:spMk id="710" creationId="{134B54E6-6F14-F121-6B22-56865CEE90F4}"/>
          </ac:spMkLst>
        </pc:spChg>
        <pc:spChg chg="mod">
          <ac:chgData name="Jayanthan" userId="e50148d90e98dd15" providerId="LiveId" clId="{3C56B576-E70D-416D-A7E7-BFF3FD92862F}" dt="2023-09-19T17:39:43.429" v="1468"/>
          <ac:spMkLst>
            <pc:docMk/>
            <pc:sldMk cId="2119774243" sldId="299"/>
            <ac:spMk id="711" creationId="{D1CD1807-72E4-0D11-1DE4-B2785CC9BEB1}"/>
          </ac:spMkLst>
        </pc:spChg>
        <pc:spChg chg="mod">
          <ac:chgData name="Jayanthan" userId="e50148d90e98dd15" providerId="LiveId" clId="{3C56B576-E70D-416D-A7E7-BFF3FD92862F}" dt="2023-09-19T17:39:43.429" v="1468"/>
          <ac:spMkLst>
            <pc:docMk/>
            <pc:sldMk cId="2119774243" sldId="299"/>
            <ac:spMk id="712" creationId="{6E422616-676D-380B-9236-D606FE4DBE2A}"/>
          </ac:spMkLst>
        </pc:spChg>
        <pc:spChg chg="mod">
          <ac:chgData name="Jayanthan" userId="e50148d90e98dd15" providerId="LiveId" clId="{3C56B576-E70D-416D-A7E7-BFF3FD92862F}" dt="2023-09-19T17:39:43.429" v="1468"/>
          <ac:spMkLst>
            <pc:docMk/>
            <pc:sldMk cId="2119774243" sldId="299"/>
            <ac:spMk id="713" creationId="{72D28F90-137E-C832-7A83-6177F909808A}"/>
          </ac:spMkLst>
        </pc:spChg>
        <pc:spChg chg="mod">
          <ac:chgData name="Jayanthan" userId="e50148d90e98dd15" providerId="LiveId" clId="{3C56B576-E70D-416D-A7E7-BFF3FD92862F}" dt="2023-09-19T17:39:43.429" v="1468"/>
          <ac:spMkLst>
            <pc:docMk/>
            <pc:sldMk cId="2119774243" sldId="299"/>
            <ac:spMk id="714" creationId="{23540498-A78F-C610-A9D0-D8E505FF69D1}"/>
          </ac:spMkLst>
        </pc:spChg>
        <pc:spChg chg="mod">
          <ac:chgData name="Jayanthan" userId="e50148d90e98dd15" providerId="LiveId" clId="{3C56B576-E70D-416D-A7E7-BFF3FD92862F}" dt="2023-09-19T17:39:43.429" v="1468"/>
          <ac:spMkLst>
            <pc:docMk/>
            <pc:sldMk cId="2119774243" sldId="299"/>
            <ac:spMk id="715" creationId="{7DDD3368-C219-4085-5BA0-65D51E0B5C9C}"/>
          </ac:spMkLst>
        </pc:spChg>
        <pc:spChg chg="mod">
          <ac:chgData name="Jayanthan" userId="e50148d90e98dd15" providerId="LiveId" clId="{3C56B576-E70D-416D-A7E7-BFF3FD92862F}" dt="2023-09-19T17:39:43.429" v="1468"/>
          <ac:spMkLst>
            <pc:docMk/>
            <pc:sldMk cId="2119774243" sldId="299"/>
            <ac:spMk id="716" creationId="{16136738-6C80-10EE-4B46-0E3F353FB0A3}"/>
          </ac:spMkLst>
        </pc:spChg>
        <pc:spChg chg="mod">
          <ac:chgData name="Jayanthan" userId="e50148d90e98dd15" providerId="LiveId" clId="{3C56B576-E70D-416D-A7E7-BFF3FD92862F}" dt="2023-09-19T17:39:33.875" v="1467" actId="1076"/>
          <ac:spMkLst>
            <pc:docMk/>
            <pc:sldMk cId="2119774243" sldId="299"/>
            <ac:spMk id="766" creationId="{00000000-0000-0000-0000-000000000000}"/>
          </ac:spMkLst>
        </pc:spChg>
        <pc:spChg chg="mod">
          <ac:chgData name="Jayanthan" userId="e50148d90e98dd15" providerId="LiveId" clId="{3C56B576-E70D-416D-A7E7-BFF3FD92862F}" dt="2023-09-19T17:39:27.542" v="1466" actId="1076"/>
          <ac:spMkLst>
            <pc:docMk/>
            <pc:sldMk cId="2119774243" sldId="299"/>
            <ac:spMk id="767" creationId="{00000000-0000-0000-0000-000000000000}"/>
          </ac:spMkLst>
        </pc:spChg>
        <pc:spChg chg="mod">
          <ac:chgData name="Jayanthan" userId="e50148d90e98dd15" providerId="LiveId" clId="{3C56B576-E70D-416D-A7E7-BFF3FD92862F}" dt="2023-09-19T17:39:43.429" v="1468"/>
          <ac:spMkLst>
            <pc:docMk/>
            <pc:sldMk cId="2119774243" sldId="299"/>
            <ac:spMk id="905" creationId="{A59B7DA4-FE31-38F9-4835-18EBF0B8812C}"/>
          </ac:spMkLst>
        </pc:spChg>
        <pc:spChg chg="mod">
          <ac:chgData name="Jayanthan" userId="e50148d90e98dd15" providerId="LiveId" clId="{3C56B576-E70D-416D-A7E7-BFF3FD92862F}" dt="2023-09-19T17:39:43.429" v="1468"/>
          <ac:spMkLst>
            <pc:docMk/>
            <pc:sldMk cId="2119774243" sldId="299"/>
            <ac:spMk id="906" creationId="{85410294-23A6-2261-E57E-D4C1D8C2E7D2}"/>
          </ac:spMkLst>
        </pc:spChg>
        <pc:spChg chg="mod">
          <ac:chgData name="Jayanthan" userId="e50148d90e98dd15" providerId="LiveId" clId="{3C56B576-E70D-416D-A7E7-BFF3FD92862F}" dt="2023-09-19T17:39:43.429" v="1468"/>
          <ac:spMkLst>
            <pc:docMk/>
            <pc:sldMk cId="2119774243" sldId="299"/>
            <ac:spMk id="907" creationId="{7815749F-8D03-A24C-A576-1D28A42590AB}"/>
          </ac:spMkLst>
        </pc:spChg>
        <pc:spChg chg="mod">
          <ac:chgData name="Jayanthan" userId="e50148d90e98dd15" providerId="LiveId" clId="{3C56B576-E70D-416D-A7E7-BFF3FD92862F}" dt="2023-09-19T17:39:43.429" v="1468"/>
          <ac:spMkLst>
            <pc:docMk/>
            <pc:sldMk cId="2119774243" sldId="299"/>
            <ac:spMk id="908" creationId="{CD4E48D1-CE5C-2843-3E03-14D49F9B01DA}"/>
          </ac:spMkLst>
        </pc:spChg>
        <pc:spChg chg="mod">
          <ac:chgData name="Jayanthan" userId="e50148d90e98dd15" providerId="LiveId" clId="{3C56B576-E70D-416D-A7E7-BFF3FD92862F}" dt="2023-09-19T17:39:43.429" v="1468"/>
          <ac:spMkLst>
            <pc:docMk/>
            <pc:sldMk cId="2119774243" sldId="299"/>
            <ac:spMk id="909" creationId="{E0FF240A-B14A-B63E-DF93-DA12A8C36FAF}"/>
          </ac:spMkLst>
        </pc:spChg>
        <pc:spChg chg="mod">
          <ac:chgData name="Jayanthan" userId="e50148d90e98dd15" providerId="LiveId" clId="{3C56B576-E70D-416D-A7E7-BFF3FD92862F}" dt="2023-09-19T17:39:43.429" v="1468"/>
          <ac:spMkLst>
            <pc:docMk/>
            <pc:sldMk cId="2119774243" sldId="299"/>
            <ac:spMk id="910" creationId="{52AE7A39-6378-97E4-71B4-18CD992B4462}"/>
          </ac:spMkLst>
        </pc:spChg>
        <pc:spChg chg="mod">
          <ac:chgData name="Jayanthan" userId="e50148d90e98dd15" providerId="LiveId" clId="{3C56B576-E70D-416D-A7E7-BFF3FD92862F}" dt="2023-09-19T17:39:43.429" v="1468"/>
          <ac:spMkLst>
            <pc:docMk/>
            <pc:sldMk cId="2119774243" sldId="299"/>
            <ac:spMk id="911" creationId="{D1878B1B-FA89-B3FE-343C-7593896B3FE1}"/>
          </ac:spMkLst>
        </pc:spChg>
        <pc:spChg chg="mod">
          <ac:chgData name="Jayanthan" userId="e50148d90e98dd15" providerId="LiveId" clId="{3C56B576-E70D-416D-A7E7-BFF3FD92862F}" dt="2023-09-19T17:39:43.429" v="1468"/>
          <ac:spMkLst>
            <pc:docMk/>
            <pc:sldMk cId="2119774243" sldId="299"/>
            <ac:spMk id="912" creationId="{12F289F8-1E7D-5F9D-EB49-CEF292293AE3}"/>
          </ac:spMkLst>
        </pc:spChg>
        <pc:spChg chg="mod">
          <ac:chgData name="Jayanthan" userId="e50148d90e98dd15" providerId="LiveId" clId="{3C56B576-E70D-416D-A7E7-BFF3FD92862F}" dt="2023-09-19T17:39:43.429" v="1468"/>
          <ac:spMkLst>
            <pc:docMk/>
            <pc:sldMk cId="2119774243" sldId="299"/>
            <ac:spMk id="913" creationId="{EF4818E6-4E3A-08D7-2FA8-5A6D0827F05C}"/>
          </ac:spMkLst>
        </pc:spChg>
        <pc:spChg chg="mod">
          <ac:chgData name="Jayanthan" userId="e50148d90e98dd15" providerId="LiveId" clId="{3C56B576-E70D-416D-A7E7-BFF3FD92862F}" dt="2023-09-19T17:39:43.429" v="1468"/>
          <ac:spMkLst>
            <pc:docMk/>
            <pc:sldMk cId="2119774243" sldId="299"/>
            <ac:spMk id="914" creationId="{5D3B0E0D-CB58-B296-493B-DF2FAE08F53B}"/>
          </ac:spMkLst>
        </pc:spChg>
        <pc:spChg chg="mod">
          <ac:chgData name="Jayanthan" userId="e50148d90e98dd15" providerId="LiveId" clId="{3C56B576-E70D-416D-A7E7-BFF3FD92862F}" dt="2023-09-19T17:39:43.429" v="1468"/>
          <ac:spMkLst>
            <pc:docMk/>
            <pc:sldMk cId="2119774243" sldId="299"/>
            <ac:spMk id="915" creationId="{9083268A-7164-3D7F-3995-B05137F212D8}"/>
          </ac:spMkLst>
        </pc:spChg>
        <pc:spChg chg="mod">
          <ac:chgData name="Jayanthan" userId="e50148d90e98dd15" providerId="LiveId" clId="{3C56B576-E70D-416D-A7E7-BFF3FD92862F}" dt="2023-09-19T17:39:43.429" v="1468"/>
          <ac:spMkLst>
            <pc:docMk/>
            <pc:sldMk cId="2119774243" sldId="299"/>
            <ac:spMk id="916" creationId="{A48F376E-2CC5-9F27-30C2-B37D1144AD6D}"/>
          </ac:spMkLst>
        </pc:spChg>
        <pc:spChg chg="mod">
          <ac:chgData name="Jayanthan" userId="e50148d90e98dd15" providerId="LiveId" clId="{3C56B576-E70D-416D-A7E7-BFF3FD92862F}" dt="2023-09-19T17:39:43.429" v="1468"/>
          <ac:spMkLst>
            <pc:docMk/>
            <pc:sldMk cId="2119774243" sldId="299"/>
            <ac:spMk id="917" creationId="{62D1B975-E3CA-B440-8BE4-D5376BD9A0BD}"/>
          </ac:spMkLst>
        </pc:spChg>
        <pc:spChg chg="mod">
          <ac:chgData name="Jayanthan" userId="e50148d90e98dd15" providerId="LiveId" clId="{3C56B576-E70D-416D-A7E7-BFF3FD92862F}" dt="2023-09-19T17:39:43.429" v="1468"/>
          <ac:spMkLst>
            <pc:docMk/>
            <pc:sldMk cId="2119774243" sldId="299"/>
            <ac:spMk id="918" creationId="{4BCFCCDD-97AD-EA76-5465-F18D6A4F3A7E}"/>
          </ac:spMkLst>
        </pc:spChg>
        <pc:spChg chg="mod">
          <ac:chgData name="Jayanthan" userId="e50148d90e98dd15" providerId="LiveId" clId="{3C56B576-E70D-416D-A7E7-BFF3FD92862F}" dt="2023-09-19T17:39:43.429" v="1468"/>
          <ac:spMkLst>
            <pc:docMk/>
            <pc:sldMk cId="2119774243" sldId="299"/>
            <ac:spMk id="919" creationId="{215810A8-9068-A63D-2AC5-132CDB8DCD18}"/>
          </ac:spMkLst>
        </pc:spChg>
        <pc:spChg chg="mod">
          <ac:chgData name="Jayanthan" userId="e50148d90e98dd15" providerId="LiveId" clId="{3C56B576-E70D-416D-A7E7-BFF3FD92862F}" dt="2023-09-19T17:39:43.429" v="1468"/>
          <ac:spMkLst>
            <pc:docMk/>
            <pc:sldMk cId="2119774243" sldId="299"/>
            <ac:spMk id="920" creationId="{FCEA0231-D79C-93BC-8BF6-9423C48DD9FF}"/>
          </ac:spMkLst>
        </pc:spChg>
        <pc:spChg chg="mod">
          <ac:chgData name="Jayanthan" userId="e50148d90e98dd15" providerId="LiveId" clId="{3C56B576-E70D-416D-A7E7-BFF3FD92862F}" dt="2023-09-19T17:39:43.429" v="1468"/>
          <ac:spMkLst>
            <pc:docMk/>
            <pc:sldMk cId="2119774243" sldId="299"/>
            <ac:spMk id="921" creationId="{A76A6C36-89F6-274E-E066-29C749ECD7A5}"/>
          </ac:spMkLst>
        </pc:spChg>
        <pc:spChg chg="mod">
          <ac:chgData name="Jayanthan" userId="e50148d90e98dd15" providerId="LiveId" clId="{3C56B576-E70D-416D-A7E7-BFF3FD92862F}" dt="2023-09-19T17:39:43.429" v="1468"/>
          <ac:spMkLst>
            <pc:docMk/>
            <pc:sldMk cId="2119774243" sldId="299"/>
            <ac:spMk id="922" creationId="{DFF2A122-E2EF-9773-A6F5-15870ECB1A76}"/>
          </ac:spMkLst>
        </pc:spChg>
        <pc:spChg chg="mod">
          <ac:chgData name="Jayanthan" userId="e50148d90e98dd15" providerId="LiveId" clId="{3C56B576-E70D-416D-A7E7-BFF3FD92862F}" dt="2023-09-19T17:39:43.429" v="1468"/>
          <ac:spMkLst>
            <pc:docMk/>
            <pc:sldMk cId="2119774243" sldId="299"/>
            <ac:spMk id="923" creationId="{6F12D5D0-F191-6829-0E7D-F20DAC0665F5}"/>
          </ac:spMkLst>
        </pc:spChg>
        <pc:spChg chg="mod">
          <ac:chgData name="Jayanthan" userId="e50148d90e98dd15" providerId="LiveId" clId="{3C56B576-E70D-416D-A7E7-BFF3FD92862F}" dt="2023-09-19T17:39:43.429" v="1468"/>
          <ac:spMkLst>
            <pc:docMk/>
            <pc:sldMk cId="2119774243" sldId="299"/>
            <ac:spMk id="924" creationId="{D088A837-255C-48BA-2E21-68967F9F25ED}"/>
          </ac:spMkLst>
        </pc:spChg>
        <pc:spChg chg="mod">
          <ac:chgData name="Jayanthan" userId="e50148d90e98dd15" providerId="LiveId" clId="{3C56B576-E70D-416D-A7E7-BFF3FD92862F}" dt="2023-09-19T17:39:43.429" v="1468"/>
          <ac:spMkLst>
            <pc:docMk/>
            <pc:sldMk cId="2119774243" sldId="299"/>
            <ac:spMk id="925" creationId="{6FB6EBBC-43CE-7B53-35BE-6EFDD0403E67}"/>
          </ac:spMkLst>
        </pc:spChg>
        <pc:spChg chg="mod">
          <ac:chgData name="Jayanthan" userId="e50148d90e98dd15" providerId="LiveId" clId="{3C56B576-E70D-416D-A7E7-BFF3FD92862F}" dt="2023-09-19T17:39:43.429" v="1468"/>
          <ac:spMkLst>
            <pc:docMk/>
            <pc:sldMk cId="2119774243" sldId="299"/>
            <ac:spMk id="926" creationId="{631108A9-8639-C0A3-BB94-A773C1DF70BF}"/>
          </ac:spMkLst>
        </pc:spChg>
        <pc:spChg chg="mod">
          <ac:chgData name="Jayanthan" userId="e50148d90e98dd15" providerId="LiveId" clId="{3C56B576-E70D-416D-A7E7-BFF3FD92862F}" dt="2023-09-19T17:39:43.429" v="1468"/>
          <ac:spMkLst>
            <pc:docMk/>
            <pc:sldMk cId="2119774243" sldId="299"/>
            <ac:spMk id="927" creationId="{71386029-F728-EAFB-BAE0-98546B742913}"/>
          </ac:spMkLst>
        </pc:spChg>
        <pc:spChg chg="mod">
          <ac:chgData name="Jayanthan" userId="e50148d90e98dd15" providerId="LiveId" clId="{3C56B576-E70D-416D-A7E7-BFF3FD92862F}" dt="2023-09-19T17:39:43.429" v="1468"/>
          <ac:spMkLst>
            <pc:docMk/>
            <pc:sldMk cId="2119774243" sldId="299"/>
            <ac:spMk id="928" creationId="{9DE12C95-217A-7407-EB91-F2F1715C3103}"/>
          </ac:spMkLst>
        </pc:spChg>
        <pc:spChg chg="mod">
          <ac:chgData name="Jayanthan" userId="e50148d90e98dd15" providerId="LiveId" clId="{3C56B576-E70D-416D-A7E7-BFF3FD92862F}" dt="2023-09-19T17:39:43.429" v="1468"/>
          <ac:spMkLst>
            <pc:docMk/>
            <pc:sldMk cId="2119774243" sldId="299"/>
            <ac:spMk id="929" creationId="{452B2538-5ECF-6A72-7C5B-6C54B1464D39}"/>
          </ac:spMkLst>
        </pc:spChg>
        <pc:spChg chg="mod">
          <ac:chgData name="Jayanthan" userId="e50148d90e98dd15" providerId="LiveId" clId="{3C56B576-E70D-416D-A7E7-BFF3FD92862F}" dt="2023-09-19T17:39:43.429" v="1468"/>
          <ac:spMkLst>
            <pc:docMk/>
            <pc:sldMk cId="2119774243" sldId="299"/>
            <ac:spMk id="930" creationId="{4F16BE56-8419-279A-911B-6B65F9D653E4}"/>
          </ac:spMkLst>
        </pc:spChg>
        <pc:spChg chg="mod">
          <ac:chgData name="Jayanthan" userId="e50148d90e98dd15" providerId="LiveId" clId="{3C56B576-E70D-416D-A7E7-BFF3FD92862F}" dt="2023-09-19T17:39:43.429" v="1468"/>
          <ac:spMkLst>
            <pc:docMk/>
            <pc:sldMk cId="2119774243" sldId="299"/>
            <ac:spMk id="931" creationId="{F133B993-13A6-A01E-4DC3-D814B04CABD9}"/>
          </ac:spMkLst>
        </pc:spChg>
        <pc:spChg chg="mod">
          <ac:chgData name="Jayanthan" userId="e50148d90e98dd15" providerId="LiveId" clId="{3C56B576-E70D-416D-A7E7-BFF3FD92862F}" dt="2023-09-19T17:39:43.429" v="1468"/>
          <ac:spMkLst>
            <pc:docMk/>
            <pc:sldMk cId="2119774243" sldId="299"/>
            <ac:spMk id="932" creationId="{64238BFE-A599-B638-52F8-5B919D69D514}"/>
          </ac:spMkLst>
        </pc:spChg>
        <pc:spChg chg="mod">
          <ac:chgData name="Jayanthan" userId="e50148d90e98dd15" providerId="LiveId" clId="{3C56B576-E70D-416D-A7E7-BFF3FD92862F}" dt="2023-09-19T17:39:43.429" v="1468"/>
          <ac:spMkLst>
            <pc:docMk/>
            <pc:sldMk cId="2119774243" sldId="299"/>
            <ac:spMk id="933" creationId="{9D463F70-D842-7B16-1266-637BA03F6817}"/>
          </ac:spMkLst>
        </pc:spChg>
        <pc:spChg chg="mod">
          <ac:chgData name="Jayanthan" userId="e50148d90e98dd15" providerId="LiveId" clId="{3C56B576-E70D-416D-A7E7-BFF3FD92862F}" dt="2023-09-19T17:39:43.429" v="1468"/>
          <ac:spMkLst>
            <pc:docMk/>
            <pc:sldMk cId="2119774243" sldId="299"/>
            <ac:spMk id="934" creationId="{E08D0FF5-83FC-6D59-6EAD-F90979486325}"/>
          </ac:spMkLst>
        </pc:spChg>
        <pc:spChg chg="mod">
          <ac:chgData name="Jayanthan" userId="e50148d90e98dd15" providerId="LiveId" clId="{3C56B576-E70D-416D-A7E7-BFF3FD92862F}" dt="2023-09-19T17:39:43.429" v="1468"/>
          <ac:spMkLst>
            <pc:docMk/>
            <pc:sldMk cId="2119774243" sldId="299"/>
            <ac:spMk id="935" creationId="{9817D967-2711-43F1-D167-37089362FB4C}"/>
          </ac:spMkLst>
        </pc:spChg>
        <pc:spChg chg="mod">
          <ac:chgData name="Jayanthan" userId="e50148d90e98dd15" providerId="LiveId" clId="{3C56B576-E70D-416D-A7E7-BFF3FD92862F}" dt="2023-09-19T17:39:43.429" v="1468"/>
          <ac:spMkLst>
            <pc:docMk/>
            <pc:sldMk cId="2119774243" sldId="299"/>
            <ac:spMk id="936" creationId="{57822BD6-6AD2-1BEE-5419-698783906404}"/>
          </ac:spMkLst>
        </pc:spChg>
        <pc:spChg chg="mod">
          <ac:chgData name="Jayanthan" userId="e50148d90e98dd15" providerId="LiveId" clId="{3C56B576-E70D-416D-A7E7-BFF3FD92862F}" dt="2023-09-19T17:39:43.429" v="1468"/>
          <ac:spMkLst>
            <pc:docMk/>
            <pc:sldMk cId="2119774243" sldId="299"/>
            <ac:spMk id="937" creationId="{83009B20-C7B7-0983-D66E-B75BBD3F453C}"/>
          </ac:spMkLst>
        </pc:spChg>
        <pc:spChg chg="mod">
          <ac:chgData name="Jayanthan" userId="e50148d90e98dd15" providerId="LiveId" clId="{3C56B576-E70D-416D-A7E7-BFF3FD92862F}" dt="2023-09-19T17:39:43.429" v="1468"/>
          <ac:spMkLst>
            <pc:docMk/>
            <pc:sldMk cId="2119774243" sldId="299"/>
            <ac:spMk id="938" creationId="{33B83C9D-1FA3-D31F-CF1C-02E342B9BAB8}"/>
          </ac:spMkLst>
        </pc:spChg>
        <pc:spChg chg="mod">
          <ac:chgData name="Jayanthan" userId="e50148d90e98dd15" providerId="LiveId" clId="{3C56B576-E70D-416D-A7E7-BFF3FD92862F}" dt="2023-09-19T17:39:43.429" v="1468"/>
          <ac:spMkLst>
            <pc:docMk/>
            <pc:sldMk cId="2119774243" sldId="299"/>
            <ac:spMk id="939" creationId="{580082F2-A058-3500-5DE6-6F0EB0C6071E}"/>
          </ac:spMkLst>
        </pc:spChg>
        <pc:spChg chg="mod">
          <ac:chgData name="Jayanthan" userId="e50148d90e98dd15" providerId="LiveId" clId="{3C56B576-E70D-416D-A7E7-BFF3FD92862F}" dt="2023-09-19T17:39:43.429" v="1468"/>
          <ac:spMkLst>
            <pc:docMk/>
            <pc:sldMk cId="2119774243" sldId="299"/>
            <ac:spMk id="940" creationId="{189D02F3-1F9D-7B20-D420-D440F79EDF9F}"/>
          </ac:spMkLst>
        </pc:spChg>
        <pc:spChg chg="mod">
          <ac:chgData name="Jayanthan" userId="e50148d90e98dd15" providerId="LiveId" clId="{3C56B576-E70D-416D-A7E7-BFF3FD92862F}" dt="2023-09-19T17:39:43.429" v="1468"/>
          <ac:spMkLst>
            <pc:docMk/>
            <pc:sldMk cId="2119774243" sldId="299"/>
            <ac:spMk id="941" creationId="{BD5FECB9-7F45-7648-4F71-59AAB8A64955}"/>
          </ac:spMkLst>
        </pc:spChg>
        <pc:spChg chg="mod">
          <ac:chgData name="Jayanthan" userId="e50148d90e98dd15" providerId="LiveId" clId="{3C56B576-E70D-416D-A7E7-BFF3FD92862F}" dt="2023-09-19T17:39:43.429" v="1468"/>
          <ac:spMkLst>
            <pc:docMk/>
            <pc:sldMk cId="2119774243" sldId="299"/>
            <ac:spMk id="942" creationId="{9AB25716-D7D3-6E1F-A39C-0AF5D8E516BF}"/>
          </ac:spMkLst>
        </pc:spChg>
        <pc:spChg chg="mod">
          <ac:chgData name="Jayanthan" userId="e50148d90e98dd15" providerId="LiveId" clId="{3C56B576-E70D-416D-A7E7-BFF3FD92862F}" dt="2023-09-19T17:39:43.429" v="1468"/>
          <ac:spMkLst>
            <pc:docMk/>
            <pc:sldMk cId="2119774243" sldId="299"/>
            <ac:spMk id="943" creationId="{DD437ECC-CD9E-CC34-21BD-A42DA8395BFD}"/>
          </ac:spMkLst>
        </pc:spChg>
        <pc:spChg chg="mod">
          <ac:chgData name="Jayanthan" userId="e50148d90e98dd15" providerId="LiveId" clId="{3C56B576-E70D-416D-A7E7-BFF3FD92862F}" dt="2023-09-19T17:39:43.429" v="1468"/>
          <ac:spMkLst>
            <pc:docMk/>
            <pc:sldMk cId="2119774243" sldId="299"/>
            <ac:spMk id="944" creationId="{404C19CF-A65B-5282-0EF4-11D52652494F}"/>
          </ac:spMkLst>
        </pc:spChg>
        <pc:spChg chg="mod">
          <ac:chgData name="Jayanthan" userId="e50148d90e98dd15" providerId="LiveId" clId="{3C56B576-E70D-416D-A7E7-BFF3FD92862F}" dt="2023-09-19T17:39:43.429" v="1468"/>
          <ac:spMkLst>
            <pc:docMk/>
            <pc:sldMk cId="2119774243" sldId="299"/>
            <ac:spMk id="945" creationId="{93D33713-44E9-2A50-C9F0-DA8055C79C24}"/>
          </ac:spMkLst>
        </pc:spChg>
        <pc:spChg chg="mod">
          <ac:chgData name="Jayanthan" userId="e50148d90e98dd15" providerId="LiveId" clId="{3C56B576-E70D-416D-A7E7-BFF3FD92862F}" dt="2023-09-19T17:39:43.429" v="1468"/>
          <ac:spMkLst>
            <pc:docMk/>
            <pc:sldMk cId="2119774243" sldId="299"/>
            <ac:spMk id="946" creationId="{8DF53A5A-26F6-F102-FAAB-6C7BD718FF2B}"/>
          </ac:spMkLst>
        </pc:spChg>
        <pc:spChg chg="mod">
          <ac:chgData name="Jayanthan" userId="e50148d90e98dd15" providerId="LiveId" clId="{3C56B576-E70D-416D-A7E7-BFF3FD92862F}" dt="2023-09-19T17:39:43.429" v="1468"/>
          <ac:spMkLst>
            <pc:docMk/>
            <pc:sldMk cId="2119774243" sldId="299"/>
            <ac:spMk id="947" creationId="{6B6CA991-4A5E-D346-B8F9-25C29BDB5F4E}"/>
          </ac:spMkLst>
        </pc:spChg>
        <pc:spChg chg="mod">
          <ac:chgData name="Jayanthan" userId="e50148d90e98dd15" providerId="LiveId" clId="{3C56B576-E70D-416D-A7E7-BFF3FD92862F}" dt="2023-09-19T17:39:43.429" v="1468"/>
          <ac:spMkLst>
            <pc:docMk/>
            <pc:sldMk cId="2119774243" sldId="299"/>
            <ac:spMk id="948" creationId="{49F60595-2749-900A-2026-0B4DC8057939}"/>
          </ac:spMkLst>
        </pc:spChg>
        <pc:spChg chg="mod">
          <ac:chgData name="Jayanthan" userId="e50148d90e98dd15" providerId="LiveId" clId="{3C56B576-E70D-416D-A7E7-BFF3FD92862F}" dt="2023-09-19T17:39:43.429" v="1468"/>
          <ac:spMkLst>
            <pc:docMk/>
            <pc:sldMk cId="2119774243" sldId="299"/>
            <ac:spMk id="949" creationId="{531D4F1F-9AC5-3C14-3CC4-0DA5A5FF0538}"/>
          </ac:spMkLst>
        </pc:spChg>
        <pc:spChg chg="mod">
          <ac:chgData name="Jayanthan" userId="e50148d90e98dd15" providerId="LiveId" clId="{3C56B576-E70D-416D-A7E7-BFF3FD92862F}" dt="2023-09-19T17:39:43.429" v="1468"/>
          <ac:spMkLst>
            <pc:docMk/>
            <pc:sldMk cId="2119774243" sldId="299"/>
            <ac:spMk id="950" creationId="{6A684978-A6D1-323F-A2AC-8E361C7B1D4D}"/>
          </ac:spMkLst>
        </pc:spChg>
        <pc:spChg chg="mod">
          <ac:chgData name="Jayanthan" userId="e50148d90e98dd15" providerId="LiveId" clId="{3C56B576-E70D-416D-A7E7-BFF3FD92862F}" dt="2023-09-19T17:39:43.429" v="1468"/>
          <ac:spMkLst>
            <pc:docMk/>
            <pc:sldMk cId="2119774243" sldId="299"/>
            <ac:spMk id="951" creationId="{9DF1F933-44D6-5FF3-1E7B-50337DBCB92D}"/>
          </ac:spMkLst>
        </pc:spChg>
        <pc:spChg chg="mod">
          <ac:chgData name="Jayanthan" userId="e50148d90e98dd15" providerId="LiveId" clId="{3C56B576-E70D-416D-A7E7-BFF3FD92862F}" dt="2023-09-19T17:39:43.429" v="1468"/>
          <ac:spMkLst>
            <pc:docMk/>
            <pc:sldMk cId="2119774243" sldId="299"/>
            <ac:spMk id="952" creationId="{AFDCCCBF-27A9-7B5F-7354-B5CA7763B29E}"/>
          </ac:spMkLst>
        </pc:spChg>
        <pc:spChg chg="mod">
          <ac:chgData name="Jayanthan" userId="e50148d90e98dd15" providerId="LiveId" clId="{3C56B576-E70D-416D-A7E7-BFF3FD92862F}" dt="2023-09-19T17:39:43.429" v="1468"/>
          <ac:spMkLst>
            <pc:docMk/>
            <pc:sldMk cId="2119774243" sldId="299"/>
            <ac:spMk id="953" creationId="{2B3206C3-B034-29C4-6EA0-8C3C65614105}"/>
          </ac:spMkLst>
        </pc:spChg>
        <pc:spChg chg="mod">
          <ac:chgData name="Jayanthan" userId="e50148d90e98dd15" providerId="LiveId" clId="{3C56B576-E70D-416D-A7E7-BFF3FD92862F}" dt="2023-09-19T17:39:43.429" v="1468"/>
          <ac:spMkLst>
            <pc:docMk/>
            <pc:sldMk cId="2119774243" sldId="299"/>
            <ac:spMk id="954" creationId="{F61DD9EE-0AD5-92F7-B9F2-591E7271F2F6}"/>
          </ac:spMkLst>
        </pc:spChg>
        <pc:spChg chg="mod">
          <ac:chgData name="Jayanthan" userId="e50148d90e98dd15" providerId="LiveId" clId="{3C56B576-E70D-416D-A7E7-BFF3FD92862F}" dt="2023-09-19T17:39:43.429" v="1468"/>
          <ac:spMkLst>
            <pc:docMk/>
            <pc:sldMk cId="2119774243" sldId="299"/>
            <ac:spMk id="955" creationId="{6AB2E647-BF0E-51B3-1DC7-42133049992E}"/>
          </ac:spMkLst>
        </pc:spChg>
        <pc:spChg chg="mod">
          <ac:chgData name="Jayanthan" userId="e50148d90e98dd15" providerId="LiveId" clId="{3C56B576-E70D-416D-A7E7-BFF3FD92862F}" dt="2023-09-19T17:39:43.429" v="1468"/>
          <ac:spMkLst>
            <pc:docMk/>
            <pc:sldMk cId="2119774243" sldId="299"/>
            <ac:spMk id="956" creationId="{E787CE0C-8C4C-9838-C2E4-2C95257C41EC}"/>
          </ac:spMkLst>
        </pc:spChg>
        <pc:spChg chg="mod">
          <ac:chgData name="Jayanthan" userId="e50148d90e98dd15" providerId="LiveId" clId="{3C56B576-E70D-416D-A7E7-BFF3FD92862F}" dt="2023-09-19T17:39:43.429" v="1468"/>
          <ac:spMkLst>
            <pc:docMk/>
            <pc:sldMk cId="2119774243" sldId="299"/>
            <ac:spMk id="957" creationId="{AE575289-9067-7390-FB66-12E4D57253E7}"/>
          </ac:spMkLst>
        </pc:spChg>
        <pc:spChg chg="mod">
          <ac:chgData name="Jayanthan" userId="e50148d90e98dd15" providerId="LiveId" clId="{3C56B576-E70D-416D-A7E7-BFF3FD92862F}" dt="2023-09-19T17:39:43.429" v="1468"/>
          <ac:spMkLst>
            <pc:docMk/>
            <pc:sldMk cId="2119774243" sldId="299"/>
            <ac:spMk id="958" creationId="{271E008D-6235-8190-F557-603D9711E350}"/>
          </ac:spMkLst>
        </pc:spChg>
        <pc:spChg chg="mod">
          <ac:chgData name="Jayanthan" userId="e50148d90e98dd15" providerId="LiveId" clId="{3C56B576-E70D-416D-A7E7-BFF3FD92862F}" dt="2023-09-19T17:39:43.429" v="1468"/>
          <ac:spMkLst>
            <pc:docMk/>
            <pc:sldMk cId="2119774243" sldId="299"/>
            <ac:spMk id="959" creationId="{B03BD0BF-4016-D2E0-D585-83BF307CB617}"/>
          </ac:spMkLst>
        </pc:spChg>
        <pc:grpChg chg="add mod">
          <ac:chgData name="Jayanthan" userId="e50148d90e98dd15" providerId="LiveId" clId="{3C56B576-E70D-416D-A7E7-BFF3FD92862F}" dt="2023-09-19T17:40:00.010" v="1471" actId="1076"/>
          <ac:grpSpMkLst>
            <pc:docMk/>
            <pc:sldMk cId="2119774243" sldId="299"/>
            <ac:grpSpMk id="2" creationId="{6C6C84E0-743F-6065-E16A-B80304EB5EFB}"/>
          </ac:grpSpMkLst>
        </pc:grpChg>
        <pc:grpChg chg="mod">
          <ac:chgData name="Jayanthan" userId="e50148d90e98dd15" providerId="LiveId" clId="{3C56B576-E70D-416D-A7E7-BFF3FD92862F}" dt="2023-09-19T17:39:43.429" v="1468"/>
          <ac:grpSpMkLst>
            <pc:docMk/>
            <pc:sldMk cId="2119774243" sldId="299"/>
            <ac:grpSpMk id="3" creationId="{721685A4-19B9-6069-1B52-EF85B912E286}"/>
          </ac:grpSpMkLst>
        </pc:grpChg>
        <pc:grpChg chg="mod">
          <ac:chgData name="Jayanthan" userId="e50148d90e98dd15" providerId="LiveId" clId="{3C56B576-E70D-416D-A7E7-BFF3FD92862F}" dt="2023-09-19T17:39:43.429" v="1468"/>
          <ac:grpSpMkLst>
            <pc:docMk/>
            <pc:sldMk cId="2119774243" sldId="299"/>
            <ac:grpSpMk id="4" creationId="{15678109-4EC2-C87C-4FFC-0906E2FD4138}"/>
          </ac:grpSpMkLst>
        </pc:grpChg>
        <pc:grpChg chg="mod">
          <ac:chgData name="Jayanthan" userId="e50148d90e98dd15" providerId="LiveId" clId="{3C56B576-E70D-416D-A7E7-BFF3FD92862F}" dt="2023-09-19T17:39:43.429" v="1468"/>
          <ac:grpSpMkLst>
            <pc:docMk/>
            <pc:sldMk cId="2119774243" sldId="299"/>
            <ac:grpSpMk id="5" creationId="{15F0BB00-ECB1-A0EA-3B82-6FA22E2C8CF3}"/>
          </ac:grpSpMkLst>
        </pc:grpChg>
        <pc:grpChg chg="mod">
          <ac:chgData name="Jayanthan" userId="e50148d90e98dd15" providerId="LiveId" clId="{3C56B576-E70D-416D-A7E7-BFF3FD92862F}" dt="2023-09-19T17:39:43.429" v="1468"/>
          <ac:grpSpMkLst>
            <pc:docMk/>
            <pc:sldMk cId="2119774243" sldId="299"/>
            <ac:grpSpMk id="6" creationId="{240861B7-AEAF-516D-8A21-32633FBAFDEF}"/>
          </ac:grpSpMkLst>
        </pc:grpChg>
        <pc:grpChg chg="mod">
          <ac:chgData name="Jayanthan" userId="e50148d90e98dd15" providerId="LiveId" clId="{3C56B576-E70D-416D-A7E7-BFF3FD92862F}" dt="2023-09-19T17:39:43.429" v="1468"/>
          <ac:grpSpMkLst>
            <pc:docMk/>
            <pc:sldMk cId="2119774243" sldId="299"/>
            <ac:grpSpMk id="7" creationId="{EF2DCA05-6A51-52D0-4535-0A0E25F462DF}"/>
          </ac:grpSpMkLst>
        </pc:grpChg>
        <pc:grpChg chg="del mod">
          <ac:chgData name="Jayanthan" userId="e50148d90e98dd15" providerId="LiveId" clId="{3C56B576-E70D-416D-A7E7-BFF3FD92862F}" dt="2023-09-19T17:39:10.576" v="1462" actId="478"/>
          <ac:grpSpMkLst>
            <pc:docMk/>
            <pc:sldMk cId="2119774243" sldId="299"/>
            <ac:grpSpMk id="772" creationId="{00000000-0000-0000-0000-000000000000}"/>
          </ac:grpSpMkLst>
        </pc:grpChg>
        <pc:grpChg chg="mod">
          <ac:chgData name="Jayanthan" userId="e50148d90e98dd15" providerId="LiveId" clId="{3C56B576-E70D-416D-A7E7-BFF3FD92862F}" dt="2023-09-19T17:39:19.752" v="1464" actId="1076"/>
          <ac:grpSpMkLst>
            <pc:docMk/>
            <pc:sldMk cId="2119774243" sldId="299"/>
            <ac:grpSpMk id="902" creationId="{00000000-0000-0000-0000-000000000000}"/>
          </ac:grpSpMkLst>
        </pc:grpChg>
      </pc:sldChg>
      <pc:sldChg chg="addSp delSp modSp add mod ord modTransition">
        <pc:chgData name="Jayanthan" userId="e50148d90e98dd15" providerId="LiveId" clId="{3C56B576-E70D-416D-A7E7-BFF3FD92862F}" dt="2023-09-20T01:21:42.949" v="2553"/>
        <pc:sldMkLst>
          <pc:docMk/>
          <pc:sldMk cId="2822845013" sldId="300"/>
        </pc:sldMkLst>
        <pc:spChg chg="add mod">
          <ac:chgData name="Jayanthan" userId="e50148d90e98dd15" providerId="LiveId" clId="{3C56B576-E70D-416D-A7E7-BFF3FD92862F}" dt="2023-09-20T01:00:15.513" v="1865" actId="1035"/>
          <ac:spMkLst>
            <pc:docMk/>
            <pc:sldMk cId="2822845013" sldId="300"/>
            <ac:spMk id="3" creationId="{468F7483-101D-52A3-8DA2-99BD07A09B7D}"/>
          </ac:spMkLst>
        </pc:spChg>
        <pc:spChg chg="add mod">
          <ac:chgData name="Jayanthan" userId="e50148d90e98dd15" providerId="LiveId" clId="{3C56B576-E70D-416D-A7E7-BFF3FD92862F}" dt="2023-09-20T01:07:05.163" v="2111" actId="1076"/>
          <ac:spMkLst>
            <pc:docMk/>
            <pc:sldMk cId="2822845013" sldId="300"/>
            <ac:spMk id="4" creationId="{845DE863-3ADB-5078-8A33-5A932A98DBA6}"/>
          </ac:spMkLst>
        </pc:spChg>
        <pc:spChg chg="add mod">
          <ac:chgData name="Jayanthan" userId="e50148d90e98dd15" providerId="LiveId" clId="{3C56B576-E70D-416D-A7E7-BFF3FD92862F}" dt="2023-09-20T01:07:01.631" v="2110" actId="1076"/>
          <ac:spMkLst>
            <pc:docMk/>
            <pc:sldMk cId="2822845013" sldId="300"/>
            <ac:spMk id="6" creationId="{1C1F79E2-B43B-CD8C-0880-18761FD4BE64}"/>
          </ac:spMkLst>
        </pc:spChg>
        <pc:spChg chg="add mod">
          <ac:chgData name="Jayanthan" userId="e50148d90e98dd15" providerId="LiveId" clId="{3C56B576-E70D-416D-A7E7-BFF3FD92862F}" dt="2023-09-20T00:58:15.023" v="1825" actId="208"/>
          <ac:spMkLst>
            <pc:docMk/>
            <pc:sldMk cId="2822845013" sldId="300"/>
            <ac:spMk id="7" creationId="{D39385A5-6A7B-33E3-501C-3B18AAAB8216}"/>
          </ac:spMkLst>
        </pc:spChg>
        <pc:spChg chg="add mod">
          <ac:chgData name="Jayanthan" userId="e50148d90e98dd15" providerId="LiveId" clId="{3C56B576-E70D-416D-A7E7-BFF3FD92862F}" dt="2023-09-20T01:00:00.604" v="1857" actId="20577"/>
          <ac:spMkLst>
            <pc:docMk/>
            <pc:sldMk cId="2822845013" sldId="300"/>
            <ac:spMk id="8" creationId="{E54A89BC-DE90-F5AC-FE2F-1EA91A7CE90C}"/>
          </ac:spMkLst>
        </pc:spChg>
        <pc:spChg chg="add mod">
          <ac:chgData name="Jayanthan" userId="e50148d90e98dd15" providerId="LiveId" clId="{3C56B576-E70D-416D-A7E7-BFF3FD92862F}" dt="2023-09-20T00:58:55.849" v="1837" actId="20577"/>
          <ac:spMkLst>
            <pc:docMk/>
            <pc:sldMk cId="2822845013" sldId="300"/>
            <ac:spMk id="9" creationId="{92F33136-FCAE-D288-47DA-131C20A884D6}"/>
          </ac:spMkLst>
        </pc:spChg>
        <pc:spChg chg="add del mod">
          <ac:chgData name="Jayanthan" userId="e50148d90e98dd15" providerId="LiveId" clId="{3C56B576-E70D-416D-A7E7-BFF3FD92862F}" dt="2023-09-20T00:58:38.577" v="1828" actId="21"/>
          <ac:spMkLst>
            <pc:docMk/>
            <pc:sldMk cId="2822845013" sldId="300"/>
            <ac:spMk id="12" creationId="{028570E0-A5C9-C703-902B-C950E0BAEFAA}"/>
          </ac:spMkLst>
        </pc:spChg>
        <pc:picChg chg="del">
          <ac:chgData name="Jayanthan" userId="e50148d90e98dd15" providerId="LiveId" clId="{3C56B576-E70D-416D-A7E7-BFF3FD92862F}" dt="2023-09-19T17:41:11.742" v="1478" actId="478"/>
          <ac:picMkLst>
            <pc:docMk/>
            <pc:sldMk cId="2822845013" sldId="300"/>
            <ac:picMk id="4" creationId="{2FC2BA0C-B648-3E31-8D78-54FFDC3D97F3}"/>
          </ac:picMkLst>
        </pc:picChg>
        <pc:cxnChg chg="add mod">
          <ac:chgData name="Jayanthan" userId="e50148d90e98dd15" providerId="LiveId" clId="{3C56B576-E70D-416D-A7E7-BFF3FD92862F}" dt="2023-09-20T00:58:10.419" v="1824" actId="13822"/>
          <ac:cxnSpMkLst>
            <pc:docMk/>
            <pc:sldMk cId="2822845013" sldId="300"/>
            <ac:cxnSpMk id="11" creationId="{4A70B037-1A7B-5B18-8E1A-E35CEA85A830}"/>
          </ac:cxnSpMkLst>
        </pc:cxnChg>
        <pc:cxnChg chg="add mod">
          <ac:chgData name="Jayanthan" userId="e50148d90e98dd15" providerId="LiveId" clId="{3C56B576-E70D-416D-A7E7-BFF3FD92862F}" dt="2023-09-20T00:59:24.340" v="1844" actId="14100"/>
          <ac:cxnSpMkLst>
            <pc:docMk/>
            <pc:sldMk cId="2822845013" sldId="300"/>
            <ac:cxnSpMk id="13" creationId="{5B66D8CD-7BB3-291E-9F85-8650B1E89285}"/>
          </ac:cxnSpMkLst>
        </pc:cxnChg>
        <pc:cxnChg chg="add mod">
          <ac:chgData name="Jayanthan" userId="e50148d90e98dd15" providerId="LiveId" clId="{3C56B576-E70D-416D-A7E7-BFF3FD92862F}" dt="2023-09-20T00:59:42.078" v="1847" actId="14100"/>
          <ac:cxnSpMkLst>
            <pc:docMk/>
            <pc:sldMk cId="2822845013" sldId="300"/>
            <ac:cxnSpMk id="16" creationId="{18849E07-727C-6CEE-CB10-1E953EB87B38}"/>
          </ac:cxnSpMkLst>
        </pc:cxnChg>
      </pc:sldChg>
      <pc:sldChg chg="addSp delSp modSp add mod ord modTransition">
        <pc:chgData name="Jayanthan" userId="e50148d90e98dd15" providerId="LiveId" clId="{3C56B576-E70D-416D-A7E7-BFF3FD92862F}" dt="2023-09-20T01:21:46.376" v="2554"/>
        <pc:sldMkLst>
          <pc:docMk/>
          <pc:sldMk cId="3022585124" sldId="301"/>
        </pc:sldMkLst>
        <pc:spChg chg="del">
          <ac:chgData name="Jayanthan" userId="e50148d90e98dd15" providerId="LiveId" clId="{3C56B576-E70D-416D-A7E7-BFF3FD92862F}" dt="2023-09-19T17:41:18.402" v="1480" actId="478"/>
          <ac:spMkLst>
            <pc:docMk/>
            <pc:sldMk cId="3022585124" sldId="301"/>
            <ac:spMk id="2" creationId="{0E8247DF-6A0D-E840-41A2-27123C2946EB}"/>
          </ac:spMkLst>
        </pc:spChg>
        <pc:spChg chg="add mod">
          <ac:chgData name="Jayanthan" userId="e50148d90e98dd15" providerId="LiveId" clId="{3C56B576-E70D-416D-A7E7-BFF3FD92862F}" dt="2023-09-20T01:06:07.402" v="2089" actId="1076"/>
          <ac:spMkLst>
            <pc:docMk/>
            <pc:sldMk cId="3022585124" sldId="301"/>
            <ac:spMk id="3" creationId="{233A063A-59F3-93B9-7D14-2DC415B5F219}"/>
          </ac:spMkLst>
        </pc:spChg>
        <pc:spChg chg="add mod">
          <ac:chgData name="Jayanthan" userId="e50148d90e98dd15" providerId="LiveId" clId="{3C56B576-E70D-416D-A7E7-BFF3FD92862F}" dt="2023-09-20T01:07:10.260" v="2112" actId="207"/>
          <ac:spMkLst>
            <pc:docMk/>
            <pc:sldMk cId="3022585124" sldId="301"/>
            <ac:spMk id="5" creationId="{A069D49B-96F5-98A1-C171-54A251E619AC}"/>
          </ac:spMkLst>
        </pc:spChg>
        <pc:spChg chg="add mod">
          <ac:chgData name="Jayanthan" userId="e50148d90e98dd15" providerId="LiveId" clId="{3C56B576-E70D-416D-A7E7-BFF3FD92862F}" dt="2023-09-20T01:05:35.136" v="2076" actId="1076"/>
          <ac:spMkLst>
            <pc:docMk/>
            <pc:sldMk cId="3022585124" sldId="301"/>
            <ac:spMk id="6" creationId="{0AADC84F-083F-5744-A701-3005BFB73C96}"/>
          </ac:spMkLst>
        </pc:spChg>
        <pc:spChg chg="del">
          <ac:chgData name="Jayanthan" userId="e50148d90e98dd15" providerId="LiveId" clId="{3C56B576-E70D-416D-A7E7-BFF3FD92862F}" dt="2023-09-20T01:04:41.283" v="2067" actId="478"/>
          <ac:spMkLst>
            <pc:docMk/>
            <pc:sldMk cId="3022585124" sldId="301"/>
            <ac:spMk id="19" creationId="{C2C29F3A-7C3F-FE0A-35B5-33A5B3A2A379}"/>
          </ac:spMkLst>
        </pc:spChg>
      </pc:sldChg>
      <pc:sldChg chg="addSp delSp modSp add mod modTransition modClrScheme chgLayout">
        <pc:chgData name="Jayanthan" userId="e50148d90e98dd15" providerId="LiveId" clId="{3C56B576-E70D-416D-A7E7-BFF3FD92862F}" dt="2023-09-20T01:21:59.008" v="2555"/>
        <pc:sldMkLst>
          <pc:docMk/>
          <pc:sldMk cId="4225323866" sldId="302"/>
        </pc:sldMkLst>
        <pc:spChg chg="add del mod ord">
          <ac:chgData name="Jayanthan" userId="e50148d90e98dd15" providerId="LiveId" clId="{3C56B576-E70D-416D-A7E7-BFF3FD92862F}" dt="2023-09-20T01:11:46.867" v="2263" actId="700"/>
          <ac:spMkLst>
            <pc:docMk/>
            <pc:sldMk cId="4225323866" sldId="302"/>
            <ac:spMk id="4" creationId="{BEB1F3CE-511F-5BBD-CE85-73B6198E1DCD}"/>
          </ac:spMkLst>
        </pc:spChg>
        <pc:spChg chg="add del mod ord">
          <ac:chgData name="Jayanthan" userId="e50148d90e98dd15" providerId="LiveId" clId="{3C56B576-E70D-416D-A7E7-BFF3FD92862F}" dt="2023-09-20T01:11:46.867" v="2263" actId="700"/>
          <ac:spMkLst>
            <pc:docMk/>
            <pc:sldMk cId="4225323866" sldId="302"/>
            <ac:spMk id="5" creationId="{CBE254C8-FDC4-E65E-2826-BE3CE2E4A91B}"/>
          </ac:spMkLst>
        </pc:spChg>
        <pc:graphicFrameChg chg="add del modGraphic">
          <ac:chgData name="Jayanthan" userId="e50148d90e98dd15" providerId="LiveId" clId="{3C56B576-E70D-416D-A7E7-BFF3FD92862F}" dt="2023-09-20T01:07:54.185" v="2122" actId="3680"/>
          <ac:graphicFrameMkLst>
            <pc:docMk/>
            <pc:sldMk cId="4225323866" sldId="302"/>
            <ac:graphicFrameMk id="2" creationId="{E48669F1-0C99-811B-FF76-3AA40AACEDD3}"/>
          </ac:graphicFrameMkLst>
        </pc:graphicFrameChg>
        <pc:graphicFrameChg chg="add mod modGraphic">
          <ac:chgData name="Jayanthan" userId="e50148d90e98dd15" providerId="LiveId" clId="{3C56B576-E70D-416D-A7E7-BFF3FD92862F}" dt="2023-09-20T01:11:32.459" v="2261" actId="207"/>
          <ac:graphicFrameMkLst>
            <pc:docMk/>
            <pc:sldMk cId="4225323866" sldId="302"/>
            <ac:graphicFrameMk id="3" creationId="{E2D1E0B5-5A04-5BDF-9860-5F91C5163418}"/>
          </ac:graphicFrameMkLst>
        </pc:graphicFrameChg>
      </pc:sldChg>
      <pc:sldChg chg="addSp delSp modSp add mod modTransition">
        <pc:chgData name="Jayanthan" userId="e50148d90e98dd15" providerId="LiveId" clId="{3C56B576-E70D-416D-A7E7-BFF3FD92862F}" dt="2023-09-20T01:22:03.547" v="2556"/>
        <pc:sldMkLst>
          <pc:docMk/>
          <pc:sldMk cId="830544656" sldId="303"/>
        </pc:sldMkLst>
        <pc:spChg chg="del">
          <ac:chgData name="Jayanthan" userId="e50148d90e98dd15" providerId="LiveId" clId="{3C56B576-E70D-416D-A7E7-BFF3FD92862F}" dt="2023-09-20T01:11:53.173" v="2264" actId="478"/>
          <ac:spMkLst>
            <pc:docMk/>
            <pc:sldMk cId="830544656" sldId="303"/>
            <ac:spMk id="19" creationId="{C2C29F3A-7C3F-FE0A-35B5-33A5B3A2A379}"/>
          </ac:spMkLst>
        </pc:spChg>
        <pc:graphicFrameChg chg="add del mod">
          <ac:chgData name="Jayanthan" userId="e50148d90e98dd15" providerId="LiveId" clId="{3C56B576-E70D-416D-A7E7-BFF3FD92862F}" dt="2023-09-20T01:12:32.645" v="2266"/>
          <ac:graphicFrameMkLst>
            <pc:docMk/>
            <pc:sldMk cId="830544656" sldId="303"/>
            <ac:graphicFrameMk id="2" creationId="{3D19D189-E8C6-E7E7-9495-CF5C0BBEAAB7}"/>
          </ac:graphicFrameMkLst>
        </pc:graphicFrameChg>
        <pc:graphicFrameChg chg="add mod modGraphic">
          <ac:chgData name="Jayanthan" userId="e50148d90e98dd15" providerId="LiveId" clId="{3C56B576-E70D-416D-A7E7-BFF3FD92862F}" dt="2023-09-20T01:16:48.753" v="2429" actId="1076"/>
          <ac:graphicFrameMkLst>
            <pc:docMk/>
            <pc:sldMk cId="830544656" sldId="303"/>
            <ac:graphicFrameMk id="3" creationId="{7DA5FC0A-1408-4E24-10D1-B8FE13B2FB1F}"/>
          </ac:graphicFrameMkLst>
        </pc:graphicFrameChg>
        <pc:cxnChg chg="add mod">
          <ac:chgData name="Jayanthan" userId="e50148d90e98dd15" providerId="LiveId" clId="{3C56B576-E70D-416D-A7E7-BFF3FD92862F}" dt="2023-09-20T01:17:21.293" v="2432" actId="13822"/>
          <ac:cxnSpMkLst>
            <pc:docMk/>
            <pc:sldMk cId="830544656" sldId="303"/>
            <ac:cxnSpMk id="5" creationId="{7B277FF3-D983-FF6D-B6A9-5C412778CF20}"/>
          </ac:cxnSpMkLst>
        </pc:cxnChg>
        <pc:cxnChg chg="add mod">
          <ac:chgData name="Jayanthan" userId="e50148d90e98dd15" providerId="LiveId" clId="{3C56B576-E70D-416D-A7E7-BFF3FD92862F}" dt="2023-09-20T01:17:31.251" v="2434" actId="1076"/>
          <ac:cxnSpMkLst>
            <pc:docMk/>
            <pc:sldMk cId="830544656" sldId="303"/>
            <ac:cxnSpMk id="6" creationId="{24FBDE4F-3D35-8A13-E8F6-49A50F16A849}"/>
          </ac:cxnSpMkLst>
        </pc:cxnChg>
        <pc:cxnChg chg="add mod">
          <ac:chgData name="Jayanthan" userId="e50148d90e98dd15" providerId="LiveId" clId="{3C56B576-E70D-416D-A7E7-BFF3FD92862F}" dt="2023-09-20T01:17:51.632" v="2441" actId="1035"/>
          <ac:cxnSpMkLst>
            <pc:docMk/>
            <pc:sldMk cId="830544656" sldId="303"/>
            <ac:cxnSpMk id="7" creationId="{F38DB008-FAED-2266-D453-1A8F410E9BB6}"/>
          </ac:cxnSpMkLst>
        </pc:cxnChg>
        <pc:cxnChg chg="add mod">
          <ac:chgData name="Jayanthan" userId="e50148d90e98dd15" providerId="LiveId" clId="{3C56B576-E70D-416D-A7E7-BFF3FD92862F}" dt="2023-09-20T01:18:05.001" v="2523" actId="1035"/>
          <ac:cxnSpMkLst>
            <pc:docMk/>
            <pc:sldMk cId="830544656" sldId="303"/>
            <ac:cxnSpMk id="8" creationId="{9DF3D70F-527F-CE25-8879-EEFF4F6F555D}"/>
          </ac:cxnSpMkLst>
        </pc:cxnChg>
      </pc:sldChg>
      <pc:sldMasterChg chg="addSldLayout delSldLayout">
        <pc:chgData name="Jayanthan" userId="e50148d90e98dd15" providerId="LiveId" clId="{3C56B576-E70D-416D-A7E7-BFF3FD92862F}" dt="2023-09-19T17:22:02.712" v="1051" actId="47"/>
        <pc:sldMasterMkLst>
          <pc:docMk/>
          <pc:sldMasterMk cId="0" sldId="2147483682"/>
        </pc:sldMasterMkLst>
        <pc:sldLayoutChg chg="del">
          <pc:chgData name="Jayanthan" userId="e50148d90e98dd15" providerId="LiveId" clId="{3C56B576-E70D-416D-A7E7-BFF3FD92862F}" dt="2023-09-19T17:22:02.696" v="1050" actId="47"/>
          <pc:sldLayoutMkLst>
            <pc:docMk/>
            <pc:sldMasterMk cId="0" sldId="2147483682"/>
            <pc:sldLayoutMk cId="0" sldId="2147483650"/>
          </pc:sldLayoutMkLst>
        </pc:sldLayoutChg>
        <pc:sldLayoutChg chg="del">
          <pc:chgData name="Jayanthan" userId="e50148d90e98dd15" providerId="LiveId" clId="{3C56B576-E70D-416D-A7E7-BFF3FD92862F}" dt="2023-09-19T17:22:02.712" v="1051" actId="47"/>
          <pc:sldLayoutMkLst>
            <pc:docMk/>
            <pc:sldMasterMk cId="0" sldId="2147483682"/>
            <pc:sldLayoutMk cId="0" sldId="2147483651"/>
          </pc:sldLayoutMkLst>
        </pc:sldLayoutChg>
        <pc:sldLayoutChg chg="add del">
          <pc:chgData name="Jayanthan" userId="e50148d90e98dd15" providerId="LiveId" clId="{3C56B576-E70D-416D-A7E7-BFF3FD92862F}" dt="2023-09-19T16:41:16.902" v="362" actId="2696"/>
          <pc:sldLayoutMkLst>
            <pc:docMk/>
            <pc:sldMasterMk cId="0" sldId="2147483682"/>
            <pc:sldLayoutMk cId="0" sldId="2147483661"/>
          </pc:sldLayoutMkLst>
        </pc:sldLayoutChg>
        <pc:sldLayoutChg chg="del">
          <pc:chgData name="Jayanthan" userId="e50148d90e98dd15" providerId="LiveId" clId="{3C56B576-E70D-416D-A7E7-BFF3FD92862F}" dt="2023-09-19T17:21:59.176" v="1049" actId="47"/>
          <pc:sldLayoutMkLst>
            <pc:docMk/>
            <pc:sldMasterMk cId="0" sldId="2147483682"/>
            <pc:sldLayoutMk cId="0" sldId="2147483663"/>
          </pc:sldLayoutMkLst>
        </pc:sldLayoutChg>
        <pc:sldLayoutChg chg="del">
          <pc:chgData name="Jayanthan" userId="e50148d90e98dd15" providerId="LiveId" clId="{3C56B576-E70D-416D-A7E7-BFF3FD92862F}" dt="2023-09-19T17:19:05.485" v="964" actId="47"/>
          <pc:sldLayoutMkLst>
            <pc:docMk/>
            <pc:sldMasterMk cId="0" sldId="2147483682"/>
            <pc:sldLayoutMk cId="0" sldId="2147483676"/>
          </pc:sldLayoutMkLst>
        </pc:sldLayoutChg>
      </pc:sldMasterChg>
    </pc:docChg>
  </pc:docChgLst>
  <pc:docChgLst>
    <pc:chgData name="Jayanthan Senthilkumar" userId="e50148d90e98dd15" providerId="LiveId" clId="{3E4CF96A-8E9E-4AC0-AE0D-47CC399EAE15}"/>
    <pc:docChg chg="undo custSel addSld delSld modSld sldOrd">
      <pc:chgData name="Jayanthan Senthilkumar" userId="e50148d90e98dd15" providerId="LiveId" clId="{3E4CF96A-8E9E-4AC0-AE0D-47CC399EAE15}" dt="2023-10-17T17:51:46.952" v="3133"/>
      <pc:docMkLst>
        <pc:docMk/>
      </pc:docMkLst>
      <pc:sldChg chg="modSp mod">
        <pc:chgData name="Jayanthan Senthilkumar" userId="e50148d90e98dd15" providerId="LiveId" clId="{3E4CF96A-8E9E-4AC0-AE0D-47CC399EAE15}" dt="2023-10-17T14:44:46.150" v="92" actId="1076"/>
        <pc:sldMkLst>
          <pc:docMk/>
          <pc:sldMk cId="0" sldId="256"/>
        </pc:sldMkLst>
        <pc:spChg chg="mod">
          <ac:chgData name="Jayanthan Senthilkumar" userId="e50148d90e98dd15" providerId="LiveId" clId="{3E4CF96A-8E9E-4AC0-AE0D-47CC399EAE15}" dt="2023-10-17T14:44:38.676" v="91" actId="1076"/>
          <ac:spMkLst>
            <pc:docMk/>
            <pc:sldMk cId="0" sldId="256"/>
            <ac:spMk id="433" creationId="{00000000-0000-0000-0000-000000000000}"/>
          </ac:spMkLst>
        </pc:spChg>
        <pc:cxnChg chg="mod">
          <ac:chgData name="Jayanthan Senthilkumar" userId="e50148d90e98dd15" providerId="LiveId" clId="{3E4CF96A-8E9E-4AC0-AE0D-47CC399EAE15}" dt="2023-10-17T14:44:46.150" v="92" actId="1076"/>
          <ac:cxnSpMkLst>
            <pc:docMk/>
            <pc:sldMk cId="0" sldId="256"/>
            <ac:cxnSpMk id="657" creationId="{00000000-0000-0000-0000-000000000000}"/>
          </ac:cxnSpMkLst>
        </pc:cxnChg>
      </pc:sldChg>
      <pc:sldChg chg="add modTransition">
        <pc:chgData name="Jayanthan Senthilkumar" userId="e50148d90e98dd15" providerId="LiveId" clId="{3E4CF96A-8E9E-4AC0-AE0D-47CC399EAE15}" dt="2023-10-17T17:50:28.486" v="3114"/>
        <pc:sldMkLst>
          <pc:docMk/>
          <pc:sldMk cId="542783874" sldId="257"/>
        </pc:sldMkLst>
      </pc:sldChg>
      <pc:sldChg chg="addSp delSp modSp mod addAnim delAnim modAnim">
        <pc:chgData name="Jayanthan Senthilkumar" userId="e50148d90e98dd15" providerId="LiveId" clId="{3E4CF96A-8E9E-4AC0-AE0D-47CC399EAE15}" dt="2023-10-17T16:29:23.503" v="2130" actId="1076"/>
        <pc:sldMkLst>
          <pc:docMk/>
          <pc:sldMk cId="0" sldId="258"/>
        </pc:sldMkLst>
        <pc:spChg chg="mod">
          <ac:chgData name="Jayanthan Senthilkumar" userId="e50148d90e98dd15" providerId="LiveId" clId="{3E4CF96A-8E9E-4AC0-AE0D-47CC399EAE15}" dt="2023-10-17T16:28:55.548" v="2127" actId="1076"/>
          <ac:spMkLst>
            <pc:docMk/>
            <pc:sldMk cId="0" sldId="258"/>
            <ac:spMk id="2" creationId="{F636BCB8-1A7D-E0F4-4F5C-9A029FDB9E21}"/>
          </ac:spMkLst>
        </pc:spChg>
        <pc:spChg chg="add del mod">
          <ac:chgData name="Jayanthan Senthilkumar" userId="e50148d90e98dd15" providerId="LiveId" clId="{3E4CF96A-8E9E-4AC0-AE0D-47CC399EAE15}" dt="2023-10-17T16:28:51.295" v="2126" actId="1076"/>
          <ac:spMkLst>
            <pc:docMk/>
            <pc:sldMk cId="0" sldId="258"/>
            <ac:spMk id="3" creationId="{4DC5BB95-40AC-B12A-7C27-977497B16E96}"/>
          </ac:spMkLst>
        </pc:spChg>
        <pc:spChg chg="mod">
          <ac:chgData name="Jayanthan Senthilkumar" userId="e50148d90e98dd15" providerId="LiveId" clId="{3E4CF96A-8E9E-4AC0-AE0D-47CC399EAE15}" dt="2023-10-17T16:27:10.801" v="2091" actId="1076"/>
          <ac:spMkLst>
            <pc:docMk/>
            <pc:sldMk cId="0" sldId="258"/>
            <ac:spMk id="4" creationId="{F6AB458A-3E05-7143-FE41-124006419AC1}"/>
          </ac:spMkLst>
        </pc:spChg>
        <pc:spChg chg="mod">
          <ac:chgData name="Jayanthan Senthilkumar" userId="e50148d90e98dd15" providerId="LiveId" clId="{3E4CF96A-8E9E-4AC0-AE0D-47CC399EAE15}" dt="2023-10-17T16:28:45.116" v="2125" actId="1076"/>
          <ac:spMkLst>
            <pc:docMk/>
            <pc:sldMk cId="0" sldId="258"/>
            <ac:spMk id="5" creationId="{498C18DF-8EF3-9DD8-CC17-6EAE7877DAD1}"/>
          </ac:spMkLst>
        </pc:spChg>
        <pc:spChg chg="add mod">
          <ac:chgData name="Jayanthan Senthilkumar" userId="e50148d90e98dd15" providerId="LiveId" clId="{3E4CF96A-8E9E-4AC0-AE0D-47CC399EAE15}" dt="2023-10-17T16:29:06.939" v="2128" actId="1076"/>
          <ac:spMkLst>
            <pc:docMk/>
            <pc:sldMk cId="0" sldId="258"/>
            <ac:spMk id="9" creationId="{E6D7E52A-F128-84D4-C943-2BF03FAE5B98}"/>
          </ac:spMkLst>
        </pc:spChg>
        <pc:spChg chg="add mod">
          <ac:chgData name="Jayanthan Senthilkumar" userId="e50148d90e98dd15" providerId="LiveId" clId="{3E4CF96A-8E9E-4AC0-AE0D-47CC399EAE15}" dt="2023-10-17T16:23:20.356" v="2014" actId="1076"/>
          <ac:spMkLst>
            <pc:docMk/>
            <pc:sldMk cId="0" sldId="258"/>
            <ac:spMk id="10" creationId="{6482EDED-8A6D-DFCC-F9B6-527C3080861F}"/>
          </ac:spMkLst>
        </pc:spChg>
        <pc:spChg chg="add mod">
          <ac:chgData name="Jayanthan Senthilkumar" userId="e50148d90e98dd15" providerId="LiveId" clId="{3E4CF96A-8E9E-4AC0-AE0D-47CC399EAE15}" dt="2023-10-17T16:29:14.482" v="2129" actId="1076"/>
          <ac:spMkLst>
            <pc:docMk/>
            <pc:sldMk cId="0" sldId="258"/>
            <ac:spMk id="11" creationId="{BC47DD9C-0D60-36BA-E4D3-D28A1758EFD1}"/>
          </ac:spMkLst>
        </pc:spChg>
        <pc:spChg chg="add del mod">
          <ac:chgData name="Jayanthan Senthilkumar" userId="e50148d90e98dd15" providerId="LiveId" clId="{3E4CF96A-8E9E-4AC0-AE0D-47CC399EAE15}" dt="2023-10-17T15:07:15.407" v="300" actId="478"/>
          <ac:spMkLst>
            <pc:docMk/>
            <pc:sldMk cId="0" sldId="258"/>
            <ac:spMk id="12" creationId="{4DED90BD-E2FC-7CAC-A407-5501ADF38458}"/>
          </ac:spMkLst>
        </pc:spChg>
        <pc:spChg chg="add mod">
          <ac:chgData name="Jayanthan Senthilkumar" userId="e50148d90e98dd15" providerId="LiveId" clId="{3E4CF96A-8E9E-4AC0-AE0D-47CC399EAE15}" dt="2023-10-17T16:29:23.503" v="2130" actId="1076"/>
          <ac:spMkLst>
            <pc:docMk/>
            <pc:sldMk cId="0" sldId="258"/>
            <ac:spMk id="13" creationId="{A80B7E29-268F-5F76-CC6E-AAD5E1583338}"/>
          </ac:spMkLst>
        </pc:spChg>
        <pc:spChg chg="mod">
          <ac:chgData name="Jayanthan Senthilkumar" userId="e50148d90e98dd15" providerId="LiveId" clId="{3E4CF96A-8E9E-4AC0-AE0D-47CC399EAE15}" dt="2023-10-17T16:28:34.516" v="2124" actId="1076"/>
          <ac:spMkLst>
            <pc:docMk/>
            <pc:sldMk cId="0" sldId="258"/>
            <ac:spMk id="750" creationId="{00000000-0000-0000-0000-000000000000}"/>
          </ac:spMkLst>
        </pc:spChg>
        <pc:spChg chg="mod">
          <ac:chgData name="Jayanthan Senthilkumar" userId="e50148d90e98dd15" providerId="LiveId" clId="{3E4CF96A-8E9E-4AC0-AE0D-47CC399EAE15}" dt="2023-10-17T16:26:23.863" v="2086" actId="14100"/>
          <ac:spMkLst>
            <pc:docMk/>
            <pc:sldMk cId="0" sldId="258"/>
            <ac:spMk id="751" creationId="{00000000-0000-0000-0000-000000000000}"/>
          </ac:spMkLst>
        </pc:spChg>
        <pc:spChg chg="mod">
          <ac:chgData name="Jayanthan Senthilkumar" userId="e50148d90e98dd15" providerId="LiveId" clId="{3E4CF96A-8E9E-4AC0-AE0D-47CC399EAE15}" dt="2023-10-17T14:46:04.911" v="156" actId="1076"/>
          <ac:spMkLst>
            <pc:docMk/>
            <pc:sldMk cId="0" sldId="258"/>
            <ac:spMk id="752" creationId="{00000000-0000-0000-0000-000000000000}"/>
          </ac:spMkLst>
        </pc:spChg>
        <pc:spChg chg="mod">
          <ac:chgData name="Jayanthan Senthilkumar" userId="e50148d90e98dd15" providerId="LiveId" clId="{3E4CF96A-8E9E-4AC0-AE0D-47CC399EAE15}" dt="2023-10-17T16:28:13.617" v="2102" actId="14100"/>
          <ac:spMkLst>
            <pc:docMk/>
            <pc:sldMk cId="0" sldId="258"/>
            <ac:spMk id="753" creationId="{00000000-0000-0000-0000-000000000000}"/>
          </ac:spMkLst>
        </pc:spChg>
        <pc:spChg chg="mod">
          <ac:chgData name="Jayanthan Senthilkumar" userId="e50148d90e98dd15" providerId="LiveId" clId="{3E4CF96A-8E9E-4AC0-AE0D-47CC399EAE15}" dt="2023-10-17T14:45:44.559" v="135" actId="1036"/>
          <ac:spMkLst>
            <pc:docMk/>
            <pc:sldMk cId="0" sldId="258"/>
            <ac:spMk id="754" creationId="{00000000-0000-0000-0000-000000000000}"/>
          </ac:spMkLst>
        </pc:spChg>
        <pc:spChg chg="mod">
          <ac:chgData name="Jayanthan Senthilkumar" userId="e50148d90e98dd15" providerId="LiveId" clId="{3E4CF96A-8E9E-4AC0-AE0D-47CC399EAE15}" dt="2023-10-17T16:26:56.102" v="2088" actId="1076"/>
          <ac:spMkLst>
            <pc:docMk/>
            <pc:sldMk cId="0" sldId="258"/>
            <ac:spMk id="755" creationId="{00000000-0000-0000-0000-000000000000}"/>
          </ac:spMkLst>
        </pc:spChg>
        <pc:spChg chg="del">
          <ac:chgData name="Jayanthan Senthilkumar" userId="e50148d90e98dd15" providerId="LiveId" clId="{3E4CF96A-8E9E-4AC0-AE0D-47CC399EAE15}" dt="2023-10-17T14:22:21.331" v="0" actId="478"/>
          <ac:spMkLst>
            <pc:docMk/>
            <pc:sldMk cId="0" sldId="258"/>
            <ac:spMk id="758" creationId="{00000000-0000-0000-0000-000000000000}"/>
          </ac:spMkLst>
        </pc:spChg>
        <pc:spChg chg="mod">
          <ac:chgData name="Jayanthan Senthilkumar" userId="e50148d90e98dd15" providerId="LiveId" clId="{3E4CF96A-8E9E-4AC0-AE0D-47CC399EAE15}" dt="2023-10-17T16:26:45.644" v="2087" actId="1076"/>
          <ac:spMkLst>
            <pc:docMk/>
            <pc:sldMk cId="0" sldId="258"/>
            <ac:spMk id="759" creationId="{00000000-0000-0000-0000-000000000000}"/>
          </ac:spMkLst>
        </pc:spChg>
        <pc:spChg chg="mod">
          <ac:chgData name="Jayanthan Senthilkumar" userId="e50148d90e98dd15" providerId="LiveId" clId="{3E4CF96A-8E9E-4AC0-AE0D-47CC399EAE15}" dt="2023-10-17T16:28:02.081" v="2099" actId="1076"/>
          <ac:spMkLst>
            <pc:docMk/>
            <pc:sldMk cId="0" sldId="258"/>
            <ac:spMk id="760" creationId="{00000000-0000-0000-0000-000000000000}"/>
          </ac:spMkLst>
        </pc:spChg>
        <pc:spChg chg="mod">
          <ac:chgData name="Jayanthan Senthilkumar" userId="e50148d90e98dd15" providerId="LiveId" clId="{3E4CF96A-8E9E-4AC0-AE0D-47CC399EAE15}" dt="2023-10-17T16:27:54.158" v="2097" actId="1076"/>
          <ac:spMkLst>
            <pc:docMk/>
            <pc:sldMk cId="0" sldId="258"/>
            <ac:spMk id="761" creationId="{00000000-0000-0000-0000-000000000000}"/>
          </ac:spMkLst>
        </pc:spChg>
        <pc:grpChg chg="mod">
          <ac:chgData name="Jayanthan Senthilkumar" userId="e50148d90e98dd15" providerId="LiveId" clId="{3E4CF96A-8E9E-4AC0-AE0D-47CC399EAE15}" dt="2023-10-17T14:45:53.195" v="144" actId="1076"/>
          <ac:grpSpMkLst>
            <pc:docMk/>
            <pc:sldMk cId="0" sldId="258"/>
            <ac:grpSpMk id="677" creationId="{00000000-0000-0000-0000-000000000000}"/>
          </ac:grpSpMkLst>
        </pc:grpChg>
      </pc:sldChg>
      <pc:sldChg chg="add">
        <pc:chgData name="Jayanthan Senthilkumar" userId="e50148d90e98dd15" providerId="LiveId" clId="{3E4CF96A-8E9E-4AC0-AE0D-47CC399EAE15}" dt="2023-10-17T16:29:59.010" v="2136"/>
        <pc:sldMkLst>
          <pc:docMk/>
          <pc:sldMk cId="1897494002" sldId="259"/>
        </pc:sldMkLst>
        <pc:spChg chg="add mod">
          <ac:chgData name="Jayanthan Senthilkumar" userId="e50148d90e98dd15" providerId="LiveId" clId="{3E4CF96A-8E9E-4AC0-AE0D-47CC399EAE15}" dt="2023-10-17T15:15:28.926" v="714" actId="14100"/>
          <ac:spMkLst>
            <pc:docMk/>
            <pc:sldMk cId="1897494002" sldId="259"/>
            <ac:spMk id="2" creationId="{B9FF8FF5-9C47-52BC-AD39-ACEF91412089}"/>
          </ac:spMkLst>
        </pc:spChg>
        <pc:spChg chg="add mod">
          <ac:chgData name="Jayanthan Senthilkumar" userId="e50148d90e98dd15" providerId="LiveId" clId="{3E4CF96A-8E9E-4AC0-AE0D-47CC399EAE15}" dt="2023-10-17T15:16:35.718" v="733" actId="1076"/>
          <ac:spMkLst>
            <pc:docMk/>
            <pc:sldMk cId="1897494002" sldId="259"/>
            <ac:spMk id="3" creationId="{1180D02F-7DBD-FFAC-725F-22374524F029}"/>
          </ac:spMkLst>
        </pc:spChg>
        <pc:spChg chg="add mod">
          <ac:chgData name="Jayanthan Senthilkumar" userId="e50148d90e98dd15" providerId="LiveId" clId="{3E4CF96A-8E9E-4AC0-AE0D-47CC399EAE15}" dt="2023-10-17T15:14:45.496" v="702" actId="1076"/>
          <ac:spMkLst>
            <pc:docMk/>
            <pc:sldMk cId="1897494002" sldId="259"/>
            <ac:spMk id="4" creationId="{BE9C5C9A-922B-2332-A5D3-813D03E8E8F9}"/>
          </ac:spMkLst>
        </pc:spChg>
        <pc:spChg chg="add mod">
          <ac:chgData name="Jayanthan Senthilkumar" userId="e50148d90e98dd15" providerId="LiveId" clId="{3E4CF96A-8E9E-4AC0-AE0D-47CC399EAE15}" dt="2023-10-17T15:16:23.177" v="730" actId="1076"/>
          <ac:spMkLst>
            <pc:docMk/>
            <pc:sldMk cId="1897494002" sldId="259"/>
            <ac:spMk id="5" creationId="{8D3CBAA6-D4C4-7FB7-CBFE-0C45EE151E5B}"/>
          </ac:spMkLst>
        </pc:spChg>
        <pc:spChg chg="add mod">
          <ac:chgData name="Jayanthan Senthilkumar" userId="e50148d90e98dd15" providerId="LiveId" clId="{3E4CF96A-8E9E-4AC0-AE0D-47CC399EAE15}" dt="2023-10-17T15:15:40.367" v="718" actId="1076"/>
          <ac:spMkLst>
            <pc:docMk/>
            <pc:sldMk cId="1897494002" sldId="259"/>
            <ac:spMk id="6" creationId="{6300EF8C-5DD0-7649-9A1D-8F0B5FDF6931}"/>
          </ac:spMkLst>
        </pc:spChg>
        <pc:spChg chg="add mod">
          <ac:chgData name="Jayanthan Senthilkumar" userId="e50148d90e98dd15" providerId="LiveId" clId="{3E4CF96A-8E9E-4AC0-AE0D-47CC399EAE15}" dt="2023-10-17T15:15:31.834" v="715" actId="14100"/>
          <ac:spMkLst>
            <pc:docMk/>
            <pc:sldMk cId="1897494002" sldId="259"/>
            <ac:spMk id="7" creationId="{51DC6B84-7A9E-E72B-6928-17617C9C6734}"/>
          </ac:spMkLst>
        </pc:spChg>
        <pc:spChg chg="add mod">
          <ac:chgData name="Jayanthan Senthilkumar" userId="e50148d90e98dd15" providerId="LiveId" clId="{3E4CF96A-8E9E-4AC0-AE0D-47CC399EAE15}" dt="2023-10-17T15:16:30.357" v="732" actId="1076"/>
          <ac:spMkLst>
            <pc:docMk/>
            <pc:sldMk cId="1897494002" sldId="259"/>
            <ac:spMk id="21" creationId="{638372A7-2BEB-4013-BF62-3001B926F842}"/>
          </ac:spMkLst>
        </pc:spChg>
        <pc:spChg chg="add del">
          <ac:chgData name="Jayanthan Senthilkumar" userId="e50148d90e98dd15" providerId="LiveId" clId="{3E4CF96A-8E9E-4AC0-AE0D-47CC399EAE15}" dt="2023-10-17T15:15:53.867" v="721" actId="22"/>
          <ac:spMkLst>
            <pc:docMk/>
            <pc:sldMk cId="1897494002" sldId="259"/>
            <ac:spMk id="36" creationId="{EE6B47B9-E264-2F69-D8EB-B1E4295B2D65}"/>
          </ac:spMkLst>
        </pc:spChg>
        <pc:spChg chg="add mod">
          <ac:chgData name="Jayanthan Senthilkumar" userId="e50148d90e98dd15" providerId="LiveId" clId="{3E4CF96A-8E9E-4AC0-AE0D-47CC399EAE15}" dt="2023-10-17T15:16:16.176" v="729" actId="1076"/>
          <ac:spMkLst>
            <pc:docMk/>
            <pc:sldMk cId="1897494002" sldId="259"/>
            <ac:spMk id="38" creationId="{7D3AFE74-B6CD-C6E7-C8D5-B4E27BCFCF3A}"/>
          </ac:spMkLst>
        </pc:spChg>
        <pc:spChg chg="mod">
          <ac:chgData name="Jayanthan Senthilkumar" userId="e50148d90e98dd15" providerId="LiveId" clId="{3E4CF96A-8E9E-4AC0-AE0D-47CC399EAE15}" dt="2023-10-17T15:13:16.317" v="687" actId="20577"/>
          <ac:spMkLst>
            <pc:docMk/>
            <pc:sldMk cId="1897494002" sldId="259"/>
            <ac:spMk id="767" creationId="{00000000-0000-0000-0000-000000000000}"/>
          </ac:spMkLst>
        </pc:spChg>
        <pc:cxnChg chg="add mod">
          <ac:chgData name="Jayanthan Senthilkumar" userId="e50148d90e98dd15" providerId="LiveId" clId="{3E4CF96A-8E9E-4AC0-AE0D-47CC399EAE15}" dt="2023-10-17T15:16:35.718" v="733" actId="1076"/>
          <ac:cxnSpMkLst>
            <pc:docMk/>
            <pc:sldMk cId="1897494002" sldId="259"/>
            <ac:cxnSpMk id="8" creationId="{015CC969-1F70-38DB-D7BF-327147074380}"/>
          </ac:cxnSpMkLst>
        </pc:cxnChg>
        <pc:cxnChg chg="add mod">
          <ac:chgData name="Jayanthan Senthilkumar" userId="e50148d90e98dd15" providerId="LiveId" clId="{3E4CF96A-8E9E-4AC0-AE0D-47CC399EAE15}" dt="2023-10-17T15:15:19.307" v="711" actId="1076"/>
          <ac:cxnSpMkLst>
            <pc:docMk/>
            <pc:sldMk cId="1897494002" sldId="259"/>
            <ac:cxnSpMk id="9" creationId="{2A0C884E-DBC4-2E31-7E8E-F77694D7A08A}"/>
          </ac:cxnSpMkLst>
        </pc:cxnChg>
        <pc:cxnChg chg="add mod">
          <ac:chgData name="Jayanthan Senthilkumar" userId="e50148d90e98dd15" providerId="LiveId" clId="{3E4CF96A-8E9E-4AC0-AE0D-47CC399EAE15}" dt="2023-10-17T15:16:26.427" v="731" actId="1076"/>
          <ac:cxnSpMkLst>
            <pc:docMk/>
            <pc:sldMk cId="1897494002" sldId="259"/>
            <ac:cxnSpMk id="10" creationId="{CD4524A8-3024-9254-7E97-A6E9140B4290}"/>
          </ac:cxnSpMkLst>
        </pc:cxnChg>
        <pc:cxnChg chg="add mod">
          <ac:chgData name="Jayanthan Senthilkumar" userId="e50148d90e98dd15" providerId="LiveId" clId="{3E4CF96A-8E9E-4AC0-AE0D-47CC399EAE15}" dt="2023-10-17T15:15:40.367" v="718" actId="1076"/>
          <ac:cxnSpMkLst>
            <pc:docMk/>
            <pc:sldMk cId="1897494002" sldId="259"/>
            <ac:cxnSpMk id="11" creationId="{C88C98A6-7ABD-166C-85F5-6A706FD39BFE}"/>
          </ac:cxnSpMkLst>
        </pc:cxnChg>
        <pc:cxnChg chg="add mod">
          <ac:chgData name="Jayanthan Senthilkumar" userId="e50148d90e98dd15" providerId="LiveId" clId="{3E4CF96A-8E9E-4AC0-AE0D-47CC399EAE15}" dt="2023-10-17T15:15:36.246" v="717" actId="1076"/>
          <ac:cxnSpMkLst>
            <pc:docMk/>
            <pc:sldMk cId="1897494002" sldId="259"/>
            <ac:cxnSpMk id="12" creationId="{71396BAD-7647-5CD8-E894-D662EAAD918E}"/>
          </ac:cxnSpMkLst>
        </pc:cxnChg>
        <pc:cxnChg chg="add mod">
          <ac:chgData name="Jayanthan Senthilkumar" userId="e50148d90e98dd15" providerId="LiveId" clId="{3E4CF96A-8E9E-4AC0-AE0D-47CC399EAE15}" dt="2023-10-17T15:16:23.177" v="730" actId="1076"/>
          <ac:cxnSpMkLst>
            <pc:docMk/>
            <pc:sldMk cId="1897494002" sldId="259"/>
            <ac:cxnSpMk id="13" creationId="{41F72693-3A92-3DF9-A972-2F6182CA1AD4}"/>
          </ac:cxnSpMkLst>
        </pc:cxnChg>
        <pc:cxnChg chg="add mod">
          <ac:chgData name="Jayanthan Senthilkumar" userId="e50148d90e98dd15" providerId="LiveId" clId="{3E4CF96A-8E9E-4AC0-AE0D-47CC399EAE15}" dt="2023-10-17T15:15:42.317" v="719" actId="1076"/>
          <ac:cxnSpMkLst>
            <pc:docMk/>
            <pc:sldMk cId="1897494002" sldId="259"/>
            <ac:cxnSpMk id="14" creationId="{C54AA304-5491-0027-513A-F1064F6A2F78}"/>
          </ac:cxnSpMkLst>
        </pc:cxnChg>
      </pc:sldChg>
      <pc:sldChg chg="modSp del mod">
        <pc:chgData name="Jayanthan Senthilkumar" userId="e50148d90e98dd15" providerId="LiveId" clId="{3E4CF96A-8E9E-4AC0-AE0D-47CC399EAE15}" dt="2023-10-17T16:29:52.510" v="2131" actId="47"/>
        <pc:sldMkLst>
          <pc:docMk/>
          <pc:sldMk cId="3273349904" sldId="260"/>
        </pc:sldMkLst>
        <pc:spChg chg="mod">
          <ac:chgData name="Jayanthan Senthilkumar" userId="e50148d90e98dd15" providerId="LiveId" clId="{3E4CF96A-8E9E-4AC0-AE0D-47CC399EAE15}" dt="2023-10-17T15:08:38.705" v="410" actId="20577"/>
          <ac:spMkLst>
            <pc:docMk/>
            <pc:sldMk cId="3273349904" sldId="260"/>
            <ac:spMk id="911" creationId="{00000000-0000-0000-0000-000000000000}"/>
          </ac:spMkLst>
        </pc:spChg>
      </pc:sldChg>
      <pc:sldChg chg="modSp add mod modTransition">
        <pc:chgData name="Jayanthan Senthilkumar" userId="e50148d90e98dd15" providerId="LiveId" clId="{3E4CF96A-8E9E-4AC0-AE0D-47CC399EAE15}" dt="2023-10-17T17:50:17.436" v="3110"/>
        <pc:sldMkLst>
          <pc:docMk/>
          <pc:sldMk cId="362327806" sldId="261"/>
        </pc:sldMkLst>
        <pc:spChg chg="mod">
          <ac:chgData name="Jayanthan Senthilkumar" userId="e50148d90e98dd15" providerId="LiveId" clId="{3E4CF96A-8E9E-4AC0-AE0D-47CC399EAE15}" dt="2023-10-17T16:18:23.003" v="1971" actId="1076"/>
          <ac:spMkLst>
            <pc:docMk/>
            <pc:sldMk cId="362327806" sldId="261"/>
            <ac:spMk id="2" creationId="{00000000-0000-0000-0000-000000000000}"/>
          </ac:spMkLst>
        </pc:spChg>
        <pc:spChg chg="mod">
          <ac:chgData name="Jayanthan Senthilkumar" userId="e50148d90e98dd15" providerId="LiveId" clId="{3E4CF96A-8E9E-4AC0-AE0D-47CC399EAE15}" dt="2023-10-17T16:18:26.111" v="1972" actId="1076"/>
          <ac:spMkLst>
            <pc:docMk/>
            <pc:sldMk cId="362327806" sldId="261"/>
            <ac:spMk id="3" creationId="{00000000-0000-0000-0000-000000000000}"/>
          </ac:spMkLst>
        </pc:spChg>
      </pc:sldChg>
      <pc:sldChg chg="modSp mod modTransition">
        <pc:chgData name="Jayanthan Senthilkumar" userId="e50148d90e98dd15" providerId="LiveId" clId="{3E4CF96A-8E9E-4AC0-AE0D-47CC399EAE15}" dt="2023-10-17T17:50:50.656" v="3119"/>
        <pc:sldMkLst>
          <pc:docMk/>
          <pc:sldMk cId="0" sldId="262"/>
        </pc:sldMkLst>
        <pc:spChg chg="mod">
          <ac:chgData name="Jayanthan Senthilkumar" userId="e50148d90e98dd15" providerId="LiveId" clId="{3E4CF96A-8E9E-4AC0-AE0D-47CC399EAE15}" dt="2023-10-17T15:39:37.783" v="1366" actId="20577"/>
          <ac:spMkLst>
            <pc:docMk/>
            <pc:sldMk cId="0" sldId="262"/>
            <ac:spMk id="6" creationId="{4864779A-E605-DB10-083C-9CBD2DFFB1ED}"/>
          </ac:spMkLst>
        </pc:spChg>
        <pc:spChg chg="mod">
          <ac:chgData name="Jayanthan Senthilkumar" userId="e50148d90e98dd15" providerId="LiveId" clId="{3E4CF96A-8E9E-4AC0-AE0D-47CC399EAE15}" dt="2023-10-17T17:14:01.935" v="2821" actId="20577"/>
          <ac:spMkLst>
            <pc:docMk/>
            <pc:sldMk cId="0" sldId="262"/>
            <ac:spMk id="7" creationId="{2F8B6589-9292-4259-4783-BE57933A6E9D}"/>
          </ac:spMkLst>
        </pc:spChg>
      </pc:sldChg>
      <pc:sldChg chg="addSp delSp modSp del mod ord">
        <pc:chgData name="Jayanthan Senthilkumar" userId="e50148d90e98dd15" providerId="LiveId" clId="{3E4CF96A-8E9E-4AC0-AE0D-47CC399EAE15}" dt="2023-10-17T17:36:23.585" v="2871" actId="47"/>
        <pc:sldMkLst>
          <pc:docMk/>
          <pc:sldMk cId="1118335311" sldId="263"/>
        </pc:sldMkLst>
        <pc:spChg chg="add del mod">
          <ac:chgData name="Jayanthan Senthilkumar" userId="e50148d90e98dd15" providerId="LiveId" clId="{3E4CF96A-8E9E-4AC0-AE0D-47CC399EAE15}" dt="2023-10-17T16:57:36.986" v="2406" actId="1076"/>
          <ac:spMkLst>
            <pc:docMk/>
            <pc:sldMk cId="1118335311" sldId="263"/>
            <ac:spMk id="13" creationId="{5D4B446D-E1BE-7ABF-1EDF-BD2F5892B2A8}"/>
          </ac:spMkLst>
        </pc:spChg>
        <pc:spChg chg="mod">
          <ac:chgData name="Jayanthan Senthilkumar" userId="e50148d90e98dd15" providerId="LiveId" clId="{3E4CF96A-8E9E-4AC0-AE0D-47CC399EAE15}" dt="2023-10-17T15:24:57.408" v="1024" actId="1076"/>
          <ac:spMkLst>
            <pc:docMk/>
            <pc:sldMk cId="1118335311" sldId="263"/>
            <ac:spMk id="1302" creationId="{00000000-0000-0000-0000-000000000000}"/>
          </ac:spMkLst>
        </pc:spChg>
        <pc:picChg chg="add mod">
          <ac:chgData name="Jayanthan Senthilkumar" userId="e50148d90e98dd15" providerId="LiveId" clId="{3E4CF96A-8E9E-4AC0-AE0D-47CC399EAE15}" dt="2023-10-17T16:57:31.045" v="2405" actId="1076"/>
          <ac:picMkLst>
            <pc:docMk/>
            <pc:sldMk cId="1118335311" sldId="263"/>
            <ac:picMk id="3" creationId="{287376EA-F10D-9640-3B18-D87086F2CFBE}"/>
          </ac:picMkLst>
        </pc:picChg>
        <pc:picChg chg="add del">
          <ac:chgData name="Jayanthan Senthilkumar" userId="e50148d90e98dd15" providerId="LiveId" clId="{3E4CF96A-8E9E-4AC0-AE0D-47CC399EAE15}" dt="2023-10-17T15:22:15.674" v="967" actId="478"/>
          <ac:picMkLst>
            <pc:docMk/>
            <pc:sldMk cId="1118335311" sldId="263"/>
            <ac:picMk id="11" creationId="{C1F4CC21-DE64-E19D-F083-A15A37B4E9B5}"/>
          </ac:picMkLst>
        </pc:picChg>
      </pc:sldChg>
      <pc:sldChg chg="add">
        <pc:chgData name="Jayanthan Senthilkumar" userId="e50148d90e98dd15" providerId="LiveId" clId="{3E4CF96A-8E9E-4AC0-AE0D-47CC399EAE15}" dt="2023-10-17T16:11:25.754" v="1887"/>
        <pc:sldMkLst>
          <pc:docMk/>
          <pc:sldMk cId="1524190917" sldId="264"/>
        </pc:sldMkLst>
      </pc:sldChg>
      <pc:sldChg chg="del">
        <pc:chgData name="Jayanthan Senthilkumar" userId="e50148d90e98dd15" providerId="LiveId" clId="{3E4CF96A-8E9E-4AC0-AE0D-47CC399EAE15}" dt="2023-10-17T15:55:22.468" v="1691" actId="47"/>
        <pc:sldMkLst>
          <pc:docMk/>
          <pc:sldMk cId="0" sldId="265"/>
        </pc:sldMkLst>
      </pc:sldChg>
      <pc:sldChg chg="del">
        <pc:chgData name="Jayanthan Senthilkumar" userId="e50148d90e98dd15" providerId="LiveId" clId="{3E4CF96A-8E9E-4AC0-AE0D-47CC399EAE15}" dt="2023-10-17T15:55:10.697" v="1685" actId="47"/>
        <pc:sldMkLst>
          <pc:docMk/>
          <pc:sldMk cId="2058328041" sldId="266"/>
        </pc:sldMkLst>
        <pc:spChg chg="mod">
          <ac:chgData name="Jayanthan Senthilkumar" userId="e50148d90e98dd15" providerId="LiveId" clId="{3E4CF96A-8E9E-4AC0-AE0D-47CC399EAE15}" dt="2023-10-17T16:30:00.332" v="2139" actId="27636"/>
          <ac:spMkLst>
            <pc:docMk/>
            <pc:sldMk cId="2058328041" sldId="266"/>
            <ac:spMk id="4" creationId="{00000000-0000-0000-0000-000000000000}"/>
          </ac:spMkLst>
        </pc:spChg>
      </pc:sldChg>
      <pc:sldChg chg="del modTransition">
        <pc:chgData name="Jayanthan Senthilkumar" userId="e50148d90e98dd15" providerId="LiveId" clId="{3E4CF96A-8E9E-4AC0-AE0D-47CC399EAE15}" dt="2023-10-17T16:48:02.246" v="2333"/>
        <pc:sldMkLst>
          <pc:docMk/>
          <pc:sldMk cId="2475964323" sldId="267"/>
        </pc:sldMkLst>
        <pc:spChg chg="mod">
          <ac:chgData name="Jayanthan Senthilkumar" userId="e50148d90e98dd15" providerId="LiveId" clId="{3E4CF96A-8E9E-4AC0-AE0D-47CC399EAE15}" dt="2023-10-17T16:33:58.621" v="2191" actId="1076"/>
          <ac:spMkLst>
            <pc:docMk/>
            <pc:sldMk cId="2475964323" sldId="267"/>
            <ac:spMk id="28" creationId="{00000000-0000-0000-0000-000000000000}"/>
          </ac:spMkLst>
        </pc:spChg>
      </pc:sldChg>
      <pc:sldChg chg="modSp mod ord">
        <pc:chgData name="Jayanthan Senthilkumar" userId="e50148d90e98dd15" providerId="LiveId" clId="{3E4CF96A-8E9E-4AC0-AE0D-47CC399EAE15}" dt="2023-10-17T17:13:30.734" v="2812" actId="20577"/>
        <pc:sldMkLst>
          <pc:docMk/>
          <pc:sldMk cId="0" sldId="268"/>
        </pc:sldMkLst>
        <pc:spChg chg="mod">
          <ac:chgData name="Jayanthan Senthilkumar" userId="e50148d90e98dd15" providerId="LiveId" clId="{3E4CF96A-8E9E-4AC0-AE0D-47CC399EAE15}" dt="2023-10-17T15:57:32.930" v="1727" actId="1076"/>
          <ac:spMkLst>
            <pc:docMk/>
            <pc:sldMk cId="0" sldId="268"/>
            <ac:spMk id="3" creationId="{C96CD9AF-66A9-5E19-2B83-98FBFED02173}"/>
          </ac:spMkLst>
        </pc:spChg>
        <pc:spChg chg="mod">
          <ac:chgData name="Jayanthan Senthilkumar" userId="e50148d90e98dd15" providerId="LiveId" clId="{3E4CF96A-8E9E-4AC0-AE0D-47CC399EAE15}" dt="2023-10-17T17:13:30.734" v="2812" actId="20577"/>
          <ac:spMkLst>
            <pc:docMk/>
            <pc:sldMk cId="0" sldId="268"/>
            <ac:spMk id="6" creationId="{0CB193E8-279A-E6AB-F91C-9A48270C8390}"/>
          </ac:spMkLst>
        </pc:spChg>
        <pc:grpChg chg="mod">
          <ac:chgData name="Jayanthan Senthilkumar" userId="e50148d90e98dd15" providerId="LiveId" clId="{3E4CF96A-8E9E-4AC0-AE0D-47CC399EAE15}" dt="2023-10-17T15:57:43.225" v="1729" actId="1076"/>
          <ac:grpSpMkLst>
            <pc:docMk/>
            <pc:sldMk cId="0" sldId="268"/>
            <ac:grpSpMk id="1551" creationId="{00000000-0000-0000-0000-000000000000}"/>
          </ac:grpSpMkLst>
        </pc:grpChg>
      </pc:sldChg>
      <pc:sldChg chg="add">
        <pc:chgData name="Jayanthan Senthilkumar" userId="e50148d90e98dd15" providerId="LiveId" clId="{3E4CF96A-8E9E-4AC0-AE0D-47CC399EAE15}" dt="2023-10-17T16:30:03.800" v="2144"/>
        <pc:sldMkLst>
          <pc:docMk/>
          <pc:sldMk cId="544855249" sldId="269"/>
        </pc:sldMkLst>
        <pc:spChg chg="mod">
          <ac:chgData name="Jayanthan Senthilkumar" userId="e50148d90e98dd15" providerId="LiveId" clId="{3E4CF96A-8E9E-4AC0-AE0D-47CC399EAE15}" dt="2023-10-17T15:58:29.317" v="1744" actId="14100"/>
          <ac:spMkLst>
            <pc:docMk/>
            <pc:sldMk cId="544855249" sldId="269"/>
            <ac:spMk id="18" creationId="{416B7620-F020-1EA4-CD6D-AD4B8A50D333}"/>
          </ac:spMkLst>
        </pc:spChg>
        <pc:spChg chg="mod">
          <ac:chgData name="Jayanthan Senthilkumar" userId="e50148d90e98dd15" providerId="LiveId" clId="{3E4CF96A-8E9E-4AC0-AE0D-47CC399EAE15}" dt="2023-10-17T15:58:24.045" v="1742" actId="1076"/>
          <ac:spMkLst>
            <pc:docMk/>
            <pc:sldMk cId="544855249" sldId="269"/>
            <ac:spMk id="19" creationId="{15602184-C0DE-47A5-5462-9CECBCB49D44}"/>
          </ac:spMkLst>
        </pc:spChg>
      </pc:sldChg>
      <pc:sldChg chg="addSp delSp modSp mod ord modTransition">
        <pc:chgData name="Jayanthan Senthilkumar" userId="e50148d90e98dd15" providerId="LiveId" clId="{3E4CF96A-8E9E-4AC0-AE0D-47CC399EAE15}" dt="2023-10-17T17:50:33.331" v="3115"/>
        <pc:sldMkLst>
          <pc:docMk/>
          <pc:sldMk cId="0" sldId="270"/>
        </pc:sldMkLst>
        <pc:spChg chg="add mod">
          <ac:chgData name="Jayanthan Senthilkumar" userId="e50148d90e98dd15" providerId="LiveId" clId="{3E4CF96A-8E9E-4AC0-AE0D-47CC399EAE15}" dt="2023-10-17T16:16:21.585" v="1944" actId="1076"/>
          <ac:spMkLst>
            <pc:docMk/>
            <pc:sldMk cId="0" sldId="270"/>
            <ac:spMk id="3" creationId="{76FE6E55-1693-B1BA-68B8-952E41DD8E7D}"/>
          </ac:spMkLst>
        </pc:spChg>
        <pc:spChg chg="add mod">
          <ac:chgData name="Jayanthan Senthilkumar" userId="e50148d90e98dd15" providerId="LiveId" clId="{3E4CF96A-8E9E-4AC0-AE0D-47CC399EAE15}" dt="2023-10-17T17:14:08.363" v="2823" actId="20577"/>
          <ac:spMkLst>
            <pc:docMk/>
            <pc:sldMk cId="0" sldId="270"/>
            <ac:spMk id="4" creationId="{1DF1949E-BD39-A61C-D106-0C69561C60EE}"/>
          </ac:spMkLst>
        </pc:spChg>
        <pc:spChg chg="del mod">
          <ac:chgData name="Jayanthan Senthilkumar" userId="e50148d90e98dd15" providerId="LiveId" clId="{3E4CF96A-8E9E-4AC0-AE0D-47CC399EAE15}" dt="2023-10-17T16:12:08.900" v="1900"/>
          <ac:spMkLst>
            <pc:docMk/>
            <pc:sldMk cId="0" sldId="270"/>
            <ac:spMk id="5" creationId="{B3E526E4-8449-597A-4F4C-9678CCBE6A7F}"/>
          </ac:spMkLst>
        </pc:spChg>
        <pc:spChg chg="del">
          <ac:chgData name="Jayanthan Senthilkumar" userId="e50148d90e98dd15" providerId="LiveId" clId="{3E4CF96A-8E9E-4AC0-AE0D-47CC399EAE15}" dt="2023-10-17T16:14:36.249" v="1913" actId="478"/>
          <ac:spMkLst>
            <pc:docMk/>
            <pc:sldMk cId="0" sldId="270"/>
            <ac:spMk id="1731" creationId="{00000000-0000-0000-0000-000000000000}"/>
          </ac:spMkLst>
        </pc:spChg>
        <pc:grpChg chg="mod">
          <ac:chgData name="Jayanthan Senthilkumar" userId="e50148d90e98dd15" providerId="LiveId" clId="{3E4CF96A-8E9E-4AC0-AE0D-47CC399EAE15}" dt="2023-10-17T16:14:59.474" v="1916" actId="1076"/>
          <ac:grpSpMkLst>
            <pc:docMk/>
            <pc:sldMk cId="0" sldId="270"/>
            <ac:grpSpMk id="1732" creationId="{00000000-0000-0000-0000-000000000000}"/>
          </ac:grpSpMkLst>
        </pc:grpChg>
      </pc:sldChg>
      <pc:sldChg chg="add">
        <pc:chgData name="Jayanthan Senthilkumar" userId="e50148d90e98dd15" providerId="LiveId" clId="{3E4CF96A-8E9E-4AC0-AE0D-47CC399EAE15}" dt="2023-10-17T16:30:03.359" v="2143"/>
        <pc:sldMkLst>
          <pc:docMk/>
          <pc:sldMk cId="2007073973" sldId="273"/>
        </pc:sldMkLst>
      </pc:sldChg>
      <pc:sldChg chg="modSp mod ord modTransition">
        <pc:chgData name="Jayanthan Senthilkumar" userId="e50148d90e98dd15" providerId="LiveId" clId="{3E4CF96A-8E9E-4AC0-AE0D-47CC399EAE15}" dt="2023-10-17T17:51:15.829" v="3126"/>
        <pc:sldMkLst>
          <pc:docMk/>
          <pc:sldMk cId="0" sldId="274"/>
        </pc:sldMkLst>
        <pc:spChg chg="mod">
          <ac:chgData name="Jayanthan Senthilkumar" userId="e50148d90e98dd15" providerId="LiveId" clId="{3E4CF96A-8E9E-4AC0-AE0D-47CC399EAE15}" dt="2023-10-17T17:13:57.337" v="2819" actId="1076"/>
          <ac:spMkLst>
            <pc:docMk/>
            <pc:sldMk cId="0" sldId="274"/>
            <ac:spMk id="4" creationId="{8D604747-587F-F065-F8BB-C66BC82DD827}"/>
          </ac:spMkLst>
        </pc:spChg>
        <pc:spChg chg="mod">
          <ac:chgData name="Jayanthan Senthilkumar" userId="e50148d90e98dd15" providerId="LiveId" clId="{3E4CF96A-8E9E-4AC0-AE0D-47CC399EAE15}" dt="2023-10-17T17:13:51.925" v="2817" actId="1076"/>
          <ac:spMkLst>
            <pc:docMk/>
            <pc:sldMk cId="0" sldId="274"/>
            <ac:spMk id="2034" creationId="{00000000-0000-0000-0000-000000000000}"/>
          </ac:spMkLst>
        </pc:spChg>
      </pc:sldChg>
      <pc:sldChg chg="del">
        <pc:chgData name="Jayanthan Senthilkumar" userId="e50148d90e98dd15" providerId="LiveId" clId="{3E4CF96A-8E9E-4AC0-AE0D-47CC399EAE15}" dt="2023-10-17T15:55:28.233" v="1695" actId="47"/>
        <pc:sldMkLst>
          <pc:docMk/>
          <pc:sldMk cId="0" sldId="275"/>
        </pc:sldMkLst>
      </pc:sldChg>
      <pc:sldChg chg="modSp mod">
        <pc:chgData name="Jayanthan Senthilkumar" userId="e50148d90e98dd15" providerId="LiveId" clId="{3E4CF96A-8E9E-4AC0-AE0D-47CC399EAE15}" dt="2023-10-17T15:56:50.656" v="1702" actId="1076"/>
        <pc:sldMkLst>
          <pc:docMk/>
          <pc:sldMk cId="0" sldId="276"/>
        </pc:sldMkLst>
        <pc:spChg chg="mod">
          <ac:chgData name="Jayanthan Senthilkumar" userId="e50148d90e98dd15" providerId="LiveId" clId="{3E4CF96A-8E9E-4AC0-AE0D-47CC399EAE15}" dt="2023-10-17T15:56:50.656" v="1702" actId="1076"/>
          <ac:spMkLst>
            <pc:docMk/>
            <pc:sldMk cId="0" sldId="276"/>
            <ac:spMk id="2" creationId="{CD41D9DA-326F-C38B-70B7-932A531B7873}"/>
          </ac:spMkLst>
        </pc:spChg>
        <pc:spChg chg="mod">
          <ac:chgData name="Jayanthan Senthilkumar" userId="e50148d90e98dd15" providerId="LiveId" clId="{3E4CF96A-8E9E-4AC0-AE0D-47CC399EAE15}" dt="2023-10-17T15:56:42.565" v="1701" actId="1076"/>
          <ac:spMkLst>
            <pc:docMk/>
            <pc:sldMk cId="0" sldId="276"/>
            <ac:spMk id="2201" creationId="{00000000-0000-0000-0000-000000000000}"/>
          </ac:spMkLst>
        </pc:spChg>
      </pc:sldChg>
      <pc:sldChg chg="modSp del mod">
        <pc:chgData name="Jayanthan Senthilkumar" userId="e50148d90e98dd15" providerId="LiveId" clId="{3E4CF96A-8E9E-4AC0-AE0D-47CC399EAE15}" dt="2023-10-17T16:20:30.575" v="2006" actId="47"/>
        <pc:sldMkLst>
          <pc:docMk/>
          <pc:sldMk cId="0" sldId="278"/>
        </pc:sldMkLst>
        <pc:spChg chg="mod">
          <ac:chgData name="Jayanthan Senthilkumar" userId="e50148d90e98dd15" providerId="LiveId" clId="{3E4CF96A-8E9E-4AC0-AE0D-47CC399EAE15}" dt="2023-10-17T16:12:16.866" v="1905" actId="6549"/>
          <ac:spMkLst>
            <pc:docMk/>
            <pc:sldMk cId="0" sldId="278"/>
            <ac:spMk id="2375" creationId="{00000000-0000-0000-0000-000000000000}"/>
          </ac:spMkLst>
        </pc:spChg>
      </pc:sldChg>
      <pc:sldChg chg="modSp del mod">
        <pc:chgData name="Jayanthan Senthilkumar" userId="e50148d90e98dd15" providerId="LiveId" clId="{3E4CF96A-8E9E-4AC0-AE0D-47CC399EAE15}" dt="2023-10-17T16:20:32.961" v="2008" actId="47"/>
        <pc:sldMkLst>
          <pc:docMk/>
          <pc:sldMk cId="0" sldId="279"/>
        </pc:sldMkLst>
        <pc:spChg chg="mod">
          <ac:chgData name="Jayanthan Senthilkumar" userId="e50148d90e98dd15" providerId="LiveId" clId="{3E4CF96A-8E9E-4AC0-AE0D-47CC399EAE15}" dt="2023-10-17T16:12:23.248" v="1907" actId="6549"/>
          <ac:spMkLst>
            <pc:docMk/>
            <pc:sldMk cId="0" sldId="279"/>
            <ac:spMk id="2383" creationId="{00000000-0000-0000-0000-000000000000}"/>
          </ac:spMkLst>
        </pc:spChg>
      </pc:sldChg>
      <pc:sldChg chg="modSp del mod">
        <pc:chgData name="Jayanthan Senthilkumar" userId="e50148d90e98dd15" providerId="LiveId" clId="{3E4CF96A-8E9E-4AC0-AE0D-47CC399EAE15}" dt="2023-10-17T16:20:31.927" v="2007" actId="47"/>
        <pc:sldMkLst>
          <pc:docMk/>
          <pc:sldMk cId="0" sldId="280"/>
        </pc:sldMkLst>
        <pc:spChg chg="mod">
          <ac:chgData name="Jayanthan Senthilkumar" userId="e50148d90e98dd15" providerId="LiveId" clId="{3E4CF96A-8E9E-4AC0-AE0D-47CC399EAE15}" dt="2023-10-17T16:12:26.835" v="1908" actId="6549"/>
          <ac:spMkLst>
            <pc:docMk/>
            <pc:sldMk cId="0" sldId="280"/>
            <ac:spMk id="2398" creationId="{00000000-0000-0000-0000-000000000000}"/>
          </ac:spMkLst>
        </pc:spChg>
      </pc:sldChg>
      <pc:sldChg chg="modSp mod ord">
        <pc:chgData name="Jayanthan Senthilkumar" userId="e50148d90e98dd15" providerId="LiveId" clId="{3E4CF96A-8E9E-4AC0-AE0D-47CC399EAE15}" dt="2023-10-17T17:13:22.069" v="2810" actId="14100"/>
        <pc:sldMkLst>
          <pc:docMk/>
          <pc:sldMk cId="3970393171" sldId="293"/>
        </pc:sldMkLst>
        <pc:spChg chg="mod">
          <ac:chgData name="Jayanthan Senthilkumar" userId="e50148d90e98dd15" providerId="LiveId" clId="{3E4CF96A-8E9E-4AC0-AE0D-47CC399EAE15}" dt="2023-10-17T17:13:22.069" v="2810" actId="14100"/>
          <ac:spMkLst>
            <pc:docMk/>
            <pc:sldMk cId="3970393171" sldId="293"/>
            <ac:spMk id="2" creationId="{FF2D4F7E-1D1D-D473-35EB-11F91D7403C6}"/>
          </ac:spMkLst>
        </pc:spChg>
        <pc:spChg chg="mod">
          <ac:chgData name="Jayanthan Senthilkumar" userId="e50148d90e98dd15" providerId="LiveId" clId="{3E4CF96A-8E9E-4AC0-AE0D-47CC399EAE15}" dt="2023-10-17T15:21:29.786" v="936" actId="1076"/>
          <ac:spMkLst>
            <pc:docMk/>
            <pc:sldMk cId="3970393171" sldId="293"/>
            <ac:spMk id="1887" creationId="{00000000-0000-0000-0000-000000000000}"/>
          </ac:spMkLst>
        </pc:spChg>
        <pc:spChg chg="mod">
          <ac:chgData name="Jayanthan Senthilkumar" userId="e50148d90e98dd15" providerId="LiveId" clId="{3E4CF96A-8E9E-4AC0-AE0D-47CC399EAE15}" dt="2023-10-17T15:21:49.926" v="959" actId="1076"/>
          <ac:spMkLst>
            <pc:docMk/>
            <pc:sldMk cId="3970393171" sldId="293"/>
            <ac:spMk id="1889" creationId="{00000000-0000-0000-0000-000000000000}"/>
          </ac:spMkLst>
        </pc:spChg>
      </pc:sldChg>
      <pc:sldChg chg="delSp modSp del mod">
        <pc:chgData name="Jayanthan Senthilkumar" userId="e50148d90e98dd15" providerId="LiveId" clId="{3E4CF96A-8E9E-4AC0-AE0D-47CC399EAE15}" dt="2023-10-17T16:20:29.167" v="2005" actId="47"/>
        <pc:sldMkLst>
          <pc:docMk/>
          <pc:sldMk cId="3209113441" sldId="294"/>
        </pc:sldMkLst>
        <pc:spChg chg="mod">
          <ac:chgData name="Jayanthan Senthilkumar" userId="e50148d90e98dd15" providerId="LiveId" clId="{3E4CF96A-8E9E-4AC0-AE0D-47CC399EAE15}" dt="2023-10-17T16:12:11.434" v="1901" actId="6549"/>
          <ac:spMkLst>
            <pc:docMk/>
            <pc:sldMk cId="3209113441" sldId="294"/>
            <ac:spMk id="767" creationId="{00000000-0000-0000-0000-000000000000}"/>
          </ac:spMkLst>
        </pc:spChg>
        <pc:grpChg chg="del">
          <ac:chgData name="Jayanthan Senthilkumar" userId="e50148d90e98dd15" providerId="LiveId" clId="{3E4CF96A-8E9E-4AC0-AE0D-47CC399EAE15}" dt="2023-10-17T16:19:41.728" v="1991" actId="21"/>
          <ac:grpSpMkLst>
            <pc:docMk/>
            <pc:sldMk cId="3209113441" sldId="294"/>
            <ac:grpSpMk id="772" creationId="{00000000-0000-0000-0000-000000000000}"/>
          </ac:grpSpMkLst>
        </pc:grpChg>
      </pc:sldChg>
      <pc:sldChg chg="del">
        <pc:chgData name="Jayanthan Senthilkumar" userId="e50148d90e98dd15" providerId="LiveId" clId="{3E4CF96A-8E9E-4AC0-AE0D-47CC399EAE15}" dt="2023-10-17T15:55:11.265" v="1686" actId="47"/>
        <pc:sldMkLst>
          <pc:docMk/>
          <pc:sldMk cId="454004422" sldId="295"/>
        </pc:sldMkLst>
      </pc:sldChg>
      <pc:sldChg chg="add del">
        <pc:chgData name="Jayanthan Senthilkumar" userId="e50148d90e98dd15" providerId="LiveId" clId="{3E4CF96A-8E9E-4AC0-AE0D-47CC399EAE15}" dt="2023-10-17T16:31:13.044" v="2153" actId="47"/>
        <pc:sldMkLst>
          <pc:docMk/>
          <pc:sldMk cId="3017771844" sldId="295"/>
        </pc:sldMkLst>
      </pc:sldChg>
      <pc:sldChg chg="del">
        <pc:chgData name="Jayanthan Senthilkumar" userId="e50148d90e98dd15" providerId="LiveId" clId="{3E4CF96A-8E9E-4AC0-AE0D-47CC399EAE15}" dt="2023-10-17T15:55:23.125" v="1692" actId="47"/>
        <pc:sldMkLst>
          <pc:docMk/>
          <pc:sldMk cId="38419625" sldId="296"/>
        </pc:sldMkLst>
      </pc:sldChg>
      <pc:sldChg chg="del">
        <pc:chgData name="Jayanthan Senthilkumar" userId="e50148d90e98dd15" providerId="LiveId" clId="{3E4CF96A-8E9E-4AC0-AE0D-47CC399EAE15}" dt="2023-10-17T15:55:25.079" v="1694" actId="47"/>
        <pc:sldMkLst>
          <pc:docMk/>
          <pc:sldMk cId="1851049483" sldId="297"/>
        </pc:sldMkLst>
      </pc:sldChg>
      <pc:sldChg chg="del">
        <pc:chgData name="Jayanthan Senthilkumar" userId="e50148d90e98dd15" providerId="LiveId" clId="{3E4CF96A-8E9E-4AC0-AE0D-47CC399EAE15}" dt="2023-10-17T15:55:24.305" v="1693" actId="47"/>
        <pc:sldMkLst>
          <pc:docMk/>
          <pc:sldMk cId="1166409283" sldId="298"/>
        </pc:sldMkLst>
      </pc:sldChg>
      <pc:sldChg chg="addSp modSp mod ord">
        <pc:chgData name="Jayanthan Senthilkumar" userId="e50148d90e98dd15" providerId="LiveId" clId="{3E4CF96A-8E9E-4AC0-AE0D-47CC399EAE15}" dt="2023-10-17T16:02:47.015" v="1853" actId="1076"/>
        <pc:sldMkLst>
          <pc:docMk/>
          <pc:sldMk cId="2119774243" sldId="299"/>
        </pc:sldMkLst>
        <pc:spChg chg="mod">
          <ac:chgData name="Jayanthan Senthilkumar" userId="e50148d90e98dd15" providerId="LiveId" clId="{3E4CF96A-8E9E-4AC0-AE0D-47CC399EAE15}" dt="2023-10-17T16:01:02.235" v="1774" actId="1076"/>
          <ac:spMkLst>
            <pc:docMk/>
            <pc:sldMk cId="2119774243" sldId="299"/>
            <ac:spMk id="766" creationId="{00000000-0000-0000-0000-000000000000}"/>
          </ac:spMkLst>
        </pc:spChg>
        <pc:spChg chg="mod">
          <ac:chgData name="Jayanthan Senthilkumar" userId="e50148d90e98dd15" providerId="LiveId" clId="{3E4CF96A-8E9E-4AC0-AE0D-47CC399EAE15}" dt="2023-10-17T16:01:49.535" v="1785" actId="14100"/>
          <ac:spMkLst>
            <pc:docMk/>
            <pc:sldMk cId="2119774243" sldId="299"/>
            <ac:spMk id="767" creationId="{00000000-0000-0000-0000-000000000000}"/>
          </ac:spMkLst>
        </pc:spChg>
        <pc:spChg chg="add mod">
          <ac:chgData name="Jayanthan Senthilkumar" userId="e50148d90e98dd15" providerId="LiveId" clId="{3E4CF96A-8E9E-4AC0-AE0D-47CC399EAE15}" dt="2023-10-17T16:02:28.135" v="1847" actId="1076"/>
          <ac:spMkLst>
            <pc:docMk/>
            <pc:sldMk cId="2119774243" sldId="299"/>
            <ac:spMk id="896" creationId="{F64BEAAC-6779-6ABF-6FB9-9E7F2914AA9B}"/>
          </ac:spMkLst>
        </pc:spChg>
        <pc:spChg chg="add mod">
          <ac:chgData name="Jayanthan Senthilkumar" userId="e50148d90e98dd15" providerId="LiveId" clId="{3E4CF96A-8E9E-4AC0-AE0D-47CC399EAE15}" dt="2023-10-17T16:02:44.145" v="1851" actId="1076"/>
          <ac:spMkLst>
            <pc:docMk/>
            <pc:sldMk cId="2119774243" sldId="299"/>
            <ac:spMk id="897" creationId="{2E0FBF53-4F7D-EF0C-3EF1-A0060E9340A7}"/>
          </ac:spMkLst>
        </pc:spChg>
        <pc:spChg chg="add mod">
          <ac:chgData name="Jayanthan Senthilkumar" userId="e50148d90e98dd15" providerId="LiveId" clId="{3E4CF96A-8E9E-4AC0-AE0D-47CC399EAE15}" dt="2023-10-17T16:02:42.065" v="1850" actId="1076"/>
          <ac:spMkLst>
            <pc:docMk/>
            <pc:sldMk cId="2119774243" sldId="299"/>
            <ac:spMk id="898" creationId="{58ABC641-6EB6-A5E3-B515-657A8B33B1E9}"/>
          </ac:spMkLst>
        </pc:spChg>
        <pc:spChg chg="add mod">
          <ac:chgData name="Jayanthan Senthilkumar" userId="e50148d90e98dd15" providerId="LiveId" clId="{3E4CF96A-8E9E-4AC0-AE0D-47CC399EAE15}" dt="2023-10-17T16:02:47.015" v="1853" actId="1076"/>
          <ac:spMkLst>
            <pc:docMk/>
            <pc:sldMk cId="2119774243" sldId="299"/>
            <ac:spMk id="899" creationId="{A860B883-C264-E3BD-D50C-4325D17BA31E}"/>
          </ac:spMkLst>
        </pc:spChg>
        <pc:spChg chg="add mod">
          <ac:chgData name="Jayanthan Senthilkumar" userId="e50148d90e98dd15" providerId="LiveId" clId="{3E4CF96A-8E9E-4AC0-AE0D-47CC399EAE15}" dt="2023-10-17T16:02:45.745" v="1852" actId="1076"/>
          <ac:spMkLst>
            <pc:docMk/>
            <pc:sldMk cId="2119774243" sldId="299"/>
            <ac:spMk id="900" creationId="{3F119953-578F-DA94-4815-437AAECD200C}"/>
          </ac:spMkLst>
        </pc:spChg>
        <pc:cxnChg chg="add mod">
          <ac:chgData name="Jayanthan Senthilkumar" userId="e50148d90e98dd15" providerId="LiveId" clId="{3E4CF96A-8E9E-4AC0-AE0D-47CC399EAE15}" dt="2023-10-17T16:02:42.065" v="1850" actId="1076"/>
          <ac:cxnSpMkLst>
            <pc:docMk/>
            <pc:sldMk cId="2119774243" sldId="299"/>
            <ac:cxnSpMk id="717" creationId="{2F7FA686-235C-A017-EE16-E59325CA124C}"/>
          </ac:cxnSpMkLst>
        </pc:cxnChg>
        <pc:cxnChg chg="add mod">
          <ac:chgData name="Jayanthan Senthilkumar" userId="e50148d90e98dd15" providerId="LiveId" clId="{3E4CF96A-8E9E-4AC0-AE0D-47CC399EAE15}" dt="2023-10-17T16:02:45.745" v="1852" actId="1076"/>
          <ac:cxnSpMkLst>
            <pc:docMk/>
            <pc:sldMk cId="2119774243" sldId="299"/>
            <ac:cxnSpMk id="718" creationId="{665D2745-07A2-3BAE-9A51-D20C8818829E}"/>
          </ac:cxnSpMkLst>
        </pc:cxnChg>
        <pc:cxnChg chg="add mod">
          <ac:chgData name="Jayanthan Senthilkumar" userId="e50148d90e98dd15" providerId="LiveId" clId="{3E4CF96A-8E9E-4AC0-AE0D-47CC399EAE15}" dt="2023-10-17T16:02:42.065" v="1850" actId="1076"/>
          <ac:cxnSpMkLst>
            <pc:docMk/>
            <pc:sldMk cId="2119774243" sldId="299"/>
            <ac:cxnSpMk id="719" creationId="{925CC10A-672C-E517-3963-D51F04A12014}"/>
          </ac:cxnSpMkLst>
        </pc:cxnChg>
        <pc:cxnChg chg="add mod">
          <ac:chgData name="Jayanthan Senthilkumar" userId="e50148d90e98dd15" providerId="LiveId" clId="{3E4CF96A-8E9E-4AC0-AE0D-47CC399EAE15}" dt="2023-10-17T16:02:44.145" v="1851" actId="1076"/>
          <ac:cxnSpMkLst>
            <pc:docMk/>
            <pc:sldMk cId="2119774243" sldId="299"/>
            <ac:cxnSpMk id="901" creationId="{8A9C2766-5813-31F8-FEF0-8A0834869792}"/>
          </ac:cxnSpMkLst>
        </pc:cxnChg>
      </pc:sldChg>
      <pc:sldChg chg="del">
        <pc:chgData name="Jayanthan Senthilkumar" userId="e50148d90e98dd15" providerId="LiveId" clId="{3E4CF96A-8E9E-4AC0-AE0D-47CC399EAE15}" dt="2023-10-17T15:55:12.595" v="1687" actId="47"/>
        <pc:sldMkLst>
          <pc:docMk/>
          <pc:sldMk cId="2822845013" sldId="300"/>
        </pc:sldMkLst>
      </pc:sldChg>
      <pc:sldChg chg="modSp add del mod">
        <pc:chgData name="Jayanthan Senthilkumar" userId="e50148d90e98dd15" providerId="LiveId" clId="{3E4CF96A-8E9E-4AC0-AE0D-47CC399EAE15}" dt="2023-10-17T16:31:13.658" v="2154" actId="47"/>
        <pc:sldMkLst>
          <pc:docMk/>
          <pc:sldMk cId="1349552491" sldId="301"/>
        </pc:sldMkLst>
        <pc:spChg chg="mod">
          <ac:chgData name="Jayanthan Senthilkumar" userId="e50148d90e98dd15" providerId="LiveId" clId="{3E4CF96A-8E9E-4AC0-AE0D-47CC399EAE15}" dt="2023-10-17T16:11:38.294" v="1892" actId="1076"/>
          <ac:spMkLst>
            <pc:docMk/>
            <pc:sldMk cId="1349552491" sldId="301"/>
            <ac:spMk id="4" creationId="{00000000-0000-0000-0000-000000000000}"/>
          </ac:spMkLst>
        </pc:spChg>
        <pc:spChg chg="mod">
          <ac:chgData name="Jayanthan Senthilkumar" userId="e50148d90e98dd15" providerId="LiveId" clId="{3E4CF96A-8E9E-4AC0-AE0D-47CC399EAE15}" dt="2023-10-17T16:11:42.970" v="1894" actId="20577"/>
          <ac:spMkLst>
            <pc:docMk/>
            <pc:sldMk cId="1349552491" sldId="301"/>
            <ac:spMk id="7" creationId="{00000000-0000-0000-0000-000000000000}"/>
          </ac:spMkLst>
        </pc:spChg>
      </pc:sldChg>
      <pc:sldChg chg="del">
        <pc:chgData name="Jayanthan Senthilkumar" userId="e50148d90e98dd15" providerId="LiveId" clId="{3E4CF96A-8E9E-4AC0-AE0D-47CC399EAE15}" dt="2023-10-17T15:55:13.107" v="1688" actId="47"/>
        <pc:sldMkLst>
          <pc:docMk/>
          <pc:sldMk cId="3022585124" sldId="301"/>
        </pc:sldMkLst>
      </pc:sldChg>
      <pc:sldChg chg="add del">
        <pc:chgData name="Jayanthan Senthilkumar" userId="e50148d90e98dd15" providerId="LiveId" clId="{3E4CF96A-8E9E-4AC0-AE0D-47CC399EAE15}" dt="2023-10-17T16:31:14.238" v="2155" actId="47"/>
        <pc:sldMkLst>
          <pc:docMk/>
          <pc:sldMk cId="1479932783" sldId="302"/>
        </pc:sldMkLst>
      </pc:sldChg>
      <pc:sldChg chg="del">
        <pc:chgData name="Jayanthan Senthilkumar" userId="e50148d90e98dd15" providerId="LiveId" clId="{3E4CF96A-8E9E-4AC0-AE0D-47CC399EAE15}" dt="2023-10-17T15:55:13.560" v="1689" actId="47"/>
        <pc:sldMkLst>
          <pc:docMk/>
          <pc:sldMk cId="4225323866" sldId="302"/>
        </pc:sldMkLst>
      </pc:sldChg>
      <pc:sldChg chg="del">
        <pc:chgData name="Jayanthan Senthilkumar" userId="e50148d90e98dd15" providerId="LiveId" clId="{3E4CF96A-8E9E-4AC0-AE0D-47CC399EAE15}" dt="2023-10-17T15:55:13.955" v="1690" actId="47"/>
        <pc:sldMkLst>
          <pc:docMk/>
          <pc:sldMk cId="830544656" sldId="303"/>
        </pc:sldMkLst>
      </pc:sldChg>
      <pc:sldChg chg="add del ord">
        <pc:chgData name="Jayanthan Senthilkumar" userId="e50148d90e98dd15" providerId="LiveId" clId="{3E4CF96A-8E9E-4AC0-AE0D-47CC399EAE15}" dt="2023-10-17T15:17:08.161" v="740" actId="47"/>
        <pc:sldMkLst>
          <pc:docMk/>
          <pc:sldMk cId="1841171046" sldId="304"/>
        </pc:sldMkLst>
      </pc:sldChg>
      <pc:sldChg chg="delSp modSp add del mod ord">
        <pc:chgData name="Jayanthan Senthilkumar" userId="e50148d90e98dd15" providerId="LiveId" clId="{3E4CF96A-8E9E-4AC0-AE0D-47CC399EAE15}" dt="2023-10-17T16:29:53.437" v="2133" actId="47"/>
        <pc:sldMkLst>
          <pc:docMk/>
          <pc:sldMk cId="2335228594" sldId="305"/>
        </pc:sldMkLst>
        <pc:spChg chg="mod">
          <ac:chgData name="Jayanthan Senthilkumar" userId="e50148d90e98dd15" providerId="LiveId" clId="{3E4CF96A-8E9E-4AC0-AE0D-47CC399EAE15}" dt="2023-10-17T15:18:12.326" v="829" actId="1076"/>
          <ac:spMkLst>
            <pc:docMk/>
            <pc:sldMk cId="2335228594" sldId="305"/>
            <ac:spMk id="13" creationId="{5D4B446D-E1BE-7ABF-1EDF-BD2F5892B2A8}"/>
          </ac:spMkLst>
        </pc:spChg>
        <pc:spChg chg="mod">
          <ac:chgData name="Jayanthan Senthilkumar" userId="e50148d90e98dd15" providerId="LiveId" clId="{3E4CF96A-8E9E-4AC0-AE0D-47CC399EAE15}" dt="2023-10-17T15:18:05.577" v="827" actId="1076"/>
          <ac:spMkLst>
            <pc:docMk/>
            <pc:sldMk cId="2335228594" sldId="305"/>
            <ac:spMk id="1302" creationId="{00000000-0000-0000-0000-000000000000}"/>
          </ac:spMkLst>
        </pc:spChg>
        <pc:picChg chg="del">
          <ac:chgData name="Jayanthan Senthilkumar" userId="e50148d90e98dd15" providerId="LiveId" clId="{3E4CF96A-8E9E-4AC0-AE0D-47CC399EAE15}" dt="2023-10-17T15:17:10.467" v="741" actId="478"/>
          <ac:picMkLst>
            <pc:docMk/>
            <pc:sldMk cId="2335228594" sldId="305"/>
            <ac:picMk id="11" creationId="{C1F4CC21-DE64-E19D-F083-A15A37B4E9B5}"/>
          </ac:picMkLst>
        </pc:picChg>
      </pc:sldChg>
      <pc:sldChg chg="addSp delSp modSp add del mod">
        <pc:chgData name="Jayanthan Senthilkumar" userId="e50148d90e98dd15" providerId="LiveId" clId="{3E4CF96A-8E9E-4AC0-AE0D-47CC399EAE15}" dt="2023-10-17T16:29:54.096" v="2134" actId="47"/>
        <pc:sldMkLst>
          <pc:docMk/>
          <pc:sldMk cId="1238564757" sldId="306"/>
        </pc:sldMkLst>
        <pc:spChg chg="add mod">
          <ac:chgData name="Jayanthan Senthilkumar" userId="e50148d90e98dd15" providerId="LiveId" clId="{3E4CF96A-8E9E-4AC0-AE0D-47CC399EAE15}" dt="2023-10-17T15:20:18.946" v="906" actId="1076"/>
          <ac:spMkLst>
            <pc:docMk/>
            <pc:sldMk cId="1238564757" sldId="306"/>
            <ac:spMk id="2" creationId="{B8A43B74-B6F8-1B51-DCEF-79C33F13EE9C}"/>
          </ac:spMkLst>
        </pc:spChg>
        <pc:spChg chg="add mod">
          <ac:chgData name="Jayanthan Senthilkumar" userId="e50148d90e98dd15" providerId="LiveId" clId="{3E4CF96A-8E9E-4AC0-AE0D-47CC399EAE15}" dt="2023-10-17T15:20:36.786" v="916" actId="1076"/>
          <ac:spMkLst>
            <pc:docMk/>
            <pc:sldMk cId="1238564757" sldId="306"/>
            <ac:spMk id="3" creationId="{7EB20F04-47BD-0172-E361-7F8104AC07D6}"/>
          </ac:spMkLst>
        </pc:spChg>
        <pc:spChg chg="add mod">
          <ac:chgData name="Jayanthan Senthilkumar" userId="e50148d90e98dd15" providerId="LiveId" clId="{3E4CF96A-8E9E-4AC0-AE0D-47CC399EAE15}" dt="2023-10-17T15:29:54.451" v="1056" actId="1076"/>
          <ac:spMkLst>
            <pc:docMk/>
            <pc:sldMk cId="1238564757" sldId="306"/>
            <ac:spMk id="4" creationId="{D12411B5-75AE-0A35-1556-EC24C00D0E03}"/>
          </ac:spMkLst>
        </pc:spChg>
        <pc:spChg chg="add mod">
          <ac:chgData name="Jayanthan Senthilkumar" userId="e50148d90e98dd15" providerId="LiveId" clId="{3E4CF96A-8E9E-4AC0-AE0D-47CC399EAE15}" dt="2023-10-17T15:29:48.362" v="1055" actId="1076"/>
          <ac:spMkLst>
            <pc:docMk/>
            <pc:sldMk cId="1238564757" sldId="306"/>
            <ac:spMk id="5" creationId="{63647849-D46B-BA90-B22A-C334603B2BC1}"/>
          </ac:spMkLst>
        </pc:spChg>
        <pc:spChg chg="add mod">
          <ac:chgData name="Jayanthan Senthilkumar" userId="e50148d90e98dd15" providerId="LiveId" clId="{3E4CF96A-8E9E-4AC0-AE0D-47CC399EAE15}" dt="2023-10-17T15:29:57.716" v="1057" actId="1076"/>
          <ac:spMkLst>
            <pc:docMk/>
            <pc:sldMk cId="1238564757" sldId="306"/>
            <ac:spMk id="6" creationId="{AA0C19BE-D35F-751E-7CAC-8E7E66CFA5B5}"/>
          </ac:spMkLst>
        </pc:spChg>
        <pc:spChg chg="add mod">
          <ac:chgData name="Jayanthan Senthilkumar" userId="e50148d90e98dd15" providerId="LiveId" clId="{3E4CF96A-8E9E-4AC0-AE0D-47CC399EAE15}" dt="2023-10-17T15:20:35.616" v="915" actId="1076"/>
          <ac:spMkLst>
            <pc:docMk/>
            <pc:sldMk cId="1238564757" sldId="306"/>
            <ac:spMk id="7" creationId="{D811CDAE-CC84-BD5C-94CB-F6FE691CF95A}"/>
          </ac:spMkLst>
        </pc:spChg>
        <pc:spChg chg="add mod">
          <ac:chgData name="Jayanthan Senthilkumar" userId="e50148d90e98dd15" providerId="LiveId" clId="{3E4CF96A-8E9E-4AC0-AE0D-47CC399EAE15}" dt="2023-10-17T15:29:03.206" v="1042" actId="1076"/>
          <ac:spMkLst>
            <pc:docMk/>
            <pc:sldMk cId="1238564757" sldId="306"/>
            <ac:spMk id="8" creationId="{608642DA-3799-9227-971E-5F110A36B44A}"/>
          </ac:spMkLst>
        </pc:spChg>
        <pc:spChg chg="add mod">
          <ac:chgData name="Jayanthan Senthilkumar" userId="e50148d90e98dd15" providerId="LiveId" clId="{3E4CF96A-8E9E-4AC0-AE0D-47CC399EAE15}" dt="2023-10-17T15:20:32.961" v="914" actId="1076"/>
          <ac:spMkLst>
            <pc:docMk/>
            <pc:sldMk cId="1238564757" sldId="306"/>
            <ac:spMk id="9" creationId="{7EBDEE57-976E-858B-0D9C-5DA1C339C47E}"/>
          </ac:spMkLst>
        </pc:spChg>
        <pc:spChg chg="add mod">
          <ac:chgData name="Jayanthan Senthilkumar" userId="e50148d90e98dd15" providerId="LiveId" clId="{3E4CF96A-8E9E-4AC0-AE0D-47CC399EAE15}" dt="2023-10-17T15:20:30.926" v="913" actId="1076"/>
          <ac:spMkLst>
            <pc:docMk/>
            <pc:sldMk cId="1238564757" sldId="306"/>
            <ac:spMk id="10" creationId="{B6534ED7-D14E-00AF-702A-222E84E87A10}"/>
          </ac:spMkLst>
        </pc:spChg>
        <pc:spChg chg="del">
          <ac:chgData name="Jayanthan Senthilkumar" userId="e50148d90e98dd15" providerId="LiveId" clId="{3E4CF96A-8E9E-4AC0-AE0D-47CC399EAE15}" dt="2023-10-17T15:18:56.226" v="831" actId="478"/>
          <ac:spMkLst>
            <pc:docMk/>
            <pc:sldMk cId="1238564757" sldId="306"/>
            <ac:spMk id="13" creationId="{5D4B446D-E1BE-7ABF-1EDF-BD2F5892B2A8}"/>
          </ac:spMkLst>
        </pc:spChg>
        <pc:spChg chg="mod">
          <ac:chgData name="Jayanthan Senthilkumar" userId="e50148d90e98dd15" providerId="LiveId" clId="{3E4CF96A-8E9E-4AC0-AE0D-47CC399EAE15}" dt="2023-10-17T15:19:32.237" v="865" actId="1076"/>
          <ac:spMkLst>
            <pc:docMk/>
            <pc:sldMk cId="1238564757" sldId="306"/>
            <ac:spMk id="1302" creationId="{00000000-0000-0000-0000-000000000000}"/>
          </ac:spMkLst>
        </pc:spChg>
        <pc:cxnChg chg="add mod">
          <ac:chgData name="Jayanthan Senthilkumar" userId="e50148d90e98dd15" providerId="LiveId" clId="{3E4CF96A-8E9E-4AC0-AE0D-47CC399EAE15}" dt="2023-10-17T15:29:54.451" v="1056" actId="1076"/>
          <ac:cxnSpMkLst>
            <pc:docMk/>
            <pc:sldMk cId="1238564757" sldId="306"/>
            <ac:cxnSpMk id="11" creationId="{366555B6-448F-48CA-0121-B03EDA23AACA}"/>
          </ac:cxnSpMkLst>
        </pc:cxnChg>
        <pc:cxnChg chg="add mod">
          <ac:chgData name="Jayanthan Senthilkumar" userId="e50148d90e98dd15" providerId="LiveId" clId="{3E4CF96A-8E9E-4AC0-AE0D-47CC399EAE15}" dt="2023-10-17T15:29:57.716" v="1057" actId="1076"/>
          <ac:cxnSpMkLst>
            <pc:docMk/>
            <pc:sldMk cId="1238564757" sldId="306"/>
            <ac:cxnSpMk id="12" creationId="{14A68347-5848-38DB-2C9A-23A8BC423AD5}"/>
          </ac:cxnSpMkLst>
        </pc:cxnChg>
        <pc:cxnChg chg="add mod">
          <ac:chgData name="Jayanthan Senthilkumar" userId="e50148d90e98dd15" providerId="LiveId" clId="{3E4CF96A-8E9E-4AC0-AE0D-47CC399EAE15}" dt="2023-10-17T15:29:57.716" v="1057" actId="1076"/>
          <ac:cxnSpMkLst>
            <pc:docMk/>
            <pc:sldMk cId="1238564757" sldId="306"/>
            <ac:cxnSpMk id="14" creationId="{FBA57FAB-8073-0D3C-1A81-87B55B877F6C}"/>
          </ac:cxnSpMkLst>
        </pc:cxnChg>
        <pc:cxnChg chg="add mod">
          <ac:chgData name="Jayanthan Senthilkumar" userId="e50148d90e98dd15" providerId="LiveId" clId="{3E4CF96A-8E9E-4AC0-AE0D-47CC399EAE15}" dt="2023-10-17T15:29:03.206" v="1042" actId="1076"/>
          <ac:cxnSpMkLst>
            <pc:docMk/>
            <pc:sldMk cId="1238564757" sldId="306"/>
            <ac:cxnSpMk id="15" creationId="{297AA1BD-03B3-4091-D8AD-EAFCBB06D8BB}"/>
          </ac:cxnSpMkLst>
        </pc:cxnChg>
        <pc:cxnChg chg="add mod">
          <ac:chgData name="Jayanthan Senthilkumar" userId="e50148d90e98dd15" providerId="LiveId" clId="{3E4CF96A-8E9E-4AC0-AE0D-47CC399EAE15}" dt="2023-10-17T15:29:03.206" v="1042" actId="1076"/>
          <ac:cxnSpMkLst>
            <pc:docMk/>
            <pc:sldMk cId="1238564757" sldId="306"/>
            <ac:cxnSpMk id="16" creationId="{8644EB1A-1B0F-BAEA-DC9D-7F15C836A771}"/>
          </ac:cxnSpMkLst>
        </pc:cxnChg>
        <pc:cxnChg chg="add mod">
          <ac:chgData name="Jayanthan Senthilkumar" userId="e50148d90e98dd15" providerId="LiveId" clId="{3E4CF96A-8E9E-4AC0-AE0D-47CC399EAE15}" dt="2023-10-17T15:20:32.961" v="914" actId="1076"/>
          <ac:cxnSpMkLst>
            <pc:docMk/>
            <pc:sldMk cId="1238564757" sldId="306"/>
            <ac:cxnSpMk id="17" creationId="{F2122FB8-7EA0-9CBE-F796-B6BC7A802A95}"/>
          </ac:cxnSpMkLst>
        </pc:cxnChg>
        <pc:cxnChg chg="add mod">
          <ac:chgData name="Jayanthan Senthilkumar" userId="e50148d90e98dd15" providerId="LiveId" clId="{3E4CF96A-8E9E-4AC0-AE0D-47CC399EAE15}" dt="2023-10-17T15:29:03.206" v="1042" actId="1076"/>
          <ac:cxnSpMkLst>
            <pc:docMk/>
            <pc:sldMk cId="1238564757" sldId="306"/>
            <ac:cxnSpMk id="18" creationId="{21043C9C-CC18-2DD7-8540-3E425EE424F3}"/>
          </ac:cxnSpMkLst>
        </pc:cxnChg>
        <pc:cxnChg chg="add mod">
          <ac:chgData name="Jayanthan Senthilkumar" userId="e50148d90e98dd15" providerId="LiveId" clId="{3E4CF96A-8E9E-4AC0-AE0D-47CC399EAE15}" dt="2023-10-17T15:29:03.206" v="1042" actId="1076"/>
          <ac:cxnSpMkLst>
            <pc:docMk/>
            <pc:sldMk cId="1238564757" sldId="306"/>
            <ac:cxnSpMk id="19" creationId="{2B46187B-F9BE-72AA-0878-1A7A2D39CF2C}"/>
          </ac:cxnSpMkLst>
        </pc:cxnChg>
      </pc:sldChg>
      <pc:sldChg chg="add">
        <pc:chgData name="Jayanthan Senthilkumar" userId="e50148d90e98dd15" providerId="LiveId" clId="{3E4CF96A-8E9E-4AC0-AE0D-47CC399EAE15}" dt="2023-10-17T17:36:56.382" v="2876"/>
        <pc:sldMkLst>
          <pc:docMk/>
          <pc:sldMk cId="3040327479" sldId="307"/>
        </pc:sldMkLst>
      </pc:sldChg>
      <pc:sldChg chg="addSp modSp add del mod ord modTransition">
        <pc:chgData name="Jayanthan Senthilkumar" userId="e50148d90e98dd15" providerId="LiveId" clId="{3E4CF96A-8E9E-4AC0-AE0D-47CC399EAE15}" dt="2023-10-17T17:36:24.021" v="2872" actId="47"/>
        <pc:sldMkLst>
          <pc:docMk/>
          <pc:sldMk cId="3107217386" sldId="307"/>
        </pc:sldMkLst>
        <pc:spChg chg="add mod">
          <ac:chgData name="Jayanthan Senthilkumar" userId="e50148d90e98dd15" providerId="LiveId" clId="{3E4CF96A-8E9E-4AC0-AE0D-47CC399EAE15}" dt="2023-10-17T15:32:18.251" v="1164" actId="1076"/>
          <ac:spMkLst>
            <pc:docMk/>
            <pc:sldMk cId="3107217386" sldId="307"/>
            <ac:spMk id="2" creationId="{29D466E1-3619-87E3-B9D8-8D7D2C094B26}"/>
          </ac:spMkLst>
        </pc:spChg>
        <pc:spChg chg="add mod">
          <ac:chgData name="Jayanthan Senthilkumar" userId="e50148d90e98dd15" providerId="LiveId" clId="{3E4CF96A-8E9E-4AC0-AE0D-47CC399EAE15}" dt="2023-10-17T15:32:23.376" v="1166" actId="1076"/>
          <ac:spMkLst>
            <pc:docMk/>
            <pc:sldMk cId="3107217386" sldId="307"/>
            <ac:spMk id="3" creationId="{CBFE45AD-7182-A88F-6597-C5491246BDFC}"/>
          </ac:spMkLst>
        </pc:spChg>
        <pc:spChg chg="add mod">
          <ac:chgData name="Jayanthan Senthilkumar" userId="e50148d90e98dd15" providerId="LiveId" clId="{3E4CF96A-8E9E-4AC0-AE0D-47CC399EAE15}" dt="2023-10-17T15:32:27.546" v="1167" actId="1076"/>
          <ac:spMkLst>
            <pc:docMk/>
            <pc:sldMk cId="3107217386" sldId="307"/>
            <ac:spMk id="4" creationId="{650439DE-AC31-3EB5-1E7E-3D9889B48326}"/>
          </ac:spMkLst>
        </pc:spChg>
        <pc:spChg chg="add mod">
          <ac:chgData name="Jayanthan Senthilkumar" userId="e50148d90e98dd15" providerId="LiveId" clId="{3E4CF96A-8E9E-4AC0-AE0D-47CC399EAE15}" dt="2023-10-17T15:32:39.346" v="1173" actId="1076"/>
          <ac:spMkLst>
            <pc:docMk/>
            <pc:sldMk cId="3107217386" sldId="307"/>
            <ac:spMk id="5" creationId="{7134816E-619E-E2F2-A4FC-CC717C09B504}"/>
          </ac:spMkLst>
        </pc:spChg>
        <pc:spChg chg="add mod">
          <ac:chgData name="Jayanthan Senthilkumar" userId="e50148d90e98dd15" providerId="LiveId" clId="{3E4CF96A-8E9E-4AC0-AE0D-47CC399EAE15}" dt="2023-10-17T15:32:21.710" v="1165" actId="1076"/>
          <ac:spMkLst>
            <pc:docMk/>
            <pc:sldMk cId="3107217386" sldId="307"/>
            <ac:spMk id="6" creationId="{F50D7AEF-0E55-202A-82A0-AB5336EB7A15}"/>
          </ac:spMkLst>
        </pc:spChg>
        <pc:spChg chg="add mod">
          <ac:chgData name="Jayanthan Senthilkumar" userId="e50148d90e98dd15" providerId="LiveId" clId="{3E4CF96A-8E9E-4AC0-AE0D-47CC399EAE15}" dt="2023-10-17T15:32:29.706" v="1168" actId="1076"/>
          <ac:spMkLst>
            <pc:docMk/>
            <pc:sldMk cId="3107217386" sldId="307"/>
            <ac:spMk id="7" creationId="{760D90E5-7144-D664-478C-E4FACC47680E}"/>
          </ac:spMkLst>
        </pc:spChg>
        <pc:spChg chg="add mod">
          <ac:chgData name="Jayanthan Senthilkumar" userId="e50148d90e98dd15" providerId="LiveId" clId="{3E4CF96A-8E9E-4AC0-AE0D-47CC399EAE15}" dt="2023-10-17T15:32:44.031" v="1174" actId="1076"/>
          <ac:spMkLst>
            <pc:docMk/>
            <pc:sldMk cId="3107217386" sldId="307"/>
            <ac:spMk id="8" creationId="{4EDFC766-2703-1B37-4FAA-40471182C943}"/>
          </ac:spMkLst>
        </pc:spChg>
        <pc:spChg chg="mod">
          <ac:chgData name="Jayanthan Senthilkumar" userId="e50148d90e98dd15" providerId="LiveId" clId="{3E4CF96A-8E9E-4AC0-AE0D-47CC399EAE15}" dt="2023-10-17T15:31:54.195" v="1141" actId="1076"/>
          <ac:spMkLst>
            <pc:docMk/>
            <pc:sldMk cId="3107217386" sldId="307"/>
            <ac:spMk id="15" creationId="{C123D484-FCA0-7713-3383-A718A5A1C7EF}"/>
          </ac:spMkLst>
        </pc:spChg>
        <pc:spChg chg="mod">
          <ac:chgData name="Jayanthan Senthilkumar" userId="e50148d90e98dd15" providerId="LiveId" clId="{3E4CF96A-8E9E-4AC0-AE0D-47CC399EAE15}" dt="2023-10-17T15:31:50.301" v="1140" actId="1076"/>
          <ac:spMkLst>
            <pc:docMk/>
            <pc:sldMk cId="3107217386" sldId="307"/>
            <ac:spMk id="1340" creationId="{00000000-0000-0000-0000-000000000000}"/>
          </ac:spMkLst>
        </pc:spChg>
        <pc:cxnChg chg="add mod">
          <ac:chgData name="Jayanthan Senthilkumar" userId="e50148d90e98dd15" providerId="LiveId" clId="{3E4CF96A-8E9E-4AC0-AE0D-47CC399EAE15}" dt="2023-10-17T15:32:21.710" v="1165" actId="1076"/>
          <ac:cxnSpMkLst>
            <pc:docMk/>
            <pc:sldMk cId="3107217386" sldId="307"/>
            <ac:cxnSpMk id="9" creationId="{2F6E1F62-8860-CA75-9E34-1658254DF2E4}"/>
          </ac:cxnSpMkLst>
        </pc:cxnChg>
        <pc:cxnChg chg="add mod">
          <ac:chgData name="Jayanthan Senthilkumar" userId="e50148d90e98dd15" providerId="LiveId" clId="{3E4CF96A-8E9E-4AC0-AE0D-47CC399EAE15}" dt="2023-10-17T15:32:29.706" v="1168" actId="1076"/>
          <ac:cxnSpMkLst>
            <pc:docMk/>
            <pc:sldMk cId="3107217386" sldId="307"/>
            <ac:cxnSpMk id="10" creationId="{CCEA6C90-0805-EB8D-6002-BEEC7012587F}"/>
          </ac:cxnSpMkLst>
        </pc:cxnChg>
        <pc:cxnChg chg="add mod">
          <ac:chgData name="Jayanthan Senthilkumar" userId="e50148d90e98dd15" providerId="LiveId" clId="{3E4CF96A-8E9E-4AC0-AE0D-47CC399EAE15}" dt="2023-10-17T15:32:44.031" v="1174" actId="1076"/>
          <ac:cxnSpMkLst>
            <pc:docMk/>
            <pc:sldMk cId="3107217386" sldId="307"/>
            <ac:cxnSpMk id="11" creationId="{9FC92BE9-80A2-5B17-BC8A-E0705EAA3BFA}"/>
          </ac:cxnSpMkLst>
        </pc:cxnChg>
        <pc:cxnChg chg="add mod">
          <ac:chgData name="Jayanthan Senthilkumar" userId="e50148d90e98dd15" providerId="LiveId" clId="{3E4CF96A-8E9E-4AC0-AE0D-47CC399EAE15}" dt="2023-10-17T15:32:23.376" v="1166" actId="1076"/>
          <ac:cxnSpMkLst>
            <pc:docMk/>
            <pc:sldMk cId="3107217386" sldId="307"/>
            <ac:cxnSpMk id="12" creationId="{921C00DC-703A-610A-9268-9D14EDA05D56}"/>
          </ac:cxnSpMkLst>
        </pc:cxnChg>
        <pc:cxnChg chg="add mod">
          <ac:chgData name="Jayanthan Senthilkumar" userId="e50148d90e98dd15" providerId="LiveId" clId="{3E4CF96A-8E9E-4AC0-AE0D-47CC399EAE15}" dt="2023-10-17T15:32:27.546" v="1167" actId="1076"/>
          <ac:cxnSpMkLst>
            <pc:docMk/>
            <pc:sldMk cId="3107217386" sldId="307"/>
            <ac:cxnSpMk id="13" creationId="{680825D7-F1E2-E18C-A9E0-4065DDDCF3E1}"/>
          </ac:cxnSpMkLst>
        </pc:cxnChg>
        <pc:cxnChg chg="add mod">
          <ac:chgData name="Jayanthan Senthilkumar" userId="e50148d90e98dd15" providerId="LiveId" clId="{3E4CF96A-8E9E-4AC0-AE0D-47CC399EAE15}" dt="2023-10-17T15:32:39.346" v="1173" actId="1076"/>
          <ac:cxnSpMkLst>
            <pc:docMk/>
            <pc:sldMk cId="3107217386" sldId="307"/>
            <ac:cxnSpMk id="14" creationId="{E5FA11FD-8985-181E-485D-A29A75297B1C}"/>
          </ac:cxnSpMkLst>
        </pc:cxnChg>
      </pc:sldChg>
      <pc:sldChg chg="addSp delSp modSp add del mod modTransition">
        <pc:chgData name="Jayanthan Senthilkumar" userId="e50148d90e98dd15" providerId="LiveId" clId="{3E4CF96A-8E9E-4AC0-AE0D-47CC399EAE15}" dt="2023-10-17T17:36:24.445" v="2873" actId="47"/>
        <pc:sldMkLst>
          <pc:docMk/>
          <pc:sldMk cId="811672652" sldId="308"/>
        </pc:sldMkLst>
        <pc:spChg chg="del">
          <ac:chgData name="Jayanthan Senthilkumar" userId="e50148d90e98dd15" providerId="LiveId" clId="{3E4CF96A-8E9E-4AC0-AE0D-47CC399EAE15}" dt="2023-10-17T15:33:52.516" v="1279" actId="478"/>
          <ac:spMkLst>
            <pc:docMk/>
            <pc:sldMk cId="811672652" sldId="308"/>
            <ac:spMk id="2" creationId="{29D466E1-3619-87E3-B9D8-8D7D2C094B26}"/>
          </ac:spMkLst>
        </pc:spChg>
        <pc:spChg chg="del">
          <ac:chgData name="Jayanthan Senthilkumar" userId="e50148d90e98dd15" providerId="LiveId" clId="{3E4CF96A-8E9E-4AC0-AE0D-47CC399EAE15}" dt="2023-10-17T15:33:52.516" v="1279" actId="478"/>
          <ac:spMkLst>
            <pc:docMk/>
            <pc:sldMk cId="811672652" sldId="308"/>
            <ac:spMk id="3" creationId="{CBFE45AD-7182-A88F-6597-C5491246BDFC}"/>
          </ac:spMkLst>
        </pc:spChg>
        <pc:spChg chg="del">
          <ac:chgData name="Jayanthan Senthilkumar" userId="e50148d90e98dd15" providerId="LiveId" clId="{3E4CF96A-8E9E-4AC0-AE0D-47CC399EAE15}" dt="2023-10-17T15:33:49.286" v="1278" actId="478"/>
          <ac:spMkLst>
            <pc:docMk/>
            <pc:sldMk cId="811672652" sldId="308"/>
            <ac:spMk id="4" creationId="{650439DE-AC31-3EB5-1E7E-3D9889B48326}"/>
          </ac:spMkLst>
        </pc:spChg>
        <pc:spChg chg="del">
          <ac:chgData name="Jayanthan Senthilkumar" userId="e50148d90e98dd15" providerId="LiveId" clId="{3E4CF96A-8E9E-4AC0-AE0D-47CC399EAE15}" dt="2023-10-17T15:33:55.423" v="1280" actId="478"/>
          <ac:spMkLst>
            <pc:docMk/>
            <pc:sldMk cId="811672652" sldId="308"/>
            <ac:spMk id="5" creationId="{7134816E-619E-E2F2-A4FC-CC717C09B504}"/>
          </ac:spMkLst>
        </pc:spChg>
        <pc:spChg chg="del">
          <ac:chgData name="Jayanthan Senthilkumar" userId="e50148d90e98dd15" providerId="LiveId" clId="{3E4CF96A-8E9E-4AC0-AE0D-47CC399EAE15}" dt="2023-10-17T15:33:52.516" v="1279" actId="478"/>
          <ac:spMkLst>
            <pc:docMk/>
            <pc:sldMk cId="811672652" sldId="308"/>
            <ac:spMk id="6" creationId="{F50D7AEF-0E55-202A-82A0-AB5336EB7A15}"/>
          </ac:spMkLst>
        </pc:spChg>
        <pc:spChg chg="del">
          <ac:chgData name="Jayanthan Senthilkumar" userId="e50148d90e98dd15" providerId="LiveId" clId="{3E4CF96A-8E9E-4AC0-AE0D-47CC399EAE15}" dt="2023-10-17T15:33:49.286" v="1278" actId="478"/>
          <ac:spMkLst>
            <pc:docMk/>
            <pc:sldMk cId="811672652" sldId="308"/>
            <ac:spMk id="7" creationId="{760D90E5-7144-D664-478C-E4FACC47680E}"/>
          </ac:spMkLst>
        </pc:spChg>
        <pc:spChg chg="del">
          <ac:chgData name="Jayanthan Senthilkumar" userId="e50148d90e98dd15" providerId="LiveId" clId="{3E4CF96A-8E9E-4AC0-AE0D-47CC399EAE15}" dt="2023-10-17T15:33:55.423" v="1280" actId="478"/>
          <ac:spMkLst>
            <pc:docMk/>
            <pc:sldMk cId="811672652" sldId="308"/>
            <ac:spMk id="8" creationId="{4EDFC766-2703-1B37-4FAA-40471182C943}"/>
          </ac:spMkLst>
        </pc:spChg>
        <pc:spChg chg="mod">
          <ac:chgData name="Jayanthan Senthilkumar" userId="e50148d90e98dd15" providerId="LiveId" clId="{3E4CF96A-8E9E-4AC0-AE0D-47CC399EAE15}" dt="2023-10-17T15:33:45.086" v="1277" actId="20577"/>
          <ac:spMkLst>
            <pc:docMk/>
            <pc:sldMk cId="811672652" sldId="308"/>
            <ac:spMk id="15" creationId="{C123D484-FCA0-7713-3383-A718A5A1C7EF}"/>
          </ac:spMkLst>
        </pc:spChg>
        <pc:spChg chg="add del mod">
          <ac:chgData name="Jayanthan Senthilkumar" userId="e50148d90e98dd15" providerId="LiveId" clId="{3E4CF96A-8E9E-4AC0-AE0D-47CC399EAE15}" dt="2023-10-17T16:45:44.680" v="2319" actId="1076"/>
          <ac:spMkLst>
            <pc:docMk/>
            <pc:sldMk cId="811672652" sldId="308"/>
            <ac:spMk id="16" creationId="{277498CC-8836-A715-5458-BB72679E05D3}"/>
          </ac:spMkLst>
        </pc:spChg>
        <pc:spChg chg="add del mod">
          <ac:chgData name="Jayanthan Senthilkumar" userId="e50148d90e98dd15" providerId="LiveId" clId="{3E4CF96A-8E9E-4AC0-AE0D-47CC399EAE15}" dt="2023-10-17T16:45:47.348" v="2320" actId="1076"/>
          <ac:spMkLst>
            <pc:docMk/>
            <pc:sldMk cId="811672652" sldId="308"/>
            <ac:spMk id="17" creationId="{E6118AD0-5C4A-937D-0D2E-D5E30D8E47F1}"/>
          </ac:spMkLst>
        </pc:spChg>
        <pc:spChg chg="add del mod">
          <ac:chgData name="Jayanthan Senthilkumar" userId="e50148d90e98dd15" providerId="LiveId" clId="{3E4CF96A-8E9E-4AC0-AE0D-47CC399EAE15}" dt="2023-10-17T16:45:32.760" v="2316" actId="1076"/>
          <ac:spMkLst>
            <pc:docMk/>
            <pc:sldMk cId="811672652" sldId="308"/>
            <ac:spMk id="18" creationId="{885D80FD-9DBA-97FF-D467-4341524171C9}"/>
          </ac:spMkLst>
        </pc:spChg>
        <pc:spChg chg="add del mod">
          <ac:chgData name="Jayanthan Senthilkumar" userId="e50148d90e98dd15" providerId="LiveId" clId="{3E4CF96A-8E9E-4AC0-AE0D-47CC399EAE15}" dt="2023-10-17T16:45:52.963" v="2322" actId="1076"/>
          <ac:spMkLst>
            <pc:docMk/>
            <pc:sldMk cId="811672652" sldId="308"/>
            <ac:spMk id="19" creationId="{83CEC51D-526C-2434-3227-18106C43DB03}"/>
          </ac:spMkLst>
        </pc:spChg>
        <pc:spChg chg="add del mod">
          <ac:chgData name="Jayanthan Senthilkumar" userId="e50148d90e98dd15" providerId="LiveId" clId="{3E4CF96A-8E9E-4AC0-AE0D-47CC399EAE15}" dt="2023-10-17T16:45:50.200" v="2321" actId="1076"/>
          <ac:spMkLst>
            <pc:docMk/>
            <pc:sldMk cId="811672652" sldId="308"/>
            <ac:spMk id="20" creationId="{425082E9-86F0-D1A7-D76C-4BE13991C94D}"/>
          </ac:spMkLst>
        </pc:spChg>
        <pc:spChg chg="add del mod">
          <ac:chgData name="Jayanthan Senthilkumar" userId="e50148d90e98dd15" providerId="LiveId" clId="{3E4CF96A-8E9E-4AC0-AE0D-47CC399EAE15}" dt="2023-10-17T16:45:55.427" v="2323" actId="1076"/>
          <ac:spMkLst>
            <pc:docMk/>
            <pc:sldMk cId="811672652" sldId="308"/>
            <ac:spMk id="21" creationId="{33E7D740-8920-6483-12A3-47044167AF79}"/>
          </ac:spMkLst>
        </pc:spChg>
        <pc:spChg chg="add del mod">
          <ac:chgData name="Jayanthan Senthilkumar" userId="e50148d90e98dd15" providerId="LiveId" clId="{3E4CF96A-8E9E-4AC0-AE0D-47CC399EAE15}" dt="2023-10-17T16:46:07.283" v="2326" actId="1076"/>
          <ac:spMkLst>
            <pc:docMk/>
            <pc:sldMk cId="811672652" sldId="308"/>
            <ac:spMk id="22" creationId="{441D1090-C814-8D2C-17DB-0B1990DC7ECB}"/>
          </ac:spMkLst>
        </pc:spChg>
        <pc:spChg chg="add del mod">
          <ac:chgData name="Jayanthan Senthilkumar" userId="e50148d90e98dd15" providerId="LiveId" clId="{3E4CF96A-8E9E-4AC0-AE0D-47CC399EAE15}" dt="2023-10-17T16:46:10.876" v="2327" actId="1076"/>
          <ac:spMkLst>
            <pc:docMk/>
            <pc:sldMk cId="811672652" sldId="308"/>
            <ac:spMk id="23" creationId="{BBEF48A3-4005-2732-FD2A-65F8A981F9FC}"/>
          </ac:spMkLst>
        </pc:spChg>
        <pc:spChg chg="add del mod">
          <ac:chgData name="Jayanthan Senthilkumar" userId="e50148d90e98dd15" providerId="LiveId" clId="{3E4CF96A-8E9E-4AC0-AE0D-47CC399EAE15}" dt="2023-10-17T16:46:13.795" v="2328" actId="1076"/>
          <ac:spMkLst>
            <pc:docMk/>
            <pc:sldMk cId="811672652" sldId="308"/>
            <ac:spMk id="24" creationId="{1B4C412D-DCE9-B63E-A7BC-5B2444B76BEA}"/>
          </ac:spMkLst>
        </pc:spChg>
        <pc:spChg chg="add del mod">
          <ac:chgData name="Jayanthan Senthilkumar" userId="e50148d90e98dd15" providerId="LiveId" clId="{3E4CF96A-8E9E-4AC0-AE0D-47CC399EAE15}" dt="2023-10-17T16:45:24.050" v="2313" actId="1076"/>
          <ac:spMkLst>
            <pc:docMk/>
            <pc:sldMk cId="811672652" sldId="308"/>
            <ac:spMk id="25" creationId="{353FA449-9A66-9821-FF64-E05A0B848D01}"/>
          </ac:spMkLst>
        </pc:spChg>
        <pc:spChg chg="add del mod">
          <ac:chgData name="Jayanthan Senthilkumar" userId="e50148d90e98dd15" providerId="LiveId" clId="{3E4CF96A-8E9E-4AC0-AE0D-47CC399EAE15}" dt="2023-10-17T16:45:20.004" v="2312" actId="1076"/>
          <ac:spMkLst>
            <pc:docMk/>
            <pc:sldMk cId="811672652" sldId="308"/>
            <ac:spMk id="26" creationId="{DB02DC5B-C5F4-9700-A79C-8FCC477CC9A6}"/>
          </ac:spMkLst>
        </pc:spChg>
        <pc:spChg chg="add del mod">
          <ac:chgData name="Jayanthan Senthilkumar" userId="e50148d90e98dd15" providerId="LiveId" clId="{3E4CF96A-8E9E-4AC0-AE0D-47CC399EAE15}" dt="2023-10-17T16:45:17.415" v="2311" actId="1076"/>
          <ac:spMkLst>
            <pc:docMk/>
            <pc:sldMk cId="811672652" sldId="308"/>
            <ac:spMk id="27" creationId="{A4F5B67F-1C03-CB21-3E3D-FEAD913F8F7A}"/>
          </ac:spMkLst>
        </pc:spChg>
        <pc:spChg chg="add del mod">
          <ac:chgData name="Jayanthan Senthilkumar" userId="e50148d90e98dd15" providerId="LiveId" clId="{3E4CF96A-8E9E-4AC0-AE0D-47CC399EAE15}" dt="2023-10-17T16:45:15.438" v="2310" actId="1076"/>
          <ac:spMkLst>
            <pc:docMk/>
            <pc:sldMk cId="811672652" sldId="308"/>
            <ac:spMk id="28" creationId="{391B41C1-A590-8A49-08F2-4E7434D79A00}"/>
          </ac:spMkLst>
        </pc:spChg>
        <pc:spChg chg="add del mod">
          <ac:chgData name="Jayanthan Senthilkumar" userId="e50148d90e98dd15" providerId="LiveId" clId="{3E4CF96A-8E9E-4AC0-AE0D-47CC399EAE15}" dt="2023-10-17T16:45:29.856" v="2315" actId="1076"/>
          <ac:spMkLst>
            <pc:docMk/>
            <pc:sldMk cId="811672652" sldId="308"/>
            <ac:spMk id="29" creationId="{1704965E-2348-F9B3-8E63-A0B4F83A5DFE}"/>
          </ac:spMkLst>
        </pc:spChg>
        <pc:spChg chg="add del mod">
          <ac:chgData name="Jayanthan Senthilkumar" userId="e50148d90e98dd15" providerId="LiveId" clId="{3E4CF96A-8E9E-4AC0-AE0D-47CC399EAE15}" dt="2023-10-17T16:45:26.765" v="2314" actId="1076"/>
          <ac:spMkLst>
            <pc:docMk/>
            <pc:sldMk cId="811672652" sldId="308"/>
            <ac:spMk id="30" creationId="{AC266E1A-0A5B-9E5B-62CD-C66D687CBC56}"/>
          </ac:spMkLst>
        </pc:spChg>
        <pc:spChg chg="mod">
          <ac:chgData name="Jayanthan Senthilkumar" userId="e50148d90e98dd15" providerId="LiveId" clId="{3E4CF96A-8E9E-4AC0-AE0D-47CC399EAE15}" dt="2023-10-17T15:33:12.406" v="1197" actId="20577"/>
          <ac:spMkLst>
            <pc:docMk/>
            <pc:sldMk cId="811672652" sldId="308"/>
            <ac:spMk id="1340" creationId="{00000000-0000-0000-0000-000000000000}"/>
          </ac:spMkLst>
        </pc:spChg>
        <pc:cxnChg chg="del mod">
          <ac:chgData name="Jayanthan Senthilkumar" userId="e50148d90e98dd15" providerId="LiveId" clId="{3E4CF96A-8E9E-4AC0-AE0D-47CC399EAE15}" dt="2023-10-17T15:33:52.516" v="1279" actId="478"/>
          <ac:cxnSpMkLst>
            <pc:docMk/>
            <pc:sldMk cId="811672652" sldId="308"/>
            <ac:cxnSpMk id="9" creationId="{2F6E1F62-8860-CA75-9E34-1658254DF2E4}"/>
          </ac:cxnSpMkLst>
        </pc:cxnChg>
        <pc:cxnChg chg="del mod">
          <ac:chgData name="Jayanthan Senthilkumar" userId="e50148d90e98dd15" providerId="LiveId" clId="{3E4CF96A-8E9E-4AC0-AE0D-47CC399EAE15}" dt="2023-10-17T15:33:49.286" v="1278" actId="478"/>
          <ac:cxnSpMkLst>
            <pc:docMk/>
            <pc:sldMk cId="811672652" sldId="308"/>
            <ac:cxnSpMk id="10" creationId="{CCEA6C90-0805-EB8D-6002-BEEC7012587F}"/>
          </ac:cxnSpMkLst>
        </pc:cxnChg>
        <pc:cxnChg chg="del mod">
          <ac:chgData name="Jayanthan Senthilkumar" userId="e50148d90e98dd15" providerId="LiveId" clId="{3E4CF96A-8E9E-4AC0-AE0D-47CC399EAE15}" dt="2023-10-17T15:33:55.423" v="1280" actId="478"/>
          <ac:cxnSpMkLst>
            <pc:docMk/>
            <pc:sldMk cId="811672652" sldId="308"/>
            <ac:cxnSpMk id="11" creationId="{9FC92BE9-80A2-5B17-BC8A-E0705EAA3BFA}"/>
          </ac:cxnSpMkLst>
        </pc:cxnChg>
        <pc:cxnChg chg="del mod">
          <ac:chgData name="Jayanthan Senthilkumar" userId="e50148d90e98dd15" providerId="LiveId" clId="{3E4CF96A-8E9E-4AC0-AE0D-47CC399EAE15}" dt="2023-10-17T15:33:52.516" v="1279" actId="478"/>
          <ac:cxnSpMkLst>
            <pc:docMk/>
            <pc:sldMk cId="811672652" sldId="308"/>
            <ac:cxnSpMk id="12" creationId="{921C00DC-703A-610A-9268-9D14EDA05D56}"/>
          </ac:cxnSpMkLst>
        </pc:cxnChg>
        <pc:cxnChg chg="del mod">
          <ac:chgData name="Jayanthan Senthilkumar" userId="e50148d90e98dd15" providerId="LiveId" clId="{3E4CF96A-8E9E-4AC0-AE0D-47CC399EAE15}" dt="2023-10-17T15:33:49.286" v="1278" actId="478"/>
          <ac:cxnSpMkLst>
            <pc:docMk/>
            <pc:sldMk cId="811672652" sldId="308"/>
            <ac:cxnSpMk id="13" creationId="{680825D7-F1E2-E18C-A9E0-4065DDDCF3E1}"/>
          </ac:cxnSpMkLst>
        </pc:cxnChg>
        <pc:cxnChg chg="del mod">
          <ac:chgData name="Jayanthan Senthilkumar" userId="e50148d90e98dd15" providerId="LiveId" clId="{3E4CF96A-8E9E-4AC0-AE0D-47CC399EAE15}" dt="2023-10-17T15:33:55.423" v="1280" actId="478"/>
          <ac:cxnSpMkLst>
            <pc:docMk/>
            <pc:sldMk cId="811672652" sldId="308"/>
            <ac:cxnSpMk id="14" creationId="{E5FA11FD-8985-181E-485D-A29A75297B1C}"/>
          </ac:cxnSpMkLst>
        </pc:cxnChg>
        <pc:cxnChg chg="add del mod">
          <ac:chgData name="Jayanthan Senthilkumar" userId="e50148d90e98dd15" providerId="LiveId" clId="{3E4CF96A-8E9E-4AC0-AE0D-47CC399EAE15}" dt="2023-10-17T16:45:47.348" v="2320" actId="1076"/>
          <ac:cxnSpMkLst>
            <pc:docMk/>
            <pc:sldMk cId="811672652" sldId="308"/>
            <ac:cxnSpMk id="31" creationId="{43793F4C-1320-243A-4D5C-0DC92C184C98}"/>
          </ac:cxnSpMkLst>
        </pc:cxnChg>
        <pc:cxnChg chg="add del mod">
          <ac:chgData name="Jayanthan Senthilkumar" userId="e50148d90e98dd15" providerId="LiveId" clId="{3E4CF96A-8E9E-4AC0-AE0D-47CC399EAE15}" dt="2023-10-17T16:45:50.200" v="2321" actId="1076"/>
          <ac:cxnSpMkLst>
            <pc:docMk/>
            <pc:sldMk cId="811672652" sldId="308"/>
            <ac:cxnSpMk id="32" creationId="{6F0F7A86-8C88-8099-4355-FAE4235D519A}"/>
          </ac:cxnSpMkLst>
        </pc:cxnChg>
        <pc:cxnChg chg="add del mod">
          <ac:chgData name="Jayanthan Senthilkumar" userId="e50148d90e98dd15" providerId="LiveId" clId="{3E4CF96A-8E9E-4AC0-AE0D-47CC399EAE15}" dt="2023-10-17T16:46:07.283" v="2326" actId="1076"/>
          <ac:cxnSpMkLst>
            <pc:docMk/>
            <pc:sldMk cId="811672652" sldId="308"/>
            <ac:cxnSpMk id="33" creationId="{9B671C5E-FAF7-B467-AD85-31D0D3858014}"/>
          </ac:cxnSpMkLst>
        </pc:cxnChg>
        <pc:cxnChg chg="add del mod">
          <ac:chgData name="Jayanthan Senthilkumar" userId="e50148d90e98dd15" providerId="LiveId" clId="{3E4CF96A-8E9E-4AC0-AE0D-47CC399EAE15}" dt="2023-10-17T16:45:55.427" v="2323" actId="1076"/>
          <ac:cxnSpMkLst>
            <pc:docMk/>
            <pc:sldMk cId="811672652" sldId="308"/>
            <ac:cxnSpMk id="34" creationId="{CF3A0DB8-3E5A-7B79-0A3C-3F8D76EFAF20}"/>
          </ac:cxnSpMkLst>
        </pc:cxnChg>
        <pc:cxnChg chg="add del mod">
          <ac:chgData name="Jayanthan Senthilkumar" userId="e50148d90e98dd15" providerId="LiveId" clId="{3E4CF96A-8E9E-4AC0-AE0D-47CC399EAE15}" dt="2023-10-17T16:46:07.283" v="2326" actId="1076"/>
          <ac:cxnSpMkLst>
            <pc:docMk/>
            <pc:sldMk cId="811672652" sldId="308"/>
            <ac:cxnSpMk id="35" creationId="{4097AB94-EAD3-D2A5-B44D-F621E021BA70}"/>
          </ac:cxnSpMkLst>
        </pc:cxnChg>
        <pc:cxnChg chg="add del mod">
          <ac:chgData name="Jayanthan Senthilkumar" userId="e50148d90e98dd15" providerId="LiveId" clId="{3E4CF96A-8E9E-4AC0-AE0D-47CC399EAE15}" dt="2023-10-17T16:46:07.283" v="2326" actId="1076"/>
          <ac:cxnSpMkLst>
            <pc:docMk/>
            <pc:sldMk cId="811672652" sldId="308"/>
            <ac:cxnSpMk id="36" creationId="{2C2F7090-5909-508D-7699-1A840F5479BB}"/>
          </ac:cxnSpMkLst>
        </pc:cxnChg>
        <pc:cxnChg chg="add del mod">
          <ac:chgData name="Jayanthan Senthilkumar" userId="e50148d90e98dd15" providerId="LiveId" clId="{3E4CF96A-8E9E-4AC0-AE0D-47CC399EAE15}" dt="2023-10-17T16:45:55.427" v="2323" actId="1076"/>
          <ac:cxnSpMkLst>
            <pc:docMk/>
            <pc:sldMk cId="811672652" sldId="308"/>
            <ac:cxnSpMk id="37" creationId="{5266659D-50FC-37FA-A5A9-ED927D10F450}"/>
          </ac:cxnSpMkLst>
        </pc:cxnChg>
        <pc:cxnChg chg="add del mod">
          <ac:chgData name="Jayanthan Senthilkumar" userId="e50148d90e98dd15" providerId="LiveId" clId="{3E4CF96A-8E9E-4AC0-AE0D-47CC399EAE15}" dt="2023-10-17T16:45:55.427" v="2323" actId="1076"/>
          <ac:cxnSpMkLst>
            <pc:docMk/>
            <pc:sldMk cId="811672652" sldId="308"/>
            <ac:cxnSpMk id="38" creationId="{7742604F-C64E-CBD7-51D3-63EBAFE1AA04}"/>
          </ac:cxnSpMkLst>
        </pc:cxnChg>
        <pc:cxnChg chg="add del mod">
          <ac:chgData name="Jayanthan Senthilkumar" userId="e50148d90e98dd15" providerId="LiveId" clId="{3E4CF96A-8E9E-4AC0-AE0D-47CC399EAE15}" dt="2023-10-17T16:45:52.963" v="2322" actId="1076"/>
          <ac:cxnSpMkLst>
            <pc:docMk/>
            <pc:sldMk cId="811672652" sldId="308"/>
            <ac:cxnSpMk id="39" creationId="{0DE4A2A3-3232-7110-FF1D-CDC49BBAE43D}"/>
          </ac:cxnSpMkLst>
        </pc:cxnChg>
        <pc:cxnChg chg="add del mod">
          <ac:chgData name="Jayanthan Senthilkumar" userId="e50148d90e98dd15" providerId="LiveId" clId="{3E4CF96A-8E9E-4AC0-AE0D-47CC399EAE15}" dt="2023-10-17T16:45:52.963" v="2322" actId="1076"/>
          <ac:cxnSpMkLst>
            <pc:docMk/>
            <pc:sldMk cId="811672652" sldId="308"/>
            <ac:cxnSpMk id="40" creationId="{A5DC09E6-EF93-82A6-D8C2-CA2644F17963}"/>
          </ac:cxnSpMkLst>
        </pc:cxnChg>
        <pc:cxnChg chg="add del mod">
          <ac:chgData name="Jayanthan Senthilkumar" userId="e50148d90e98dd15" providerId="LiveId" clId="{3E4CF96A-8E9E-4AC0-AE0D-47CC399EAE15}" dt="2023-10-17T16:45:52.963" v="2322" actId="1076"/>
          <ac:cxnSpMkLst>
            <pc:docMk/>
            <pc:sldMk cId="811672652" sldId="308"/>
            <ac:cxnSpMk id="41" creationId="{B88E552D-75D3-357B-D55C-02571E56ED85}"/>
          </ac:cxnSpMkLst>
        </pc:cxnChg>
        <pc:cxnChg chg="add del mod">
          <ac:chgData name="Jayanthan Senthilkumar" userId="e50148d90e98dd15" providerId="LiveId" clId="{3E4CF96A-8E9E-4AC0-AE0D-47CC399EAE15}" dt="2023-10-17T16:46:10.876" v="2327" actId="1076"/>
          <ac:cxnSpMkLst>
            <pc:docMk/>
            <pc:sldMk cId="811672652" sldId="308"/>
            <ac:cxnSpMk id="42" creationId="{7B5511B3-1DFF-F6A9-1E9C-9FD1BB1A1AEF}"/>
          </ac:cxnSpMkLst>
        </pc:cxnChg>
        <pc:cxnChg chg="add del mod">
          <ac:chgData name="Jayanthan Senthilkumar" userId="e50148d90e98dd15" providerId="LiveId" clId="{3E4CF96A-8E9E-4AC0-AE0D-47CC399EAE15}" dt="2023-10-17T16:46:10.876" v="2327" actId="1076"/>
          <ac:cxnSpMkLst>
            <pc:docMk/>
            <pc:sldMk cId="811672652" sldId="308"/>
            <ac:cxnSpMk id="43" creationId="{1043A620-CFFA-3BB5-4EB7-30FE40DA414F}"/>
          </ac:cxnSpMkLst>
        </pc:cxnChg>
        <pc:cxnChg chg="add del mod">
          <ac:chgData name="Jayanthan Senthilkumar" userId="e50148d90e98dd15" providerId="LiveId" clId="{3E4CF96A-8E9E-4AC0-AE0D-47CC399EAE15}" dt="2023-10-17T16:46:13.795" v="2328" actId="1076"/>
          <ac:cxnSpMkLst>
            <pc:docMk/>
            <pc:sldMk cId="811672652" sldId="308"/>
            <ac:cxnSpMk id="44" creationId="{5AB7EA0F-6673-1FED-7628-4197F4933ADB}"/>
          </ac:cxnSpMkLst>
        </pc:cxnChg>
      </pc:sldChg>
      <pc:sldChg chg="add modTransition">
        <pc:chgData name="Jayanthan Senthilkumar" userId="e50148d90e98dd15" providerId="LiveId" clId="{3E4CF96A-8E9E-4AC0-AE0D-47CC399EAE15}" dt="2023-10-17T17:51:32.413" v="3127"/>
        <pc:sldMkLst>
          <pc:docMk/>
          <pc:sldMk cId="2473679945" sldId="308"/>
        </pc:sldMkLst>
      </pc:sldChg>
      <pc:sldChg chg="addSp modSp add mod ord modTransition">
        <pc:chgData name="Jayanthan Senthilkumar" userId="e50148d90e98dd15" providerId="LiveId" clId="{3E4CF96A-8E9E-4AC0-AE0D-47CC399EAE15}" dt="2023-10-17T17:50:42.909" v="3118"/>
        <pc:sldMkLst>
          <pc:docMk/>
          <pc:sldMk cId="848202987" sldId="309"/>
        </pc:sldMkLst>
        <pc:spChg chg="add mod">
          <ac:chgData name="Jayanthan Senthilkumar" userId="e50148d90e98dd15" providerId="LiveId" clId="{3E4CF96A-8E9E-4AC0-AE0D-47CC399EAE15}" dt="2023-10-17T15:42:18.003" v="1407" actId="1076"/>
          <ac:spMkLst>
            <pc:docMk/>
            <pc:sldMk cId="848202987" sldId="309"/>
            <ac:spMk id="2" creationId="{CD4F98A2-4794-ABD3-BD27-DE155C052271}"/>
          </ac:spMkLst>
        </pc:spChg>
        <pc:spChg chg="add mod">
          <ac:chgData name="Jayanthan Senthilkumar" userId="e50148d90e98dd15" providerId="LiveId" clId="{3E4CF96A-8E9E-4AC0-AE0D-47CC399EAE15}" dt="2023-10-17T15:43:17.875" v="1449" actId="13926"/>
          <ac:spMkLst>
            <pc:docMk/>
            <pc:sldMk cId="848202987" sldId="309"/>
            <ac:spMk id="3" creationId="{334FA5B2-C798-8589-A1D6-22A26C2207F7}"/>
          </ac:spMkLst>
        </pc:spChg>
        <pc:spChg chg="add mod">
          <ac:chgData name="Jayanthan Senthilkumar" userId="e50148d90e98dd15" providerId="LiveId" clId="{3E4CF96A-8E9E-4AC0-AE0D-47CC399EAE15}" dt="2023-10-17T15:43:41.785" v="1486" actId="1038"/>
          <ac:spMkLst>
            <pc:docMk/>
            <pc:sldMk cId="848202987" sldId="309"/>
            <ac:spMk id="4" creationId="{36CF3E0D-7FE1-EB47-42C0-79ED19CD67B1}"/>
          </ac:spMkLst>
        </pc:spChg>
        <pc:spChg chg="add mod">
          <ac:chgData name="Jayanthan Senthilkumar" userId="e50148d90e98dd15" providerId="LiveId" clId="{3E4CF96A-8E9E-4AC0-AE0D-47CC399EAE15}" dt="2023-10-17T15:43:41.785" v="1486" actId="1038"/>
          <ac:spMkLst>
            <pc:docMk/>
            <pc:sldMk cId="848202987" sldId="309"/>
            <ac:spMk id="5" creationId="{E4802425-B3B2-4AD7-6C21-C61674F43E93}"/>
          </ac:spMkLst>
        </pc:spChg>
        <pc:spChg chg="add mod">
          <ac:chgData name="Jayanthan Senthilkumar" userId="e50148d90e98dd15" providerId="LiveId" clId="{3E4CF96A-8E9E-4AC0-AE0D-47CC399EAE15}" dt="2023-10-17T15:43:41.785" v="1486" actId="1038"/>
          <ac:spMkLst>
            <pc:docMk/>
            <pc:sldMk cId="848202987" sldId="309"/>
            <ac:spMk id="6" creationId="{75E1E038-6282-3C11-AED2-6DE3EF27B566}"/>
          </ac:spMkLst>
        </pc:spChg>
        <pc:spChg chg="add mod">
          <ac:chgData name="Jayanthan Senthilkumar" userId="e50148d90e98dd15" providerId="LiveId" clId="{3E4CF96A-8E9E-4AC0-AE0D-47CC399EAE15}" dt="2023-10-17T15:43:41.785" v="1486" actId="1038"/>
          <ac:spMkLst>
            <pc:docMk/>
            <pc:sldMk cId="848202987" sldId="309"/>
            <ac:spMk id="7" creationId="{CB4D57EE-DC7C-5228-C111-6100BC9BD635}"/>
          </ac:spMkLst>
        </pc:spChg>
        <pc:spChg chg="add mod">
          <ac:chgData name="Jayanthan Senthilkumar" userId="e50148d90e98dd15" providerId="LiveId" clId="{3E4CF96A-8E9E-4AC0-AE0D-47CC399EAE15}" dt="2023-10-17T15:43:41.785" v="1486" actId="1038"/>
          <ac:spMkLst>
            <pc:docMk/>
            <pc:sldMk cId="848202987" sldId="309"/>
            <ac:spMk id="8" creationId="{718B08D2-31A6-82DB-FC71-07EC94681CD0}"/>
          </ac:spMkLst>
        </pc:spChg>
        <pc:spChg chg="add mod">
          <ac:chgData name="Jayanthan Senthilkumar" userId="e50148d90e98dd15" providerId="LiveId" clId="{3E4CF96A-8E9E-4AC0-AE0D-47CC399EAE15}" dt="2023-10-17T15:43:41.785" v="1486" actId="1038"/>
          <ac:spMkLst>
            <pc:docMk/>
            <pc:sldMk cId="848202987" sldId="309"/>
            <ac:spMk id="9" creationId="{8D79569B-1DEC-35CA-6A09-0E2076D7ECBE}"/>
          </ac:spMkLst>
        </pc:spChg>
        <pc:spChg chg="mod">
          <ac:chgData name="Jayanthan Senthilkumar" userId="e50148d90e98dd15" providerId="LiveId" clId="{3E4CF96A-8E9E-4AC0-AE0D-47CC399EAE15}" dt="2023-10-17T15:44:00.516" v="1490" actId="1076"/>
          <ac:spMkLst>
            <pc:docMk/>
            <pc:sldMk cId="848202987" sldId="309"/>
            <ac:spMk id="15" creationId="{C123D484-FCA0-7713-3383-A718A5A1C7EF}"/>
          </ac:spMkLst>
        </pc:spChg>
        <pc:spChg chg="add mod">
          <ac:chgData name="Jayanthan Senthilkumar" userId="e50148d90e98dd15" providerId="LiveId" clId="{3E4CF96A-8E9E-4AC0-AE0D-47CC399EAE15}" dt="2023-10-17T15:43:41.785" v="1486" actId="1038"/>
          <ac:spMkLst>
            <pc:docMk/>
            <pc:sldMk cId="848202987" sldId="309"/>
            <ac:spMk id="17" creationId="{197A1237-79D2-19B0-698A-A81233978E93}"/>
          </ac:spMkLst>
        </pc:spChg>
        <pc:spChg chg="add mod">
          <ac:chgData name="Jayanthan Senthilkumar" userId="e50148d90e98dd15" providerId="LiveId" clId="{3E4CF96A-8E9E-4AC0-AE0D-47CC399EAE15}" dt="2023-10-17T15:43:41.785" v="1486" actId="1038"/>
          <ac:spMkLst>
            <pc:docMk/>
            <pc:sldMk cId="848202987" sldId="309"/>
            <ac:spMk id="18" creationId="{BBC63F23-6FD4-6A41-BC9B-0995344FD086}"/>
          </ac:spMkLst>
        </pc:spChg>
        <pc:spChg chg="add mod">
          <ac:chgData name="Jayanthan Senthilkumar" userId="e50148d90e98dd15" providerId="LiveId" clId="{3E4CF96A-8E9E-4AC0-AE0D-47CC399EAE15}" dt="2023-10-17T15:43:41.785" v="1486" actId="1038"/>
          <ac:spMkLst>
            <pc:docMk/>
            <pc:sldMk cId="848202987" sldId="309"/>
            <ac:spMk id="19" creationId="{57223928-6F19-DD68-20AA-379FBFCDE081}"/>
          </ac:spMkLst>
        </pc:spChg>
        <pc:spChg chg="add mod">
          <ac:chgData name="Jayanthan Senthilkumar" userId="e50148d90e98dd15" providerId="LiveId" clId="{3E4CF96A-8E9E-4AC0-AE0D-47CC399EAE15}" dt="2023-10-17T15:43:41.785" v="1486" actId="1038"/>
          <ac:spMkLst>
            <pc:docMk/>
            <pc:sldMk cId="848202987" sldId="309"/>
            <ac:spMk id="20" creationId="{5F7B48A7-56DA-CD18-8324-E96103B57373}"/>
          </ac:spMkLst>
        </pc:spChg>
        <pc:spChg chg="add mod">
          <ac:chgData name="Jayanthan Senthilkumar" userId="e50148d90e98dd15" providerId="LiveId" clId="{3E4CF96A-8E9E-4AC0-AE0D-47CC399EAE15}" dt="2023-10-17T15:43:41.785" v="1486" actId="1038"/>
          <ac:spMkLst>
            <pc:docMk/>
            <pc:sldMk cId="848202987" sldId="309"/>
            <ac:spMk id="21" creationId="{CCFAE9C0-C862-4E9F-1D9E-E525FD2AC664}"/>
          </ac:spMkLst>
        </pc:spChg>
        <pc:spChg chg="add mod">
          <ac:chgData name="Jayanthan Senthilkumar" userId="e50148d90e98dd15" providerId="LiveId" clId="{3E4CF96A-8E9E-4AC0-AE0D-47CC399EAE15}" dt="2023-10-17T15:43:41.785" v="1486" actId="1038"/>
          <ac:spMkLst>
            <pc:docMk/>
            <pc:sldMk cId="848202987" sldId="309"/>
            <ac:spMk id="22" creationId="{946304F5-14C2-3C8D-F64C-1B6034598D49}"/>
          </ac:spMkLst>
        </pc:spChg>
        <pc:spChg chg="add mod">
          <ac:chgData name="Jayanthan Senthilkumar" userId="e50148d90e98dd15" providerId="LiveId" clId="{3E4CF96A-8E9E-4AC0-AE0D-47CC399EAE15}" dt="2023-10-17T15:43:41.785" v="1486" actId="1038"/>
          <ac:spMkLst>
            <pc:docMk/>
            <pc:sldMk cId="848202987" sldId="309"/>
            <ac:spMk id="23" creationId="{B7F42DEC-38BD-EAC0-B4A6-03D58F3E5ED3}"/>
          </ac:spMkLst>
        </pc:spChg>
        <pc:spChg chg="add mod">
          <ac:chgData name="Jayanthan Senthilkumar" userId="e50148d90e98dd15" providerId="LiveId" clId="{3E4CF96A-8E9E-4AC0-AE0D-47CC399EAE15}" dt="2023-10-17T15:44:49.586" v="1498" actId="1076"/>
          <ac:spMkLst>
            <pc:docMk/>
            <pc:sldMk cId="848202987" sldId="309"/>
            <ac:spMk id="24" creationId="{76F9A146-4C48-F9B7-2309-0D09BEBCA59E}"/>
          </ac:spMkLst>
        </pc:spChg>
        <pc:spChg chg="mod">
          <ac:chgData name="Jayanthan Senthilkumar" userId="e50148d90e98dd15" providerId="LiveId" clId="{3E4CF96A-8E9E-4AC0-AE0D-47CC399EAE15}" dt="2023-10-17T15:43:54.005" v="1488" actId="1076"/>
          <ac:spMkLst>
            <pc:docMk/>
            <pc:sldMk cId="848202987" sldId="309"/>
            <ac:spMk id="1340" creationId="{00000000-0000-0000-0000-000000000000}"/>
          </ac:spMkLst>
        </pc:spChg>
        <pc:graphicFrameChg chg="add mod">
          <ac:chgData name="Jayanthan Senthilkumar" userId="e50148d90e98dd15" providerId="LiveId" clId="{3E4CF96A-8E9E-4AC0-AE0D-47CC399EAE15}" dt="2023-10-17T15:44:44.185" v="1497" actId="1076"/>
          <ac:graphicFrameMkLst>
            <pc:docMk/>
            <pc:sldMk cId="848202987" sldId="309"/>
            <ac:graphicFrameMk id="25" creationId="{B6C82C58-7940-6385-061E-5B9AE99A1AC0}"/>
          </ac:graphicFrameMkLst>
        </pc:graphicFrameChg>
        <pc:cxnChg chg="add mod">
          <ac:chgData name="Jayanthan Senthilkumar" userId="e50148d90e98dd15" providerId="LiveId" clId="{3E4CF96A-8E9E-4AC0-AE0D-47CC399EAE15}" dt="2023-10-17T15:43:41.785" v="1486" actId="1038"/>
          <ac:cxnSpMkLst>
            <pc:docMk/>
            <pc:sldMk cId="848202987" sldId="309"/>
            <ac:cxnSpMk id="10" creationId="{C0C7A5CF-537B-FA95-D91B-665663B02C45}"/>
          </ac:cxnSpMkLst>
        </pc:cxnChg>
        <pc:cxnChg chg="add mod">
          <ac:chgData name="Jayanthan Senthilkumar" userId="e50148d90e98dd15" providerId="LiveId" clId="{3E4CF96A-8E9E-4AC0-AE0D-47CC399EAE15}" dt="2023-10-17T15:43:41.785" v="1486" actId="1038"/>
          <ac:cxnSpMkLst>
            <pc:docMk/>
            <pc:sldMk cId="848202987" sldId="309"/>
            <ac:cxnSpMk id="11" creationId="{8D852C49-07F0-FF4B-3B04-CB6C7496EC1D}"/>
          </ac:cxnSpMkLst>
        </pc:cxnChg>
        <pc:cxnChg chg="add mod">
          <ac:chgData name="Jayanthan Senthilkumar" userId="e50148d90e98dd15" providerId="LiveId" clId="{3E4CF96A-8E9E-4AC0-AE0D-47CC399EAE15}" dt="2023-10-17T15:43:41.785" v="1486" actId="1038"/>
          <ac:cxnSpMkLst>
            <pc:docMk/>
            <pc:sldMk cId="848202987" sldId="309"/>
            <ac:cxnSpMk id="12" creationId="{AAE1698F-7A19-5535-4999-ADA139788700}"/>
          </ac:cxnSpMkLst>
        </pc:cxnChg>
        <pc:cxnChg chg="add mod">
          <ac:chgData name="Jayanthan Senthilkumar" userId="e50148d90e98dd15" providerId="LiveId" clId="{3E4CF96A-8E9E-4AC0-AE0D-47CC399EAE15}" dt="2023-10-17T15:43:41.785" v="1486" actId="1038"/>
          <ac:cxnSpMkLst>
            <pc:docMk/>
            <pc:sldMk cId="848202987" sldId="309"/>
            <ac:cxnSpMk id="13" creationId="{E4F3F8E5-C367-04C7-9B6C-BF3AB427A3C6}"/>
          </ac:cxnSpMkLst>
        </pc:cxnChg>
        <pc:cxnChg chg="add mod">
          <ac:chgData name="Jayanthan Senthilkumar" userId="e50148d90e98dd15" providerId="LiveId" clId="{3E4CF96A-8E9E-4AC0-AE0D-47CC399EAE15}" dt="2023-10-17T15:43:41.785" v="1486" actId="1038"/>
          <ac:cxnSpMkLst>
            <pc:docMk/>
            <pc:sldMk cId="848202987" sldId="309"/>
            <ac:cxnSpMk id="14" creationId="{3FEB5E4C-4C99-B7F6-9387-08CD4FF66098}"/>
          </ac:cxnSpMkLst>
        </pc:cxnChg>
        <pc:cxnChg chg="add mod">
          <ac:chgData name="Jayanthan Senthilkumar" userId="e50148d90e98dd15" providerId="LiveId" clId="{3E4CF96A-8E9E-4AC0-AE0D-47CC399EAE15}" dt="2023-10-17T15:43:41.785" v="1486" actId="1038"/>
          <ac:cxnSpMkLst>
            <pc:docMk/>
            <pc:sldMk cId="848202987" sldId="309"/>
            <ac:cxnSpMk id="16" creationId="{0D44E793-F9E5-B315-DDEC-7C8A7390F7E9}"/>
          </ac:cxnSpMkLst>
        </pc:cxnChg>
      </pc:sldChg>
      <pc:sldChg chg="modSp add mod ord modTransition">
        <pc:chgData name="Jayanthan Senthilkumar" userId="e50148d90e98dd15" providerId="LiveId" clId="{3E4CF96A-8E9E-4AC0-AE0D-47CC399EAE15}" dt="2023-10-17T17:50:39.470" v="3117"/>
        <pc:sldMkLst>
          <pc:docMk/>
          <pc:sldMk cId="17521352" sldId="310"/>
        </pc:sldMkLst>
        <pc:spChg chg="mod">
          <ac:chgData name="Jayanthan Senthilkumar" userId="e50148d90e98dd15" providerId="LiveId" clId="{3E4CF96A-8E9E-4AC0-AE0D-47CC399EAE15}" dt="2023-10-17T15:47:06.467" v="1554" actId="1076"/>
          <ac:spMkLst>
            <pc:docMk/>
            <pc:sldMk cId="17521352" sldId="310"/>
            <ac:spMk id="15" creationId="{C123D484-FCA0-7713-3383-A718A5A1C7EF}"/>
          </ac:spMkLst>
        </pc:spChg>
        <pc:spChg chg="mod">
          <ac:chgData name="Jayanthan Senthilkumar" userId="e50148d90e98dd15" providerId="LiveId" clId="{3E4CF96A-8E9E-4AC0-AE0D-47CC399EAE15}" dt="2023-10-17T15:47:02.347" v="1553" actId="1076"/>
          <ac:spMkLst>
            <pc:docMk/>
            <pc:sldMk cId="17521352" sldId="310"/>
            <ac:spMk id="1340" creationId="{00000000-0000-0000-0000-000000000000}"/>
          </ac:spMkLst>
        </pc:spChg>
      </pc:sldChg>
      <pc:sldChg chg="modSp add mod modTransition">
        <pc:chgData name="Jayanthan Senthilkumar" userId="e50148d90e98dd15" providerId="LiveId" clId="{3E4CF96A-8E9E-4AC0-AE0D-47CC399EAE15}" dt="2023-10-17T17:50:37.901" v="3116"/>
        <pc:sldMkLst>
          <pc:docMk/>
          <pc:sldMk cId="4245323348" sldId="311"/>
        </pc:sldMkLst>
        <pc:spChg chg="mod">
          <ac:chgData name="Jayanthan Senthilkumar" userId="e50148d90e98dd15" providerId="LiveId" clId="{3E4CF96A-8E9E-4AC0-AE0D-47CC399EAE15}" dt="2023-10-17T15:51:50.315" v="1680" actId="1076"/>
          <ac:spMkLst>
            <pc:docMk/>
            <pc:sldMk cId="4245323348" sldId="311"/>
            <ac:spMk id="15" creationId="{C123D484-FCA0-7713-3383-A718A5A1C7EF}"/>
          </ac:spMkLst>
        </pc:spChg>
        <pc:spChg chg="mod">
          <ac:chgData name="Jayanthan Senthilkumar" userId="e50148d90e98dd15" providerId="LiveId" clId="{3E4CF96A-8E9E-4AC0-AE0D-47CC399EAE15}" dt="2023-10-17T15:50:10.651" v="1592" actId="20577"/>
          <ac:spMkLst>
            <pc:docMk/>
            <pc:sldMk cId="4245323348" sldId="311"/>
            <ac:spMk id="1340" creationId="{00000000-0000-0000-0000-000000000000}"/>
          </ac:spMkLst>
        </pc:spChg>
      </pc:sldChg>
      <pc:sldChg chg="addSp delSp modSp add del mod ord modTransition">
        <pc:chgData name="Jayanthan Senthilkumar" userId="e50148d90e98dd15" providerId="LiveId" clId="{3E4CF96A-8E9E-4AC0-AE0D-47CC399EAE15}" dt="2023-10-17T17:36:24.886" v="2874" actId="47"/>
        <pc:sldMkLst>
          <pc:docMk/>
          <pc:sldMk cId="1844558637" sldId="312"/>
        </pc:sldMkLst>
        <pc:spChg chg="add mod">
          <ac:chgData name="Jayanthan Senthilkumar" userId="e50148d90e98dd15" providerId="LiveId" clId="{3E4CF96A-8E9E-4AC0-AE0D-47CC399EAE15}" dt="2023-10-17T16:55:36.315" v="2381" actId="1076"/>
          <ac:spMkLst>
            <pc:docMk/>
            <pc:sldMk cId="1844558637" sldId="312"/>
            <ac:spMk id="2" creationId="{93C9A752-B7BA-446D-F905-0FE6A13A2EB8}"/>
          </ac:spMkLst>
        </pc:spChg>
        <pc:spChg chg="add mod">
          <ac:chgData name="Jayanthan Senthilkumar" userId="e50148d90e98dd15" providerId="LiveId" clId="{3E4CF96A-8E9E-4AC0-AE0D-47CC399EAE15}" dt="2023-10-17T16:57:07.085" v="2400" actId="1076"/>
          <ac:spMkLst>
            <pc:docMk/>
            <pc:sldMk cId="1844558637" sldId="312"/>
            <ac:spMk id="3" creationId="{7F0EB335-DC0E-208C-DC73-5F4819913E23}"/>
          </ac:spMkLst>
        </pc:spChg>
        <pc:spChg chg="add mod">
          <ac:chgData name="Jayanthan Senthilkumar" userId="e50148d90e98dd15" providerId="LiveId" clId="{3E4CF96A-8E9E-4AC0-AE0D-47CC399EAE15}" dt="2023-10-17T16:54:51.785" v="2375" actId="1076"/>
          <ac:spMkLst>
            <pc:docMk/>
            <pc:sldMk cId="1844558637" sldId="312"/>
            <ac:spMk id="4" creationId="{26823171-2825-68F6-D093-326EA0C3B2E2}"/>
          </ac:spMkLst>
        </pc:spChg>
        <pc:spChg chg="add mod">
          <ac:chgData name="Jayanthan Senthilkumar" userId="e50148d90e98dd15" providerId="LiveId" clId="{3E4CF96A-8E9E-4AC0-AE0D-47CC399EAE15}" dt="2023-10-17T16:57:17.555" v="2403" actId="1076"/>
          <ac:spMkLst>
            <pc:docMk/>
            <pc:sldMk cId="1844558637" sldId="312"/>
            <ac:spMk id="5" creationId="{D79F4BDF-7AA6-9A7A-4A88-3C08D469FB92}"/>
          </ac:spMkLst>
        </pc:spChg>
        <pc:spChg chg="add mod">
          <ac:chgData name="Jayanthan Senthilkumar" userId="e50148d90e98dd15" providerId="LiveId" clId="{3E4CF96A-8E9E-4AC0-AE0D-47CC399EAE15}" dt="2023-10-17T16:57:09.896" v="2401" actId="1076"/>
          <ac:spMkLst>
            <pc:docMk/>
            <pc:sldMk cId="1844558637" sldId="312"/>
            <ac:spMk id="6" creationId="{DD635F1D-DD3C-CF8A-7E15-50BF273884DD}"/>
          </ac:spMkLst>
        </pc:spChg>
        <pc:spChg chg="add mod">
          <ac:chgData name="Jayanthan Senthilkumar" userId="e50148d90e98dd15" providerId="LiveId" clId="{3E4CF96A-8E9E-4AC0-AE0D-47CC399EAE15}" dt="2023-10-17T16:57:23.865" v="2404" actId="1076"/>
          <ac:spMkLst>
            <pc:docMk/>
            <pc:sldMk cId="1844558637" sldId="312"/>
            <ac:spMk id="7" creationId="{BF099B7A-FAC4-256F-F05B-47CB5EF4E0E3}"/>
          </ac:spMkLst>
        </pc:spChg>
        <pc:spChg chg="del">
          <ac:chgData name="Jayanthan Senthilkumar" userId="e50148d90e98dd15" providerId="LiveId" clId="{3E4CF96A-8E9E-4AC0-AE0D-47CC399EAE15}" dt="2023-10-17T16:08:02.264" v="1862" actId="478"/>
          <ac:spMkLst>
            <pc:docMk/>
            <pc:sldMk cId="1844558637" sldId="312"/>
            <ac:spMk id="13" creationId="{5D4B446D-E1BE-7ABF-1EDF-BD2F5892B2A8}"/>
          </ac:spMkLst>
        </pc:spChg>
        <pc:spChg chg="add mod">
          <ac:chgData name="Jayanthan Senthilkumar" userId="e50148d90e98dd15" providerId="LiveId" clId="{3E4CF96A-8E9E-4AC0-AE0D-47CC399EAE15}" dt="2023-10-17T16:56:30.025" v="2394" actId="1076"/>
          <ac:spMkLst>
            <pc:docMk/>
            <pc:sldMk cId="1844558637" sldId="312"/>
            <ac:spMk id="22" creationId="{E590C2E9-202D-27D2-2D12-D0C03225E426}"/>
          </ac:spMkLst>
        </pc:spChg>
        <pc:spChg chg="add mod">
          <ac:chgData name="Jayanthan Senthilkumar" userId="e50148d90e98dd15" providerId="LiveId" clId="{3E4CF96A-8E9E-4AC0-AE0D-47CC399EAE15}" dt="2023-10-17T16:56:37.257" v="2397" actId="1076"/>
          <ac:spMkLst>
            <pc:docMk/>
            <pc:sldMk cId="1844558637" sldId="312"/>
            <ac:spMk id="23" creationId="{2CB1697A-8645-7E22-7E06-434E85457933}"/>
          </ac:spMkLst>
        </pc:spChg>
        <pc:spChg chg="add mod">
          <ac:chgData name="Jayanthan Senthilkumar" userId="e50148d90e98dd15" providerId="LiveId" clId="{3E4CF96A-8E9E-4AC0-AE0D-47CC399EAE15}" dt="2023-10-17T16:56:54.740" v="2399" actId="1076"/>
          <ac:spMkLst>
            <pc:docMk/>
            <pc:sldMk cId="1844558637" sldId="312"/>
            <ac:spMk id="24" creationId="{48598A64-A918-2377-93C2-D88BA37F491B}"/>
          </ac:spMkLst>
        </pc:spChg>
        <pc:spChg chg="add mod">
          <ac:chgData name="Jayanthan Senthilkumar" userId="e50148d90e98dd15" providerId="LiveId" clId="{3E4CF96A-8E9E-4AC0-AE0D-47CC399EAE15}" dt="2023-10-17T16:56:13.595" v="2390" actId="1076"/>
          <ac:spMkLst>
            <pc:docMk/>
            <pc:sldMk cId="1844558637" sldId="312"/>
            <ac:spMk id="25" creationId="{A5382F22-482F-26A6-27E6-99740F0CB12B}"/>
          </ac:spMkLst>
        </pc:spChg>
        <pc:spChg chg="del">
          <ac:chgData name="Jayanthan Senthilkumar" userId="e50148d90e98dd15" providerId="LiveId" clId="{3E4CF96A-8E9E-4AC0-AE0D-47CC399EAE15}" dt="2023-10-17T16:07:59.644" v="1860" actId="478"/>
          <ac:spMkLst>
            <pc:docMk/>
            <pc:sldMk cId="1844558637" sldId="312"/>
            <ac:spMk id="1302" creationId="{00000000-0000-0000-0000-000000000000}"/>
          </ac:spMkLst>
        </pc:spChg>
        <pc:picChg chg="del">
          <ac:chgData name="Jayanthan Senthilkumar" userId="e50148d90e98dd15" providerId="LiveId" clId="{3E4CF96A-8E9E-4AC0-AE0D-47CC399EAE15}" dt="2023-10-17T16:08:00.478" v="1861" actId="478"/>
          <ac:picMkLst>
            <pc:docMk/>
            <pc:sldMk cId="1844558637" sldId="312"/>
            <ac:picMk id="3" creationId="{287376EA-F10D-9640-3B18-D87086F2CFBE}"/>
          </ac:picMkLst>
        </pc:picChg>
        <pc:cxnChg chg="add mod">
          <ac:chgData name="Jayanthan Senthilkumar" userId="e50148d90e98dd15" providerId="LiveId" clId="{3E4CF96A-8E9E-4AC0-AE0D-47CC399EAE15}" dt="2023-10-17T16:57:09.896" v="2401" actId="1076"/>
          <ac:cxnSpMkLst>
            <pc:docMk/>
            <pc:sldMk cId="1844558637" sldId="312"/>
            <ac:cxnSpMk id="8" creationId="{EA3B159B-14EC-2328-B8EB-4F30517A68C4}"/>
          </ac:cxnSpMkLst>
        </pc:cxnChg>
        <pc:cxnChg chg="add mod">
          <ac:chgData name="Jayanthan Senthilkumar" userId="e50148d90e98dd15" providerId="LiveId" clId="{3E4CF96A-8E9E-4AC0-AE0D-47CC399EAE15}" dt="2023-10-17T16:57:17.555" v="2403" actId="1076"/>
          <ac:cxnSpMkLst>
            <pc:docMk/>
            <pc:sldMk cId="1844558637" sldId="312"/>
            <ac:cxnSpMk id="9" creationId="{6C7E461E-1C83-4E4F-2081-5638F7AE2C01}"/>
          </ac:cxnSpMkLst>
        </pc:cxnChg>
        <pc:cxnChg chg="add mod">
          <ac:chgData name="Jayanthan Senthilkumar" userId="e50148d90e98dd15" providerId="LiveId" clId="{3E4CF96A-8E9E-4AC0-AE0D-47CC399EAE15}" dt="2023-10-17T16:57:23.865" v="2404" actId="1076"/>
          <ac:cxnSpMkLst>
            <pc:docMk/>
            <pc:sldMk cId="1844558637" sldId="312"/>
            <ac:cxnSpMk id="10" creationId="{784FE2C7-DE18-6321-6143-971BDD823A3F}"/>
          </ac:cxnSpMkLst>
        </pc:cxnChg>
        <pc:cxnChg chg="add mod">
          <ac:chgData name="Jayanthan Senthilkumar" userId="e50148d90e98dd15" providerId="LiveId" clId="{3E4CF96A-8E9E-4AC0-AE0D-47CC399EAE15}" dt="2023-10-17T16:56:54.740" v="2399" actId="1076"/>
          <ac:cxnSpMkLst>
            <pc:docMk/>
            <pc:sldMk cId="1844558637" sldId="312"/>
            <ac:cxnSpMk id="26" creationId="{4CE6399E-1FF3-67A1-56D8-FF78AEC6F157}"/>
          </ac:cxnSpMkLst>
        </pc:cxnChg>
        <pc:cxnChg chg="add mod">
          <ac:chgData name="Jayanthan Senthilkumar" userId="e50148d90e98dd15" providerId="LiveId" clId="{3E4CF96A-8E9E-4AC0-AE0D-47CC399EAE15}" dt="2023-10-17T16:56:54.740" v="2399" actId="1076"/>
          <ac:cxnSpMkLst>
            <pc:docMk/>
            <pc:sldMk cId="1844558637" sldId="312"/>
            <ac:cxnSpMk id="27" creationId="{DDA782B9-0D28-81BF-FD7C-64D8737EC171}"/>
          </ac:cxnSpMkLst>
        </pc:cxnChg>
        <pc:cxnChg chg="add mod">
          <ac:chgData name="Jayanthan Senthilkumar" userId="e50148d90e98dd15" providerId="LiveId" clId="{3E4CF96A-8E9E-4AC0-AE0D-47CC399EAE15}" dt="2023-10-17T16:56:37.257" v="2397" actId="1076"/>
          <ac:cxnSpMkLst>
            <pc:docMk/>
            <pc:sldMk cId="1844558637" sldId="312"/>
            <ac:cxnSpMk id="28" creationId="{4DFE97BA-16CF-771E-145E-DF0F9595EAE3}"/>
          </ac:cxnSpMkLst>
        </pc:cxnChg>
      </pc:sldChg>
      <pc:sldChg chg="addSp delSp modSp add mod modTransition">
        <pc:chgData name="Jayanthan Senthilkumar" userId="e50148d90e98dd15" providerId="LiveId" clId="{3E4CF96A-8E9E-4AC0-AE0D-47CC399EAE15}" dt="2023-10-17T17:51:07.344" v="3124"/>
        <pc:sldMkLst>
          <pc:docMk/>
          <pc:sldMk cId="1229572098" sldId="313"/>
        </pc:sldMkLst>
        <pc:spChg chg="add mod">
          <ac:chgData name="Jayanthan Senthilkumar" userId="e50148d90e98dd15" providerId="LiveId" clId="{3E4CF96A-8E9E-4AC0-AE0D-47CC399EAE15}" dt="2023-10-17T17:40:46.994" v="2936" actId="20577"/>
          <ac:spMkLst>
            <pc:docMk/>
            <pc:sldMk cId="1229572098" sldId="313"/>
            <ac:spMk id="3" creationId="{D00287A3-E607-434A-E796-EC3B5AA5D243}"/>
          </ac:spMkLst>
        </pc:spChg>
        <pc:spChg chg="add mod">
          <ac:chgData name="Jayanthan Senthilkumar" userId="e50148d90e98dd15" providerId="LiveId" clId="{3E4CF96A-8E9E-4AC0-AE0D-47CC399EAE15}" dt="2023-10-17T17:41:31.182" v="2946" actId="1076"/>
          <ac:spMkLst>
            <pc:docMk/>
            <pc:sldMk cId="1229572098" sldId="313"/>
            <ac:spMk id="4" creationId="{4B0D42F7-45DC-6AF3-2146-3314F41BD53B}"/>
          </ac:spMkLst>
        </pc:spChg>
        <pc:spChg chg="del mod">
          <ac:chgData name="Jayanthan Senthilkumar" userId="e50148d90e98dd15" providerId="LiveId" clId="{3E4CF96A-8E9E-4AC0-AE0D-47CC399EAE15}" dt="2023-10-17T16:08:05.914" v="1864" actId="478"/>
          <ac:spMkLst>
            <pc:docMk/>
            <pc:sldMk cId="1229572098" sldId="313"/>
            <ac:spMk id="13" creationId="{5D4B446D-E1BE-7ABF-1EDF-BD2F5892B2A8}"/>
          </ac:spMkLst>
        </pc:spChg>
        <pc:spChg chg="del">
          <ac:chgData name="Jayanthan Senthilkumar" userId="e50148d90e98dd15" providerId="LiveId" clId="{3E4CF96A-8E9E-4AC0-AE0D-47CC399EAE15}" dt="2023-10-17T17:10:47.265" v="2806" actId="478"/>
          <ac:spMkLst>
            <pc:docMk/>
            <pc:sldMk cId="1229572098" sldId="313"/>
            <ac:spMk id="1302" creationId="{00000000-0000-0000-0000-000000000000}"/>
          </ac:spMkLst>
        </pc:spChg>
        <pc:picChg chg="add mod">
          <ac:chgData name="Jayanthan Senthilkumar" userId="e50148d90e98dd15" providerId="LiveId" clId="{3E4CF96A-8E9E-4AC0-AE0D-47CC399EAE15}" dt="2023-10-17T17:41:34.998" v="2947" actId="1076"/>
          <ac:picMkLst>
            <pc:docMk/>
            <pc:sldMk cId="1229572098" sldId="313"/>
            <ac:picMk id="2" creationId="{DAC4DC1D-5B1E-4DF1-C3E3-6FD36C5EB9A4}"/>
          </ac:picMkLst>
        </pc:picChg>
        <pc:picChg chg="del">
          <ac:chgData name="Jayanthan Senthilkumar" userId="e50148d90e98dd15" providerId="LiveId" clId="{3E4CF96A-8E9E-4AC0-AE0D-47CC399EAE15}" dt="2023-10-17T16:08:06.888" v="1865" actId="478"/>
          <ac:picMkLst>
            <pc:docMk/>
            <pc:sldMk cId="1229572098" sldId="313"/>
            <ac:picMk id="3" creationId="{287376EA-F10D-9640-3B18-D87086F2CFBE}"/>
          </ac:picMkLst>
        </pc:picChg>
      </pc:sldChg>
      <pc:sldChg chg="addSp delSp modSp add mod modTransition">
        <pc:chgData name="Jayanthan Senthilkumar" userId="e50148d90e98dd15" providerId="LiveId" clId="{3E4CF96A-8E9E-4AC0-AE0D-47CC399EAE15}" dt="2023-10-17T17:51:05.711" v="3123"/>
        <pc:sldMkLst>
          <pc:docMk/>
          <pc:sldMk cId="827115095" sldId="314"/>
        </pc:sldMkLst>
        <pc:spChg chg="add mod">
          <ac:chgData name="Jayanthan Senthilkumar" userId="e50148d90e98dd15" providerId="LiveId" clId="{3E4CF96A-8E9E-4AC0-AE0D-47CC399EAE15}" dt="2023-10-17T17:42:58.641" v="2991" actId="1076"/>
          <ac:spMkLst>
            <pc:docMk/>
            <pc:sldMk cId="827115095" sldId="314"/>
            <ac:spMk id="3" creationId="{480614EF-5A87-45B3-4ED0-AA61A0A1D655}"/>
          </ac:spMkLst>
        </pc:spChg>
        <pc:spChg chg="del mod">
          <ac:chgData name="Jayanthan Senthilkumar" userId="e50148d90e98dd15" providerId="LiveId" clId="{3E4CF96A-8E9E-4AC0-AE0D-47CC399EAE15}" dt="2023-10-17T16:08:20.374" v="1885"/>
          <ac:spMkLst>
            <pc:docMk/>
            <pc:sldMk cId="827115095" sldId="314"/>
            <ac:spMk id="13" creationId="{5D4B446D-E1BE-7ABF-1EDF-BD2F5892B2A8}"/>
          </ac:spMkLst>
        </pc:spChg>
        <pc:spChg chg="mod">
          <ac:chgData name="Jayanthan Senthilkumar" userId="e50148d90e98dd15" providerId="LiveId" clId="{3E4CF96A-8E9E-4AC0-AE0D-47CC399EAE15}" dt="2023-10-17T17:43:02.169" v="2992" actId="1076"/>
          <ac:spMkLst>
            <pc:docMk/>
            <pc:sldMk cId="827115095" sldId="314"/>
            <ac:spMk id="1302" creationId="{00000000-0000-0000-0000-000000000000}"/>
          </ac:spMkLst>
        </pc:spChg>
        <pc:picChg chg="add mod">
          <ac:chgData name="Jayanthan Senthilkumar" userId="e50148d90e98dd15" providerId="LiveId" clId="{3E4CF96A-8E9E-4AC0-AE0D-47CC399EAE15}" dt="2023-10-17T17:43:03.479" v="2993" actId="1076"/>
          <ac:picMkLst>
            <pc:docMk/>
            <pc:sldMk cId="827115095" sldId="314"/>
            <ac:picMk id="2" creationId="{CABD502C-7BC0-1B3E-CEC2-A16561DAF862}"/>
          </ac:picMkLst>
        </pc:picChg>
        <pc:picChg chg="del">
          <ac:chgData name="Jayanthan Senthilkumar" userId="e50148d90e98dd15" providerId="LiveId" clId="{3E4CF96A-8E9E-4AC0-AE0D-47CC399EAE15}" dt="2023-10-17T16:08:20.374" v="1883" actId="478"/>
          <ac:picMkLst>
            <pc:docMk/>
            <pc:sldMk cId="827115095" sldId="314"/>
            <ac:picMk id="3" creationId="{287376EA-F10D-9640-3B18-D87086F2CFBE}"/>
          </ac:picMkLst>
        </pc:picChg>
      </pc:sldChg>
      <pc:sldChg chg="addSp delSp modSp add mod modTransition">
        <pc:chgData name="Jayanthan Senthilkumar" userId="e50148d90e98dd15" providerId="LiveId" clId="{3E4CF96A-8E9E-4AC0-AE0D-47CC399EAE15}" dt="2023-10-17T17:50:54.361" v="3120"/>
        <pc:sldMkLst>
          <pc:docMk/>
          <pc:sldMk cId="2316841973" sldId="315"/>
        </pc:sldMkLst>
        <pc:spChg chg="add mod">
          <ac:chgData name="Jayanthan Senthilkumar" userId="e50148d90e98dd15" providerId="LiveId" clId="{3E4CF96A-8E9E-4AC0-AE0D-47CC399EAE15}" dt="2023-10-17T17:47:34.619" v="3108" actId="1076"/>
          <ac:spMkLst>
            <pc:docMk/>
            <pc:sldMk cId="2316841973" sldId="315"/>
            <ac:spMk id="3" creationId="{CF23E9B5-7CE4-E71C-7DCF-B76A06002565}"/>
          </ac:spMkLst>
        </pc:spChg>
        <pc:spChg chg="add mod">
          <ac:chgData name="Jayanthan Senthilkumar" userId="e50148d90e98dd15" providerId="LiveId" clId="{3E4CF96A-8E9E-4AC0-AE0D-47CC399EAE15}" dt="2023-10-17T17:47:23.526" v="3105" actId="1076"/>
          <ac:spMkLst>
            <pc:docMk/>
            <pc:sldMk cId="2316841973" sldId="315"/>
            <ac:spMk id="4" creationId="{177D874A-3A75-15FB-D86E-23F6EC40DFAF}"/>
          </ac:spMkLst>
        </pc:spChg>
        <pc:spChg chg="del mod">
          <ac:chgData name="Jayanthan Senthilkumar" userId="e50148d90e98dd15" providerId="LiveId" clId="{3E4CF96A-8E9E-4AC0-AE0D-47CC399EAE15}" dt="2023-10-17T16:31:26.975" v="2159"/>
          <ac:spMkLst>
            <pc:docMk/>
            <pc:sldMk cId="2316841973" sldId="315"/>
            <ac:spMk id="13" creationId="{5D4B446D-E1BE-7ABF-1EDF-BD2F5892B2A8}"/>
          </ac:spMkLst>
        </pc:spChg>
        <pc:spChg chg="del">
          <ac:chgData name="Jayanthan Senthilkumar" userId="e50148d90e98dd15" providerId="LiveId" clId="{3E4CF96A-8E9E-4AC0-AE0D-47CC399EAE15}" dt="2023-10-17T17:10:52.845" v="2807" actId="478"/>
          <ac:spMkLst>
            <pc:docMk/>
            <pc:sldMk cId="2316841973" sldId="315"/>
            <ac:spMk id="1302" creationId="{00000000-0000-0000-0000-000000000000}"/>
          </ac:spMkLst>
        </pc:spChg>
        <pc:picChg chg="add mod">
          <ac:chgData name="Jayanthan Senthilkumar" userId="e50148d90e98dd15" providerId="LiveId" clId="{3E4CF96A-8E9E-4AC0-AE0D-47CC399EAE15}" dt="2023-10-17T17:47:18.446" v="3104" actId="1076"/>
          <ac:picMkLst>
            <pc:docMk/>
            <pc:sldMk cId="2316841973" sldId="315"/>
            <ac:picMk id="2" creationId="{87882F5E-414F-4A86-C378-C28722597F6D}"/>
          </ac:picMkLst>
        </pc:picChg>
        <pc:picChg chg="del">
          <ac:chgData name="Jayanthan Senthilkumar" userId="e50148d90e98dd15" providerId="LiveId" clId="{3E4CF96A-8E9E-4AC0-AE0D-47CC399EAE15}" dt="2023-10-17T16:31:26.975" v="2157" actId="478"/>
          <ac:picMkLst>
            <pc:docMk/>
            <pc:sldMk cId="2316841973" sldId="315"/>
            <ac:picMk id="3" creationId="{287376EA-F10D-9640-3B18-D87086F2CFBE}"/>
          </ac:picMkLst>
        </pc:picChg>
      </pc:sldChg>
      <pc:sldChg chg="add del">
        <pc:chgData name="Jayanthan Senthilkumar" userId="e50148d90e98dd15" providerId="LiveId" clId="{3E4CF96A-8E9E-4AC0-AE0D-47CC399EAE15}" dt="2023-10-17T16:31:11.415" v="2151" actId="47"/>
        <pc:sldMkLst>
          <pc:docMk/>
          <pc:sldMk cId="1763304349" sldId="316"/>
        </pc:sldMkLst>
      </pc:sldChg>
      <pc:sldChg chg="delSp add del mod ord">
        <pc:chgData name="Jayanthan Senthilkumar" userId="e50148d90e98dd15" providerId="LiveId" clId="{3E4CF96A-8E9E-4AC0-AE0D-47CC399EAE15}" dt="2023-10-17T16:20:28.060" v="2004" actId="47"/>
        <pc:sldMkLst>
          <pc:docMk/>
          <pc:sldMk cId="4101816603" sldId="317"/>
        </pc:sldMkLst>
        <pc:grpChg chg="del">
          <ac:chgData name="Jayanthan Senthilkumar" userId="e50148d90e98dd15" providerId="LiveId" clId="{3E4CF96A-8E9E-4AC0-AE0D-47CC399EAE15}" dt="2023-10-17T16:18:54.895" v="1976" actId="21"/>
          <ac:grpSpMkLst>
            <pc:docMk/>
            <pc:sldMk cId="4101816603" sldId="317"/>
            <ac:grpSpMk id="1732" creationId="{00000000-0000-0000-0000-000000000000}"/>
          </ac:grpSpMkLst>
        </pc:grpChg>
      </pc:sldChg>
      <pc:sldChg chg="modSp add mod modTransition">
        <pc:chgData name="Jayanthan Senthilkumar" userId="e50148d90e98dd15" providerId="LiveId" clId="{3E4CF96A-8E9E-4AC0-AE0D-47CC399EAE15}" dt="2023-10-17T17:50:24.531" v="3113"/>
        <pc:sldMkLst>
          <pc:docMk/>
          <pc:sldMk cId="1444898568" sldId="318"/>
        </pc:sldMkLst>
        <pc:spChg chg="mod">
          <ac:chgData name="Jayanthan Senthilkumar" userId="e50148d90e98dd15" providerId="LiveId" clId="{3E4CF96A-8E9E-4AC0-AE0D-47CC399EAE15}" dt="2023-10-17T16:17:30.005" v="1954" actId="1076"/>
          <ac:spMkLst>
            <pc:docMk/>
            <pc:sldMk cId="1444898568" sldId="318"/>
            <ac:spMk id="3" creationId="{00000000-0000-0000-0000-000000000000}"/>
          </ac:spMkLst>
        </pc:spChg>
        <pc:picChg chg="mod">
          <ac:chgData name="Jayanthan Senthilkumar" userId="e50148d90e98dd15" providerId="LiveId" clId="{3E4CF96A-8E9E-4AC0-AE0D-47CC399EAE15}" dt="2023-10-17T16:20:43.655" v="2011" actId="1076"/>
          <ac:picMkLst>
            <pc:docMk/>
            <pc:sldMk cId="1444898568" sldId="318"/>
            <ac:picMk id="4" creationId="{00000000-0000-0000-0000-000000000000}"/>
          </ac:picMkLst>
        </pc:picChg>
      </pc:sldChg>
      <pc:sldChg chg="addSp modSp add mod modTransition">
        <pc:chgData name="Jayanthan Senthilkumar" userId="e50148d90e98dd15" providerId="LiveId" clId="{3E4CF96A-8E9E-4AC0-AE0D-47CC399EAE15}" dt="2023-10-17T17:50:22.523" v="3112"/>
        <pc:sldMkLst>
          <pc:docMk/>
          <pc:sldMk cId="3073222077" sldId="319"/>
        </pc:sldMkLst>
        <pc:spChg chg="mod">
          <ac:chgData name="Jayanthan Senthilkumar" userId="e50148d90e98dd15" providerId="LiveId" clId="{3E4CF96A-8E9E-4AC0-AE0D-47CC399EAE15}" dt="2023-10-17T16:17:48.645" v="1960" actId="1076"/>
          <ac:spMkLst>
            <pc:docMk/>
            <pc:sldMk cId="3073222077" sldId="319"/>
            <ac:spMk id="2" creationId="{00000000-0000-0000-0000-000000000000}"/>
          </ac:spMkLst>
        </pc:spChg>
        <pc:spChg chg="mod">
          <ac:chgData name="Jayanthan Senthilkumar" userId="e50148d90e98dd15" providerId="LiveId" clId="{3E4CF96A-8E9E-4AC0-AE0D-47CC399EAE15}" dt="2023-10-17T16:17:51.009" v="1961" actId="1076"/>
          <ac:spMkLst>
            <pc:docMk/>
            <pc:sldMk cId="3073222077" sldId="319"/>
            <ac:spMk id="3" creationId="{00000000-0000-0000-0000-000000000000}"/>
          </ac:spMkLst>
        </pc:spChg>
        <pc:spChg chg="mod">
          <ac:chgData name="Jayanthan Senthilkumar" userId="e50148d90e98dd15" providerId="LiveId" clId="{3E4CF96A-8E9E-4AC0-AE0D-47CC399EAE15}" dt="2023-10-17T16:19:44.210" v="1992"/>
          <ac:spMkLst>
            <pc:docMk/>
            <pc:sldMk cId="3073222077" sldId="319"/>
            <ac:spMk id="11" creationId="{C29F829B-18C0-C712-379F-0F2EF72F80DB}"/>
          </ac:spMkLst>
        </pc:spChg>
        <pc:spChg chg="mod">
          <ac:chgData name="Jayanthan Senthilkumar" userId="e50148d90e98dd15" providerId="LiveId" clId="{3E4CF96A-8E9E-4AC0-AE0D-47CC399EAE15}" dt="2023-10-17T16:19:44.210" v="1992"/>
          <ac:spMkLst>
            <pc:docMk/>
            <pc:sldMk cId="3073222077" sldId="319"/>
            <ac:spMk id="12" creationId="{F95C62B5-9538-ECF8-1713-11E1DF212EDB}"/>
          </ac:spMkLst>
        </pc:spChg>
        <pc:spChg chg="mod">
          <ac:chgData name="Jayanthan Senthilkumar" userId="e50148d90e98dd15" providerId="LiveId" clId="{3E4CF96A-8E9E-4AC0-AE0D-47CC399EAE15}" dt="2023-10-17T16:19:44.210" v="1992"/>
          <ac:spMkLst>
            <pc:docMk/>
            <pc:sldMk cId="3073222077" sldId="319"/>
            <ac:spMk id="13" creationId="{F5E72EAD-625E-EB90-93F2-ADB8461A73F9}"/>
          </ac:spMkLst>
        </pc:spChg>
        <pc:spChg chg="mod">
          <ac:chgData name="Jayanthan Senthilkumar" userId="e50148d90e98dd15" providerId="LiveId" clId="{3E4CF96A-8E9E-4AC0-AE0D-47CC399EAE15}" dt="2023-10-17T16:19:44.210" v="1992"/>
          <ac:spMkLst>
            <pc:docMk/>
            <pc:sldMk cId="3073222077" sldId="319"/>
            <ac:spMk id="14" creationId="{4DA15BD9-2B64-3EF2-6089-EB4723FFB30E}"/>
          </ac:spMkLst>
        </pc:spChg>
        <pc:spChg chg="mod">
          <ac:chgData name="Jayanthan Senthilkumar" userId="e50148d90e98dd15" providerId="LiveId" clId="{3E4CF96A-8E9E-4AC0-AE0D-47CC399EAE15}" dt="2023-10-17T16:19:44.210" v="1992"/>
          <ac:spMkLst>
            <pc:docMk/>
            <pc:sldMk cId="3073222077" sldId="319"/>
            <ac:spMk id="15" creationId="{2EA5D62F-51C0-86E0-15E0-DBEC84E223BD}"/>
          </ac:spMkLst>
        </pc:spChg>
        <pc:spChg chg="mod">
          <ac:chgData name="Jayanthan Senthilkumar" userId="e50148d90e98dd15" providerId="LiveId" clId="{3E4CF96A-8E9E-4AC0-AE0D-47CC399EAE15}" dt="2023-10-17T16:19:44.210" v="1992"/>
          <ac:spMkLst>
            <pc:docMk/>
            <pc:sldMk cId="3073222077" sldId="319"/>
            <ac:spMk id="16" creationId="{B699D881-9DD9-9CB0-3C70-B05BD96B0A71}"/>
          </ac:spMkLst>
        </pc:spChg>
        <pc:spChg chg="mod">
          <ac:chgData name="Jayanthan Senthilkumar" userId="e50148d90e98dd15" providerId="LiveId" clId="{3E4CF96A-8E9E-4AC0-AE0D-47CC399EAE15}" dt="2023-10-17T16:19:44.210" v="1992"/>
          <ac:spMkLst>
            <pc:docMk/>
            <pc:sldMk cId="3073222077" sldId="319"/>
            <ac:spMk id="17" creationId="{47380A7A-0C00-B56B-BE56-1360C9B4DF12}"/>
          </ac:spMkLst>
        </pc:spChg>
        <pc:spChg chg="mod">
          <ac:chgData name="Jayanthan Senthilkumar" userId="e50148d90e98dd15" providerId="LiveId" clId="{3E4CF96A-8E9E-4AC0-AE0D-47CC399EAE15}" dt="2023-10-17T16:19:44.210" v="1992"/>
          <ac:spMkLst>
            <pc:docMk/>
            <pc:sldMk cId="3073222077" sldId="319"/>
            <ac:spMk id="18" creationId="{504E44D0-DAE0-DE8E-C67F-320789C1C0B6}"/>
          </ac:spMkLst>
        </pc:spChg>
        <pc:spChg chg="mod">
          <ac:chgData name="Jayanthan Senthilkumar" userId="e50148d90e98dd15" providerId="LiveId" clId="{3E4CF96A-8E9E-4AC0-AE0D-47CC399EAE15}" dt="2023-10-17T16:19:44.210" v="1992"/>
          <ac:spMkLst>
            <pc:docMk/>
            <pc:sldMk cId="3073222077" sldId="319"/>
            <ac:spMk id="19" creationId="{7002C120-F092-1F2E-1907-8B92D6BC9B49}"/>
          </ac:spMkLst>
        </pc:spChg>
        <pc:spChg chg="mod">
          <ac:chgData name="Jayanthan Senthilkumar" userId="e50148d90e98dd15" providerId="LiveId" clId="{3E4CF96A-8E9E-4AC0-AE0D-47CC399EAE15}" dt="2023-10-17T16:19:44.210" v="1992"/>
          <ac:spMkLst>
            <pc:docMk/>
            <pc:sldMk cId="3073222077" sldId="319"/>
            <ac:spMk id="20" creationId="{93D9A3CA-3944-6C65-9570-FF57AC2A10F7}"/>
          </ac:spMkLst>
        </pc:spChg>
        <pc:spChg chg="mod">
          <ac:chgData name="Jayanthan Senthilkumar" userId="e50148d90e98dd15" providerId="LiveId" clId="{3E4CF96A-8E9E-4AC0-AE0D-47CC399EAE15}" dt="2023-10-17T16:19:44.210" v="1992"/>
          <ac:spMkLst>
            <pc:docMk/>
            <pc:sldMk cId="3073222077" sldId="319"/>
            <ac:spMk id="21" creationId="{1A6CF386-BE4F-812E-EB26-C7046ADB6C27}"/>
          </ac:spMkLst>
        </pc:spChg>
        <pc:spChg chg="mod">
          <ac:chgData name="Jayanthan Senthilkumar" userId="e50148d90e98dd15" providerId="LiveId" clId="{3E4CF96A-8E9E-4AC0-AE0D-47CC399EAE15}" dt="2023-10-17T16:19:44.210" v="1992"/>
          <ac:spMkLst>
            <pc:docMk/>
            <pc:sldMk cId="3073222077" sldId="319"/>
            <ac:spMk id="22" creationId="{0EC71A60-AD09-084B-87BC-74CFFDE1D2E9}"/>
          </ac:spMkLst>
        </pc:spChg>
        <pc:spChg chg="mod">
          <ac:chgData name="Jayanthan Senthilkumar" userId="e50148d90e98dd15" providerId="LiveId" clId="{3E4CF96A-8E9E-4AC0-AE0D-47CC399EAE15}" dt="2023-10-17T16:19:44.210" v="1992"/>
          <ac:spMkLst>
            <pc:docMk/>
            <pc:sldMk cId="3073222077" sldId="319"/>
            <ac:spMk id="23" creationId="{2EDA8C58-9FDE-D765-BFE6-A1B7F7C7AFEB}"/>
          </ac:spMkLst>
        </pc:spChg>
        <pc:spChg chg="mod">
          <ac:chgData name="Jayanthan Senthilkumar" userId="e50148d90e98dd15" providerId="LiveId" clId="{3E4CF96A-8E9E-4AC0-AE0D-47CC399EAE15}" dt="2023-10-17T16:19:44.210" v="1992"/>
          <ac:spMkLst>
            <pc:docMk/>
            <pc:sldMk cId="3073222077" sldId="319"/>
            <ac:spMk id="24" creationId="{1C12BE33-45C9-F91D-D542-35113431E629}"/>
          </ac:spMkLst>
        </pc:spChg>
        <pc:spChg chg="mod">
          <ac:chgData name="Jayanthan Senthilkumar" userId="e50148d90e98dd15" providerId="LiveId" clId="{3E4CF96A-8E9E-4AC0-AE0D-47CC399EAE15}" dt="2023-10-17T16:19:44.210" v="1992"/>
          <ac:spMkLst>
            <pc:docMk/>
            <pc:sldMk cId="3073222077" sldId="319"/>
            <ac:spMk id="25" creationId="{1BE0D0F9-69A3-C97D-D00D-8D07930C2C03}"/>
          </ac:spMkLst>
        </pc:spChg>
        <pc:spChg chg="mod">
          <ac:chgData name="Jayanthan Senthilkumar" userId="e50148d90e98dd15" providerId="LiveId" clId="{3E4CF96A-8E9E-4AC0-AE0D-47CC399EAE15}" dt="2023-10-17T16:19:44.210" v="1992"/>
          <ac:spMkLst>
            <pc:docMk/>
            <pc:sldMk cId="3073222077" sldId="319"/>
            <ac:spMk id="26" creationId="{A6F71C1C-FED7-FC18-F6DF-8F5018304A83}"/>
          </ac:spMkLst>
        </pc:spChg>
        <pc:spChg chg="mod">
          <ac:chgData name="Jayanthan Senthilkumar" userId="e50148d90e98dd15" providerId="LiveId" clId="{3E4CF96A-8E9E-4AC0-AE0D-47CC399EAE15}" dt="2023-10-17T16:19:44.210" v="1992"/>
          <ac:spMkLst>
            <pc:docMk/>
            <pc:sldMk cId="3073222077" sldId="319"/>
            <ac:spMk id="27" creationId="{57F97796-A9CD-1473-AA7E-E540F15992B0}"/>
          </ac:spMkLst>
        </pc:spChg>
        <pc:spChg chg="mod">
          <ac:chgData name="Jayanthan Senthilkumar" userId="e50148d90e98dd15" providerId="LiveId" clId="{3E4CF96A-8E9E-4AC0-AE0D-47CC399EAE15}" dt="2023-10-17T16:19:44.210" v="1992"/>
          <ac:spMkLst>
            <pc:docMk/>
            <pc:sldMk cId="3073222077" sldId="319"/>
            <ac:spMk id="28" creationId="{D10BF521-4D15-8728-E03E-D8A45E6EB19A}"/>
          </ac:spMkLst>
        </pc:spChg>
        <pc:spChg chg="mod">
          <ac:chgData name="Jayanthan Senthilkumar" userId="e50148d90e98dd15" providerId="LiveId" clId="{3E4CF96A-8E9E-4AC0-AE0D-47CC399EAE15}" dt="2023-10-17T16:19:44.210" v="1992"/>
          <ac:spMkLst>
            <pc:docMk/>
            <pc:sldMk cId="3073222077" sldId="319"/>
            <ac:spMk id="29" creationId="{AC9C5AFF-A9AF-4ECA-7120-9318712967BF}"/>
          </ac:spMkLst>
        </pc:spChg>
        <pc:spChg chg="mod">
          <ac:chgData name="Jayanthan Senthilkumar" userId="e50148d90e98dd15" providerId="LiveId" clId="{3E4CF96A-8E9E-4AC0-AE0D-47CC399EAE15}" dt="2023-10-17T16:19:44.210" v="1992"/>
          <ac:spMkLst>
            <pc:docMk/>
            <pc:sldMk cId="3073222077" sldId="319"/>
            <ac:spMk id="30" creationId="{4E78E52C-BC76-2C13-311C-A4B6FD9CF708}"/>
          </ac:spMkLst>
        </pc:spChg>
        <pc:spChg chg="mod">
          <ac:chgData name="Jayanthan Senthilkumar" userId="e50148d90e98dd15" providerId="LiveId" clId="{3E4CF96A-8E9E-4AC0-AE0D-47CC399EAE15}" dt="2023-10-17T16:19:44.210" v="1992"/>
          <ac:spMkLst>
            <pc:docMk/>
            <pc:sldMk cId="3073222077" sldId="319"/>
            <ac:spMk id="31" creationId="{988B6A44-D8DF-67C8-BCED-223EB5B350BE}"/>
          </ac:spMkLst>
        </pc:spChg>
        <pc:spChg chg="mod">
          <ac:chgData name="Jayanthan Senthilkumar" userId="e50148d90e98dd15" providerId="LiveId" clId="{3E4CF96A-8E9E-4AC0-AE0D-47CC399EAE15}" dt="2023-10-17T16:19:44.210" v="1992"/>
          <ac:spMkLst>
            <pc:docMk/>
            <pc:sldMk cId="3073222077" sldId="319"/>
            <ac:spMk id="32" creationId="{56B02294-359B-B667-6770-76331A3B6C83}"/>
          </ac:spMkLst>
        </pc:spChg>
        <pc:spChg chg="mod">
          <ac:chgData name="Jayanthan Senthilkumar" userId="e50148d90e98dd15" providerId="LiveId" clId="{3E4CF96A-8E9E-4AC0-AE0D-47CC399EAE15}" dt="2023-10-17T16:19:44.210" v="1992"/>
          <ac:spMkLst>
            <pc:docMk/>
            <pc:sldMk cId="3073222077" sldId="319"/>
            <ac:spMk id="33" creationId="{931F812D-4977-1344-337F-F1D287F96AE9}"/>
          </ac:spMkLst>
        </pc:spChg>
        <pc:spChg chg="mod">
          <ac:chgData name="Jayanthan Senthilkumar" userId="e50148d90e98dd15" providerId="LiveId" clId="{3E4CF96A-8E9E-4AC0-AE0D-47CC399EAE15}" dt="2023-10-17T16:19:44.210" v="1992"/>
          <ac:spMkLst>
            <pc:docMk/>
            <pc:sldMk cId="3073222077" sldId="319"/>
            <ac:spMk id="34" creationId="{7DDB5C23-1125-200B-9153-96A51A35E483}"/>
          </ac:spMkLst>
        </pc:spChg>
        <pc:spChg chg="mod">
          <ac:chgData name="Jayanthan Senthilkumar" userId="e50148d90e98dd15" providerId="LiveId" clId="{3E4CF96A-8E9E-4AC0-AE0D-47CC399EAE15}" dt="2023-10-17T16:19:44.210" v="1992"/>
          <ac:spMkLst>
            <pc:docMk/>
            <pc:sldMk cId="3073222077" sldId="319"/>
            <ac:spMk id="35" creationId="{F863C7D0-C95F-95F4-E0EE-A7CB6B3AC61D}"/>
          </ac:spMkLst>
        </pc:spChg>
        <pc:spChg chg="mod">
          <ac:chgData name="Jayanthan Senthilkumar" userId="e50148d90e98dd15" providerId="LiveId" clId="{3E4CF96A-8E9E-4AC0-AE0D-47CC399EAE15}" dt="2023-10-17T16:19:44.210" v="1992"/>
          <ac:spMkLst>
            <pc:docMk/>
            <pc:sldMk cId="3073222077" sldId="319"/>
            <ac:spMk id="36" creationId="{3885A5B2-E7F2-54B6-11F7-03509C4BDFF5}"/>
          </ac:spMkLst>
        </pc:spChg>
        <pc:spChg chg="mod">
          <ac:chgData name="Jayanthan Senthilkumar" userId="e50148d90e98dd15" providerId="LiveId" clId="{3E4CF96A-8E9E-4AC0-AE0D-47CC399EAE15}" dt="2023-10-17T16:19:44.210" v="1992"/>
          <ac:spMkLst>
            <pc:docMk/>
            <pc:sldMk cId="3073222077" sldId="319"/>
            <ac:spMk id="37" creationId="{03421F6D-54FB-8DD4-A25B-8417B6FBF810}"/>
          </ac:spMkLst>
        </pc:spChg>
        <pc:spChg chg="mod">
          <ac:chgData name="Jayanthan Senthilkumar" userId="e50148d90e98dd15" providerId="LiveId" clId="{3E4CF96A-8E9E-4AC0-AE0D-47CC399EAE15}" dt="2023-10-17T16:19:44.210" v="1992"/>
          <ac:spMkLst>
            <pc:docMk/>
            <pc:sldMk cId="3073222077" sldId="319"/>
            <ac:spMk id="38" creationId="{A62A37AF-E0E0-DE33-C23A-4DCD111B9C10}"/>
          </ac:spMkLst>
        </pc:spChg>
        <pc:spChg chg="mod">
          <ac:chgData name="Jayanthan Senthilkumar" userId="e50148d90e98dd15" providerId="LiveId" clId="{3E4CF96A-8E9E-4AC0-AE0D-47CC399EAE15}" dt="2023-10-17T16:19:44.210" v="1992"/>
          <ac:spMkLst>
            <pc:docMk/>
            <pc:sldMk cId="3073222077" sldId="319"/>
            <ac:spMk id="39" creationId="{FAA9D595-465B-6614-9FA3-BDFAFB4F7505}"/>
          </ac:spMkLst>
        </pc:spChg>
        <pc:spChg chg="mod">
          <ac:chgData name="Jayanthan Senthilkumar" userId="e50148d90e98dd15" providerId="LiveId" clId="{3E4CF96A-8E9E-4AC0-AE0D-47CC399EAE15}" dt="2023-10-17T16:19:44.210" v="1992"/>
          <ac:spMkLst>
            <pc:docMk/>
            <pc:sldMk cId="3073222077" sldId="319"/>
            <ac:spMk id="40" creationId="{6F990699-A814-91E6-613D-39A7534C9BEC}"/>
          </ac:spMkLst>
        </pc:spChg>
        <pc:spChg chg="mod">
          <ac:chgData name="Jayanthan Senthilkumar" userId="e50148d90e98dd15" providerId="LiveId" clId="{3E4CF96A-8E9E-4AC0-AE0D-47CC399EAE15}" dt="2023-10-17T16:19:44.210" v="1992"/>
          <ac:spMkLst>
            <pc:docMk/>
            <pc:sldMk cId="3073222077" sldId="319"/>
            <ac:spMk id="41" creationId="{43AF9FDC-1630-7C9B-09F0-D6203245872C}"/>
          </ac:spMkLst>
        </pc:spChg>
        <pc:spChg chg="mod">
          <ac:chgData name="Jayanthan Senthilkumar" userId="e50148d90e98dd15" providerId="LiveId" clId="{3E4CF96A-8E9E-4AC0-AE0D-47CC399EAE15}" dt="2023-10-17T16:19:44.210" v="1992"/>
          <ac:spMkLst>
            <pc:docMk/>
            <pc:sldMk cId="3073222077" sldId="319"/>
            <ac:spMk id="42" creationId="{479AA147-F9CC-F0F4-DBF8-D0A371B37A2E}"/>
          </ac:spMkLst>
        </pc:spChg>
        <pc:spChg chg="mod">
          <ac:chgData name="Jayanthan Senthilkumar" userId="e50148d90e98dd15" providerId="LiveId" clId="{3E4CF96A-8E9E-4AC0-AE0D-47CC399EAE15}" dt="2023-10-17T16:19:44.210" v="1992"/>
          <ac:spMkLst>
            <pc:docMk/>
            <pc:sldMk cId="3073222077" sldId="319"/>
            <ac:spMk id="43" creationId="{1C0E08A6-4C2E-7756-D55C-C73ECA91F514}"/>
          </ac:spMkLst>
        </pc:spChg>
        <pc:spChg chg="mod">
          <ac:chgData name="Jayanthan Senthilkumar" userId="e50148d90e98dd15" providerId="LiveId" clId="{3E4CF96A-8E9E-4AC0-AE0D-47CC399EAE15}" dt="2023-10-17T16:19:44.210" v="1992"/>
          <ac:spMkLst>
            <pc:docMk/>
            <pc:sldMk cId="3073222077" sldId="319"/>
            <ac:spMk id="44" creationId="{3BC0CF87-54F9-F3BE-4459-8831F56AFD0E}"/>
          </ac:spMkLst>
        </pc:spChg>
        <pc:spChg chg="mod">
          <ac:chgData name="Jayanthan Senthilkumar" userId="e50148d90e98dd15" providerId="LiveId" clId="{3E4CF96A-8E9E-4AC0-AE0D-47CC399EAE15}" dt="2023-10-17T16:19:44.210" v="1992"/>
          <ac:spMkLst>
            <pc:docMk/>
            <pc:sldMk cId="3073222077" sldId="319"/>
            <ac:spMk id="45" creationId="{444934D5-6447-5E5C-6E2B-C8AA33F51FA0}"/>
          </ac:spMkLst>
        </pc:spChg>
        <pc:spChg chg="mod">
          <ac:chgData name="Jayanthan Senthilkumar" userId="e50148d90e98dd15" providerId="LiveId" clId="{3E4CF96A-8E9E-4AC0-AE0D-47CC399EAE15}" dt="2023-10-17T16:19:44.210" v="1992"/>
          <ac:spMkLst>
            <pc:docMk/>
            <pc:sldMk cId="3073222077" sldId="319"/>
            <ac:spMk id="46" creationId="{E0071CF6-EDAC-4496-2405-E0B7643B923A}"/>
          </ac:spMkLst>
        </pc:spChg>
        <pc:spChg chg="mod">
          <ac:chgData name="Jayanthan Senthilkumar" userId="e50148d90e98dd15" providerId="LiveId" clId="{3E4CF96A-8E9E-4AC0-AE0D-47CC399EAE15}" dt="2023-10-17T16:19:44.210" v="1992"/>
          <ac:spMkLst>
            <pc:docMk/>
            <pc:sldMk cId="3073222077" sldId="319"/>
            <ac:spMk id="47" creationId="{A37DF779-407B-C3CC-DAF2-8472FA5915C5}"/>
          </ac:spMkLst>
        </pc:spChg>
        <pc:spChg chg="mod">
          <ac:chgData name="Jayanthan Senthilkumar" userId="e50148d90e98dd15" providerId="LiveId" clId="{3E4CF96A-8E9E-4AC0-AE0D-47CC399EAE15}" dt="2023-10-17T16:19:44.210" v="1992"/>
          <ac:spMkLst>
            <pc:docMk/>
            <pc:sldMk cId="3073222077" sldId="319"/>
            <ac:spMk id="48" creationId="{FA28F323-6E42-C378-C1C1-2F5DB3E9B658}"/>
          </ac:spMkLst>
        </pc:spChg>
        <pc:spChg chg="mod">
          <ac:chgData name="Jayanthan Senthilkumar" userId="e50148d90e98dd15" providerId="LiveId" clId="{3E4CF96A-8E9E-4AC0-AE0D-47CC399EAE15}" dt="2023-10-17T16:19:44.210" v="1992"/>
          <ac:spMkLst>
            <pc:docMk/>
            <pc:sldMk cId="3073222077" sldId="319"/>
            <ac:spMk id="49" creationId="{38B2AA81-6890-D720-6134-DA8DC9F333CF}"/>
          </ac:spMkLst>
        </pc:spChg>
        <pc:spChg chg="mod">
          <ac:chgData name="Jayanthan Senthilkumar" userId="e50148d90e98dd15" providerId="LiveId" clId="{3E4CF96A-8E9E-4AC0-AE0D-47CC399EAE15}" dt="2023-10-17T16:19:44.210" v="1992"/>
          <ac:spMkLst>
            <pc:docMk/>
            <pc:sldMk cId="3073222077" sldId="319"/>
            <ac:spMk id="50" creationId="{7EA91E0A-A0D9-46D8-B682-89A78D3D6673}"/>
          </ac:spMkLst>
        </pc:spChg>
        <pc:spChg chg="mod">
          <ac:chgData name="Jayanthan Senthilkumar" userId="e50148d90e98dd15" providerId="LiveId" clId="{3E4CF96A-8E9E-4AC0-AE0D-47CC399EAE15}" dt="2023-10-17T16:19:44.210" v="1992"/>
          <ac:spMkLst>
            <pc:docMk/>
            <pc:sldMk cId="3073222077" sldId="319"/>
            <ac:spMk id="51" creationId="{8D820913-3C45-A251-6872-ED0C95CBB5CF}"/>
          </ac:spMkLst>
        </pc:spChg>
        <pc:spChg chg="mod">
          <ac:chgData name="Jayanthan Senthilkumar" userId="e50148d90e98dd15" providerId="LiveId" clId="{3E4CF96A-8E9E-4AC0-AE0D-47CC399EAE15}" dt="2023-10-17T16:19:44.210" v="1992"/>
          <ac:spMkLst>
            <pc:docMk/>
            <pc:sldMk cId="3073222077" sldId="319"/>
            <ac:spMk id="52" creationId="{395397CE-0820-58C4-DA8C-76A7B60E8DE1}"/>
          </ac:spMkLst>
        </pc:spChg>
        <pc:spChg chg="mod">
          <ac:chgData name="Jayanthan Senthilkumar" userId="e50148d90e98dd15" providerId="LiveId" clId="{3E4CF96A-8E9E-4AC0-AE0D-47CC399EAE15}" dt="2023-10-17T16:19:44.210" v="1992"/>
          <ac:spMkLst>
            <pc:docMk/>
            <pc:sldMk cId="3073222077" sldId="319"/>
            <ac:spMk id="53" creationId="{41CDE8A9-C2B5-4F85-287E-0E28914F3582}"/>
          </ac:spMkLst>
        </pc:spChg>
        <pc:spChg chg="mod">
          <ac:chgData name="Jayanthan Senthilkumar" userId="e50148d90e98dd15" providerId="LiveId" clId="{3E4CF96A-8E9E-4AC0-AE0D-47CC399EAE15}" dt="2023-10-17T16:19:44.210" v="1992"/>
          <ac:spMkLst>
            <pc:docMk/>
            <pc:sldMk cId="3073222077" sldId="319"/>
            <ac:spMk id="54" creationId="{82825A6E-5B4D-AFCF-3E60-7381CFBF5D78}"/>
          </ac:spMkLst>
        </pc:spChg>
        <pc:spChg chg="mod">
          <ac:chgData name="Jayanthan Senthilkumar" userId="e50148d90e98dd15" providerId="LiveId" clId="{3E4CF96A-8E9E-4AC0-AE0D-47CC399EAE15}" dt="2023-10-17T16:19:44.210" v="1992"/>
          <ac:spMkLst>
            <pc:docMk/>
            <pc:sldMk cId="3073222077" sldId="319"/>
            <ac:spMk id="55" creationId="{BB4A9436-A43C-9A90-B323-D69ACA637060}"/>
          </ac:spMkLst>
        </pc:spChg>
        <pc:spChg chg="mod">
          <ac:chgData name="Jayanthan Senthilkumar" userId="e50148d90e98dd15" providerId="LiveId" clId="{3E4CF96A-8E9E-4AC0-AE0D-47CC399EAE15}" dt="2023-10-17T16:19:44.210" v="1992"/>
          <ac:spMkLst>
            <pc:docMk/>
            <pc:sldMk cId="3073222077" sldId="319"/>
            <ac:spMk id="56" creationId="{CF8DD6A3-C464-D6B4-71CA-CC6D31E7A030}"/>
          </ac:spMkLst>
        </pc:spChg>
        <pc:spChg chg="mod">
          <ac:chgData name="Jayanthan Senthilkumar" userId="e50148d90e98dd15" providerId="LiveId" clId="{3E4CF96A-8E9E-4AC0-AE0D-47CC399EAE15}" dt="2023-10-17T16:19:44.210" v="1992"/>
          <ac:spMkLst>
            <pc:docMk/>
            <pc:sldMk cId="3073222077" sldId="319"/>
            <ac:spMk id="57" creationId="{13D81C89-9773-E2B8-8A29-9C9A8908A987}"/>
          </ac:spMkLst>
        </pc:spChg>
        <pc:spChg chg="mod">
          <ac:chgData name="Jayanthan Senthilkumar" userId="e50148d90e98dd15" providerId="LiveId" clId="{3E4CF96A-8E9E-4AC0-AE0D-47CC399EAE15}" dt="2023-10-17T16:19:44.210" v="1992"/>
          <ac:spMkLst>
            <pc:docMk/>
            <pc:sldMk cId="3073222077" sldId="319"/>
            <ac:spMk id="58" creationId="{E97D0974-7ED2-60B1-DCC9-246CB2E1D7D9}"/>
          </ac:spMkLst>
        </pc:spChg>
        <pc:spChg chg="mod">
          <ac:chgData name="Jayanthan Senthilkumar" userId="e50148d90e98dd15" providerId="LiveId" clId="{3E4CF96A-8E9E-4AC0-AE0D-47CC399EAE15}" dt="2023-10-17T16:19:44.210" v="1992"/>
          <ac:spMkLst>
            <pc:docMk/>
            <pc:sldMk cId="3073222077" sldId="319"/>
            <ac:spMk id="59" creationId="{AF38DC76-9DEB-7BE7-BE03-0EC29F2E936D}"/>
          </ac:spMkLst>
        </pc:spChg>
        <pc:spChg chg="mod">
          <ac:chgData name="Jayanthan Senthilkumar" userId="e50148d90e98dd15" providerId="LiveId" clId="{3E4CF96A-8E9E-4AC0-AE0D-47CC399EAE15}" dt="2023-10-17T16:19:44.210" v="1992"/>
          <ac:spMkLst>
            <pc:docMk/>
            <pc:sldMk cId="3073222077" sldId="319"/>
            <ac:spMk id="60" creationId="{FAC1B87C-F305-85A2-0792-4BB1ABC6DB1B}"/>
          </ac:spMkLst>
        </pc:spChg>
        <pc:spChg chg="mod">
          <ac:chgData name="Jayanthan Senthilkumar" userId="e50148d90e98dd15" providerId="LiveId" clId="{3E4CF96A-8E9E-4AC0-AE0D-47CC399EAE15}" dt="2023-10-17T16:19:44.210" v="1992"/>
          <ac:spMkLst>
            <pc:docMk/>
            <pc:sldMk cId="3073222077" sldId="319"/>
            <ac:spMk id="61" creationId="{0BAF3BB6-E762-B63B-79F6-81363E3924EC}"/>
          </ac:spMkLst>
        </pc:spChg>
        <pc:spChg chg="mod">
          <ac:chgData name="Jayanthan Senthilkumar" userId="e50148d90e98dd15" providerId="LiveId" clId="{3E4CF96A-8E9E-4AC0-AE0D-47CC399EAE15}" dt="2023-10-17T16:19:44.210" v="1992"/>
          <ac:spMkLst>
            <pc:docMk/>
            <pc:sldMk cId="3073222077" sldId="319"/>
            <ac:spMk id="62" creationId="{BDBF4DC9-818B-84D7-2766-10351CB70286}"/>
          </ac:spMkLst>
        </pc:spChg>
        <pc:spChg chg="mod">
          <ac:chgData name="Jayanthan Senthilkumar" userId="e50148d90e98dd15" providerId="LiveId" clId="{3E4CF96A-8E9E-4AC0-AE0D-47CC399EAE15}" dt="2023-10-17T16:19:44.210" v="1992"/>
          <ac:spMkLst>
            <pc:docMk/>
            <pc:sldMk cId="3073222077" sldId="319"/>
            <ac:spMk id="63" creationId="{FB02F093-1ACB-850E-E7E0-3C6F11C69E28}"/>
          </ac:spMkLst>
        </pc:spChg>
        <pc:spChg chg="mod">
          <ac:chgData name="Jayanthan Senthilkumar" userId="e50148d90e98dd15" providerId="LiveId" clId="{3E4CF96A-8E9E-4AC0-AE0D-47CC399EAE15}" dt="2023-10-17T16:19:44.210" v="1992"/>
          <ac:spMkLst>
            <pc:docMk/>
            <pc:sldMk cId="3073222077" sldId="319"/>
            <ac:spMk id="15360" creationId="{C796235D-EEBA-6A07-3661-364096B18C05}"/>
          </ac:spMkLst>
        </pc:spChg>
        <pc:spChg chg="mod">
          <ac:chgData name="Jayanthan Senthilkumar" userId="e50148d90e98dd15" providerId="LiveId" clId="{3E4CF96A-8E9E-4AC0-AE0D-47CC399EAE15}" dt="2023-10-17T16:19:44.210" v="1992"/>
          <ac:spMkLst>
            <pc:docMk/>
            <pc:sldMk cId="3073222077" sldId="319"/>
            <ac:spMk id="15361" creationId="{73A69976-56FB-2480-729F-7900006BDC8E}"/>
          </ac:spMkLst>
        </pc:spChg>
        <pc:spChg chg="mod">
          <ac:chgData name="Jayanthan Senthilkumar" userId="e50148d90e98dd15" providerId="LiveId" clId="{3E4CF96A-8E9E-4AC0-AE0D-47CC399EAE15}" dt="2023-10-17T16:19:44.210" v="1992"/>
          <ac:spMkLst>
            <pc:docMk/>
            <pc:sldMk cId="3073222077" sldId="319"/>
            <ac:spMk id="15363" creationId="{CD06EC62-489A-D839-92BA-CCE8A1C0BE5E}"/>
          </ac:spMkLst>
        </pc:spChg>
        <pc:spChg chg="mod">
          <ac:chgData name="Jayanthan Senthilkumar" userId="e50148d90e98dd15" providerId="LiveId" clId="{3E4CF96A-8E9E-4AC0-AE0D-47CC399EAE15}" dt="2023-10-17T16:19:44.210" v="1992"/>
          <ac:spMkLst>
            <pc:docMk/>
            <pc:sldMk cId="3073222077" sldId="319"/>
            <ac:spMk id="15365" creationId="{BBF2BC1B-F63A-4FF9-932D-53B582A7B9C8}"/>
          </ac:spMkLst>
        </pc:spChg>
        <pc:spChg chg="mod">
          <ac:chgData name="Jayanthan Senthilkumar" userId="e50148d90e98dd15" providerId="LiveId" clId="{3E4CF96A-8E9E-4AC0-AE0D-47CC399EAE15}" dt="2023-10-17T16:19:44.210" v="1992"/>
          <ac:spMkLst>
            <pc:docMk/>
            <pc:sldMk cId="3073222077" sldId="319"/>
            <ac:spMk id="15366" creationId="{DCE3624F-0905-AF84-F91B-E759F61792B9}"/>
          </ac:spMkLst>
        </pc:spChg>
        <pc:spChg chg="mod">
          <ac:chgData name="Jayanthan Senthilkumar" userId="e50148d90e98dd15" providerId="LiveId" clId="{3E4CF96A-8E9E-4AC0-AE0D-47CC399EAE15}" dt="2023-10-17T16:19:44.210" v="1992"/>
          <ac:spMkLst>
            <pc:docMk/>
            <pc:sldMk cId="3073222077" sldId="319"/>
            <ac:spMk id="15367" creationId="{BC023DD0-DFC3-6C1C-833C-D71735CC832D}"/>
          </ac:spMkLst>
        </pc:spChg>
        <pc:spChg chg="mod">
          <ac:chgData name="Jayanthan Senthilkumar" userId="e50148d90e98dd15" providerId="LiveId" clId="{3E4CF96A-8E9E-4AC0-AE0D-47CC399EAE15}" dt="2023-10-17T16:19:44.210" v="1992"/>
          <ac:spMkLst>
            <pc:docMk/>
            <pc:sldMk cId="3073222077" sldId="319"/>
            <ac:spMk id="15368" creationId="{12D858ED-CFC6-427E-8C52-5506660318AB}"/>
          </ac:spMkLst>
        </pc:spChg>
        <pc:spChg chg="mod">
          <ac:chgData name="Jayanthan Senthilkumar" userId="e50148d90e98dd15" providerId="LiveId" clId="{3E4CF96A-8E9E-4AC0-AE0D-47CC399EAE15}" dt="2023-10-17T16:19:44.210" v="1992"/>
          <ac:spMkLst>
            <pc:docMk/>
            <pc:sldMk cId="3073222077" sldId="319"/>
            <ac:spMk id="15369" creationId="{547E6697-5CEB-856B-7B08-29F3200B55BB}"/>
          </ac:spMkLst>
        </pc:spChg>
        <pc:spChg chg="mod">
          <ac:chgData name="Jayanthan Senthilkumar" userId="e50148d90e98dd15" providerId="LiveId" clId="{3E4CF96A-8E9E-4AC0-AE0D-47CC399EAE15}" dt="2023-10-17T16:19:44.210" v="1992"/>
          <ac:spMkLst>
            <pc:docMk/>
            <pc:sldMk cId="3073222077" sldId="319"/>
            <ac:spMk id="15370" creationId="{AE9BA376-B08C-5504-CDD8-CD5201DEB065}"/>
          </ac:spMkLst>
        </pc:spChg>
        <pc:spChg chg="mod">
          <ac:chgData name="Jayanthan Senthilkumar" userId="e50148d90e98dd15" providerId="LiveId" clId="{3E4CF96A-8E9E-4AC0-AE0D-47CC399EAE15}" dt="2023-10-17T16:19:44.210" v="1992"/>
          <ac:spMkLst>
            <pc:docMk/>
            <pc:sldMk cId="3073222077" sldId="319"/>
            <ac:spMk id="15371" creationId="{A8E67EEC-25BE-2FF6-11FB-FAF65849DBE2}"/>
          </ac:spMkLst>
        </pc:spChg>
        <pc:spChg chg="mod">
          <ac:chgData name="Jayanthan Senthilkumar" userId="e50148d90e98dd15" providerId="LiveId" clId="{3E4CF96A-8E9E-4AC0-AE0D-47CC399EAE15}" dt="2023-10-17T16:19:44.210" v="1992"/>
          <ac:spMkLst>
            <pc:docMk/>
            <pc:sldMk cId="3073222077" sldId="319"/>
            <ac:spMk id="15372" creationId="{207F52D8-3347-EDB5-5AB7-35563CC47198}"/>
          </ac:spMkLst>
        </pc:spChg>
        <pc:spChg chg="mod">
          <ac:chgData name="Jayanthan Senthilkumar" userId="e50148d90e98dd15" providerId="LiveId" clId="{3E4CF96A-8E9E-4AC0-AE0D-47CC399EAE15}" dt="2023-10-17T16:19:44.210" v="1992"/>
          <ac:spMkLst>
            <pc:docMk/>
            <pc:sldMk cId="3073222077" sldId="319"/>
            <ac:spMk id="15373" creationId="{613EE1CF-56FC-9CBA-86D3-37B845C3572D}"/>
          </ac:spMkLst>
        </pc:spChg>
        <pc:spChg chg="mod">
          <ac:chgData name="Jayanthan Senthilkumar" userId="e50148d90e98dd15" providerId="LiveId" clId="{3E4CF96A-8E9E-4AC0-AE0D-47CC399EAE15}" dt="2023-10-17T16:19:44.210" v="1992"/>
          <ac:spMkLst>
            <pc:docMk/>
            <pc:sldMk cId="3073222077" sldId="319"/>
            <ac:spMk id="15374" creationId="{1E30AF9F-162B-4C47-BAF2-6B112D129E31}"/>
          </ac:spMkLst>
        </pc:spChg>
        <pc:spChg chg="mod">
          <ac:chgData name="Jayanthan Senthilkumar" userId="e50148d90e98dd15" providerId="LiveId" clId="{3E4CF96A-8E9E-4AC0-AE0D-47CC399EAE15}" dt="2023-10-17T16:19:44.210" v="1992"/>
          <ac:spMkLst>
            <pc:docMk/>
            <pc:sldMk cId="3073222077" sldId="319"/>
            <ac:spMk id="15375" creationId="{92A45763-C106-2A95-A86A-F4E3D9F301D7}"/>
          </ac:spMkLst>
        </pc:spChg>
        <pc:spChg chg="mod">
          <ac:chgData name="Jayanthan Senthilkumar" userId="e50148d90e98dd15" providerId="LiveId" clId="{3E4CF96A-8E9E-4AC0-AE0D-47CC399EAE15}" dt="2023-10-17T16:19:44.210" v="1992"/>
          <ac:spMkLst>
            <pc:docMk/>
            <pc:sldMk cId="3073222077" sldId="319"/>
            <ac:spMk id="15376" creationId="{D6C68DC3-E1DF-1489-F291-862015C907C3}"/>
          </ac:spMkLst>
        </pc:spChg>
        <pc:spChg chg="mod">
          <ac:chgData name="Jayanthan Senthilkumar" userId="e50148d90e98dd15" providerId="LiveId" clId="{3E4CF96A-8E9E-4AC0-AE0D-47CC399EAE15}" dt="2023-10-17T16:19:44.210" v="1992"/>
          <ac:spMkLst>
            <pc:docMk/>
            <pc:sldMk cId="3073222077" sldId="319"/>
            <ac:spMk id="15377" creationId="{9F5FAF75-1D1D-1735-7650-209382CCB577}"/>
          </ac:spMkLst>
        </pc:spChg>
        <pc:spChg chg="mod">
          <ac:chgData name="Jayanthan Senthilkumar" userId="e50148d90e98dd15" providerId="LiveId" clId="{3E4CF96A-8E9E-4AC0-AE0D-47CC399EAE15}" dt="2023-10-17T16:19:44.210" v="1992"/>
          <ac:spMkLst>
            <pc:docMk/>
            <pc:sldMk cId="3073222077" sldId="319"/>
            <ac:spMk id="15378" creationId="{A383CB49-FDFB-7320-D8AB-6F95A331638E}"/>
          </ac:spMkLst>
        </pc:spChg>
        <pc:spChg chg="mod">
          <ac:chgData name="Jayanthan Senthilkumar" userId="e50148d90e98dd15" providerId="LiveId" clId="{3E4CF96A-8E9E-4AC0-AE0D-47CC399EAE15}" dt="2023-10-17T16:19:44.210" v="1992"/>
          <ac:spMkLst>
            <pc:docMk/>
            <pc:sldMk cId="3073222077" sldId="319"/>
            <ac:spMk id="15379" creationId="{6F6C43F3-C260-EDEA-A4F1-7B0A3C4127EC}"/>
          </ac:spMkLst>
        </pc:spChg>
        <pc:spChg chg="mod">
          <ac:chgData name="Jayanthan Senthilkumar" userId="e50148d90e98dd15" providerId="LiveId" clId="{3E4CF96A-8E9E-4AC0-AE0D-47CC399EAE15}" dt="2023-10-17T16:19:44.210" v="1992"/>
          <ac:spMkLst>
            <pc:docMk/>
            <pc:sldMk cId="3073222077" sldId="319"/>
            <ac:spMk id="15380" creationId="{650B3629-297E-F2EA-62FA-C44540670B8A}"/>
          </ac:spMkLst>
        </pc:spChg>
        <pc:spChg chg="mod">
          <ac:chgData name="Jayanthan Senthilkumar" userId="e50148d90e98dd15" providerId="LiveId" clId="{3E4CF96A-8E9E-4AC0-AE0D-47CC399EAE15}" dt="2023-10-17T16:19:44.210" v="1992"/>
          <ac:spMkLst>
            <pc:docMk/>
            <pc:sldMk cId="3073222077" sldId="319"/>
            <ac:spMk id="15381" creationId="{FF59486F-D6AE-FFC2-155F-02EA30C9BFD3}"/>
          </ac:spMkLst>
        </pc:spChg>
        <pc:spChg chg="mod">
          <ac:chgData name="Jayanthan Senthilkumar" userId="e50148d90e98dd15" providerId="LiveId" clId="{3E4CF96A-8E9E-4AC0-AE0D-47CC399EAE15}" dt="2023-10-17T16:19:44.210" v="1992"/>
          <ac:spMkLst>
            <pc:docMk/>
            <pc:sldMk cId="3073222077" sldId="319"/>
            <ac:spMk id="15382" creationId="{65844936-5E0A-6D3E-18FF-07A8BBD372EE}"/>
          </ac:spMkLst>
        </pc:spChg>
        <pc:spChg chg="mod">
          <ac:chgData name="Jayanthan Senthilkumar" userId="e50148d90e98dd15" providerId="LiveId" clId="{3E4CF96A-8E9E-4AC0-AE0D-47CC399EAE15}" dt="2023-10-17T16:19:44.210" v="1992"/>
          <ac:spMkLst>
            <pc:docMk/>
            <pc:sldMk cId="3073222077" sldId="319"/>
            <ac:spMk id="15383" creationId="{D039F35F-EA2A-9DFE-47C8-CE7D36B9C99B}"/>
          </ac:spMkLst>
        </pc:spChg>
        <pc:spChg chg="mod">
          <ac:chgData name="Jayanthan Senthilkumar" userId="e50148d90e98dd15" providerId="LiveId" clId="{3E4CF96A-8E9E-4AC0-AE0D-47CC399EAE15}" dt="2023-10-17T16:19:44.210" v="1992"/>
          <ac:spMkLst>
            <pc:docMk/>
            <pc:sldMk cId="3073222077" sldId="319"/>
            <ac:spMk id="15384" creationId="{DB03DC77-5F6B-9ADD-1AC6-A61A0E70A6BF}"/>
          </ac:spMkLst>
        </pc:spChg>
        <pc:spChg chg="mod">
          <ac:chgData name="Jayanthan Senthilkumar" userId="e50148d90e98dd15" providerId="LiveId" clId="{3E4CF96A-8E9E-4AC0-AE0D-47CC399EAE15}" dt="2023-10-17T16:19:44.210" v="1992"/>
          <ac:spMkLst>
            <pc:docMk/>
            <pc:sldMk cId="3073222077" sldId="319"/>
            <ac:spMk id="15385" creationId="{5A207426-883F-171C-D5FF-3DE842B9B52E}"/>
          </ac:spMkLst>
        </pc:spChg>
        <pc:spChg chg="mod">
          <ac:chgData name="Jayanthan Senthilkumar" userId="e50148d90e98dd15" providerId="LiveId" clId="{3E4CF96A-8E9E-4AC0-AE0D-47CC399EAE15}" dt="2023-10-17T16:19:44.210" v="1992"/>
          <ac:spMkLst>
            <pc:docMk/>
            <pc:sldMk cId="3073222077" sldId="319"/>
            <ac:spMk id="15386" creationId="{AD36F3DA-16E8-E415-1C53-3B436E03B71D}"/>
          </ac:spMkLst>
        </pc:spChg>
        <pc:spChg chg="mod">
          <ac:chgData name="Jayanthan Senthilkumar" userId="e50148d90e98dd15" providerId="LiveId" clId="{3E4CF96A-8E9E-4AC0-AE0D-47CC399EAE15}" dt="2023-10-17T16:19:44.210" v="1992"/>
          <ac:spMkLst>
            <pc:docMk/>
            <pc:sldMk cId="3073222077" sldId="319"/>
            <ac:spMk id="15387" creationId="{0F313582-8375-8020-18A4-D137A20F7DEF}"/>
          </ac:spMkLst>
        </pc:spChg>
        <pc:spChg chg="mod">
          <ac:chgData name="Jayanthan Senthilkumar" userId="e50148d90e98dd15" providerId="LiveId" clId="{3E4CF96A-8E9E-4AC0-AE0D-47CC399EAE15}" dt="2023-10-17T16:19:44.210" v="1992"/>
          <ac:spMkLst>
            <pc:docMk/>
            <pc:sldMk cId="3073222077" sldId="319"/>
            <ac:spMk id="15388" creationId="{6EF6F413-FF53-9F48-24BE-E37D564FA19A}"/>
          </ac:spMkLst>
        </pc:spChg>
        <pc:spChg chg="mod">
          <ac:chgData name="Jayanthan Senthilkumar" userId="e50148d90e98dd15" providerId="LiveId" clId="{3E4CF96A-8E9E-4AC0-AE0D-47CC399EAE15}" dt="2023-10-17T16:19:44.210" v="1992"/>
          <ac:spMkLst>
            <pc:docMk/>
            <pc:sldMk cId="3073222077" sldId="319"/>
            <ac:spMk id="15389" creationId="{E7432B27-B880-6CED-31A8-1C11659CA292}"/>
          </ac:spMkLst>
        </pc:spChg>
        <pc:spChg chg="mod">
          <ac:chgData name="Jayanthan Senthilkumar" userId="e50148d90e98dd15" providerId="LiveId" clId="{3E4CF96A-8E9E-4AC0-AE0D-47CC399EAE15}" dt="2023-10-17T16:19:44.210" v="1992"/>
          <ac:spMkLst>
            <pc:docMk/>
            <pc:sldMk cId="3073222077" sldId="319"/>
            <ac:spMk id="15390" creationId="{185A656A-9CED-38DA-E0AB-08B77BAD8B2E}"/>
          </ac:spMkLst>
        </pc:spChg>
        <pc:spChg chg="mod">
          <ac:chgData name="Jayanthan Senthilkumar" userId="e50148d90e98dd15" providerId="LiveId" clId="{3E4CF96A-8E9E-4AC0-AE0D-47CC399EAE15}" dt="2023-10-17T16:19:44.210" v="1992"/>
          <ac:spMkLst>
            <pc:docMk/>
            <pc:sldMk cId="3073222077" sldId="319"/>
            <ac:spMk id="15391" creationId="{FBF7BA49-1659-4EAE-823F-0596773F4481}"/>
          </ac:spMkLst>
        </pc:spChg>
        <pc:spChg chg="mod">
          <ac:chgData name="Jayanthan Senthilkumar" userId="e50148d90e98dd15" providerId="LiveId" clId="{3E4CF96A-8E9E-4AC0-AE0D-47CC399EAE15}" dt="2023-10-17T16:19:44.210" v="1992"/>
          <ac:spMkLst>
            <pc:docMk/>
            <pc:sldMk cId="3073222077" sldId="319"/>
            <ac:spMk id="15392" creationId="{BB0D821B-CFC8-4D1C-D0B7-BCCCD89341FC}"/>
          </ac:spMkLst>
        </pc:spChg>
        <pc:spChg chg="mod">
          <ac:chgData name="Jayanthan Senthilkumar" userId="e50148d90e98dd15" providerId="LiveId" clId="{3E4CF96A-8E9E-4AC0-AE0D-47CC399EAE15}" dt="2023-10-17T16:19:44.210" v="1992"/>
          <ac:spMkLst>
            <pc:docMk/>
            <pc:sldMk cId="3073222077" sldId="319"/>
            <ac:spMk id="15393" creationId="{AA44CB67-A6F4-4B0B-3B77-568033007C13}"/>
          </ac:spMkLst>
        </pc:spChg>
        <pc:spChg chg="mod">
          <ac:chgData name="Jayanthan Senthilkumar" userId="e50148d90e98dd15" providerId="LiveId" clId="{3E4CF96A-8E9E-4AC0-AE0D-47CC399EAE15}" dt="2023-10-17T16:19:44.210" v="1992"/>
          <ac:spMkLst>
            <pc:docMk/>
            <pc:sldMk cId="3073222077" sldId="319"/>
            <ac:spMk id="15394" creationId="{5B6B5DE5-D799-C770-2D8A-66166B323866}"/>
          </ac:spMkLst>
        </pc:spChg>
        <pc:spChg chg="mod">
          <ac:chgData name="Jayanthan Senthilkumar" userId="e50148d90e98dd15" providerId="LiveId" clId="{3E4CF96A-8E9E-4AC0-AE0D-47CC399EAE15}" dt="2023-10-17T16:19:44.210" v="1992"/>
          <ac:spMkLst>
            <pc:docMk/>
            <pc:sldMk cId="3073222077" sldId="319"/>
            <ac:spMk id="15395" creationId="{177A11E1-34E4-5655-C026-4AAAF5860D04}"/>
          </ac:spMkLst>
        </pc:spChg>
        <pc:spChg chg="mod">
          <ac:chgData name="Jayanthan Senthilkumar" userId="e50148d90e98dd15" providerId="LiveId" clId="{3E4CF96A-8E9E-4AC0-AE0D-47CC399EAE15}" dt="2023-10-17T16:19:44.210" v="1992"/>
          <ac:spMkLst>
            <pc:docMk/>
            <pc:sldMk cId="3073222077" sldId="319"/>
            <ac:spMk id="15396" creationId="{5C20DDF0-9F51-A5C5-CE5C-58421F70B2AA}"/>
          </ac:spMkLst>
        </pc:spChg>
        <pc:spChg chg="mod">
          <ac:chgData name="Jayanthan Senthilkumar" userId="e50148d90e98dd15" providerId="LiveId" clId="{3E4CF96A-8E9E-4AC0-AE0D-47CC399EAE15}" dt="2023-10-17T16:19:44.210" v="1992"/>
          <ac:spMkLst>
            <pc:docMk/>
            <pc:sldMk cId="3073222077" sldId="319"/>
            <ac:spMk id="15397" creationId="{452839BB-E7F7-C8C8-E903-C1EFD40947E2}"/>
          </ac:spMkLst>
        </pc:spChg>
        <pc:spChg chg="mod">
          <ac:chgData name="Jayanthan Senthilkumar" userId="e50148d90e98dd15" providerId="LiveId" clId="{3E4CF96A-8E9E-4AC0-AE0D-47CC399EAE15}" dt="2023-10-17T16:19:44.210" v="1992"/>
          <ac:spMkLst>
            <pc:docMk/>
            <pc:sldMk cId="3073222077" sldId="319"/>
            <ac:spMk id="15398" creationId="{99D2251E-C2A1-C3C3-57E0-DCEF528E069B}"/>
          </ac:spMkLst>
        </pc:spChg>
        <pc:spChg chg="mod">
          <ac:chgData name="Jayanthan Senthilkumar" userId="e50148d90e98dd15" providerId="LiveId" clId="{3E4CF96A-8E9E-4AC0-AE0D-47CC399EAE15}" dt="2023-10-17T16:19:44.210" v="1992"/>
          <ac:spMkLst>
            <pc:docMk/>
            <pc:sldMk cId="3073222077" sldId="319"/>
            <ac:spMk id="15399" creationId="{FE3B246D-3B98-5184-A894-2CDCAF38D201}"/>
          </ac:spMkLst>
        </pc:spChg>
        <pc:spChg chg="mod">
          <ac:chgData name="Jayanthan Senthilkumar" userId="e50148d90e98dd15" providerId="LiveId" clId="{3E4CF96A-8E9E-4AC0-AE0D-47CC399EAE15}" dt="2023-10-17T16:19:44.210" v="1992"/>
          <ac:spMkLst>
            <pc:docMk/>
            <pc:sldMk cId="3073222077" sldId="319"/>
            <ac:spMk id="15400" creationId="{D3D661D4-F3DC-D60B-F998-90D5FFB69CB9}"/>
          </ac:spMkLst>
        </pc:spChg>
        <pc:spChg chg="mod">
          <ac:chgData name="Jayanthan Senthilkumar" userId="e50148d90e98dd15" providerId="LiveId" clId="{3E4CF96A-8E9E-4AC0-AE0D-47CC399EAE15}" dt="2023-10-17T16:19:44.210" v="1992"/>
          <ac:spMkLst>
            <pc:docMk/>
            <pc:sldMk cId="3073222077" sldId="319"/>
            <ac:spMk id="15401" creationId="{2D096B9A-1393-45AD-3DAD-E32124D17EB8}"/>
          </ac:spMkLst>
        </pc:spChg>
        <pc:spChg chg="mod">
          <ac:chgData name="Jayanthan Senthilkumar" userId="e50148d90e98dd15" providerId="LiveId" clId="{3E4CF96A-8E9E-4AC0-AE0D-47CC399EAE15}" dt="2023-10-17T16:19:44.210" v="1992"/>
          <ac:spMkLst>
            <pc:docMk/>
            <pc:sldMk cId="3073222077" sldId="319"/>
            <ac:spMk id="15402" creationId="{1B653D47-60CE-1F64-FA71-C3796ACBA5E8}"/>
          </ac:spMkLst>
        </pc:spChg>
        <pc:spChg chg="mod">
          <ac:chgData name="Jayanthan Senthilkumar" userId="e50148d90e98dd15" providerId="LiveId" clId="{3E4CF96A-8E9E-4AC0-AE0D-47CC399EAE15}" dt="2023-10-17T16:19:44.210" v="1992"/>
          <ac:spMkLst>
            <pc:docMk/>
            <pc:sldMk cId="3073222077" sldId="319"/>
            <ac:spMk id="15403" creationId="{D3F6323C-2D24-0D3C-519C-E2277F9709A7}"/>
          </ac:spMkLst>
        </pc:spChg>
        <pc:spChg chg="mod">
          <ac:chgData name="Jayanthan Senthilkumar" userId="e50148d90e98dd15" providerId="LiveId" clId="{3E4CF96A-8E9E-4AC0-AE0D-47CC399EAE15}" dt="2023-10-17T16:19:44.210" v="1992"/>
          <ac:spMkLst>
            <pc:docMk/>
            <pc:sldMk cId="3073222077" sldId="319"/>
            <ac:spMk id="15404" creationId="{489D78E0-0DF7-23B0-E786-3F0887D8B8DE}"/>
          </ac:spMkLst>
        </pc:spChg>
        <pc:spChg chg="mod">
          <ac:chgData name="Jayanthan Senthilkumar" userId="e50148d90e98dd15" providerId="LiveId" clId="{3E4CF96A-8E9E-4AC0-AE0D-47CC399EAE15}" dt="2023-10-17T16:19:44.210" v="1992"/>
          <ac:spMkLst>
            <pc:docMk/>
            <pc:sldMk cId="3073222077" sldId="319"/>
            <ac:spMk id="15405" creationId="{7DACD1EC-40C0-0B28-B5A6-8B071C2B4247}"/>
          </ac:spMkLst>
        </pc:spChg>
        <pc:spChg chg="mod">
          <ac:chgData name="Jayanthan Senthilkumar" userId="e50148d90e98dd15" providerId="LiveId" clId="{3E4CF96A-8E9E-4AC0-AE0D-47CC399EAE15}" dt="2023-10-17T16:19:44.210" v="1992"/>
          <ac:spMkLst>
            <pc:docMk/>
            <pc:sldMk cId="3073222077" sldId="319"/>
            <ac:spMk id="15406" creationId="{B82D84F0-D2BF-DD9E-B9B2-3FFC92F90183}"/>
          </ac:spMkLst>
        </pc:spChg>
        <pc:spChg chg="mod">
          <ac:chgData name="Jayanthan Senthilkumar" userId="e50148d90e98dd15" providerId="LiveId" clId="{3E4CF96A-8E9E-4AC0-AE0D-47CC399EAE15}" dt="2023-10-17T16:19:44.210" v="1992"/>
          <ac:spMkLst>
            <pc:docMk/>
            <pc:sldMk cId="3073222077" sldId="319"/>
            <ac:spMk id="15407" creationId="{4FA6BDF6-CB1F-DCF5-B9B4-6B7841656E23}"/>
          </ac:spMkLst>
        </pc:spChg>
        <pc:spChg chg="mod">
          <ac:chgData name="Jayanthan Senthilkumar" userId="e50148d90e98dd15" providerId="LiveId" clId="{3E4CF96A-8E9E-4AC0-AE0D-47CC399EAE15}" dt="2023-10-17T16:19:44.210" v="1992"/>
          <ac:spMkLst>
            <pc:docMk/>
            <pc:sldMk cId="3073222077" sldId="319"/>
            <ac:spMk id="15408" creationId="{813B6D0D-4667-4B1C-65FC-096F192F3BEE}"/>
          </ac:spMkLst>
        </pc:spChg>
        <pc:spChg chg="mod">
          <ac:chgData name="Jayanthan Senthilkumar" userId="e50148d90e98dd15" providerId="LiveId" clId="{3E4CF96A-8E9E-4AC0-AE0D-47CC399EAE15}" dt="2023-10-17T16:19:44.210" v="1992"/>
          <ac:spMkLst>
            <pc:docMk/>
            <pc:sldMk cId="3073222077" sldId="319"/>
            <ac:spMk id="15409" creationId="{851DB99C-8FA7-BAE0-D442-4AEF854C86A8}"/>
          </ac:spMkLst>
        </pc:spChg>
        <pc:spChg chg="mod">
          <ac:chgData name="Jayanthan Senthilkumar" userId="e50148d90e98dd15" providerId="LiveId" clId="{3E4CF96A-8E9E-4AC0-AE0D-47CC399EAE15}" dt="2023-10-17T16:19:44.210" v="1992"/>
          <ac:spMkLst>
            <pc:docMk/>
            <pc:sldMk cId="3073222077" sldId="319"/>
            <ac:spMk id="15410" creationId="{5483AAD8-1D42-C5E5-A71B-85C58165678B}"/>
          </ac:spMkLst>
        </pc:spChg>
        <pc:spChg chg="mod">
          <ac:chgData name="Jayanthan Senthilkumar" userId="e50148d90e98dd15" providerId="LiveId" clId="{3E4CF96A-8E9E-4AC0-AE0D-47CC399EAE15}" dt="2023-10-17T16:19:44.210" v="1992"/>
          <ac:spMkLst>
            <pc:docMk/>
            <pc:sldMk cId="3073222077" sldId="319"/>
            <ac:spMk id="15411" creationId="{B9122521-F365-A942-6842-FF3930AA9EEF}"/>
          </ac:spMkLst>
        </pc:spChg>
        <pc:spChg chg="mod">
          <ac:chgData name="Jayanthan Senthilkumar" userId="e50148d90e98dd15" providerId="LiveId" clId="{3E4CF96A-8E9E-4AC0-AE0D-47CC399EAE15}" dt="2023-10-17T16:19:44.210" v="1992"/>
          <ac:spMkLst>
            <pc:docMk/>
            <pc:sldMk cId="3073222077" sldId="319"/>
            <ac:spMk id="15412" creationId="{9BAB067D-BCF3-FCDC-3734-3AD35D96F7CC}"/>
          </ac:spMkLst>
        </pc:spChg>
        <pc:spChg chg="mod">
          <ac:chgData name="Jayanthan Senthilkumar" userId="e50148d90e98dd15" providerId="LiveId" clId="{3E4CF96A-8E9E-4AC0-AE0D-47CC399EAE15}" dt="2023-10-17T16:19:44.210" v="1992"/>
          <ac:spMkLst>
            <pc:docMk/>
            <pc:sldMk cId="3073222077" sldId="319"/>
            <ac:spMk id="15413" creationId="{0C5EF0E7-E172-C3EB-2C44-27281E513B60}"/>
          </ac:spMkLst>
        </pc:spChg>
        <pc:spChg chg="mod">
          <ac:chgData name="Jayanthan Senthilkumar" userId="e50148d90e98dd15" providerId="LiveId" clId="{3E4CF96A-8E9E-4AC0-AE0D-47CC399EAE15}" dt="2023-10-17T16:19:44.210" v="1992"/>
          <ac:spMkLst>
            <pc:docMk/>
            <pc:sldMk cId="3073222077" sldId="319"/>
            <ac:spMk id="15414" creationId="{289BED7B-22A4-78AD-6978-ECD39DC4DD58}"/>
          </ac:spMkLst>
        </pc:spChg>
        <pc:spChg chg="mod">
          <ac:chgData name="Jayanthan Senthilkumar" userId="e50148d90e98dd15" providerId="LiveId" clId="{3E4CF96A-8E9E-4AC0-AE0D-47CC399EAE15}" dt="2023-10-17T16:19:44.210" v="1992"/>
          <ac:spMkLst>
            <pc:docMk/>
            <pc:sldMk cId="3073222077" sldId="319"/>
            <ac:spMk id="15415" creationId="{9A477326-00A4-E7E8-3CF5-FF7052E1C247}"/>
          </ac:spMkLst>
        </pc:spChg>
        <pc:spChg chg="mod">
          <ac:chgData name="Jayanthan Senthilkumar" userId="e50148d90e98dd15" providerId="LiveId" clId="{3E4CF96A-8E9E-4AC0-AE0D-47CC399EAE15}" dt="2023-10-17T16:19:44.210" v="1992"/>
          <ac:spMkLst>
            <pc:docMk/>
            <pc:sldMk cId="3073222077" sldId="319"/>
            <ac:spMk id="15416" creationId="{C1FC8C90-756D-7C69-68DD-E8F663AC3CD2}"/>
          </ac:spMkLst>
        </pc:spChg>
        <pc:spChg chg="mod">
          <ac:chgData name="Jayanthan Senthilkumar" userId="e50148d90e98dd15" providerId="LiveId" clId="{3E4CF96A-8E9E-4AC0-AE0D-47CC399EAE15}" dt="2023-10-17T16:19:44.210" v="1992"/>
          <ac:spMkLst>
            <pc:docMk/>
            <pc:sldMk cId="3073222077" sldId="319"/>
            <ac:spMk id="15417" creationId="{4A9F3356-6DB0-F44E-C565-D4FA80AD17A0}"/>
          </ac:spMkLst>
        </pc:spChg>
        <pc:spChg chg="mod">
          <ac:chgData name="Jayanthan Senthilkumar" userId="e50148d90e98dd15" providerId="LiveId" clId="{3E4CF96A-8E9E-4AC0-AE0D-47CC399EAE15}" dt="2023-10-17T16:19:44.210" v="1992"/>
          <ac:spMkLst>
            <pc:docMk/>
            <pc:sldMk cId="3073222077" sldId="319"/>
            <ac:spMk id="15418" creationId="{37E5535A-5A79-7999-B08C-A123358F2092}"/>
          </ac:spMkLst>
        </pc:spChg>
        <pc:spChg chg="mod">
          <ac:chgData name="Jayanthan Senthilkumar" userId="e50148d90e98dd15" providerId="LiveId" clId="{3E4CF96A-8E9E-4AC0-AE0D-47CC399EAE15}" dt="2023-10-17T16:19:44.210" v="1992"/>
          <ac:spMkLst>
            <pc:docMk/>
            <pc:sldMk cId="3073222077" sldId="319"/>
            <ac:spMk id="15419" creationId="{85DCB8E1-6B1D-0A70-F0DA-A37386BF715E}"/>
          </ac:spMkLst>
        </pc:spChg>
        <pc:spChg chg="mod">
          <ac:chgData name="Jayanthan Senthilkumar" userId="e50148d90e98dd15" providerId="LiveId" clId="{3E4CF96A-8E9E-4AC0-AE0D-47CC399EAE15}" dt="2023-10-17T16:19:44.210" v="1992"/>
          <ac:spMkLst>
            <pc:docMk/>
            <pc:sldMk cId="3073222077" sldId="319"/>
            <ac:spMk id="15420" creationId="{D68F6F4C-D725-A1F6-1003-DA2CCF6C4EAB}"/>
          </ac:spMkLst>
        </pc:spChg>
        <pc:spChg chg="mod">
          <ac:chgData name="Jayanthan Senthilkumar" userId="e50148d90e98dd15" providerId="LiveId" clId="{3E4CF96A-8E9E-4AC0-AE0D-47CC399EAE15}" dt="2023-10-17T16:19:44.210" v="1992"/>
          <ac:spMkLst>
            <pc:docMk/>
            <pc:sldMk cId="3073222077" sldId="319"/>
            <ac:spMk id="15421" creationId="{2392E371-C164-FEC5-74FD-71C76ED81908}"/>
          </ac:spMkLst>
        </pc:spChg>
        <pc:spChg chg="mod">
          <ac:chgData name="Jayanthan Senthilkumar" userId="e50148d90e98dd15" providerId="LiveId" clId="{3E4CF96A-8E9E-4AC0-AE0D-47CC399EAE15}" dt="2023-10-17T16:19:44.210" v="1992"/>
          <ac:spMkLst>
            <pc:docMk/>
            <pc:sldMk cId="3073222077" sldId="319"/>
            <ac:spMk id="15422" creationId="{5F86DDA3-A114-720F-4B62-D6BFCF331392}"/>
          </ac:spMkLst>
        </pc:spChg>
        <pc:spChg chg="mod">
          <ac:chgData name="Jayanthan Senthilkumar" userId="e50148d90e98dd15" providerId="LiveId" clId="{3E4CF96A-8E9E-4AC0-AE0D-47CC399EAE15}" dt="2023-10-17T16:19:44.210" v="1992"/>
          <ac:spMkLst>
            <pc:docMk/>
            <pc:sldMk cId="3073222077" sldId="319"/>
            <ac:spMk id="15423" creationId="{5F1F7522-851D-7871-9B6E-3B3342CC91EC}"/>
          </ac:spMkLst>
        </pc:spChg>
        <pc:spChg chg="mod">
          <ac:chgData name="Jayanthan Senthilkumar" userId="e50148d90e98dd15" providerId="LiveId" clId="{3E4CF96A-8E9E-4AC0-AE0D-47CC399EAE15}" dt="2023-10-17T16:19:44.210" v="1992"/>
          <ac:spMkLst>
            <pc:docMk/>
            <pc:sldMk cId="3073222077" sldId="319"/>
            <ac:spMk id="15424" creationId="{1BFF7B09-F186-E814-767D-E4204724E4C5}"/>
          </ac:spMkLst>
        </pc:spChg>
        <pc:spChg chg="mod">
          <ac:chgData name="Jayanthan Senthilkumar" userId="e50148d90e98dd15" providerId="LiveId" clId="{3E4CF96A-8E9E-4AC0-AE0D-47CC399EAE15}" dt="2023-10-17T16:19:44.210" v="1992"/>
          <ac:spMkLst>
            <pc:docMk/>
            <pc:sldMk cId="3073222077" sldId="319"/>
            <ac:spMk id="15425" creationId="{EF2F3598-4911-0C14-33A8-5B568EC77176}"/>
          </ac:spMkLst>
        </pc:spChg>
        <pc:spChg chg="mod">
          <ac:chgData name="Jayanthan Senthilkumar" userId="e50148d90e98dd15" providerId="LiveId" clId="{3E4CF96A-8E9E-4AC0-AE0D-47CC399EAE15}" dt="2023-10-17T16:19:44.210" v="1992"/>
          <ac:spMkLst>
            <pc:docMk/>
            <pc:sldMk cId="3073222077" sldId="319"/>
            <ac:spMk id="15426" creationId="{D7529336-C6B0-2613-E835-AA74031792AF}"/>
          </ac:spMkLst>
        </pc:spChg>
        <pc:spChg chg="mod">
          <ac:chgData name="Jayanthan Senthilkumar" userId="e50148d90e98dd15" providerId="LiveId" clId="{3E4CF96A-8E9E-4AC0-AE0D-47CC399EAE15}" dt="2023-10-17T16:19:44.210" v="1992"/>
          <ac:spMkLst>
            <pc:docMk/>
            <pc:sldMk cId="3073222077" sldId="319"/>
            <ac:spMk id="15427" creationId="{D01713C1-04D3-33D9-0038-72A534D26715}"/>
          </ac:spMkLst>
        </pc:spChg>
        <pc:spChg chg="mod">
          <ac:chgData name="Jayanthan Senthilkumar" userId="e50148d90e98dd15" providerId="LiveId" clId="{3E4CF96A-8E9E-4AC0-AE0D-47CC399EAE15}" dt="2023-10-17T16:19:44.210" v="1992"/>
          <ac:spMkLst>
            <pc:docMk/>
            <pc:sldMk cId="3073222077" sldId="319"/>
            <ac:spMk id="15428" creationId="{64143CEB-8AA8-EDE8-4BF2-0916A5B96879}"/>
          </ac:spMkLst>
        </pc:spChg>
        <pc:spChg chg="mod">
          <ac:chgData name="Jayanthan Senthilkumar" userId="e50148d90e98dd15" providerId="LiveId" clId="{3E4CF96A-8E9E-4AC0-AE0D-47CC399EAE15}" dt="2023-10-17T16:19:44.210" v="1992"/>
          <ac:spMkLst>
            <pc:docMk/>
            <pc:sldMk cId="3073222077" sldId="319"/>
            <ac:spMk id="15429" creationId="{E33D4495-07CF-1F92-AA3F-D3B6841484F5}"/>
          </ac:spMkLst>
        </pc:spChg>
        <pc:spChg chg="mod">
          <ac:chgData name="Jayanthan Senthilkumar" userId="e50148d90e98dd15" providerId="LiveId" clId="{3E4CF96A-8E9E-4AC0-AE0D-47CC399EAE15}" dt="2023-10-17T16:19:44.210" v="1992"/>
          <ac:spMkLst>
            <pc:docMk/>
            <pc:sldMk cId="3073222077" sldId="319"/>
            <ac:spMk id="15430" creationId="{E779103B-6915-051E-2AFA-7D1991A79F79}"/>
          </ac:spMkLst>
        </pc:spChg>
        <pc:spChg chg="mod">
          <ac:chgData name="Jayanthan Senthilkumar" userId="e50148d90e98dd15" providerId="LiveId" clId="{3E4CF96A-8E9E-4AC0-AE0D-47CC399EAE15}" dt="2023-10-17T16:19:44.210" v="1992"/>
          <ac:spMkLst>
            <pc:docMk/>
            <pc:sldMk cId="3073222077" sldId="319"/>
            <ac:spMk id="15431" creationId="{829C73F0-F0D5-EA36-4517-24FA52225C3D}"/>
          </ac:spMkLst>
        </pc:spChg>
        <pc:spChg chg="mod">
          <ac:chgData name="Jayanthan Senthilkumar" userId="e50148d90e98dd15" providerId="LiveId" clId="{3E4CF96A-8E9E-4AC0-AE0D-47CC399EAE15}" dt="2023-10-17T16:19:44.210" v="1992"/>
          <ac:spMkLst>
            <pc:docMk/>
            <pc:sldMk cId="3073222077" sldId="319"/>
            <ac:spMk id="15432" creationId="{46347BAA-7ADB-4ABA-C654-47AF69D71F54}"/>
          </ac:spMkLst>
        </pc:spChg>
        <pc:grpChg chg="add mod">
          <ac:chgData name="Jayanthan Senthilkumar" userId="e50148d90e98dd15" providerId="LiveId" clId="{3E4CF96A-8E9E-4AC0-AE0D-47CC399EAE15}" dt="2023-10-17T16:19:56.169" v="1997" actId="1076"/>
          <ac:grpSpMkLst>
            <pc:docMk/>
            <pc:sldMk cId="3073222077" sldId="319"/>
            <ac:grpSpMk id="4" creationId="{F9F1EC64-83F5-3646-03FC-860255B6C754}"/>
          </ac:grpSpMkLst>
        </pc:grpChg>
        <pc:grpChg chg="mod">
          <ac:chgData name="Jayanthan Senthilkumar" userId="e50148d90e98dd15" providerId="LiveId" clId="{3E4CF96A-8E9E-4AC0-AE0D-47CC399EAE15}" dt="2023-10-17T16:19:44.210" v="1992"/>
          <ac:grpSpMkLst>
            <pc:docMk/>
            <pc:sldMk cId="3073222077" sldId="319"/>
            <ac:grpSpMk id="5" creationId="{5D7F10D7-83B6-1A99-A46B-953FF923CE56}"/>
          </ac:grpSpMkLst>
        </pc:grpChg>
        <pc:grpChg chg="mod">
          <ac:chgData name="Jayanthan Senthilkumar" userId="e50148d90e98dd15" providerId="LiveId" clId="{3E4CF96A-8E9E-4AC0-AE0D-47CC399EAE15}" dt="2023-10-17T16:19:44.210" v="1992"/>
          <ac:grpSpMkLst>
            <pc:docMk/>
            <pc:sldMk cId="3073222077" sldId="319"/>
            <ac:grpSpMk id="6" creationId="{E159E08C-8407-3ED5-90E4-927C7A24042E}"/>
          </ac:grpSpMkLst>
        </pc:grpChg>
        <pc:grpChg chg="mod">
          <ac:chgData name="Jayanthan Senthilkumar" userId="e50148d90e98dd15" providerId="LiveId" clId="{3E4CF96A-8E9E-4AC0-AE0D-47CC399EAE15}" dt="2023-10-17T16:19:44.210" v="1992"/>
          <ac:grpSpMkLst>
            <pc:docMk/>
            <pc:sldMk cId="3073222077" sldId="319"/>
            <ac:grpSpMk id="7" creationId="{81A8B4F7-4A76-7C2F-5639-0DEB00FCD455}"/>
          </ac:grpSpMkLst>
        </pc:grpChg>
        <pc:grpChg chg="mod">
          <ac:chgData name="Jayanthan Senthilkumar" userId="e50148d90e98dd15" providerId="LiveId" clId="{3E4CF96A-8E9E-4AC0-AE0D-47CC399EAE15}" dt="2023-10-17T16:19:44.210" v="1992"/>
          <ac:grpSpMkLst>
            <pc:docMk/>
            <pc:sldMk cId="3073222077" sldId="319"/>
            <ac:grpSpMk id="9" creationId="{2D50B2D6-858B-2B6B-3B34-6D3B18B14B64}"/>
          </ac:grpSpMkLst>
        </pc:grpChg>
        <pc:grpChg chg="mod">
          <ac:chgData name="Jayanthan Senthilkumar" userId="e50148d90e98dd15" providerId="LiveId" clId="{3E4CF96A-8E9E-4AC0-AE0D-47CC399EAE15}" dt="2023-10-17T16:19:44.210" v="1992"/>
          <ac:grpSpMkLst>
            <pc:docMk/>
            <pc:sldMk cId="3073222077" sldId="319"/>
            <ac:grpSpMk id="10" creationId="{E0B1A479-5C61-1426-1F39-4D05E5940946}"/>
          </ac:grpSpMkLst>
        </pc:grpChg>
        <pc:picChg chg="mod">
          <ac:chgData name="Jayanthan Senthilkumar" userId="e50148d90e98dd15" providerId="LiveId" clId="{3E4CF96A-8E9E-4AC0-AE0D-47CC399EAE15}" dt="2023-10-17T16:20:12.925" v="2003" actId="14100"/>
          <ac:picMkLst>
            <pc:docMk/>
            <pc:sldMk cId="3073222077" sldId="319"/>
            <ac:picMk id="8" creationId="{00000000-0000-0000-0000-000000000000}"/>
          </ac:picMkLst>
        </pc:picChg>
      </pc:sldChg>
      <pc:sldChg chg="addSp modSp add mod modTransition">
        <pc:chgData name="Jayanthan Senthilkumar" userId="e50148d90e98dd15" providerId="LiveId" clId="{3E4CF96A-8E9E-4AC0-AE0D-47CC399EAE15}" dt="2023-10-17T17:50:20.657" v="3111"/>
        <pc:sldMkLst>
          <pc:docMk/>
          <pc:sldMk cId="2067478887" sldId="320"/>
        </pc:sldMkLst>
        <pc:spChg chg="mod">
          <ac:chgData name="Jayanthan Senthilkumar" userId="e50148d90e98dd15" providerId="LiveId" clId="{3E4CF96A-8E9E-4AC0-AE0D-47CC399EAE15}" dt="2023-10-17T16:18:57.436" v="1977"/>
          <ac:spMkLst>
            <pc:docMk/>
            <pc:sldMk cId="2067478887" sldId="320"/>
            <ac:spMk id="3" creationId="{C374DB9B-D118-4FA8-F4DA-04295DA89A20}"/>
          </ac:spMkLst>
        </pc:spChg>
        <pc:spChg chg="mod">
          <ac:chgData name="Jayanthan Senthilkumar" userId="e50148d90e98dd15" providerId="LiveId" clId="{3E4CF96A-8E9E-4AC0-AE0D-47CC399EAE15}" dt="2023-10-17T16:17:57.529" v="1964" actId="1076"/>
          <ac:spMkLst>
            <pc:docMk/>
            <pc:sldMk cId="2067478887" sldId="320"/>
            <ac:spMk id="4" creationId="{00000000-0000-0000-0000-000000000000}"/>
          </ac:spMkLst>
        </pc:spChg>
        <pc:spChg chg="mod">
          <ac:chgData name="Jayanthan Senthilkumar" userId="e50148d90e98dd15" providerId="LiveId" clId="{3E4CF96A-8E9E-4AC0-AE0D-47CC399EAE15}" dt="2023-10-17T16:18:57.436" v="1977"/>
          <ac:spMkLst>
            <pc:docMk/>
            <pc:sldMk cId="2067478887" sldId="320"/>
            <ac:spMk id="6" creationId="{40D8E5DA-398C-F46D-1574-47E7B6FD95D3}"/>
          </ac:spMkLst>
        </pc:spChg>
        <pc:spChg chg="mod">
          <ac:chgData name="Jayanthan Senthilkumar" userId="e50148d90e98dd15" providerId="LiveId" clId="{3E4CF96A-8E9E-4AC0-AE0D-47CC399EAE15}" dt="2023-10-17T16:18:57.436" v="1977"/>
          <ac:spMkLst>
            <pc:docMk/>
            <pc:sldMk cId="2067478887" sldId="320"/>
            <ac:spMk id="12" creationId="{F5F70D19-695D-4E39-7263-3025D21DDCAC}"/>
          </ac:spMkLst>
        </pc:spChg>
        <pc:spChg chg="mod">
          <ac:chgData name="Jayanthan Senthilkumar" userId="e50148d90e98dd15" providerId="LiveId" clId="{3E4CF96A-8E9E-4AC0-AE0D-47CC399EAE15}" dt="2023-10-17T16:18:57.436" v="1977"/>
          <ac:spMkLst>
            <pc:docMk/>
            <pc:sldMk cId="2067478887" sldId="320"/>
            <ac:spMk id="13" creationId="{06B1B0D5-3C25-99C5-3E69-C71781F0315D}"/>
          </ac:spMkLst>
        </pc:spChg>
        <pc:spChg chg="mod">
          <ac:chgData name="Jayanthan Senthilkumar" userId="e50148d90e98dd15" providerId="LiveId" clId="{3E4CF96A-8E9E-4AC0-AE0D-47CC399EAE15}" dt="2023-10-17T16:18:57.436" v="1977"/>
          <ac:spMkLst>
            <pc:docMk/>
            <pc:sldMk cId="2067478887" sldId="320"/>
            <ac:spMk id="14" creationId="{6FC61A25-F62E-AD5D-E780-D9F9AC7CEBA7}"/>
          </ac:spMkLst>
        </pc:spChg>
        <pc:spChg chg="mod">
          <ac:chgData name="Jayanthan Senthilkumar" userId="e50148d90e98dd15" providerId="LiveId" clId="{3E4CF96A-8E9E-4AC0-AE0D-47CC399EAE15}" dt="2023-10-17T16:18:57.436" v="1977"/>
          <ac:spMkLst>
            <pc:docMk/>
            <pc:sldMk cId="2067478887" sldId="320"/>
            <ac:spMk id="15" creationId="{79207549-4388-D304-8B70-CA5281E270E2}"/>
          </ac:spMkLst>
        </pc:spChg>
        <pc:spChg chg="mod">
          <ac:chgData name="Jayanthan Senthilkumar" userId="e50148d90e98dd15" providerId="LiveId" clId="{3E4CF96A-8E9E-4AC0-AE0D-47CC399EAE15}" dt="2023-10-17T16:18:57.436" v="1977"/>
          <ac:spMkLst>
            <pc:docMk/>
            <pc:sldMk cId="2067478887" sldId="320"/>
            <ac:spMk id="16" creationId="{9AE33770-E899-9B33-E087-175FF7994FA4}"/>
          </ac:spMkLst>
        </pc:spChg>
        <pc:spChg chg="mod">
          <ac:chgData name="Jayanthan Senthilkumar" userId="e50148d90e98dd15" providerId="LiveId" clId="{3E4CF96A-8E9E-4AC0-AE0D-47CC399EAE15}" dt="2023-10-17T16:18:57.436" v="1977"/>
          <ac:spMkLst>
            <pc:docMk/>
            <pc:sldMk cId="2067478887" sldId="320"/>
            <ac:spMk id="17" creationId="{8293BC1A-A9E0-5E3E-B97C-F59082B042AC}"/>
          </ac:spMkLst>
        </pc:spChg>
        <pc:spChg chg="mod">
          <ac:chgData name="Jayanthan Senthilkumar" userId="e50148d90e98dd15" providerId="LiveId" clId="{3E4CF96A-8E9E-4AC0-AE0D-47CC399EAE15}" dt="2023-10-17T16:18:57.436" v="1977"/>
          <ac:spMkLst>
            <pc:docMk/>
            <pc:sldMk cId="2067478887" sldId="320"/>
            <ac:spMk id="18" creationId="{A95C4FA3-F1B6-531F-DFA5-E5F3F691CAC9}"/>
          </ac:spMkLst>
        </pc:spChg>
        <pc:spChg chg="mod">
          <ac:chgData name="Jayanthan Senthilkumar" userId="e50148d90e98dd15" providerId="LiveId" clId="{3E4CF96A-8E9E-4AC0-AE0D-47CC399EAE15}" dt="2023-10-17T16:18:57.436" v="1977"/>
          <ac:spMkLst>
            <pc:docMk/>
            <pc:sldMk cId="2067478887" sldId="320"/>
            <ac:spMk id="19" creationId="{5D349ACF-F8C8-960F-12FB-143AF57525F2}"/>
          </ac:spMkLst>
        </pc:spChg>
        <pc:spChg chg="mod">
          <ac:chgData name="Jayanthan Senthilkumar" userId="e50148d90e98dd15" providerId="LiveId" clId="{3E4CF96A-8E9E-4AC0-AE0D-47CC399EAE15}" dt="2023-10-17T16:18:57.436" v="1977"/>
          <ac:spMkLst>
            <pc:docMk/>
            <pc:sldMk cId="2067478887" sldId="320"/>
            <ac:spMk id="20" creationId="{609D34DB-CC4E-7006-4AF6-F2B3CB768BDD}"/>
          </ac:spMkLst>
        </pc:spChg>
        <pc:spChg chg="mod">
          <ac:chgData name="Jayanthan Senthilkumar" userId="e50148d90e98dd15" providerId="LiveId" clId="{3E4CF96A-8E9E-4AC0-AE0D-47CC399EAE15}" dt="2023-10-17T16:18:57.436" v="1977"/>
          <ac:spMkLst>
            <pc:docMk/>
            <pc:sldMk cId="2067478887" sldId="320"/>
            <ac:spMk id="21" creationId="{77134642-9291-6AC8-F899-0EB535FCDA19}"/>
          </ac:spMkLst>
        </pc:spChg>
        <pc:spChg chg="mod">
          <ac:chgData name="Jayanthan Senthilkumar" userId="e50148d90e98dd15" providerId="LiveId" clId="{3E4CF96A-8E9E-4AC0-AE0D-47CC399EAE15}" dt="2023-10-17T16:18:57.436" v="1977"/>
          <ac:spMkLst>
            <pc:docMk/>
            <pc:sldMk cId="2067478887" sldId="320"/>
            <ac:spMk id="22" creationId="{5F1A65F8-61FE-6FE3-0FF9-B63ABB807C6E}"/>
          </ac:spMkLst>
        </pc:spChg>
        <pc:spChg chg="mod">
          <ac:chgData name="Jayanthan Senthilkumar" userId="e50148d90e98dd15" providerId="LiveId" clId="{3E4CF96A-8E9E-4AC0-AE0D-47CC399EAE15}" dt="2023-10-17T16:18:57.436" v="1977"/>
          <ac:spMkLst>
            <pc:docMk/>
            <pc:sldMk cId="2067478887" sldId="320"/>
            <ac:spMk id="23" creationId="{68E6740D-F4BB-C2FD-0EB6-051F4B190563}"/>
          </ac:spMkLst>
        </pc:spChg>
        <pc:spChg chg="mod">
          <ac:chgData name="Jayanthan Senthilkumar" userId="e50148d90e98dd15" providerId="LiveId" clId="{3E4CF96A-8E9E-4AC0-AE0D-47CC399EAE15}" dt="2023-10-17T16:18:57.436" v="1977"/>
          <ac:spMkLst>
            <pc:docMk/>
            <pc:sldMk cId="2067478887" sldId="320"/>
            <ac:spMk id="24" creationId="{112E09AD-4DAC-8180-27CD-7B8DA19D3B49}"/>
          </ac:spMkLst>
        </pc:spChg>
        <pc:spChg chg="mod">
          <ac:chgData name="Jayanthan Senthilkumar" userId="e50148d90e98dd15" providerId="LiveId" clId="{3E4CF96A-8E9E-4AC0-AE0D-47CC399EAE15}" dt="2023-10-17T16:18:57.436" v="1977"/>
          <ac:spMkLst>
            <pc:docMk/>
            <pc:sldMk cId="2067478887" sldId="320"/>
            <ac:spMk id="25" creationId="{07E83B09-E27C-AE6A-003E-4F3E6EB99A4D}"/>
          </ac:spMkLst>
        </pc:spChg>
        <pc:spChg chg="mod">
          <ac:chgData name="Jayanthan Senthilkumar" userId="e50148d90e98dd15" providerId="LiveId" clId="{3E4CF96A-8E9E-4AC0-AE0D-47CC399EAE15}" dt="2023-10-17T16:18:57.436" v="1977"/>
          <ac:spMkLst>
            <pc:docMk/>
            <pc:sldMk cId="2067478887" sldId="320"/>
            <ac:spMk id="26" creationId="{4A9F09B8-0FE2-365B-0CC7-40439987A5DC}"/>
          </ac:spMkLst>
        </pc:spChg>
        <pc:spChg chg="mod">
          <ac:chgData name="Jayanthan Senthilkumar" userId="e50148d90e98dd15" providerId="LiveId" clId="{3E4CF96A-8E9E-4AC0-AE0D-47CC399EAE15}" dt="2023-10-17T16:18:57.436" v="1977"/>
          <ac:spMkLst>
            <pc:docMk/>
            <pc:sldMk cId="2067478887" sldId="320"/>
            <ac:spMk id="32" creationId="{A7787622-A12E-07CB-59D0-A4EDEB2FF289}"/>
          </ac:spMkLst>
        </pc:spChg>
        <pc:spChg chg="mod">
          <ac:chgData name="Jayanthan Senthilkumar" userId="e50148d90e98dd15" providerId="LiveId" clId="{3E4CF96A-8E9E-4AC0-AE0D-47CC399EAE15}" dt="2023-10-17T16:18:57.436" v="1977"/>
          <ac:spMkLst>
            <pc:docMk/>
            <pc:sldMk cId="2067478887" sldId="320"/>
            <ac:spMk id="33" creationId="{729E7D50-3CCD-0116-CFC7-95A9CB74B5AD}"/>
          </ac:spMkLst>
        </pc:spChg>
        <pc:spChg chg="mod">
          <ac:chgData name="Jayanthan Senthilkumar" userId="e50148d90e98dd15" providerId="LiveId" clId="{3E4CF96A-8E9E-4AC0-AE0D-47CC399EAE15}" dt="2023-10-17T16:18:57.436" v="1977"/>
          <ac:spMkLst>
            <pc:docMk/>
            <pc:sldMk cId="2067478887" sldId="320"/>
            <ac:spMk id="34" creationId="{453296AC-2189-8EF6-13D3-16C64B9AEF37}"/>
          </ac:spMkLst>
        </pc:spChg>
        <pc:spChg chg="mod">
          <ac:chgData name="Jayanthan Senthilkumar" userId="e50148d90e98dd15" providerId="LiveId" clId="{3E4CF96A-8E9E-4AC0-AE0D-47CC399EAE15}" dt="2023-10-17T16:18:57.436" v="1977"/>
          <ac:spMkLst>
            <pc:docMk/>
            <pc:sldMk cId="2067478887" sldId="320"/>
            <ac:spMk id="35" creationId="{0E7B2B1A-AFC9-DDD6-153A-819606082CE5}"/>
          </ac:spMkLst>
        </pc:spChg>
        <pc:spChg chg="mod">
          <ac:chgData name="Jayanthan Senthilkumar" userId="e50148d90e98dd15" providerId="LiveId" clId="{3E4CF96A-8E9E-4AC0-AE0D-47CC399EAE15}" dt="2023-10-17T16:18:57.436" v="1977"/>
          <ac:spMkLst>
            <pc:docMk/>
            <pc:sldMk cId="2067478887" sldId="320"/>
            <ac:spMk id="36" creationId="{807CC354-47A3-DCD7-3570-230F1483F09A}"/>
          </ac:spMkLst>
        </pc:spChg>
        <pc:spChg chg="mod">
          <ac:chgData name="Jayanthan Senthilkumar" userId="e50148d90e98dd15" providerId="LiveId" clId="{3E4CF96A-8E9E-4AC0-AE0D-47CC399EAE15}" dt="2023-10-17T16:18:57.436" v="1977"/>
          <ac:spMkLst>
            <pc:docMk/>
            <pc:sldMk cId="2067478887" sldId="320"/>
            <ac:spMk id="37" creationId="{8B5BAAD5-CA4B-2054-E011-6F51764EB973}"/>
          </ac:spMkLst>
        </pc:spChg>
        <pc:spChg chg="mod">
          <ac:chgData name="Jayanthan Senthilkumar" userId="e50148d90e98dd15" providerId="LiveId" clId="{3E4CF96A-8E9E-4AC0-AE0D-47CC399EAE15}" dt="2023-10-17T16:18:57.436" v="1977"/>
          <ac:spMkLst>
            <pc:docMk/>
            <pc:sldMk cId="2067478887" sldId="320"/>
            <ac:spMk id="38" creationId="{13987C57-628C-0E29-A778-036B1F93806A}"/>
          </ac:spMkLst>
        </pc:spChg>
        <pc:spChg chg="mod">
          <ac:chgData name="Jayanthan Senthilkumar" userId="e50148d90e98dd15" providerId="LiveId" clId="{3E4CF96A-8E9E-4AC0-AE0D-47CC399EAE15}" dt="2023-10-17T16:18:57.436" v="1977"/>
          <ac:spMkLst>
            <pc:docMk/>
            <pc:sldMk cId="2067478887" sldId="320"/>
            <ac:spMk id="39" creationId="{C46B83F1-42F2-4178-29B6-C9F71FF803A8}"/>
          </ac:spMkLst>
        </pc:spChg>
        <pc:spChg chg="mod">
          <ac:chgData name="Jayanthan Senthilkumar" userId="e50148d90e98dd15" providerId="LiveId" clId="{3E4CF96A-8E9E-4AC0-AE0D-47CC399EAE15}" dt="2023-10-17T16:18:57.436" v="1977"/>
          <ac:spMkLst>
            <pc:docMk/>
            <pc:sldMk cId="2067478887" sldId="320"/>
            <ac:spMk id="40" creationId="{3F7EC055-4765-E320-46B9-C7CD77DD0C5B}"/>
          </ac:spMkLst>
        </pc:spChg>
        <pc:spChg chg="mod">
          <ac:chgData name="Jayanthan Senthilkumar" userId="e50148d90e98dd15" providerId="LiveId" clId="{3E4CF96A-8E9E-4AC0-AE0D-47CC399EAE15}" dt="2023-10-17T16:18:57.436" v="1977"/>
          <ac:spMkLst>
            <pc:docMk/>
            <pc:sldMk cId="2067478887" sldId="320"/>
            <ac:spMk id="41" creationId="{A77678DA-E37E-573E-E4AB-585F7672DDD9}"/>
          </ac:spMkLst>
        </pc:spChg>
        <pc:spChg chg="mod">
          <ac:chgData name="Jayanthan Senthilkumar" userId="e50148d90e98dd15" providerId="LiveId" clId="{3E4CF96A-8E9E-4AC0-AE0D-47CC399EAE15}" dt="2023-10-17T16:18:57.436" v="1977"/>
          <ac:spMkLst>
            <pc:docMk/>
            <pc:sldMk cId="2067478887" sldId="320"/>
            <ac:spMk id="42" creationId="{37D08D67-9ED4-37BB-67BF-E42D81BCE6D7}"/>
          </ac:spMkLst>
        </pc:spChg>
        <pc:spChg chg="mod">
          <ac:chgData name="Jayanthan Senthilkumar" userId="e50148d90e98dd15" providerId="LiveId" clId="{3E4CF96A-8E9E-4AC0-AE0D-47CC399EAE15}" dt="2023-10-17T16:18:57.436" v="1977"/>
          <ac:spMkLst>
            <pc:docMk/>
            <pc:sldMk cId="2067478887" sldId="320"/>
            <ac:spMk id="43" creationId="{2476661B-1817-2BB7-56B9-F6708C220E90}"/>
          </ac:spMkLst>
        </pc:spChg>
        <pc:spChg chg="mod">
          <ac:chgData name="Jayanthan Senthilkumar" userId="e50148d90e98dd15" providerId="LiveId" clId="{3E4CF96A-8E9E-4AC0-AE0D-47CC399EAE15}" dt="2023-10-17T16:18:57.436" v="1977"/>
          <ac:spMkLst>
            <pc:docMk/>
            <pc:sldMk cId="2067478887" sldId="320"/>
            <ac:spMk id="44" creationId="{711B4C2C-10E2-3447-6DDA-6B6B969FAAB5}"/>
          </ac:spMkLst>
        </pc:spChg>
        <pc:spChg chg="mod">
          <ac:chgData name="Jayanthan Senthilkumar" userId="e50148d90e98dd15" providerId="LiveId" clId="{3E4CF96A-8E9E-4AC0-AE0D-47CC399EAE15}" dt="2023-10-17T16:18:57.436" v="1977"/>
          <ac:spMkLst>
            <pc:docMk/>
            <pc:sldMk cId="2067478887" sldId="320"/>
            <ac:spMk id="45" creationId="{44034650-9FE7-8230-BC1E-A0E612D49751}"/>
          </ac:spMkLst>
        </pc:spChg>
        <pc:spChg chg="mod">
          <ac:chgData name="Jayanthan Senthilkumar" userId="e50148d90e98dd15" providerId="LiveId" clId="{3E4CF96A-8E9E-4AC0-AE0D-47CC399EAE15}" dt="2023-10-17T16:18:57.436" v="1977"/>
          <ac:spMkLst>
            <pc:docMk/>
            <pc:sldMk cId="2067478887" sldId="320"/>
            <ac:spMk id="46" creationId="{217B2A6B-E52F-3070-ED70-B5634EBD7F03}"/>
          </ac:spMkLst>
        </pc:spChg>
        <pc:spChg chg="mod">
          <ac:chgData name="Jayanthan Senthilkumar" userId="e50148d90e98dd15" providerId="LiveId" clId="{3E4CF96A-8E9E-4AC0-AE0D-47CC399EAE15}" dt="2023-10-17T16:18:57.436" v="1977"/>
          <ac:spMkLst>
            <pc:docMk/>
            <pc:sldMk cId="2067478887" sldId="320"/>
            <ac:spMk id="47" creationId="{0DB25DCA-D03E-54A2-0DCD-A2A7D9383779}"/>
          </ac:spMkLst>
        </pc:spChg>
        <pc:spChg chg="mod">
          <ac:chgData name="Jayanthan Senthilkumar" userId="e50148d90e98dd15" providerId="LiveId" clId="{3E4CF96A-8E9E-4AC0-AE0D-47CC399EAE15}" dt="2023-10-17T16:18:57.436" v="1977"/>
          <ac:spMkLst>
            <pc:docMk/>
            <pc:sldMk cId="2067478887" sldId="320"/>
            <ac:spMk id="48" creationId="{1DB73E1E-2118-B780-52F6-614CA39F30C2}"/>
          </ac:spMkLst>
        </pc:spChg>
        <pc:spChg chg="mod">
          <ac:chgData name="Jayanthan Senthilkumar" userId="e50148d90e98dd15" providerId="LiveId" clId="{3E4CF96A-8E9E-4AC0-AE0D-47CC399EAE15}" dt="2023-10-17T16:18:57.436" v="1977"/>
          <ac:spMkLst>
            <pc:docMk/>
            <pc:sldMk cId="2067478887" sldId="320"/>
            <ac:spMk id="49" creationId="{2DAC96DD-0D1C-6076-7A3A-5919B429EB83}"/>
          </ac:spMkLst>
        </pc:spChg>
        <pc:spChg chg="mod">
          <ac:chgData name="Jayanthan Senthilkumar" userId="e50148d90e98dd15" providerId="LiveId" clId="{3E4CF96A-8E9E-4AC0-AE0D-47CC399EAE15}" dt="2023-10-17T16:18:57.436" v="1977"/>
          <ac:spMkLst>
            <pc:docMk/>
            <pc:sldMk cId="2067478887" sldId="320"/>
            <ac:spMk id="50" creationId="{BE801A49-1125-0F77-5D96-8EECF6FA1884}"/>
          </ac:spMkLst>
        </pc:spChg>
        <pc:spChg chg="mod">
          <ac:chgData name="Jayanthan Senthilkumar" userId="e50148d90e98dd15" providerId="LiveId" clId="{3E4CF96A-8E9E-4AC0-AE0D-47CC399EAE15}" dt="2023-10-17T16:18:57.436" v="1977"/>
          <ac:spMkLst>
            <pc:docMk/>
            <pc:sldMk cId="2067478887" sldId="320"/>
            <ac:spMk id="51" creationId="{683E7DB7-BB3C-B4C2-47BA-DCB480593C5E}"/>
          </ac:spMkLst>
        </pc:spChg>
        <pc:spChg chg="mod">
          <ac:chgData name="Jayanthan Senthilkumar" userId="e50148d90e98dd15" providerId="LiveId" clId="{3E4CF96A-8E9E-4AC0-AE0D-47CC399EAE15}" dt="2023-10-17T16:18:57.436" v="1977"/>
          <ac:spMkLst>
            <pc:docMk/>
            <pc:sldMk cId="2067478887" sldId="320"/>
            <ac:spMk id="52" creationId="{F9BA19DD-6209-12E6-12FB-7A200D1099C5}"/>
          </ac:spMkLst>
        </pc:spChg>
        <pc:spChg chg="mod">
          <ac:chgData name="Jayanthan Senthilkumar" userId="e50148d90e98dd15" providerId="LiveId" clId="{3E4CF96A-8E9E-4AC0-AE0D-47CC399EAE15}" dt="2023-10-17T16:18:57.436" v="1977"/>
          <ac:spMkLst>
            <pc:docMk/>
            <pc:sldMk cId="2067478887" sldId="320"/>
            <ac:spMk id="53" creationId="{80CFAC44-6E83-BBEB-8B01-B784A997824E}"/>
          </ac:spMkLst>
        </pc:spChg>
        <pc:spChg chg="mod">
          <ac:chgData name="Jayanthan Senthilkumar" userId="e50148d90e98dd15" providerId="LiveId" clId="{3E4CF96A-8E9E-4AC0-AE0D-47CC399EAE15}" dt="2023-10-17T16:18:57.436" v="1977"/>
          <ac:spMkLst>
            <pc:docMk/>
            <pc:sldMk cId="2067478887" sldId="320"/>
            <ac:spMk id="54" creationId="{B94C6308-B320-76AB-51A9-DBA9470CF852}"/>
          </ac:spMkLst>
        </pc:spChg>
        <pc:spChg chg="mod">
          <ac:chgData name="Jayanthan Senthilkumar" userId="e50148d90e98dd15" providerId="LiveId" clId="{3E4CF96A-8E9E-4AC0-AE0D-47CC399EAE15}" dt="2023-10-17T16:18:57.436" v="1977"/>
          <ac:spMkLst>
            <pc:docMk/>
            <pc:sldMk cId="2067478887" sldId="320"/>
            <ac:spMk id="55" creationId="{6A28894D-C6E0-63A6-8E64-BE6DFB1A68A2}"/>
          </ac:spMkLst>
        </pc:spChg>
        <pc:spChg chg="mod">
          <ac:chgData name="Jayanthan Senthilkumar" userId="e50148d90e98dd15" providerId="LiveId" clId="{3E4CF96A-8E9E-4AC0-AE0D-47CC399EAE15}" dt="2023-10-17T16:18:57.436" v="1977"/>
          <ac:spMkLst>
            <pc:docMk/>
            <pc:sldMk cId="2067478887" sldId="320"/>
            <ac:spMk id="56" creationId="{677C78E1-5A0E-87C1-091E-97EC7339EA10}"/>
          </ac:spMkLst>
        </pc:spChg>
        <pc:spChg chg="mod">
          <ac:chgData name="Jayanthan Senthilkumar" userId="e50148d90e98dd15" providerId="LiveId" clId="{3E4CF96A-8E9E-4AC0-AE0D-47CC399EAE15}" dt="2023-10-17T16:18:57.436" v="1977"/>
          <ac:spMkLst>
            <pc:docMk/>
            <pc:sldMk cId="2067478887" sldId="320"/>
            <ac:spMk id="57" creationId="{F0D170F2-E062-F68A-332E-8FF22DDCA07D}"/>
          </ac:spMkLst>
        </pc:spChg>
        <pc:spChg chg="mod">
          <ac:chgData name="Jayanthan Senthilkumar" userId="e50148d90e98dd15" providerId="LiveId" clId="{3E4CF96A-8E9E-4AC0-AE0D-47CC399EAE15}" dt="2023-10-17T16:18:57.436" v="1977"/>
          <ac:spMkLst>
            <pc:docMk/>
            <pc:sldMk cId="2067478887" sldId="320"/>
            <ac:spMk id="58" creationId="{3FFD46DD-4E8D-7D23-3C46-86CE4E475909}"/>
          </ac:spMkLst>
        </pc:spChg>
        <pc:spChg chg="mod">
          <ac:chgData name="Jayanthan Senthilkumar" userId="e50148d90e98dd15" providerId="LiveId" clId="{3E4CF96A-8E9E-4AC0-AE0D-47CC399EAE15}" dt="2023-10-17T16:18:57.436" v="1977"/>
          <ac:spMkLst>
            <pc:docMk/>
            <pc:sldMk cId="2067478887" sldId="320"/>
            <ac:spMk id="59" creationId="{F74E17F2-F055-DE7C-DCE6-164C4BDAED07}"/>
          </ac:spMkLst>
        </pc:spChg>
        <pc:spChg chg="mod">
          <ac:chgData name="Jayanthan Senthilkumar" userId="e50148d90e98dd15" providerId="LiveId" clId="{3E4CF96A-8E9E-4AC0-AE0D-47CC399EAE15}" dt="2023-10-17T16:18:57.436" v="1977"/>
          <ac:spMkLst>
            <pc:docMk/>
            <pc:sldMk cId="2067478887" sldId="320"/>
            <ac:spMk id="60" creationId="{79885264-BF61-A065-88DD-47E220070404}"/>
          </ac:spMkLst>
        </pc:spChg>
        <pc:spChg chg="mod">
          <ac:chgData name="Jayanthan Senthilkumar" userId="e50148d90e98dd15" providerId="LiveId" clId="{3E4CF96A-8E9E-4AC0-AE0D-47CC399EAE15}" dt="2023-10-17T16:18:57.436" v="1977"/>
          <ac:spMkLst>
            <pc:docMk/>
            <pc:sldMk cId="2067478887" sldId="320"/>
            <ac:spMk id="61" creationId="{B57379EB-30B0-C88F-19C0-958BBA755953}"/>
          </ac:spMkLst>
        </pc:spChg>
        <pc:spChg chg="mod">
          <ac:chgData name="Jayanthan Senthilkumar" userId="e50148d90e98dd15" providerId="LiveId" clId="{3E4CF96A-8E9E-4AC0-AE0D-47CC399EAE15}" dt="2023-10-17T16:18:57.436" v="1977"/>
          <ac:spMkLst>
            <pc:docMk/>
            <pc:sldMk cId="2067478887" sldId="320"/>
            <ac:spMk id="62" creationId="{759D55B2-24EF-B568-7CD7-054CF54CE907}"/>
          </ac:spMkLst>
        </pc:spChg>
        <pc:spChg chg="mod">
          <ac:chgData name="Jayanthan Senthilkumar" userId="e50148d90e98dd15" providerId="LiveId" clId="{3E4CF96A-8E9E-4AC0-AE0D-47CC399EAE15}" dt="2023-10-17T16:18:57.436" v="1977"/>
          <ac:spMkLst>
            <pc:docMk/>
            <pc:sldMk cId="2067478887" sldId="320"/>
            <ac:spMk id="63" creationId="{B2449220-713C-8267-84ED-3176DF07874A}"/>
          </ac:spMkLst>
        </pc:spChg>
        <pc:spChg chg="mod">
          <ac:chgData name="Jayanthan Senthilkumar" userId="e50148d90e98dd15" providerId="LiveId" clId="{3E4CF96A-8E9E-4AC0-AE0D-47CC399EAE15}" dt="2023-10-17T16:18:57.436" v="1977"/>
          <ac:spMkLst>
            <pc:docMk/>
            <pc:sldMk cId="2067478887" sldId="320"/>
            <ac:spMk id="64" creationId="{EBF66A5E-CDC6-741E-B430-A3B61735C30C}"/>
          </ac:spMkLst>
        </pc:spChg>
        <pc:spChg chg="mod">
          <ac:chgData name="Jayanthan Senthilkumar" userId="e50148d90e98dd15" providerId="LiveId" clId="{3E4CF96A-8E9E-4AC0-AE0D-47CC399EAE15}" dt="2023-10-17T16:18:57.436" v="1977"/>
          <ac:spMkLst>
            <pc:docMk/>
            <pc:sldMk cId="2067478887" sldId="320"/>
            <ac:spMk id="65" creationId="{102338FA-6A08-F450-F8DE-8004E7B23158}"/>
          </ac:spMkLst>
        </pc:spChg>
        <pc:spChg chg="mod">
          <ac:chgData name="Jayanthan Senthilkumar" userId="e50148d90e98dd15" providerId="LiveId" clId="{3E4CF96A-8E9E-4AC0-AE0D-47CC399EAE15}" dt="2023-10-17T16:18:57.436" v="1977"/>
          <ac:spMkLst>
            <pc:docMk/>
            <pc:sldMk cId="2067478887" sldId="320"/>
            <ac:spMk id="66" creationId="{7A289DD6-95CE-B22F-34B9-E84A3A97F66D}"/>
          </ac:spMkLst>
        </pc:spChg>
        <pc:spChg chg="mod">
          <ac:chgData name="Jayanthan Senthilkumar" userId="e50148d90e98dd15" providerId="LiveId" clId="{3E4CF96A-8E9E-4AC0-AE0D-47CC399EAE15}" dt="2023-10-17T16:18:57.436" v="1977"/>
          <ac:spMkLst>
            <pc:docMk/>
            <pc:sldMk cId="2067478887" sldId="320"/>
            <ac:spMk id="67" creationId="{8ADD81FB-306F-9498-C9E8-8B63DFCAADC5}"/>
          </ac:spMkLst>
        </pc:spChg>
        <pc:spChg chg="mod">
          <ac:chgData name="Jayanthan Senthilkumar" userId="e50148d90e98dd15" providerId="LiveId" clId="{3E4CF96A-8E9E-4AC0-AE0D-47CC399EAE15}" dt="2023-10-17T16:18:57.436" v="1977"/>
          <ac:spMkLst>
            <pc:docMk/>
            <pc:sldMk cId="2067478887" sldId="320"/>
            <ac:spMk id="68" creationId="{E0E7009D-3362-2897-8D70-70A8E6C55CA9}"/>
          </ac:spMkLst>
        </pc:spChg>
        <pc:spChg chg="mod">
          <ac:chgData name="Jayanthan Senthilkumar" userId="e50148d90e98dd15" providerId="LiveId" clId="{3E4CF96A-8E9E-4AC0-AE0D-47CC399EAE15}" dt="2023-10-17T16:18:57.436" v="1977"/>
          <ac:spMkLst>
            <pc:docMk/>
            <pc:sldMk cId="2067478887" sldId="320"/>
            <ac:spMk id="69" creationId="{20A31285-C52F-C82F-7211-23B419FC00FA}"/>
          </ac:spMkLst>
        </pc:spChg>
        <pc:spChg chg="mod">
          <ac:chgData name="Jayanthan Senthilkumar" userId="e50148d90e98dd15" providerId="LiveId" clId="{3E4CF96A-8E9E-4AC0-AE0D-47CC399EAE15}" dt="2023-10-17T16:18:57.436" v="1977"/>
          <ac:spMkLst>
            <pc:docMk/>
            <pc:sldMk cId="2067478887" sldId="320"/>
            <ac:spMk id="70" creationId="{D2E1FDD3-AF83-D117-7434-F4B2DD7E546D}"/>
          </ac:spMkLst>
        </pc:spChg>
        <pc:spChg chg="mod">
          <ac:chgData name="Jayanthan Senthilkumar" userId="e50148d90e98dd15" providerId="LiveId" clId="{3E4CF96A-8E9E-4AC0-AE0D-47CC399EAE15}" dt="2023-10-17T16:18:57.436" v="1977"/>
          <ac:spMkLst>
            <pc:docMk/>
            <pc:sldMk cId="2067478887" sldId="320"/>
            <ac:spMk id="71" creationId="{28011414-1ED2-EF8D-4A32-8F6F7D72ADD2}"/>
          </ac:spMkLst>
        </pc:spChg>
        <pc:spChg chg="mod">
          <ac:chgData name="Jayanthan Senthilkumar" userId="e50148d90e98dd15" providerId="LiveId" clId="{3E4CF96A-8E9E-4AC0-AE0D-47CC399EAE15}" dt="2023-10-17T16:18:57.436" v="1977"/>
          <ac:spMkLst>
            <pc:docMk/>
            <pc:sldMk cId="2067478887" sldId="320"/>
            <ac:spMk id="72" creationId="{4FEDCDAA-3AB0-0EB8-1E38-5B09D858B777}"/>
          </ac:spMkLst>
        </pc:spChg>
        <pc:spChg chg="mod">
          <ac:chgData name="Jayanthan Senthilkumar" userId="e50148d90e98dd15" providerId="LiveId" clId="{3E4CF96A-8E9E-4AC0-AE0D-47CC399EAE15}" dt="2023-10-17T16:18:57.436" v="1977"/>
          <ac:spMkLst>
            <pc:docMk/>
            <pc:sldMk cId="2067478887" sldId="320"/>
            <ac:spMk id="73" creationId="{B2FEC39E-8AB8-8729-5BC2-C902EE8646FD}"/>
          </ac:spMkLst>
        </pc:spChg>
        <pc:spChg chg="mod">
          <ac:chgData name="Jayanthan Senthilkumar" userId="e50148d90e98dd15" providerId="LiveId" clId="{3E4CF96A-8E9E-4AC0-AE0D-47CC399EAE15}" dt="2023-10-17T16:18:57.436" v="1977"/>
          <ac:spMkLst>
            <pc:docMk/>
            <pc:sldMk cId="2067478887" sldId="320"/>
            <ac:spMk id="74" creationId="{24F80366-6C94-7C58-5552-9635D6127332}"/>
          </ac:spMkLst>
        </pc:spChg>
        <pc:spChg chg="mod">
          <ac:chgData name="Jayanthan Senthilkumar" userId="e50148d90e98dd15" providerId="LiveId" clId="{3E4CF96A-8E9E-4AC0-AE0D-47CC399EAE15}" dt="2023-10-17T16:18:57.436" v="1977"/>
          <ac:spMkLst>
            <pc:docMk/>
            <pc:sldMk cId="2067478887" sldId="320"/>
            <ac:spMk id="75" creationId="{1F2B8641-C62E-EBDC-7CB2-22081C7FEF48}"/>
          </ac:spMkLst>
        </pc:spChg>
        <pc:spChg chg="mod">
          <ac:chgData name="Jayanthan Senthilkumar" userId="e50148d90e98dd15" providerId="LiveId" clId="{3E4CF96A-8E9E-4AC0-AE0D-47CC399EAE15}" dt="2023-10-17T16:18:57.436" v="1977"/>
          <ac:spMkLst>
            <pc:docMk/>
            <pc:sldMk cId="2067478887" sldId="320"/>
            <ac:spMk id="76" creationId="{89410296-AA40-BDA7-9378-43BDB99905A3}"/>
          </ac:spMkLst>
        </pc:spChg>
        <pc:spChg chg="mod">
          <ac:chgData name="Jayanthan Senthilkumar" userId="e50148d90e98dd15" providerId="LiveId" clId="{3E4CF96A-8E9E-4AC0-AE0D-47CC399EAE15}" dt="2023-10-17T16:18:57.436" v="1977"/>
          <ac:spMkLst>
            <pc:docMk/>
            <pc:sldMk cId="2067478887" sldId="320"/>
            <ac:spMk id="79" creationId="{FB2E4581-0D65-ABB6-5BEF-87D0CA4B065C}"/>
          </ac:spMkLst>
        </pc:spChg>
        <pc:spChg chg="mod">
          <ac:chgData name="Jayanthan Senthilkumar" userId="e50148d90e98dd15" providerId="LiveId" clId="{3E4CF96A-8E9E-4AC0-AE0D-47CC399EAE15}" dt="2023-10-17T16:18:57.436" v="1977"/>
          <ac:spMkLst>
            <pc:docMk/>
            <pc:sldMk cId="2067478887" sldId="320"/>
            <ac:spMk id="80" creationId="{71B61F20-222E-9AF4-3977-FBAD1E876635}"/>
          </ac:spMkLst>
        </pc:spChg>
        <pc:spChg chg="mod">
          <ac:chgData name="Jayanthan Senthilkumar" userId="e50148d90e98dd15" providerId="LiveId" clId="{3E4CF96A-8E9E-4AC0-AE0D-47CC399EAE15}" dt="2023-10-17T16:18:57.436" v="1977"/>
          <ac:spMkLst>
            <pc:docMk/>
            <pc:sldMk cId="2067478887" sldId="320"/>
            <ac:spMk id="81" creationId="{2E9B102B-2D0A-B4D1-29F3-50DB13FB1A05}"/>
          </ac:spMkLst>
        </pc:spChg>
        <pc:spChg chg="mod">
          <ac:chgData name="Jayanthan Senthilkumar" userId="e50148d90e98dd15" providerId="LiveId" clId="{3E4CF96A-8E9E-4AC0-AE0D-47CC399EAE15}" dt="2023-10-17T16:18:57.436" v="1977"/>
          <ac:spMkLst>
            <pc:docMk/>
            <pc:sldMk cId="2067478887" sldId="320"/>
            <ac:spMk id="82" creationId="{1FF302C2-B84C-86C7-DA46-C6D1E509DC54}"/>
          </ac:spMkLst>
        </pc:spChg>
        <pc:spChg chg="mod">
          <ac:chgData name="Jayanthan Senthilkumar" userId="e50148d90e98dd15" providerId="LiveId" clId="{3E4CF96A-8E9E-4AC0-AE0D-47CC399EAE15}" dt="2023-10-17T16:18:57.436" v="1977"/>
          <ac:spMkLst>
            <pc:docMk/>
            <pc:sldMk cId="2067478887" sldId="320"/>
            <ac:spMk id="83" creationId="{67E3B54B-DB90-AB2D-BDA0-D59C2CE19BE1}"/>
          </ac:spMkLst>
        </pc:spChg>
        <pc:spChg chg="mod">
          <ac:chgData name="Jayanthan Senthilkumar" userId="e50148d90e98dd15" providerId="LiveId" clId="{3E4CF96A-8E9E-4AC0-AE0D-47CC399EAE15}" dt="2023-10-17T16:18:57.436" v="1977"/>
          <ac:spMkLst>
            <pc:docMk/>
            <pc:sldMk cId="2067478887" sldId="320"/>
            <ac:spMk id="84" creationId="{02BD1099-1AD9-68B7-982C-8A2D9BFF9CFB}"/>
          </ac:spMkLst>
        </pc:spChg>
        <pc:spChg chg="mod">
          <ac:chgData name="Jayanthan Senthilkumar" userId="e50148d90e98dd15" providerId="LiveId" clId="{3E4CF96A-8E9E-4AC0-AE0D-47CC399EAE15}" dt="2023-10-17T16:18:57.436" v="1977"/>
          <ac:spMkLst>
            <pc:docMk/>
            <pc:sldMk cId="2067478887" sldId="320"/>
            <ac:spMk id="85" creationId="{C69D91B8-FD83-19D0-0B15-D4F65373C7C1}"/>
          </ac:spMkLst>
        </pc:spChg>
        <pc:spChg chg="mod">
          <ac:chgData name="Jayanthan Senthilkumar" userId="e50148d90e98dd15" providerId="LiveId" clId="{3E4CF96A-8E9E-4AC0-AE0D-47CC399EAE15}" dt="2023-10-17T16:18:57.436" v="1977"/>
          <ac:spMkLst>
            <pc:docMk/>
            <pc:sldMk cId="2067478887" sldId="320"/>
            <ac:spMk id="86" creationId="{446BB1AD-CB64-EA07-1DC3-476F4BF5EC01}"/>
          </ac:spMkLst>
        </pc:spChg>
        <pc:spChg chg="mod">
          <ac:chgData name="Jayanthan Senthilkumar" userId="e50148d90e98dd15" providerId="LiveId" clId="{3E4CF96A-8E9E-4AC0-AE0D-47CC399EAE15}" dt="2023-10-17T16:18:57.436" v="1977"/>
          <ac:spMkLst>
            <pc:docMk/>
            <pc:sldMk cId="2067478887" sldId="320"/>
            <ac:spMk id="87" creationId="{E53DE51A-C8E8-789B-752C-D3E6408C6BC8}"/>
          </ac:spMkLst>
        </pc:spChg>
        <pc:spChg chg="mod">
          <ac:chgData name="Jayanthan Senthilkumar" userId="e50148d90e98dd15" providerId="LiveId" clId="{3E4CF96A-8E9E-4AC0-AE0D-47CC399EAE15}" dt="2023-10-17T16:18:57.436" v="1977"/>
          <ac:spMkLst>
            <pc:docMk/>
            <pc:sldMk cId="2067478887" sldId="320"/>
            <ac:spMk id="88" creationId="{44BFB3EA-B902-224A-93D6-DC2648180783}"/>
          </ac:spMkLst>
        </pc:spChg>
        <pc:spChg chg="mod">
          <ac:chgData name="Jayanthan Senthilkumar" userId="e50148d90e98dd15" providerId="LiveId" clId="{3E4CF96A-8E9E-4AC0-AE0D-47CC399EAE15}" dt="2023-10-17T16:18:57.436" v="1977"/>
          <ac:spMkLst>
            <pc:docMk/>
            <pc:sldMk cId="2067478887" sldId="320"/>
            <ac:spMk id="89" creationId="{5B5387A2-71AA-817E-1951-34202504E88C}"/>
          </ac:spMkLst>
        </pc:spChg>
        <pc:spChg chg="mod">
          <ac:chgData name="Jayanthan Senthilkumar" userId="e50148d90e98dd15" providerId="LiveId" clId="{3E4CF96A-8E9E-4AC0-AE0D-47CC399EAE15}" dt="2023-10-17T16:18:57.436" v="1977"/>
          <ac:spMkLst>
            <pc:docMk/>
            <pc:sldMk cId="2067478887" sldId="320"/>
            <ac:spMk id="90" creationId="{0590D32A-ABB3-2471-8670-F3CF0742EB7B}"/>
          </ac:spMkLst>
        </pc:spChg>
        <pc:spChg chg="mod">
          <ac:chgData name="Jayanthan Senthilkumar" userId="e50148d90e98dd15" providerId="LiveId" clId="{3E4CF96A-8E9E-4AC0-AE0D-47CC399EAE15}" dt="2023-10-17T16:18:57.436" v="1977"/>
          <ac:spMkLst>
            <pc:docMk/>
            <pc:sldMk cId="2067478887" sldId="320"/>
            <ac:spMk id="91" creationId="{A220FCF9-7494-3403-A05B-923A36D519E3}"/>
          </ac:spMkLst>
        </pc:spChg>
        <pc:spChg chg="mod">
          <ac:chgData name="Jayanthan Senthilkumar" userId="e50148d90e98dd15" providerId="LiveId" clId="{3E4CF96A-8E9E-4AC0-AE0D-47CC399EAE15}" dt="2023-10-17T16:18:57.436" v="1977"/>
          <ac:spMkLst>
            <pc:docMk/>
            <pc:sldMk cId="2067478887" sldId="320"/>
            <ac:spMk id="92" creationId="{905B3380-963B-AE47-D033-806DD443AFC0}"/>
          </ac:spMkLst>
        </pc:spChg>
        <pc:spChg chg="mod">
          <ac:chgData name="Jayanthan Senthilkumar" userId="e50148d90e98dd15" providerId="LiveId" clId="{3E4CF96A-8E9E-4AC0-AE0D-47CC399EAE15}" dt="2023-10-17T16:18:57.436" v="1977"/>
          <ac:spMkLst>
            <pc:docMk/>
            <pc:sldMk cId="2067478887" sldId="320"/>
            <ac:spMk id="93" creationId="{B8274AF8-2A22-8B28-7633-0FC5E4010373}"/>
          </ac:spMkLst>
        </pc:spChg>
        <pc:spChg chg="mod">
          <ac:chgData name="Jayanthan Senthilkumar" userId="e50148d90e98dd15" providerId="LiveId" clId="{3E4CF96A-8E9E-4AC0-AE0D-47CC399EAE15}" dt="2023-10-17T16:18:57.436" v="1977"/>
          <ac:spMkLst>
            <pc:docMk/>
            <pc:sldMk cId="2067478887" sldId="320"/>
            <ac:spMk id="94" creationId="{60914E6C-703A-79C2-EC00-19427AF133C7}"/>
          </ac:spMkLst>
        </pc:spChg>
        <pc:spChg chg="mod">
          <ac:chgData name="Jayanthan Senthilkumar" userId="e50148d90e98dd15" providerId="LiveId" clId="{3E4CF96A-8E9E-4AC0-AE0D-47CC399EAE15}" dt="2023-10-17T16:18:57.436" v="1977"/>
          <ac:spMkLst>
            <pc:docMk/>
            <pc:sldMk cId="2067478887" sldId="320"/>
            <ac:spMk id="95" creationId="{8730E239-5A02-8E7C-0A22-8D14717EA24C}"/>
          </ac:spMkLst>
        </pc:spChg>
        <pc:spChg chg="mod">
          <ac:chgData name="Jayanthan Senthilkumar" userId="e50148d90e98dd15" providerId="LiveId" clId="{3E4CF96A-8E9E-4AC0-AE0D-47CC399EAE15}" dt="2023-10-17T16:18:57.436" v="1977"/>
          <ac:spMkLst>
            <pc:docMk/>
            <pc:sldMk cId="2067478887" sldId="320"/>
            <ac:spMk id="96" creationId="{D24EE4B4-F4EB-35A1-DC50-26A0CC8608BF}"/>
          </ac:spMkLst>
        </pc:spChg>
        <pc:spChg chg="mod">
          <ac:chgData name="Jayanthan Senthilkumar" userId="e50148d90e98dd15" providerId="LiveId" clId="{3E4CF96A-8E9E-4AC0-AE0D-47CC399EAE15}" dt="2023-10-17T16:18:57.436" v="1977"/>
          <ac:spMkLst>
            <pc:docMk/>
            <pc:sldMk cId="2067478887" sldId="320"/>
            <ac:spMk id="97" creationId="{F8385530-088E-52D8-C586-E655DE50A9DF}"/>
          </ac:spMkLst>
        </pc:spChg>
        <pc:spChg chg="mod">
          <ac:chgData name="Jayanthan Senthilkumar" userId="e50148d90e98dd15" providerId="LiveId" clId="{3E4CF96A-8E9E-4AC0-AE0D-47CC399EAE15}" dt="2023-10-17T16:18:57.436" v="1977"/>
          <ac:spMkLst>
            <pc:docMk/>
            <pc:sldMk cId="2067478887" sldId="320"/>
            <ac:spMk id="98" creationId="{D9C28F76-7EB4-DFC1-36DA-64714C9AD5FE}"/>
          </ac:spMkLst>
        </pc:spChg>
        <pc:spChg chg="mod">
          <ac:chgData name="Jayanthan Senthilkumar" userId="e50148d90e98dd15" providerId="LiveId" clId="{3E4CF96A-8E9E-4AC0-AE0D-47CC399EAE15}" dt="2023-10-17T16:18:57.436" v="1977"/>
          <ac:spMkLst>
            <pc:docMk/>
            <pc:sldMk cId="2067478887" sldId="320"/>
            <ac:spMk id="99" creationId="{E8D60C19-7E6C-9C6B-0E6B-45EA6BBC5FB9}"/>
          </ac:spMkLst>
        </pc:spChg>
        <pc:spChg chg="mod">
          <ac:chgData name="Jayanthan Senthilkumar" userId="e50148d90e98dd15" providerId="LiveId" clId="{3E4CF96A-8E9E-4AC0-AE0D-47CC399EAE15}" dt="2023-10-17T16:18:57.436" v="1977"/>
          <ac:spMkLst>
            <pc:docMk/>
            <pc:sldMk cId="2067478887" sldId="320"/>
            <ac:spMk id="100" creationId="{E6F740AB-ECC6-431D-C098-DAA72FB546A7}"/>
          </ac:spMkLst>
        </pc:spChg>
        <pc:spChg chg="mod">
          <ac:chgData name="Jayanthan Senthilkumar" userId="e50148d90e98dd15" providerId="LiveId" clId="{3E4CF96A-8E9E-4AC0-AE0D-47CC399EAE15}" dt="2023-10-17T16:18:57.436" v="1977"/>
          <ac:spMkLst>
            <pc:docMk/>
            <pc:sldMk cId="2067478887" sldId="320"/>
            <ac:spMk id="101" creationId="{834A5692-8908-E50F-CB4A-F5449229A0DF}"/>
          </ac:spMkLst>
        </pc:spChg>
        <pc:spChg chg="mod">
          <ac:chgData name="Jayanthan Senthilkumar" userId="e50148d90e98dd15" providerId="LiveId" clId="{3E4CF96A-8E9E-4AC0-AE0D-47CC399EAE15}" dt="2023-10-17T16:18:57.436" v="1977"/>
          <ac:spMkLst>
            <pc:docMk/>
            <pc:sldMk cId="2067478887" sldId="320"/>
            <ac:spMk id="102" creationId="{7B826E82-9D93-DAF4-2904-E69381D513D0}"/>
          </ac:spMkLst>
        </pc:spChg>
        <pc:spChg chg="mod">
          <ac:chgData name="Jayanthan Senthilkumar" userId="e50148d90e98dd15" providerId="LiveId" clId="{3E4CF96A-8E9E-4AC0-AE0D-47CC399EAE15}" dt="2023-10-17T16:18:57.436" v="1977"/>
          <ac:spMkLst>
            <pc:docMk/>
            <pc:sldMk cId="2067478887" sldId="320"/>
            <ac:spMk id="103" creationId="{B7A07DA6-2ED0-7966-92D5-7097FFDC0353}"/>
          </ac:spMkLst>
        </pc:spChg>
        <pc:spChg chg="mod">
          <ac:chgData name="Jayanthan Senthilkumar" userId="e50148d90e98dd15" providerId="LiveId" clId="{3E4CF96A-8E9E-4AC0-AE0D-47CC399EAE15}" dt="2023-10-17T16:18:57.436" v="1977"/>
          <ac:spMkLst>
            <pc:docMk/>
            <pc:sldMk cId="2067478887" sldId="320"/>
            <ac:spMk id="104" creationId="{1E29E881-BF71-7028-9560-A216608EA86A}"/>
          </ac:spMkLst>
        </pc:spChg>
        <pc:spChg chg="mod">
          <ac:chgData name="Jayanthan Senthilkumar" userId="e50148d90e98dd15" providerId="LiveId" clId="{3E4CF96A-8E9E-4AC0-AE0D-47CC399EAE15}" dt="2023-10-17T16:18:57.436" v="1977"/>
          <ac:spMkLst>
            <pc:docMk/>
            <pc:sldMk cId="2067478887" sldId="320"/>
            <ac:spMk id="105" creationId="{8A7785F7-202D-D172-CB9E-8F8AD56B9EAB}"/>
          </ac:spMkLst>
        </pc:spChg>
        <pc:spChg chg="mod">
          <ac:chgData name="Jayanthan Senthilkumar" userId="e50148d90e98dd15" providerId="LiveId" clId="{3E4CF96A-8E9E-4AC0-AE0D-47CC399EAE15}" dt="2023-10-17T16:18:57.436" v="1977"/>
          <ac:spMkLst>
            <pc:docMk/>
            <pc:sldMk cId="2067478887" sldId="320"/>
            <ac:spMk id="106" creationId="{43B684C9-D2FC-D5A3-31B4-3BBB63EFA448}"/>
          </ac:spMkLst>
        </pc:spChg>
        <pc:spChg chg="mod">
          <ac:chgData name="Jayanthan Senthilkumar" userId="e50148d90e98dd15" providerId="LiveId" clId="{3E4CF96A-8E9E-4AC0-AE0D-47CC399EAE15}" dt="2023-10-17T16:18:57.436" v="1977"/>
          <ac:spMkLst>
            <pc:docMk/>
            <pc:sldMk cId="2067478887" sldId="320"/>
            <ac:spMk id="107" creationId="{E522CB42-5CF8-79EA-109B-BE8AE5FC0CCC}"/>
          </ac:spMkLst>
        </pc:spChg>
        <pc:spChg chg="mod">
          <ac:chgData name="Jayanthan Senthilkumar" userId="e50148d90e98dd15" providerId="LiveId" clId="{3E4CF96A-8E9E-4AC0-AE0D-47CC399EAE15}" dt="2023-10-17T16:18:57.436" v="1977"/>
          <ac:spMkLst>
            <pc:docMk/>
            <pc:sldMk cId="2067478887" sldId="320"/>
            <ac:spMk id="108" creationId="{85FB5885-4183-C3E9-8A1D-0C8D02DC389E}"/>
          </ac:spMkLst>
        </pc:spChg>
        <pc:spChg chg="mod">
          <ac:chgData name="Jayanthan Senthilkumar" userId="e50148d90e98dd15" providerId="LiveId" clId="{3E4CF96A-8E9E-4AC0-AE0D-47CC399EAE15}" dt="2023-10-17T16:18:57.436" v="1977"/>
          <ac:spMkLst>
            <pc:docMk/>
            <pc:sldMk cId="2067478887" sldId="320"/>
            <ac:spMk id="109" creationId="{F6509129-3BC0-1CE8-04D5-F1BC15F43CC0}"/>
          </ac:spMkLst>
        </pc:spChg>
        <pc:spChg chg="mod">
          <ac:chgData name="Jayanthan Senthilkumar" userId="e50148d90e98dd15" providerId="LiveId" clId="{3E4CF96A-8E9E-4AC0-AE0D-47CC399EAE15}" dt="2023-10-17T16:18:57.436" v="1977"/>
          <ac:spMkLst>
            <pc:docMk/>
            <pc:sldMk cId="2067478887" sldId="320"/>
            <ac:spMk id="110" creationId="{5091EFE7-1C44-BE33-8257-32D4F3EFF70D}"/>
          </ac:spMkLst>
        </pc:spChg>
        <pc:spChg chg="mod">
          <ac:chgData name="Jayanthan Senthilkumar" userId="e50148d90e98dd15" providerId="LiveId" clId="{3E4CF96A-8E9E-4AC0-AE0D-47CC399EAE15}" dt="2023-10-17T16:18:57.436" v="1977"/>
          <ac:spMkLst>
            <pc:docMk/>
            <pc:sldMk cId="2067478887" sldId="320"/>
            <ac:spMk id="111" creationId="{342CCDB6-254B-418B-7927-0CE22B09C508}"/>
          </ac:spMkLst>
        </pc:spChg>
        <pc:spChg chg="mod">
          <ac:chgData name="Jayanthan Senthilkumar" userId="e50148d90e98dd15" providerId="LiveId" clId="{3E4CF96A-8E9E-4AC0-AE0D-47CC399EAE15}" dt="2023-10-17T16:18:57.436" v="1977"/>
          <ac:spMkLst>
            <pc:docMk/>
            <pc:sldMk cId="2067478887" sldId="320"/>
            <ac:spMk id="112" creationId="{A1D46CAB-5506-8B2F-11F7-C242634B36CF}"/>
          </ac:spMkLst>
        </pc:spChg>
        <pc:spChg chg="mod">
          <ac:chgData name="Jayanthan Senthilkumar" userId="e50148d90e98dd15" providerId="LiveId" clId="{3E4CF96A-8E9E-4AC0-AE0D-47CC399EAE15}" dt="2023-10-17T16:18:57.436" v="1977"/>
          <ac:spMkLst>
            <pc:docMk/>
            <pc:sldMk cId="2067478887" sldId="320"/>
            <ac:spMk id="113" creationId="{4A04AFF6-0988-3F7B-6B61-E3BAF31BBCD3}"/>
          </ac:spMkLst>
        </pc:spChg>
        <pc:spChg chg="mod">
          <ac:chgData name="Jayanthan Senthilkumar" userId="e50148d90e98dd15" providerId="LiveId" clId="{3E4CF96A-8E9E-4AC0-AE0D-47CC399EAE15}" dt="2023-10-17T16:18:57.436" v="1977"/>
          <ac:spMkLst>
            <pc:docMk/>
            <pc:sldMk cId="2067478887" sldId="320"/>
            <ac:spMk id="114" creationId="{CBB8C206-1A40-6ACB-1ADF-97B9B6860C5E}"/>
          </ac:spMkLst>
        </pc:spChg>
        <pc:spChg chg="mod">
          <ac:chgData name="Jayanthan Senthilkumar" userId="e50148d90e98dd15" providerId="LiveId" clId="{3E4CF96A-8E9E-4AC0-AE0D-47CC399EAE15}" dt="2023-10-17T16:18:57.436" v="1977"/>
          <ac:spMkLst>
            <pc:docMk/>
            <pc:sldMk cId="2067478887" sldId="320"/>
            <ac:spMk id="115" creationId="{5CFC4531-03BE-1BD3-B989-4379D72B439A}"/>
          </ac:spMkLst>
        </pc:spChg>
        <pc:spChg chg="mod">
          <ac:chgData name="Jayanthan Senthilkumar" userId="e50148d90e98dd15" providerId="LiveId" clId="{3E4CF96A-8E9E-4AC0-AE0D-47CC399EAE15}" dt="2023-10-17T16:18:57.436" v="1977"/>
          <ac:spMkLst>
            <pc:docMk/>
            <pc:sldMk cId="2067478887" sldId="320"/>
            <ac:spMk id="116" creationId="{1622D12C-5921-9A52-DCC7-9D5E8A6411C0}"/>
          </ac:spMkLst>
        </pc:spChg>
        <pc:spChg chg="mod">
          <ac:chgData name="Jayanthan Senthilkumar" userId="e50148d90e98dd15" providerId="LiveId" clId="{3E4CF96A-8E9E-4AC0-AE0D-47CC399EAE15}" dt="2023-10-17T16:18:57.436" v="1977"/>
          <ac:spMkLst>
            <pc:docMk/>
            <pc:sldMk cId="2067478887" sldId="320"/>
            <ac:spMk id="117" creationId="{CC63F3CF-0953-09D5-A72F-048287189A05}"/>
          </ac:spMkLst>
        </pc:spChg>
        <pc:spChg chg="mod">
          <ac:chgData name="Jayanthan Senthilkumar" userId="e50148d90e98dd15" providerId="LiveId" clId="{3E4CF96A-8E9E-4AC0-AE0D-47CC399EAE15}" dt="2023-10-17T16:18:57.436" v="1977"/>
          <ac:spMkLst>
            <pc:docMk/>
            <pc:sldMk cId="2067478887" sldId="320"/>
            <ac:spMk id="118" creationId="{AFC710FF-CF15-EC33-E858-D50912FA626D}"/>
          </ac:spMkLst>
        </pc:spChg>
        <pc:spChg chg="mod">
          <ac:chgData name="Jayanthan Senthilkumar" userId="e50148d90e98dd15" providerId="LiveId" clId="{3E4CF96A-8E9E-4AC0-AE0D-47CC399EAE15}" dt="2023-10-17T16:18:57.436" v="1977"/>
          <ac:spMkLst>
            <pc:docMk/>
            <pc:sldMk cId="2067478887" sldId="320"/>
            <ac:spMk id="119" creationId="{5E715E17-0A1B-F5FD-E10E-07897A016F56}"/>
          </ac:spMkLst>
        </pc:spChg>
        <pc:spChg chg="mod">
          <ac:chgData name="Jayanthan Senthilkumar" userId="e50148d90e98dd15" providerId="LiveId" clId="{3E4CF96A-8E9E-4AC0-AE0D-47CC399EAE15}" dt="2023-10-17T16:18:57.436" v="1977"/>
          <ac:spMkLst>
            <pc:docMk/>
            <pc:sldMk cId="2067478887" sldId="320"/>
            <ac:spMk id="120" creationId="{D07A822F-0DD4-7790-3E39-4787BE2DB0FF}"/>
          </ac:spMkLst>
        </pc:spChg>
        <pc:spChg chg="mod">
          <ac:chgData name="Jayanthan Senthilkumar" userId="e50148d90e98dd15" providerId="LiveId" clId="{3E4CF96A-8E9E-4AC0-AE0D-47CC399EAE15}" dt="2023-10-17T16:18:57.436" v="1977"/>
          <ac:spMkLst>
            <pc:docMk/>
            <pc:sldMk cId="2067478887" sldId="320"/>
            <ac:spMk id="121" creationId="{F5037CEA-1233-DBA3-385E-847492D82EAA}"/>
          </ac:spMkLst>
        </pc:spChg>
        <pc:spChg chg="mod">
          <ac:chgData name="Jayanthan Senthilkumar" userId="e50148d90e98dd15" providerId="LiveId" clId="{3E4CF96A-8E9E-4AC0-AE0D-47CC399EAE15}" dt="2023-10-17T16:18:57.436" v="1977"/>
          <ac:spMkLst>
            <pc:docMk/>
            <pc:sldMk cId="2067478887" sldId="320"/>
            <ac:spMk id="122" creationId="{57859F1A-0F22-FC7D-3639-0CC933EAB8FF}"/>
          </ac:spMkLst>
        </pc:spChg>
        <pc:spChg chg="mod">
          <ac:chgData name="Jayanthan Senthilkumar" userId="e50148d90e98dd15" providerId="LiveId" clId="{3E4CF96A-8E9E-4AC0-AE0D-47CC399EAE15}" dt="2023-10-17T16:18:57.436" v="1977"/>
          <ac:spMkLst>
            <pc:docMk/>
            <pc:sldMk cId="2067478887" sldId="320"/>
            <ac:spMk id="123" creationId="{BA3C8F63-6184-335F-4771-6604E8B31CF3}"/>
          </ac:spMkLst>
        </pc:spChg>
        <pc:spChg chg="mod">
          <ac:chgData name="Jayanthan Senthilkumar" userId="e50148d90e98dd15" providerId="LiveId" clId="{3E4CF96A-8E9E-4AC0-AE0D-47CC399EAE15}" dt="2023-10-17T16:18:57.436" v="1977"/>
          <ac:spMkLst>
            <pc:docMk/>
            <pc:sldMk cId="2067478887" sldId="320"/>
            <ac:spMk id="124" creationId="{9105C2D2-E3DA-3B0D-E3D6-7E63A165D49D}"/>
          </ac:spMkLst>
        </pc:spChg>
        <pc:spChg chg="mod">
          <ac:chgData name="Jayanthan Senthilkumar" userId="e50148d90e98dd15" providerId="LiveId" clId="{3E4CF96A-8E9E-4AC0-AE0D-47CC399EAE15}" dt="2023-10-17T16:18:57.436" v="1977"/>
          <ac:spMkLst>
            <pc:docMk/>
            <pc:sldMk cId="2067478887" sldId="320"/>
            <ac:spMk id="125" creationId="{C07DEF88-C6A9-439B-2356-7C459FC7B1EC}"/>
          </ac:spMkLst>
        </pc:spChg>
        <pc:spChg chg="mod">
          <ac:chgData name="Jayanthan Senthilkumar" userId="e50148d90e98dd15" providerId="LiveId" clId="{3E4CF96A-8E9E-4AC0-AE0D-47CC399EAE15}" dt="2023-10-17T16:18:57.436" v="1977"/>
          <ac:spMkLst>
            <pc:docMk/>
            <pc:sldMk cId="2067478887" sldId="320"/>
            <ac:spMk id="126" creationId="{36BCFF79-41E1-F43E-0331-D0A0A016A9BE}"/>
          </ac:spMkLst>
        </pc:spChg>
        <pc:spChg chg="mod">
          <ac:chgData name="Jayanthan Senthilkumar" userId="e50148d90e98dd15" providerId="LiveId" clId="{3E4CF96A-8E9E-4AC0-AE0D-47CC399EAE15}" dt="2023-10-17T16:18:57.436" v="1977"/>
          <ac:spMkLst>
            <pc:docMk/>
            <pc:sldMk cId="2067478887" sldId="320"/>
            <ac:spMk id="127" creationId="{70458B95-FE24-807C-E0DD-5C3506445B0A}"/>
          </ac:spMkLst>
        </pc:spChg>
        <pc:spChg chg="mod">
          <ac:chgData name="Jayanthan Senthilkumar" userId="e50148d90e98dd15" providerId="LiveId" clId="{3E4CF96A-8E9E-4AC0-AE0D-47CC399EAE15}" dt="2023-10-17T16:18:57.436" v="1977"/>
          <ac:spMkLst>
            <pc:docMk/>
            <pc:sldMk cId="2067478887" sldId="320"/>
            <ac:spMk id="128" creationId="{223B1745-1869-8262-D0EE-E4ABD1A15B54}"/>
          </ac:spMkLst>
        </pc:spChg>
        <pc:spChg chg="mod">
          <ac:chgData name="Jayanthan Senthilkumar" userId="e50148d90e98dd15" providerId="LiveId" clId="{3E4CF96A-8E9E-4AC0-AE0D-47CC399EAE15}" dt="2023-10-17T16:18:57.436" v="1977"/>
          <ac:spMkLst>
            <pc:docMk/>
            <pc:sldMk cId="2067478887" sldId="320"/>
            <ac:spMk id="129" creationId="{4FE3D33D-2478-77C9-1B27-F5FE4169FCF0}"/>
          </ac:spMkLst>
        </pc:spChg>
        <pc:spChg chg="mod">
          <ac:chgData name="Jayanthan Senthilkumar" userId="e50148d90e98dd15" providerId="LiveId" clId="{3E4CF96A-8E9E-4AC0-AE0D-47CC399EAE15}" dt="2023-10-17T16:18:57.436" v="1977"/>
          <ac:spMkLst>
            <pc:docMk/>
            <pc:sldMk cId="2067478887" sldId="320"/>
            <ac:spMk id="130" creationId="{6FEE0957-388F-9A05-F3EF-286AC4AEAA47}"/>
          </ac:spMkLst>
        </pc:spChg>
        <pc:spChg chg="mod">
          <ac:chgData name="Jayanthan Senthilkumar" userId="e50148d90e98dd15" providerId="LiveId" clId="{3E4CF96A-8E9E-4AC0-AE0D-47CC399EAE15}" dt="2023-10-17T16:18:57.436" v="1977"/>
          <ac:spMkLst>
            <pc:docMk/>
            <pc:sldMk cId="2067478887" sldId="320"/>
            <ac:spMk id="131" creationId="{3427A982-F702-C871-D7BB-C9D0C2D86064}"/>
          </ac:spMkLst>
        </pc:spChg>
        <pc:spChg chg="mod">
          <ac:chgData name="Jayanthan Senthilkumar" userId="e50148d90e98dd15" providerId="LiveId" clId="{3E4CF96A-8E9E-4AC0-AE0D-47CC399EAE15}" dt="2023-10-17T16:18:57.436" v="1977"/>
          <ac:spMkLst>
            <pc:docMk/>
            <pc:sldMk cId="2067478887" sldId="320"/>
            <ac:spMk id="132" creationId="{C3EE6BC7-03B9-5056-96C1-3AE984682BB5}"/>
          </ac:spMkLst>
        </pc:spChg>
        <pc:spChg chg="mod">
          <ac:chgData name="Jayanthan Senthilkumar" userId="e50148d90e98dd15" providerId="LiveId" clId="{3E4CF96A-8E9E-4AC0-AE0D-47CC399EAE15}" dt="2023-10-17T16:18:57.436" v="1977"/>
          <ac:spMkLst>
            <pc:docMk/>
            <pc:sldMk cId="2067478887" sldId="320"/>
            <ac:spMk id="133" creationId="{AF23AE91-5A9E-D1AB-1D8D-31C81301DB11}"/>
          </ac:spMkLst>
        </pc:spChg>
        <pc:spChg chg="mod">
          <ac:chgData name="Jayanthan Senthilkumar" userId="e50148d90e98dd15" providerId="LiveId" clId="{3E4CF96A-8E9E-4AC0-AE0D-47CC399EAE15}" dt="2023-10-17T16:18:57.436" v="1977"/>
          <ac:spMkLst>
            <pc:docMk/>
            <pc:sldMk cId="2067478887" sldId="320"/>
            <ac:spMk id="134" creationId="{45B17001-8939-61C5-BC2D-DF0F0E9D5062}"/>
          </ac:spMkLst>
        </pc:spChg>
        <pc:spChg chg="mod">
          <ac:chgData name="Jayanthan Senthilkumar" userId="e50148d90e98dd15" providerId="LiveId" clId="{3E4CF96A-8E9E-4AC0-AE0D-47CC399EAE15}" dt="2023-10-17T16:18:57.436" v="1977"/>
          <ac:spMkLst>
            <pc:docMk/>
            <pc:sldMk cId="2067478887" sldId="320"/>
            <ac:spMk id="135" creationId="{D83F1999-5740-181B-5F79-A0D47B1C8B8E}"/>
          </ac:spMkLst>
        </pc:spChg>
        <pc:spChg chg="mod">
          <ac:chgData name="Jayanthan Senthilkumar" userId="e50148d90e98dd15" providerId="LiveId" clId="{3E4CF96A-8E9E-4AC0-AE0D-47CC399EAE15}" dt="2023-10-17T16:18:57.436" v="1977"/>
          <ac:spMkLst>
            <pc:docMk/>
            <pc:sldMk cId="2067478887" sldId="320"/>
            <ac:spMk id="136" creationId="{9AF7DF09-3AA9-BF82-626A-76D5E1321A07}"/>
          </ac:spMkLst>
        </pc:spChg>
        <pc:spChg chg="mod">
          <ac:chgData name="Jayanthan Senthilkumar" userId="e50148d90e98dd15" providerId="LiveId" clId="{3E4CF96A-8E9E-4AC0-AE0D-47CC399EAE15}" dt="2023-10-17T16:18:57.436" v="1977"/>
          <ac:spMkLst>
            <pc:docMk/>
            <pc:sldMk cId="2067478887" sldId="320"/>
            <ac:spMk id="137" creationId="{E9A125AA-754D-9CAD-DA3F-A5682CD38F9E}"/>
          </ac:spMkLst>
        </pc:spChg>
        <pc:spChg chg="mod">
          <ac:chgData name="Jayanthan Senthilkumar" userId="e50148d90e98dd15" providerId="LiveId" clId="{3E4CF96A-8E9E-4AC0-AE0D-47CC399EAE15}" dt="2023-10-17T16:18:57.436" v="1977"/>
          <ac:spMkLst>
            <pc:docMk/>
            <pc:sldMk cId="2067478887" sldId="320"/>
            <ac:spMk id="138" creationId="{7658BDB3-A164-A6E3-1908-F1FE6E24CE7D}"/>
          </ac:spMkLst>
        </pc:spChg>
        <pc:spChg chg="mod">
          <ac:chgData name="Jayanthan Senthilkumar" userId="e50148d90e98dd15" providerId="LiveId" clId="{3E4CF96A-8E9E-4AC0-AE0D-47CC399EAE15}" dt="2023-10-17T16:18:57.436" v="1977"/>
          <ac:spMkLst>
            <pc:docMk/>
            <pc:sldMk cId="2067478887" sldId="320"/>
            <ac:spMk id="139" creationId="{7503AB60-ECCC-330D-74C0-8FC6E6F4980D}"/>
          </ac:spMkLst>
        </pc:spChg>
        <pc:spChg chg="mod">
          <ac:chgData name="Jayanthan Senthilkumar" userId="e50148d90e98dd15" providerId="LiveId" clId="{3E4CF96A-8E9E-4AC0-AE0D-47CC399EAE15}" dt="2023-10-17T16:18:57.436" v="1977"/>
          <ac:spMkLst>
            <pc:docMk/>
            <pc:sldMk cId="2067478887" sldId="320"/>
            <ac:spMk id="140" creationId="{F4909291-B399-2481-E00D-3533C2FDC071}"/>
          </ac:spMkLst>
        </pc:spChg>
        <pc:spChg chg="mod">
          <ac:chgData name="Jayanthan Senthilkumar" userId="e50148d90e98dd15" providerId="LiveId" clId="{3E4CF96A-8E9E-4AC0-AE0D-47CC399EAE15}" dt="2023-10-17T16:18:57.436" v="1977"/>
          <ac:spMkLst>
            <pc:docMk/>
            <pc:sldMk cId="2067478887" sldId="320"/>
            <ac:spMk id="141" creationId="{232292E4-3C5E-56DF-11F1-96E2FA2D0F61}"/>
          </ac:spMkLst>
        </pc:spChg>
        <pc:spChg chg="mod">
          <ac:chgData name="Jayanthan Senthilkumar" userId="e50148d90e98dd15" providerId="LiveId" clId="{3E4CF96A-8E9E-4AC0-AE0D-47CC399EAE15}" dt="2023-10-17T16:18:57.436" v="1977"/>
          <ac:spMkLst>
            <pc:docMk/>
            <pc:sldMk cId="2067478887" sldId="320"/>
            <ac:spMk id="142" creationId="{7B1DE366-2719-38E2-FE72-B46A39BF00FB}"/>
          </ac:spMkLst>
        </pc:spChg>
        <pc:spChg chg="mod">
          <ac:chgData name="Jayanthan Senthilkumar" userId="e50148d90e98dd15" providerId="LiveId" clId="{3E4CF96A-8E9E-4AC0-AE0D-47CC399EAE15}" dt="2023-10-17T16:18:57.436" v="1977"/>
          <ac:spMkLst>
            <pc:docMk/>
            <pc:sldMk cId="2067478887" sldId="320"/>
            <ac:spMk id="143" creationId="{E517A606-ED79-02D9-3296-F065BACD95E4}"/>
          </ac:spMkLst>
        </pc:spChg>
        <pc:spChg chg="mod">
          <ac:chgData name="Jayanthan Senthilkumar" userId="e50148d90e98dd15" providerId="LiveId" clId="{3E4CF96A-8E9E-4AC0-AE0D-47CC399EAE15}" dt="2023-10-17T16:18:57.436" v="1977"/>
          <ac:spMkLst>
            <pc:docMk/>
            <pc:sldMk cId="2067478887" sldId="320"/>
            <ac:spMk id="144" creationId="{F43A368D-55F7-3503-ED26-B2B3C4FFA97B}"/>
          </ac:spMkLst>
        </pc:spChg>
        <pc:spChg chg="mod">
          <ac:chgData name="Jayanthan Senthilkumar" userId="e50148d90e98dd15" providerId="LiveId" clId="{3E4CF96A-8E9E-4AC0-AE0D-47CC399EAE15}" dt="2023-10-17T16:18:57.436" v="1977"/>
          <ac:spMkLst>
            <pc:docMk/>
            <pc:sldMk cId="2067478887" sldId="320"/>
            <ac:spMk id="145" creationId="{23344B0A-89C1-F3D6-DF86-483AD39FAD84}"/>
          </ac:spMkLst>
        </pc:spChg>
        <pc:spChg chg="mod">
          <ac:chgData name="Jayanthan Senthilkumar" userId="e50148d90e98dd15" providerId="LiveId" clId="{3E4CF96A-8E9E-4AC0-AE0D-47CC399EAE15}" dt="2023-10-17T16:18:57.436" v="1977"/>
          <ac:spMkLst>
            <pc:docMk/>
            <pc:sldMk cId="2067478887" sldId="320"/>
            <ac:spMk id="146" creationId="{44D72A93-EC8D-5D78-8E60-2A60C1FEBEB1}"/>
          </ac:spMkLst>
        </pc:spChg>
        <pc:spChg chg="mod">
          <ac:chgData name="Jayanthan Senthilkumar" userId="e50148d90e98dd15" providerId="LiveId" clId="{3E4CF96A-8E9E-4AC0-AE0D-47CC399EAE15}" dt="2023-10-17T16:18:57.436" v="1977"/>
          <ac:spMkLst>
            <pc:docMk/>
            <pc:sldMk cId="2067478887" sldId="320"/>
            <ac:spMk id="147" creationId="{9D0FD8FD-02F5-AA02-CFB4-4DAA0F1A069C}"/>
          </ac:spMkLst>
        </pc:spChg>
        <pc:grpChg chg="add mod">
          <ac:chgData name="Jayanthan Senthilkumar" userId="e50148d90e98dd15" providerId="LiveId" clId="{3E4CF96A-8E9E-4AC0-AE0D-47CC399EAE15}" dt="2023-10-17T16:19:15.187" v="1983" actId="1076"/>
          <ac:grpSpMkLst>
            <pc:docMk/>
            <pc:sldMk cId="2067478887" sldId="320"/>
            <ac:grpSpMk id="2" creationId="{50ED663C-0C07-A8B1-1685-E76DBF737CCF}"/>
          </ac:grpSpMkLst>
        </pc:grpChg>
        <pc:grpChg chg="mod">
          <ac:chgData name="Jayanthan Senthilkumar" userId="e50148d90e98dd15" providerId="LiveId" clId="{3E4CF96A-8E9E-4AC0-AE0D-47CC399EAE15}" dt="2023-10-17T16:18:57.436" v="1977"/>
          <ac:grpSpMkLst>
            <pc:docMk/>
            <pc:sldMk cId="2067478887" sldId="320"/>
            <ac:grpSpMk id="7" creationId="{F524A7D4-42B9-FE9C-4995-11439F1A44A7}"/>
          </ac:grpSpMkLst>
        </pc:grpChg>
        <pc:grpChg chg="mod">
          <ac:chgData name="Jayanthan Senthilkumar" userId="e50148d90e98dd15" providerId="LiveId" clId="{3E4CF96A-8E9E-4AC0-AE0D-47CC399EAE15}" dt="2023-10-17T16:18:57.436" v="1977"/>
          <ac:grpSpMkLst>
            <pc:docMk/>
            <pc:sldMk cId="2067478887" sldId="320"/>
            <ac:grpSpMk id="8" creationId="{2D8C7E26-4E8E-09A8-114C-C73930DDA9EE}"/>
          </ac:grpSpMkLst>
        </pc:grpChg>
        <pc:grpChg chg="mod">
          <ac:chgData name="Jayanthan Senthilkumar" userId="e50148d90e98dd15" providerId="LiveId" clId="{3E4CF96A-8E9E-4AC0-AE0D-47CC399EAE15}" dt="2023-10-17T16:18:57.436" v="1977"/>
          <ac:grpSpMkLst>
            <pc:docMk/>
            <pc:sldMk cId="2067478887" sldId="320"/>
            <ac:grpSpMk id="9" creationId="{0B4C7E50-9979-50BD-DBF6-C1A8B9768E03}"/>
          </ac:grpSpMkLst>
        </pc:grpChg>
        <pc:grpChg chg="mod">
          <ac:chgData name="Jayanthan Senthilkumar" userId="e50148d90e98dd15" providerId="LiveId" clId="{3E4CF96A-8E9E-4AC0-AE0D-47CC399EAE15}" dt="2023-10-17T16:18:57.436" v="1977"/>
          <ac:grpSpMkLst>
            <pc:docMk/>
            <pc:sldMk cId="2067478887" sldId="320"/>
            <ac:grpSpMk id="10" creationId="{EF55CAC4-2AAF-8659-C07A-1FDA394A33EC}"/>
          </ac:grpSpMkLst>
        </pc:grpChg>
        <pc:grpChg chg="mod">
          <ac:chgData name="Jayanthan Senthilkumar" userId="e50148d90e98dd15" providerId="LiveId" clId="{3E4CF96A-8E9E-4AC0-AE0D-47CC399EAE15}" dt="2023-10-17T16:18:57.436" v="1977"/>
          <ac:grpSpMkLst>
            <pc:docMk/>
            <pc:sldMk cId="2067478887" sldId="320"/>
            <ac:grpSpMk id="11" creationId="{0AB9C521-7677-6025-4DCD-00E07823ECFB}"/>
          </ac:grpSpMkLst>
        </pc:grpChg>
        <pc:grpChg chg="mod">
          <ac:chgData name="Jayanthan Senthilkumar" userId="e50148d90e98dd15" providerId="LiveId" clId="{3E4CF96A-8E9E-4AC0-AE0D-47CC399EAE15}" dt="2023-10-17T16:18:57.436" v="1977"/>
          <ac:grpSpMkLst>
            <pc:docMk/>
            <pc:sldMk cId="2067478887" sldId="320"/>
            <ac:grpSpMk id="27" creationId="{392C44F8-FE2E-BC03-FAEF-AC4F6EE61BEC}"/>
          </ac:grpSpMkLst>
        </pc:grpChg>
        <pc:grpChg chg="mod">
          <ac:chgData name="Jayanthan Senthilkumar" userId="e50148d90e98dd15" providerId="LiveId" clId="{3E4CF96A-8E9E-4AC0-AE0D-47CC399EAE15}" dt="2023-10-17T16:18:57.436" v="1977"/>
          <ac:grpSpMkLst>
            <pc:docMk/>
            <pc:sldMk cId="2067478887" sldId="320"/>
            <ac:grpSpMk id="28" creationId="{444DD7FC-598B-28E8-17BD-EEE42617C4C5}"/>
          </ac:grpSpMkLst>
        </pc:grpChg>
        <pc:grpChg chg="mod">
          <ac:chgData name="Jayanthan Senthilkumar" userId="e50148d90e98dd15" providerId="LiveId" clId="{3E4CF96A-8E9E-4AC0-AE0D-47CC399EAE15}" dt="2023-10-17T16:18:57.436" v="1977"/>
          <ac:grpSpMkLst>
            <pc:docMk/>
            <pc:sldMk cId="2067478887" sldId="320"/>
            <ac:grpSpMk id="29" creationId="{335E10A0-5BAF-D871-7ADB-8C77592DB628}"/>
          </ac:grpSpMkLst>
        </pc:grpChg>
        <pc:grpChg chg="mod">
          <ac:chgData name="Jayanthan Senthilkumar" userId="e50148d90e98dd15" providerId="LiveId" clId="{3E4CF96A-8E9E-4AC0-AE0D-47CC399EAE15}" dt="2023-10-17T16:18:57.436" v="1977"/>
          <ac:grpSpMkLst>
            <pc:docMk/>
            <pc:sldMk cId="2067478887" sldId="320"/>
            <ac:grpSpMk id="30" creationId="{3E2C39AB-BF2E-EFBC-646D-E0D76B8A0A69}"/>
          </ac:grpSpMkLst>
        </pc:grpChg>
        <pc:grpChg chg="mod">
          <ac:chgData name="Jayanthan Senthilkumar" userId="e50148d90e98dd15" providerId="LiveId" clId="{3E4CF96A-8E9E-4AC0-AE0D-47CC399EAE15}" dt="2023-10-17T16:18:57.436" v="1977"/>
          <ac:grpSpMkLst>
            <pc:docMk/>
            <pc:sldMk cId="2067478887" sldId="320"/>
            <ac:grpSpMk id="31" creationId="{D080E44C-F111-4718-D3F2-F6D75D4FC6AD}"/>
          </ac:grpSpMkLst>
        </pc:grpChg>
        <pc:grpChg chg="mod">
          <ac:chgData name="Jayanthan Senthilkumar" userId="e50148d90e98dd15" providerId="LiveId" clId="{3E4CF96A-8E9E-4AC0-AE0D-47CC399EAE15}" dt="2023-10-17T16:18:57.436" v="1977"/>
          <ac:grpSpMkLst>
            <pc:docMk/>
            <pc:sldMk cId="2067478887" sldId="320"/>
            <ac:grpSpMk id="77" creationId="{D229BD1F-8E00-D374-0CE0-94BCA349A7AB}"/>
          </ac:grpSpMkLst>
        </pc:grpChg>
        <pc:grpChg chg="mod">
          <ac:chgData name="Jayanthan Senthilkumar" userId="e50148d90e98dd15" providerId="LiveId" clId="{3E4CF96A-8E9E-4AC0-AE0D-47CC399EAE15}" dt="2023-10-17T16:18:57.436" v="1977"/>
          <ac:grpSpMkLst>
            <pc:docMk/>
            <pc:sldMk cId="2067478887" sldId="320"/>
            <ac:grpSpMk id="78" creationId="{4EBF9C70-50A2-F4C3-BFD7-06186CF1606F}"/>
          </ac:grpSpMkLst>
        </pc:grpChg>
        <pc:picChg chg="mod">
          <ac:chgData name="Jayanthan Senthilkumar" userId="e50148d90e98dd15" providerId="LiveId" clId="{3E4CF96A-8E9E-4AC0-AE0D-47CC399EAE15}" dt="2023-10-17T16:18:49.975" v="1975" actId="1076"/>
          <ac:picMkLst>
            <pc:docMk/>
            <pc:sldMk cId="2067478887" sldId="320"/>
            <ac:picMk id="5" creationId="{00000000-0000-0000-0000-000000000000}"/>
          </ac:picMkLst>
        </pc:picChg>
      </pc:sldChg>
      <pc:sldChg chg="add">
        <pc:chgData name="Jayanthan Senthilkumar" userId="e50148d90e98dd15" providerId="LiveId" clId="{3E4CF96A-8E9E-4AC0-AE0D-47CC399EAE15}" dt="2023-10-17T16:29:59.752" v="2137"/>
        <pc:sldMkLst>
          <pc:docMk/>
          <pc:sldMk cId="1434104662" sldId="321"/>
        </pc:sldMkLst>
      </pc:sldChg>
      <pc:sldChg chg="add modTransition">
        <pc:chgData name="Jayanthan Senthilkumar" userId="e50148d90e98dd15" providerId="LiveId" clId="{3E4CF96A-8E9E-4AC0-AE0D-47CC399EAE15}" dt="2023-10-17T16:48:04.082" v="2334"/>
        <pc:sldMkLst>
          <pc:docMk/>
          <pc:sldMk cId="1509956091" sldId="322"/>
        </pc:sldMkLst>
      </pc:sldChg>
      <pc:sldChg chg="add">
        <pc:chgData name="Jayanthan Senthilkumar" userId="e50148d90e98dd15" providerId="LiveId" clId="{3E4CF96A-8E9E-4AC0-AE0D-47CC399EAE15}" dt="2023-10-17T16:30:01.635" v="2142"/>
        <pc:sldMkLst>
          <pc:docMk/>
          <pc:sldMk cId="823340816" sldId="323"/>
        </pc:sldMkLst>
      </pc:sldChg>
      <pc:sldChg chg="add">
        <pc:chgData name="Jayanthan Senthilkumar" userId="e50148d90e98dd15" providerId="LiveId" clId="{3E4CF96A-8E9E-4AC0-AE0D-47CC399EAE15}" dt="2023-10-17T16:30:04.288" v="2145"/>
        <pc:sldMkLst>
          <pc:docMk/>
          <pc:sldMk cId="2833817262" sldId="324"/>
        </pc:sldMkLst>
      </pc:sldChg>
      <pc:sldChg chg="add">
        <pc:chgData name="Jayanthan Senthilkumar" userId="e50148d90e98dd15" providerId="LiveId" clId="{3E4CF96A-8E9E-4AC0-AE0D-47CC399EAE15}" dt="2023-10-17T16:30:05.042" v="2146"/>
        <pc:sldMkLst>
          <pc:docMk/>
          <pc:sldMk cId="4013302520" sldId="325"/>
        </pc:sldMkLst>
      </pc:sldChg>
      <pc:sldChg chg="modSp add mod">
        <pc:chgData name="Jayanthan Senthilkumar" userId="e50148d90e98dd15" providerId="LiveId" clId="{3E4CF96A-8E9E-4AC0-AE0D-47CC399EAE15}" dt="2023-10-17T16:33:34.115" v="2188" actId="1076"/>
        <pc:sldMkLst>
          <pc:docMk/>
          <pc:sldMk cId="2268088977" sldId="326"/>
        </pc:sldMkLst>
        <pc:spChg chg="mod">
          <ac:chgData name="Jayanthan Senthilkumar" userId="e50148d90e98dd15" providerId="LiveId" clId="{3E4CF96A-8E9E-4AC0-AE0D-47CC399EAE15}" dt="2023-10-17T16:33:14.231" v="2183" actId="1076"/>
          <ac:spMkLst>
            <pc:docMk/>
            <pc:sldMk cId="2268088977" sldId="326"/>
            <ac:spMk id="4" creationId="{00000000-0000-0000-0000-000000000000}"/>
          </ac:spMkLst>
        </pc:spChg>
        <pc:spChg chg="mod">
          <ac:chgData name="Jayanthan Senthilkumar" userId="e50148d90e98dd15" providerId="LiveId" clId="{3E4CF96A-8E9E-4AC0-AE0D-47CC399EAE15}" dt="2023-10-17T16:33:34.115" v="2188" actId="1076"/>
          <ac:spMkLst>
            <pc:docMk/>
            <pc:sldMk cId="2268088977" sldId="326"/>
            <ac:spMk id="7" creationId="{00000000-0000-0000-0000-000000000000}"/>
          </ac:spMkLst>
        </pc:spChg>
      </pc:sldChg>
      <pc:sldChg chg="modSp add mod">
        <pc:chgData name="Jayanthan Senthilkumar" userId="e50148d90e98dd15" providerId="LiveId" clId="{3E4CF96A-8E9E-4AC0-AE0D-47CC399EAE15}" dt="2023-10-17T16:33:07.813" v="2182" actId="1076"/>
        <pc:sldMkLst>
          <pc:docMk/>
          <pc:sldMk cId="3987405766" sldId="327"/>
        </pc:sldMkLst>
        <pc:spChg chg="mod">
          <ac:chgData name="Jayanthan Senthilkumar" userId="e50148d90e98dd15" providerId="LiveId" clId="{3E4CF96A-8E9E-4AC0-AE0D-47CC399EAE15}" dt="2023-10-17T16:33:07.813" v="2182" actId="1076"/>
          <ac:spMkLst>
            <pc:docMk/>
            <pc:sldMk cId="3987405766" sldId="327"/>
            <ac:spMk id="2" creationId="{00000000-0000-0000-0000-000000000000}"/>
          </ac:spMkLst>
        </pc:spChg>
        <pc:spChg chg="mod">
          <ac:chgData name="Jayanthan Senthilkumar" userId="e50148d90e98dd15" providerId="LiveId" clId="{3E4CF96A-8E9E-4AC0-AE0D-47CC399EAE15}" dt="2023-10-17T16:33:04.048" v="2181" actId="1076"/>
          <ac:spMkLst>
            <pc:docMk/>
            <pc:sldMk cId="3987405766" sldId="327"/>
            <ac:spMk id="4" creationId="{00000000-0000-0000-0000-000000000000}"/>
          </ac:spMkLst>
        </pc:spChg>
      </pc:sldChg>
      <pc:sldChg chg="addSp modSp add mod modTransition">
        <pc:chgData name="Jayanthan Senthilkumar" userId="e50148d90e98dd15" providerId="LiveId" clId="{3E4CF96A-8E9E-4AC0-AE0D-47CC399EAE15}" dt="2023-10-17T17:51:08.786" v="3125"/>
        <pc:sldMkLst>
          <pc:docMk/>
          <pc:sldMk cId="2219983508" sldId="328"/>
        </pc:sldMkLst>
        <pc:spChg chg="add mod">
          <ac:chgData name="Jayanthan Senthilkumar" userId="e50148d90e98dd15" providerId="LiveId" clId="{3E4CF96A-8E9E-4AC0-AE0D-47CC399EAE15}" dt="2023-10-17T17:35:13.450" v="2870" actId="1076"/>
          <ac:spMkLst>
            <pc:docMk/>
            <pc:sldMk cId="2219983508" sldId="328"/>
            <ac:spMk id="3" creationId="{EFA5F8B4-46C3-044B-E5CA-E092074D5671}"/>
          </ac:spMkLst>
        </pc:spChg>
        <pc:spChg chg="mod">
          <ac:chgData name="Jayanthan Senthilkumar" userId="e50148d90e98dd15" providerId="LiveId" clId="{3E4CF96A-8E9E-4AC0-AE0D-47CC399EAE15}" dt="2023-10-17T17:33:01.036" v="2840" actId="20577"/>
          <ac:spMkLst>
            <pc:docMk/>
            <pc:sldMk cId="2219983508" sldId="328"/>
            <ac:spMk id="4" creationId="{26823171-2825-68F6-D093-326EA0C3B2E2}"/>
          </ac:spMkLst>
        </pc:spChg>
        <pc:picChg chg="add mod">
          <ac:chgData name="Jayanthan Senthilkumar" userId="e50148d90e98dd15" providerId="LiveId" clId="{3E4CF96A-8E9E-4AC0-AE0D-47CC399EAE15}" dt="2023-10-17T17:34:13.120" v="2852" actId="1076"/>
          <ac:picMkLst>
            <pc:docMk/>
            <pc:sldMk cId="2219983508" sldId="328"/>
            <ac:picMk id="2" creationId="{64241E2F-CA4D-CBD2-890E-83C65B2B930F}"/>
          </ac:picMkLst>
        </pc:picChg>
      </pc:sldChg>
      <pc:sldChg chg="addSp delSp modSp add mod setBg">
        <pc:chgData name="Jayanthan Senthilkumar" userId="e50148d90e98dd15" providerId="LiveId" clId="{3E4CF96A-8E9E-4AC0-AE0D-47CC399EAE15}" dt="2023-10-17T17:03:38.088" v="2627" actId="1038"/>
        <pc:sldMkLst>
          <pc:docMk/>
          <pc:sldMk cId="2368786039" sldId="329"/>
        </pc:sldMkLst>
        <pc:spChg chg="add del mod">
          <ac:chgData name="Jayanthan Senthilkumar" userId="e50148d90e98dd15" providerId="LiveId" clId="{3E4CF96A-8E9E-4AC0-AE0D-47CC399EAE15}" dt="2023-10-17T17:00:19.785" v="2478"/>
          <ac:spMkLst>
            <pc:docMk/>
            <pc:sldMk cId="2368786039" sldId="329"/>
            <ac:spMk id="2" creationId="{2C5519EF-077A-26BF-D432-E8322DA7E35D}"/>
          </ac:spMkLst>
        </pc:spChg>
        <pc:spChg chg="add mod">
          <ac:chgData name="Jayanthan Senthilkumar" userId="e50148d90e98dd15" providerId="LiveId" clId="{3E4CF96A-8E9E-4AC0-AE0D-47CC399EAE15}" dt="2023-10-17T17:02:46.645" v="2611" actId="20577"/>
          <ac:spMkLst>
            <pc:docMk/>
            <pc:sldMk cId="2368786039" sldId="329"/>
            <ac:spMk id="3" creationId="{64E20150-B90B-63E9-CEFD-C0867E8DC8AE}"/>
          </ac:spMkLst>
        </pc:spChg>
        <pc:spChg chg="mod">
          <ac:chgData name="Jayanthan Senthilkumar" userId="e50148d90e98dd15" providerId="LiveId" clId="{3E4CF96A-8E9E-4AC0-AE0D-47CC399EAE15}" dt="2023-10-17T17:02:12.378" v="2607" actId="1076"/>
          <ac:spMkLst>
            <pc:docMk/>
            <pc:sldMk cId="2368786039" sldId="329"/>
            <ac:spMk id="4" creationId="{26823171-2825-68F6-D093-326EA0C3B2E2}"/>
          </ac:spMkLst>
        </pc:spChg>
        <pc:spChg chg="add">
          <ac:chgData name="Jayanthan Senthilkumar" userId="e50148d90e98dd15" providerId="LiveId" clId="{3E4CF96A-8E9E-4AC0-AE0D-47CC399EAE15}" dt="2023-10-17T17:02:49.315" v="2612"/>
          <ac:spMkLst>
            <pc:docMk/>
            <pc:sldMk cId="2368786039" sldId="329"/>
            <ac:spMk id="5" creationId="{119BFF6F-992B-1E70-8AEB-7EC9F100F2F8}"/>
          </ac:spMkLst>
        </pc:spChg>
        <pc:spChg chg="add mod">
          <ac:chgData name="Jayanthan Senthilkumar" userId="e50148d90e98dd15" providerId="LiveId" clId="{3E4CF96A-8E9E-4AC0-AE0D-47CC399EAE15}" dt="2023-10-17T17:03:38.088" v="2627" actId="1038"/>
          <ac:spMkLst>
            <pc:docMk/>
            <pc:sldMk cId="2368786039" sldId="329"/>
            <ac:spMk id="6" creationId="{B0C53622-6422-A480-2001-6D9EAC515960}"/>
          </ac:spMkLst>
        </pc:spChg>
      </pc:sldChg>
      <pc:sldChg chg="addSp delSp modSp add mod modTransition setBg">
        <pc:chgData name="Jayanthan Senthilkumar" userId="e50148d90e98dd15" providerId="LiveId" clId="{3E4CF96A-8E9E-4AC0-AE0D-47CC399EAE15}" dt="2023-10-17T17:32:03.093" v="2825"/>
        <pc:sldMkLst>
          <pc:docMk/>
          <pc:sldMk cId="970510006" sldId="330"/>
        </pc:sldMkLst>
        <pc:spChg chg="add del mod">
          <ac:chgData name="Jayanthan Senthilkumar" userId="e50148d90e98dd15" providerId="LiveId" clId="{3E4CF96A-8E9E-4AC0-AE0D-47CC399EAE15}" dt="2023-10-17T17:00:18.298" v="2476" actId="22"/>
          <ac:spMkLst>
            <pc:docMk/>
            <pc:sldMk cId="970510006" sldId="330"/>
            <ac:spMk id="3" creationId="{9495B2E6-1F5D-CE6C-49A3-D13C22D6943B}"/>
          </ac:spMkLst>
        </pc:spChg>
        <pc:spChg chg="add del">
          <ac:chgData name="Jayanthan Senthilkumar" userId="e50148d90e98dd15" providerId="LiveId" clId="{3E4CF96A-8E9E-4AC0-AE0D-47CC399EAE15}" dt="2023-10-17T17:00:23.422" v="2479" actId="478"/>
          <ac:spMkLst>
            <pc:docMk/>
            <pc:sldMk cId="970510006" sldId="330"/>
            <ac:spMk id="4" creationId="{26823171-2825-68F6-D093-326EA0C3B2E2}"/>
          </ac:spMkLst>
        </pc:spChg>
        <pc:spChg chg="add mod">
          <ac:chgData name="Jayanthan Senthilkumar" userId="e50148d90e98dd15" providerId="LiveId" clId="{3E4CF96A-8E9E-4AC0-AE0D-47CC399EAE15}" dt="2023-10-17T17:06:33.235" v="2681" actId="20578"/>
          <ac:spMkLst>
            <pc:docMk/>
            <pc:sldMk cId="970510006" sldId="330"/>
            <ac:spMk id="5" creationId="{B2E429F8-15A6-F5E8-D840-875A23638CB4}"/>
          </ac:spMkLst>
        </pc:spChg>
        <pc:spChg chg="add mod">
          <ac:chgData name="Jayanthan Senthilkumar" userId="e50148d90e98dd15" providerId="LiveId" clId="{3E4CF96A-8E9E-4AC0-AE0D-47CC399EAE15}" dt="2023-10-17T17:05:35.165" v="2659" actId="1076"/>
          <ac:spMkLst>
            <pc:docMk/>
            <pc:sldMk cId="970510006" sldId="330"/>
            <ac:spMk id="6" creationId="{20B96C56-960E-6CD0-84F0-DA0717476685}"/>
          </ac:spMkLst>
        </pc:spChg>
        <pc:spChg chg="add mod">
          <ac:chgData name="Jayanthan Senthilkumar" userId="e50148d90e98dd15" providerId="LiveId" clId="{3E4CF96A-8E9E-4AC0-AE0D-47CC399EAE15}" dt="2023-10-17T17:07:33.295" v="2705" actId="1038"/>
          <ac:spMkLst>
            <pc:docMk/>
            <pc:sldMk cId="970510006" sldId="330"/>
            <ac:spMk id="7" creationId="{C9DCFCAC-2849-B9D8-58B3-9D73AD408518}"/>
          </ac:spMkLst>
        </pc:spChg>
        <pc:spChg chg="add mod">
          <ac:chgData name="Jayanthan Senthilkumar" userId="e50148d90e98dd15" providerId="LiveId" clId="{3E4CF96A-8E9E-4AC0-AE0D-47CC399EAE15}" dt="2023-10-17T17:07:52.895" v="2743" actId="1035"/>
          <ac:spMkLst>
            <pc:docMk/>
            <pc:sldMk cId="970510006" sldId="330"/>
            <ac:spMk id="8" creationId="{564A38D7-CE5A-F630-1A02-E3D3C959466E}"/>
          </ac:spMkLst>
        </pc:spChg>
        <pc:spChg chg="add mod">
          <ac:chgData name="Jayanthan Senthilkumar" userId="e50148d90e98dd15" providerId="LiveId" clId="{3E4CF96A-8E9E-4AC0-AE0D-47CC399EAE15}" dt="2023-10-17T17:07:43.435" v="2719" actId="1036"/>
          <ac:spMkLst>
            <pc:docMk/>
            <pc:sldMk cId="970510006" sldId="330"/>
            <ac:spMk id="9" creationId="{E4127762-BDDD-7182-68C7-55388EE71342}"/>
          </ac:spMkLst>
        </pc:spChg>
        <pc:spChg chg="add del">
          <ac:chgData name="Jayanthan Senthilkumar" userId="e50148d90e98dd15" providerId="LiveId" clId="{3E4CF96A-8E9E-4AC0-AE0D-47CC399EAE15}" dt="2023-10-17T17:07:10.435" v="2692" actId="478"/>
          <ac:spMkLst>
            <pc:docMk/>
            <pc:sldMk cId="970510006" sldId="330"/>
            <ac:spMk id="11" creationId="{825028DC-8340-21A4-4639-051F52150AF5}"/>
          </ac:spMkLst>
        </pc:spChg>
      </pc:sldChg>
      <pc:sldChg chg="add modTransition">
        <pc:chgData name="Jayanthan Senthilkumar" userId="e50148d90e98dd15" providerId="LiveId" clId="{3E4CF96A-8E9E-4AC0-AE0D-47CC399EAE15}" dt="2023-10-17T17:51:34.362" v="3128"/>
        <pc:sldMkLst>
          <pc:docMk/>
          <pc:sldMk cId="3416922790" sldId="331"/>
        </pc:sldMkLst>
      </pc:sldChg>
      <pc:sldChg chg="new del ord">
        <pc:chgData name="Jayanthan Senthilkumar" userId="e50148d90e98dd15" providerId="LiveId" clId="{3E4CF96A-8E9E-4AC0-AE0D-47CC399EAE15}" dt="2023-10-17T16:58:16.965" v="2408" actId="47"/>
        <pc:sldMkLst>
          <pc:docMk/>
          <pc:sldMk cId="3954954973" sldId="331"/>
        </pc:sldMkLst>
      </pc:sldChg>
      <pc:sldChg chg="addSp delSp modSp add mod modTransition">
        <pc:chgData name="Jayanthan Senthilkumar" userId="e50148d90e98dd15" providerId="LiveId" clId="{3E4CF96A-8E9E-4AC0-AE0D-47CC399EAE15}" dt="2023-10-17T17:31:28.836" v="2824"/>
        <pc:sldMkLst>
          <pc:docMk/>
          <pc:sldMk cId="3115565970" sldId="332"/>
        </pc:sldMkLst>
        <pc:spChg chg="mod">
          <ac:chgData name="Jayanthan Senthilkumar" userId="e50148d90e98dd15" providerId="LiveId" clId="{3E4CF96A-8E9E-4AC0-AE0D-47CC399EAE15}" dt="2023-10-17T16:37:23.897" v="2231" actId="1076"/>
          <ac:spMkLst>
            <pc:docMk/>
            <pc:sldMk cId="3115565970" sldId="332"/>
            <ac:spMk id="2" creationId="{C9E7F9E5-947F-3F56-6A6B-F4040A1A0CBB}"/>
          </ac:spMkLst>
        </pc:spChg>
        <pc:spChg chg="del">
          <ac:chgData name="Jayanthan Senthilkumar" userId="e50148d90e98dd15" providerId="LiveId" clId="{3E4CF96A-8E9E-4AC0-AE0D-47CC399EAE15}" dt="2023-10-17T16:37:31.409" v="2234" actId="478"/>
          <ac:spMkLst>
            <pc:docMk/>
            <pc:sldMk cId="3115565970" sldId="332"/>
            <ac:spMk id="3" creationId="{115A814E-261A-0110-2822-55482F3026B7}"/>
          </ac:spMkLst>
        </pc:spChg>
        <pc:spChg chg="del">
          <ac:chgData name="Jayanthan Senthilkumar" userId="e50148d90e98dd15" providerId="LiveId" clId="{3E4CF96A-8E9E-4AC0-AE0D-47CC399EAE15}" dt="2023-10-17T16:37:32.067" v="2235" actId="478"/>
          <ac:spMkLst>
            <pc:docMk/>
            <pc:sldMk cId="3115565970" sldId="332"/>
            <ac:spMk id="4" creationId="{87E0CA31-1588-EC39-1D59-5019A2A7313C}"/>
          </ac:spMkLst>
        </pc:spChg>
        <pc:spChg chg="del">
          <ac:chgData name="Jayanthan Senthilkumar" userId="e50148d90e98dd15" providerId="LiveId" clId="{3E4CF96A-8E9E-4AC0-AE0D-47CC399EAE15}" dt="2023-10-17T16:37:26.736" v="2232" actId="478"/>
          <ac:spMkLst>
            <pc:docMk/>
            <pc:sldMk cId="3115565970" sldId="332"/>
            <ac:spMk id="5" creationId="{6FB59875-A216-5D5D-2C6A-8FA79D8265A7}"/>
          </ac:spMkLst>
        </pc:spChg>
        <pc:spChg chg="del">
          <ac:chgData name="Jayanthan Senthilkumar" userId="e50148d90e98dd15" providerId="LiveId" clId="{3E4CF96A-8E9E-4AC0-AE0D-47CC399EAE15}" dt="2023-10-17T16:37:30.688" v="2233" actId="478"/>
          <ac:spMkLst>
            <pc:docMk/>
            <pc:sldMk cId="3115565970" sldId="332"/>
            <ac:spMk id="6" creationId="{52F27DCB-DF0F-6493-5151-169823D1E925}"/>
          </ac:spMkLst>
        </pc:spChg>
        <pc:spChg chg="add mod">
          <ac:chgData name="Jayanthan Senthilkumar" userId="e50148d90e98dd15" providerId="LiveId" clId="{3E4CF96A-8E9E-4AC0-AE0D-47CC399EAE15}" dt="2023-10-17T16:38:29.411" v="2255" actId="1076"/>
          <ac:spMkLst>
            <pc:docMk/>
            <pc:sldMk cId="3115565970" sldId="332"/>
            <ac:spMk id="8" creationId="{AD4BDBB4-1107-45F4-36BF-58640AF21E0D}"/>
          </ac:spMkLst>
        </pc:spChg>
        <pc:picChg chg="add mod">
          <ac:chgData name="Jayanthan Senthilkumar" userId="e50148d90e98dd15" providerId="LiveId" clId="{3E4CF96A-8E9E-4AC0-AE0D-47CC399EAE15}" dt="2023-10-17T16:38:53.693" v="2262" actId="14100"/>
          <ac:picMkLst>
            <pc:docMk/>
            <pc:sldMk cId="3115565970" sldId="332"/>
            <ac:picMk id="9" creationId="{DEDD1A65-D127-B95F-8ABC-A3519402949E}"/>
          </ac:picMkLst>
        </pc:picChg>
      </pc:sldChg>
      <pc:sldChg chg="addSp modSp add mod modTransition setBg">
        <pc:chgData name="Jayanthan Senthilkumar" userId="e50148d90e98dd15" providerId="LiveId" clId="{3E4CF96A-8E9E-4AC0-AE0D-47CC399EAE15}" dt="2023-10-17T17:32:09.697" v="2826"/>
        <pc:sldMkLst>
          <pc:docMk/>
          <pc:sldMk cId="310326679" sldId="333"/>
        </pc:sldMkLst>
        <pc:spChg chg="add mod">
          <ac:chgData name="Jayanthan Senthilkumar" userId="e50148d90e98dd15" providerId="LiveId" clId="{3E4CF96A-8E9E-4AC0-AE0D-47CC399EAE15}" dt="2023-10-17T17:10:35.267" v="2804" actId="1076"/>
          <ac:spMkLst>
            <pc:docMk/>
            <pc:sldMk cId="310326679" sldId="333"/>
            <ac:spMk id="2" creationId="{9B71C149-06CB-48BC-72C8-83E1689B3B85}"/>
          </ac:spMkLst>
        </pc:spChg>
        <pc:spChg chg="add mod">
          <ac:chgData name="Jayanthan Senthilkumar" userId="e50148d90e98dd15" providerId="LiveId" clId="{3E4CF96A-8E9E-4AC0-AE0D-47CC399EAE15}" dt="2023-10-17T17:10:40.235" v="2805" actId="1076"/>
          <ac:spMkLst>
            <pc:docMk/>
            <pc:sldMk cId="310326679" sldId="333"/>
            <ac:spMk id="3" creationId="{48560367-94CC-2A3E-AA65-DAE77E7E4CFF}"/>
          </ac:spMkLst>
        </pc:spChg>
      </pc:sldChg>
      <pc:sldChg chg="add del ord modTransition">
        <pc:chgData name="Jayanthan Senthilkumar" userId="e50148d90e98dd15" providerId="LiveId" clId="{3E4CF96A-8E9E-4AC0-AE0D-47CC399EAE15}" dt="2023-10-17T16:58:15.661" v="2407" actId="47"/>
        <pc:sldMkLst>
          <pc:docMk/>
          <pc:sldMk cId="3157960313" sldId="333"/>
        </pc:sldMkLst>
      </pc:sldChg>
      <pc:sldChg chg="modSp add mod modTransition">
        <pc:chgData name="Jayanthan Senthilkumar" userId="e50148d90e98dd15" providerId="LiveId" clId="{3E4CF96A-8E9E-4AC0-AE0D-47CC399EAE15}" dt="2023-10-17T17:51:36.230" v="3129"/>
        <pc:sldMkLst>
          <pc:docMk/>
          <pc:sldMk cId="44351351" sldId="334"/>
        </pc:sldMkLst>
        <pc:picChg chg="mod">
          <ac:chgData name="Jayanthan Senthilkumar" userId="e50148d90e98dd15" providerId="LiveId" clId="{3E4CF96A-8E9E-4AC0-AE0D-47CC399EAE15}" dt="2023-10-17T17:38:11.163" v="2892" actId="1076"/>
          <ac:picMkLst>
            <pc:docMk/>
            <pc:sldMk cId="44351351" sldId="334"/>
            <ac:picMk id="11" creationId="{1F266972-B2D7-C8AB-97B2-DD510B4975D5}"/>
          </ac:picMkLst>
        </pc:picChg>
      </pc:sldChg>
      <pc:sldChg chg="modSp add mod modTransition">
        <pc:chgData name="Jayanthan Senthilkumar" userId="e50148d90e98dd15" providerId="LiveId" clId="{3E4CF96A-8E9E-4AC0-AE0D-47CC399EAE15}" dt="2023-10-17T17:51:39.288" v="3130"/>
        <pc:sldMkLst>
          <pc:docMk/>
          <pc:sldMk cId="1555409886" sldId="335"/>
        </pc:sldMkLst>
        <pc:picChg chg="mod">
          <ac:chgData name="Jayanthan Senthilkumar" userId="e50148d90e98dd15" providerId="LiveId" clId="{3E4CF96A-8E9E-4AC0-AE0D-47CC399EAE15}" dt="2023-10-17T17:38:07.397" v="2890" actId="1076"/>
          <ac:picMkLst>
            <pc:docMk/>
            <pc:sldMk cId="1555409886" sldId="335"/>
            <ac:picMk id="11" creationId="{9F86FF13-54F3-915F-B80D-9DADE8AF7711}"/>
          </ac:picMkLst>
        </pc:picChg>
      </pc:sldChg>
      <pc:sldChg chg="modSp add mod modTransition">
        <pc:chgData name="Jayanthan Senthilkumar" userId="e50148d90e98dd15" providerId="LiveId" clId="{3E4CF96A-8E9E-4AC0-AE0D-47CC399EAE15}" dt="2023-10-17T17:51:41.559" v="3131"/>
        <pc:sldMkLst>
          <pc:docMk/>
          <pc:sldMk cId="3192862817" sldId="336"/>
        </pc:sldMkLst>
        <pc:picChg chg="mod">
          <ac:chgData name="Jayanthan Senthilkumar" userId="e50148d90e98dd15" providerId="LiveId" clId="{3E4CF96A-8E9E-4AC0-AE0D-47CC399EAE15}" dt="2023-10-17T17:38:01.915" v="2888" actId="1076"/>
          <ac:picMkLst>
            <pc:docMk/>
            <pc:sldMk cId="3192862817" sldId="336"/>
            <ac:picMk id="11" creationId="{F9629E4A-25FA-57AD-8584-94BB8AC3E957}"/>
          </ac:picMkLst>
        </pc:picChg>
      </pc:sldChg>
      <pc:sldChg chg="add modTransition">
        <pc:chgData name="Jayanthan Senthilkumar" userId="e50148d90e98dd15" providerId="LiveId" clId="{3E4CF96A-8E9E-4AC0-AE0D-47CC399EAE15}" dt="2023-10-17T17:51:43.750" v="3132"/>
        <pc:sldMkLst>
          <pc:docMk/>
          <pc:sldMk cId="2839730902" sldId="337"/>
        </pc:sldMkLst>
      </pc:sldChg>
      <pc:sldChg chg="modSp add mod modTransition">
        <pc:chgData name="Jayanthan Senthilkumar" userId="e50148d90e98dd15" providerId="LiveId" clId="{3E4CF96A-8E9E-4AC0-AE0D-47CC399EAE15}" dt="2023-10-17T17:51:46.952" v="3133"/>
        <pc:sldMkLst>
          <pc:docMk/>
          <pc:sldMk cId="3398138436" sldId="338"/>
        </pc:sldMkLst>
        <pc:picChg chg="mod">
          <ac:chgData name="Jayanthan Senthilkumar" userId="e50148d90e98dd15" providerId="LiveId" clId="{3E4CF96A-8E9E-4AC0-AE0D-47CC399EAE15}" dt="2023-10-17T17:37:55.117" v="2886" actId="1076"/>
          <ac:picMkLst>
            <pc:docMk/>
            <pc:sldMk cId="3398138436" sldId="338"/>
            <ac:picMk id="10" creationId="{E6DF8106-60C5-EDCF-DC17-06FC4F476F18}"/>
          </ac:picMkLst>
        </pc:picChg>
      </pc:sldChg>
      <pc:sldChg chg="addSp modSp add mod modTransition">
        <pc:chgData name="Jayanthan Senthilkumar" userId="e50148d90e98dd15" providerId="LiveId" clId="{3E4CF96A-8E9E-4AC0-AE0D-47CC399EAE15}" dt="2023-10-17T17:51:02.176" v="3122"/>
        <pc:sldMkLst>
          <pc:docMk/>
          <pc:sldMk cId="1421810124" sldId="339"/>
        </pc:sldMkLst>
        <pc:spChg chg="add mod">
          <ac:chgData name="Jayanthan Senthilkumar" userId="e50148d90e98dd15" providerId="LiveId" clId="{3E4CF96A-8E9E-4AC0-AE0D-47CC399EAE15}" dt="2023-10-17T17:45:08.950" v="3045" actId="20577"/>
          <ac:spMkLst>
            <pc:docMk/>
            <pc:sldMk cId="1421810124" sldId="339"/>
            <ac:spMk id="3" creationId="{5D6D98EC-C25D-24AC-B275-DF8D945326CD}"/>
          </ac:spMkLst>
        </pc:spChg>
        <pc:spChg chg="mod">
          <ac:chgData name="Jayanthan Senthilkumar" userId="e50148d90e98dd15" providerId="LiveId" clId="{3E4CF96A-8E9E-4AC0-AE0D-47CC399EAE15}" dt="2023-10-17T17:45:01.893" v="3044" actId="1076"/>
          <ac:spMkLst>
            <pc:docMk/>
            <pc:sldMk cId="1421810124" sldId="339"/>
            <ac:spMk id="1302" creationId="{00000000-0000-0000-0000-000000000000}"/>
          </ac:spMkLst>
        </pc:spChg>
        <pc:picChg chg="add mod">
          <ac:chgData name="Jayanthan Senthilkumar" userId="e50148d90e98dd15" providerId="LiveId" clId="{3E4CF96A-8E9E-4AC0-AE0D-47CC399EAE15}" dt="2023-10-17T17:44:56.549" v="3043" actId="1076"/>
          <ac:picMkLst>
            <pc:docMk/>
            <pc:sldMk cId="1421810124" sldId="339"/>
            <ac:picMk id="2" creationId="{086178A6-1C4C-9F8B-8984-CA568B0E54A4}"/>
          </ac:picMkLst>
        </pc:picChg>
      </pc:sldChg>
      <pc:sldMasterChg chg="delSldLayout">
        <pc:chgData name="Jayanthan Senthilkumar" userId="e50148d90e98dd15" providerId="LiveId" clId="{3E4CF96A-8E9E-4AC0-AE0D-47CC399EAE15}" dt="2023-10-17T16:29:52.510" v="2131" actId="47"/>
        <pc:sldMasterMkLst>
          <pc:docMk/>
          <pc:sldMasterMk cId="0" sldId="2147483682"/>
        </pc:sldMasterMkLst>
        <pc:sldLayoutChg chg="del">
          <pc:chgData name="Jayanthan Senthilkumar" userId="e50148d90e98dd15" providerId="LiveId" clId="{3E4CF96A-8E9E-4AC0-AE0D-47CC399EAE15}" dt="2023-10-17T16:29:52.510" v="2131" actId="47"/>
          <pc:sldLayoutMkLst>
            <pc:docMk/>
            <pc:sldMasterMk cId="0" sldId="2147483682"/>
            <pc:sldLayoutMk cId="0" sldId="2147483649"/>
          </pc:sldLayoutMkLst>
        </pc:sldLayoutChg>
        <pc:sldLayoutChg chg="del">
          <pc:chgData name="Jayanthan Senthilkumar" userId="e50148d90e98dd15" providerId="LiveId" clId="{3E4CF96A-8E9E-4AC0-AE0D-47CC399EAE15}" dt="2023-10-17T15:55:11.265" v="1686" actId="47"/>
          <pc:sldLayoutMkLst>
            <pc:docMk/>
            <pc:sldMasterMk cId="0" sldId="2147483682"/>
            <pc:sldLayoutMk cId="0" sldId="2147483652"/>
          </pc:sldLayoutMkLst>
        </pc:sldLayoutChg>
        <pc:sldLayoutChg chg="del">
          <pc:chgData name="Jayanthan Senthilkumar" userId="e50148d90e98dd15" providerId="LiveId" clId="{3E4CF96A-8E9E-4AC0-AE0D-47CC399EAE15}" dt="2023-10-17T15:55:28.233" v="1695" actId="47"/>
          <pc:sldLayoutMkLst>
            <pc:docMk/>
            <pc:sldMasterMk cId="0" sldId="2147483682"/>
            <pc:sldLayoutMk cId="0" sldId="2147483662"/>
          </pc:sldLayoutMkLst>
        </pc:sldLayoutChg>
        <pc:sldLayoutChg chg="del">
          <pc:chgData name="Jayanthan Senthilkumar" userId="e50148d90e98dd15" providerId="LiveId" clId="{3E4CF96A-8E9E-4AC0-AE0D-47CC399EAE15}" dt="2023-10-17T15:55:07.895" v="1682" actId="47"/>
          <pc:sldLayoutMkLst>
            <pc:docMk/>
            <pc:sldMasterMk cId="0" sldId="2147483682"/>
            <pc:sldLayoutMk cId="0" sldId="2147483664"/>
          </pc:sldLayoutMkLst>
        </pc:sldLayoutChg>
        <pc:sldLayoutChg chg="del">
          <pc:chgData name="Jayanthan Senthilkumar" userId="e50148d90e98dd15" providerId="LiveId" clId="{3E4CF96A-8E9E-4AC0-AE0D-47CC399EAE15}" dt="2023-10-17T16:20:30.575" v="2006" actId="47"/>
          <pc:sldLayoutMkLst>
            <pc:docMk/>
            <pc:sldMasterMk cId="0" sldId="2147483682"/>
            <pc:sldLayoutMk cId="0" sldId="2147483665"/>
          </pc:sldLayoutMkLst>
        </pc:sldLayoutChg>
        <pc:sldLayoutChg chg="del">
          <pc:chgData name="Jayanthan Senthilkumar" userId="e50148d90e98dd15" providerId="LiveId" clId="{3E4CF96A-8E9E-4AC0-AE0D-47CC399EAE15}" dt="2023-10-17T16:20:32.961" v="2008" actId="47"/>
          <pc:sldLayoutMkLst>
            <pc:docMk/>
            <pc:sldMasterMk cId="0" sldId="2147483682"/>
            <pc:sldLayoutMk cId="0" sldId="2147483666"/>
          </pc:sldLayoutMkLst>
        </pc:sldLayoutChg>
        <pc:sldLayoutChg chg="del">
          <pc:chgData name="Jayanthan Senthilkumar" userId="e50148d90e98dd15" providerId="LiveId" clId="{3E4CF96A-8E9E-4AC0-AE0D-47CC399EAE15}" dt="2023-10-17T16:20:31.927" v="2007" actId="47"/>
          <pc:sldLayoutMkLst>
            <pc:docMk/>
            <pc:sldMasterMk cId="0" sldId="2147483682"/>
            <pc:sldLayoutMk cId="0" sldId="2147483667"/>
          </pc:sldLayoutMkLst>
        </pc:sldLayoutChg>
        <pc:sldLayoutChg chg="del">
          <pc:chgData name="Jayanthan Senthilkumar" userId="e50148d90e98dd15" providerId="LiveId" clId="{3E4CF96A-8E9E-4AC0-AE0D-47CC399EAE15}" dt="2023-10-17T15:55:08.391" v="1683" actId="47"/>
          <pc:sldLayoutMkLst>
            <pc:docMk/>
            <pc:sldMasterMk cId="0" sldId="2147483682"/>
            <pc:sldLayoutMk cId="0" sldId="2147483670"/>
          </pc:sldLayoutMkLst>
        </pc:sldLayoutChg>
        <pc:sldLayoutChg chg="del">
          <pc:chgData name="Jayanthan Senthilkumar" userId="e50148d90e98dd15" providerId="LiveId" clId="{3E4CF96A-8E9E-4AC0-AE0D-47CC399EAE15}" dt="2023-10-17T15:55:25.079" v="1694" actId="47"/>
          <pc:sldLayoutMkLst>
            <pc:docMk/>
            <pc:sldMasterMk cId="0" sldId="2147483682"/>
            <pc:sldLayoutMk cId="0" sldId="2147483672"/>
          </pc:sldLayoutMkLst>
        </pc:sldLayoutChg>
        <pc:sldLayoutChg chg="del">
          <pc:chgData name="Jayanthan Senthilkumar" userId="e50148d90e98dd15" providerId="LiveId" clId="{3E4CF96A-8E9E-4AC0-AE0D-47CC399EAE15}" dt="2023-10-17T15:55:24.305" v="1693" actId="47"/>
          <pc:sldLayoutMkLst>
            <pc:docMk/>
            <pc:sldMasterMk cId="0" sldId="2147483682"/>
            <pc:sldLayoutMk cId="0" sldId="2147483674"/>
          </pc:sldLayoutMkLst>
        </pc:sldLayoutChg>
      </pc:sldMasterChg>
    </pc:docChg>
  </pc:docChgLst>
  <pc:docChgLst>
    <pc:chgData name="Jayanthan" userId="e50148d90e98dd15" providerId="LiveId" clId="{211A5440-F66F-42A4-8B7E-938DDE74EFB7}"/>
    <pc:docChg chg="delSld modSld">
      <pc:chgData name="Jayanthan" userId="e50148d90e98dd15" providerId="LiveId" clId="{211A5440-F66F-42A4-8B7E-938DDE74EFB7}" dt="2023-09-19T13:55:36.822" v="1" actId="1076"/>
      <pc:docMkLst>
        <pc:docMk/>
      </pc:docMkLst>
      <pc:sldChg chg="del">
        <pc:chgData name="Jayanthan" userId="e50148d90e98dd15" providerId="LiveId" clId="{211A5440-F66F-42A4-8B7E-938DDE74EFB7}" dt="2023-09-19T13:55:25.443" v="0" actId="2696"/>
        <pc:sldMkLst>
          <pc:docMk/>
          <pc:sldMk cId="0" sldId="272"/>
        </pc:sldMkLst>
      </pc:sldChg>
      <pc:sldChg chg="modSp mod">
        <pc:chgData name="Jayanthan" userId="e50148d90e98dd15" providerId="LiveId" clId="{211A5440-F66F-42A4-8B7E-938DDE74EFB7}" dt="2023-09-19T13:55:36.822" v="1" actId="1076"/>
        <pc:sldMkLst>
          <pc:docMk/>
          <pc:sldMk cId="2007073973" sldId="273"/>
        </pc:sldMkLst>
        <pc:spChg chg="mod">
          <ac:chgData name="Jayanthan" userId="e50148d90e98dd15" providerId="LiveId" clId="{211A5440-F66F-42A4-8B7E-938DDE74EFB7}" dt="2023-09-19T13:55:36.822" v="1" actId="1076"/>
          <ac:spMkLst>
            <pc:docMk/>
            <pc:sldMk cId="2007073973" sldId="273"/>
            <ac:spMk id="2028" creationId="{00000000-0000-0000-0000-000000000000}"/>
          </ac:spMkLst>
        </pc:spChg>
      </pc:sldChg>
      <pc:sldMasterChg chg="delSldLayout">
        <pc:chgData name="Jayanthan" userId="e50148d90e98dd15" providerId="LiveId" clId="{211A5440-F66F-42A4-8B7E-938DDE74EFB7}" dt="2023-09-19T13:55:25.443" v="0" actId="2696"/>
        <pc:sldMasterMkLst>
          <pc:docMk/>
          <pc:sldMasterMk cId="0" sldId="2147483682"/>
        </pc:sldMasterMkLst>
        <pc:sldLayoutChg chg="del">
          <pc:chgData name="Jayanthan" userId="e50148d90e98dd15" providerId="LiveId" clId="{211A5440-F66F-42A4-8B7E-938DDE74EFB7}" dt="2023-09-19T13:55:25.443" v="0" actId="2696"/>
          <pc:sldLayoutMkLst>
            <pc:docMk/>
            <pc:sldMasterMk cId="0" sldId="2147483682"/>
            <pc:sldLayoutMk cId="0" sldId="2147483656"/>
          </pc:sldLayoutMkLst>
        </pc:sldLayoutChg>
      </pc:sldMasterChg>
    </pc:docChg>
  </pc:docChgLst>
  <pc:docChgLst>
    <pc:chgData name="Jayanthan Senthilkumar" userId="e50148d90e98dd15" providerId="LiveId" clId="{90893057-BD2F-4E54-9ED4-04B4A8147D8B}"/>
    <pc:docChg chg="undo custSel modSld">
      <pc:chgData name="Jayanthan Senthilkumar" userId="e50148d90e98dd15" providerId="LiveId" clId="{90893057-BD2F-4E54-9ED4-04B4A8147D8B}" dt="2023-11-09T04:21:59.889" v="3" actId="700"/>
      <pc:docMkLst>
        <pc:docMk/>
      </pc:docMkLst>
      <pc:sldChg chg="modSp mod modClrScheme chgLayout">
        <pc:chgData name="Jayanthan Senthilkumar" userId="e50148d90e98dd15" providerId="LiveId" clId="{90893057-BD2F-4E54-9ED4-04B4A8147D8B}" dt="2023-11-09T04:21:59.889" v="3" actId="700"/>
        <pc:sldMkLst>
          <pc:docMk/>
          <pc:sldMk cId="0" sldId="258"/>
        </pc:sldMkLst>
        <pc:spChg chg="mod ord">
          <ac:chgData name="Jayanthan Senthilkumar" userId="e50148d90e98dd15" providerId="LiveId" clId="{90893057-BD2F-4E54-9ED4-04B4A8147D8B}" dt="2023-11-09T04:21:59.889" v="3" actId="700"/>
          <ac:spMkLst>
            <pc:docMk/>
            <pc:sldMk cId="0" sldId="258"/>
            <ac:spMk id="10" creationId="{6482EDED-8A6D-DFCC-F9B6-527C3080861F}"/>
          </ac:spMkLst>
        </pc:spChg>
        <pc:spChg chg="mod ord">
          <ac:chgData name="Jayanthan Senthilkumar" userId="e50148d90e98dd15" providerId="LiveId" clId="{90893057-BD2F-4E54-9ED4-04B4A8147D8B}" dt="2023-11-09T04:21:59.889" v="3" actId="700"/>
          <ac:spMkLst>
            <pc:docMk/>
            <pc:sldMk cId="0" sldId="258"/>
            <ac:spMk id="749" creationId="{00000000-0000-0000-0000-000000000000}"/>
          </ac:spMkLst>
        </pc:spChg>
        <pc:spChg chg="mod ord">
          <ac:chgData name="Jayanthan Senthilkumar" userId="e50148d90e98dd15" providerId="LiveId" clId="{90893057-BD2F-4E54-9ED4-04B4A8147D8B}" dt="2023-11-09T04:21:59.889" v="3" actId="700"/>
          <ac:spMkLst>
            <pc:docMk/>
            <pc:sldMk cId="0" sldId="258"/>
            <ac:spMk id="750" creationId="{00000000-0000-0000-0000-000000000000}"/>
          </ac:spMkLst>
        </pc:spChg>
        <pc:spChg chg="mod ord">
          <ac:chgData name="Jayanthan Senthilkumar" userId="e50148d90e98dd15" providerId="LiveId" clId="{90893057-BD2F-4E54-9ED4-04B4A8147D8B}" dt="2023-11-09T04:21:59.889" v="3" actId="700"/>
          <ac:spMkLst>
            <pc:docMk/>
            <pc:sldMk cId="0" sldId="258"/>
            <ac:spMk id="751" creationId="{00000000-0000-0000-0000-000000000000}"/>
          </ac:spMkLst>
        </pc:spChg>
        <pc:spChg chg="mod ord">
          <ac:chgData name="Jayanthan Senthilkumar" userId="e50148d90e98dd15" providerId="LiveId" clId="{90893057-BD2F-4E54-9ED4-04B4A8147D8B}" dt="2023-11-09T04:21:59.889" v="3" actId="700"/>
          <ac:spMkLst>
            <pc:docMk/>
            <pc:sldMk cId="0" sldId="258"/>
            <ac:spMk id="752" creationId="{00000000-0000-0000-0000-000000000000}"/>
          </ac:spMkLst>
        </pc:spChg>
        <pc:spChg chg="mod ord">
          <ac:chgData name="Jayanthan Senthilkumar" userId="e50148d90e98dd15" providerId="LiveId" clId="{90893057-BD2F-4E54-9ED4-04B4A8147D8B}" dt="2023-11-09T04:21:59.889" v="3" actId="700"/>
          <ac:spMkLst>
            <pc:docMk/>
            <pc:sldMk cId="0" sldId="258"/>
            <ac:spMk id="753" creationId="{00000000-0000-0000-0000-000000000000}"/>
          </ac:spMkLst>
        </pc:spChg>
        <pc:spChg chg="mod ord">
          <ac:chgData name="Jayanthan Senthilkumar" userId="e50148d90e98dd15" providerId="LiveId" clId="{90893057-BD2F-4E54-9ED4-04B4A8147D8B}" dt="2023-11-09T04:21:59.889" v="3" actId="700"/>
          <ac:spMkLst>
            <pc:docMk/>
            <pc:sldMk cId="0" sldId="258"/>
            <ac:spMk id="754" creationId="{00000000-0000-0000-0000-000000000000}"/>
          </ac:spMkLst>
        </pc:spChg>
        <pc:spChg chg="mod ord">
          <ac:chgData name="Jayanthan Senthilkumar" userId="e50148d90e98dd15" providerId="LiveId" clId="{90893057-BD2F-4E54-9ED4-04B4A8147D8B}" dt="2023-11-09T04:21:59.889" v="3" actId="700"/>
          <ac:spMkLst>
            <pc:docMk/>
            <pc:sldMk cId="0" sldId="258"/>
            <ac:spMk id="755" creationId="{00000000-0000-0000-0000-000000000000}"/>
          </ac:spMkLst>
        </pc:spChg>
        <pc:spChg chg="mod ord">
          <ac:chgData name="Jayanthan Senthilkumar" userId="e50148d90e98dd15" providerId="LiveId" clId="{90893057-BD2F-4E54-9ED4-04B4A8147D8B}" dt="2023-11-09T04:21:59.889" v="3" actId="700"/>
          <ac:spMkLst>
            <pc:docMk/>
            <pc:sldMk cId="0" sldId="258"/>
            <ac:spMk id="756" creationId="{00000000-0000-0000-0000-000000000000}"/>
          </ac:spMkLst>
        </pc:spChg>
        <pc:spChg chg="mod ord">
          <ac:chgData name="Jayanthan Senthilkumar" userId="e50148d90e98dd15" providerId="LiveId" clId="{90893057-BD2F-4E54-9ED4-04B4A8147D8B}" dt="2023-11-09T04:21:59.889" v="3" actId="700"/>
          <ac:spMkLst>
            <pc:docMk/>
            <pc:sldMk cId="0" sldId="258"/>
            <ac:spMk id="759" creationId="{00000000-0000-0000-0000-000000000000}"/>
          </ac:spMkLst>
        </pc:spChg>
        <pc:spChg chg="mod ord">
          <ac:chgData name="Jayanthan Senthilkumar" userId="e50148d90e98dd15" providerId="LiveId" clId="{90893057-BD2F-4E54-9ED4-04B4A8147D8B}" dt="2023-11-09T04:21:59.889" v="3" actId="700"/>
          <ac:spMkLst>
            <pc:docMk/>
            <pc:sldMk cId="0" sldId="258"/>
            <ac:spMk id="760" creationId="{00000000-0000-0000-0000-000000000000}"/>
          </ac:spMkLst>
        </pc:spChg>
        <pc:spChg chg="mod ord">
          <ac:chgData name="Jayanthan Senthilkumar" userId="e50148d90e98dd15" providerId="LiveId" clId="{90893057-BD2F-4E54-9ED4-04B4A8147D8B}" dt="2023-11-09T04:21:59.889" v="3" actId="700"/>
          <ac:spMkLst>
            <pc:docMk/>
            <pc:sldMk cId="0" sldId="258"/>
            <ac:spMk id="761" creationId="{00000000-0000-0000-0000-000000000000}"/>
          </ac:spMkLst>
        </pc:spChg>
      </pc:sldChg>
      <pc:sldChg chg="delSp modSp mod">
        <pc:chgData name="Jayanthan Senthilkumar" userId="e50148d90e98dd15" providerId="LiveId" clId="{90893057-BD2F-4E54-9ED4-04B4A8147D8B}" dt="2023-11-09T04:21:08.624" v="1" actId="478"/>
        <pc:sldMkLst>
          <pc:docMk/>
          <pc:sldMk cId="4013302520" sldId="325"/>
        </pc:sldMkLst>
        <pc:spChg chg="del">
          <ac:chgData name="Jayanthan Senthilkumar" userId="e50148d90e98dd15" providerId="LiveId" clId="{90893057-BD2F-4E54-9ED4-04B4A8147D8B}" dt="2023-11-09T04:21:08.624" v="1" actId="478"/>
          <ac:spMkLst>
            <pc:docMk/>
            <pc:sldMk cId="4013302520" sldId="325"/>
            <ac:spMk id="4" creationId="{00000000-0000-0000-0000-000000000000}"/>
          </ac:spMkLst>
        </pc:spChg>
        <pc:picChg chg="mod">
          <ac:chgData name="Jayanthan Senthilkumar" userId="e50148d90e98dd15" providerId="LiveId" clId="{90893057-BD2F-4E54-9ED4-04B4A8147D8B}" dt="2023-11-09T04:20:59.867" v="0" actId="14100"/>
          <ac:picMkLst>
            <pc:docMk/>
            <pc:sldMk cId="4013302520" sldId="325"/>
            <ac:picMk id="10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5" name="Google Shape;675;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7" name="Google Shape;90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5833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4" name="Google Shape;764;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58419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8"/>
        <p:cNvGrpSpPr/>
        <p:nvPr/>
      </p:nvGrpSpPr>
      <p:grpSpPr>
        <a:xfrm>
          <a:off x="0" y="0"/>
          <a:ext cx="0" cy="0"/>
          <a:chOff x="0" y="0"/>
          <a:chExt cx="0" cy="0"/>
        </a:xfrm>
      </p:grpSpPr>
      <p:sp>
        <p:nvSpPr>
          <p:cNvPr id="1299" name="Google Shape;1299;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0" name="Google Shape;1300;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00165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0"/>
        <p:cNvGrpSpPr/>
        <p:nvPr/>
      </p:nvGrpSpPr>
      <p:grpSpPr>
        <a:xfrm>
          <a:off x="0" y="0"/>
          <a:ext cx="0" cy="0"/>
          <a:chOff x="0" y="0"/>
          <a:chExt cx="0" cy="0"/>
        </a:xfrm>
      </p:grpSpPr>
      <p:sp>
        <p:nvSpPr>
          <p:cNvPr id="1361" name="Google Shape;1361;g1f72ba2facf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2" name="Google Shape;1362;g1f72ba2facf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6021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6"/>
        <p:cNvGrpSpPr/>
        <p:nvPr/>
      </p:nvGrpSpPr>
      <p:grpSpPr>
        <a:xfrm>
          <a:off x="0" y="0"/>
          <a:ext cx="0" cy="0"/>
          <a:chOff x="0" y="0"/>
          <a:chExt cx="0" cy="0"/>
        </a:xfrm>
      </p:grpSpPr>
      <p:sp>
        <p:nvSpPr>
          <p:cNvPr id="1367" name="Google Shape;1367;g54dda1946d_4_27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8" name="Google Shape;1368;g54dda1946d_4_27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48556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6"/>
        <p:cNvGrpSpPr/>
        <p:nvPr/>
      </p:nvGrpSpPr>
      <p:grpSpPr>
        <a:xfrm>
          <a:off x="0" y="0"/>
          <a:ext cx="0" cy="0"/>
          <a:chOff x="0" y="0"/>
          <a:chExt cx="0" cy="0"/>
        </a:xfrm>
      </p:grpSpPr>
      <p:sp>
        <p:nvSpPr>
          <p:cNvPr id="1367" name="Google Shape;1367;g54dda1946d_4_27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8" name="Google Shape;1368;g54dda1946d_4_27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89554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3"/>
        <p:cNvGrpSpPr/>
        <p:nvPr/>
      </p:nvGrpSpPr>
      <p:grpSpPr>
        <a:xfrm>
          <a:off x="0" y="0"/>
          <a:ext cx="0" cy="0"/>
          <a:chOff x="0" y="0"/>
          <a:chExt cx="0" cy="0"/>
        </a:xfrm>
      </p:grpSpPr>
      <p:sp>
        <p:nvSpPr>
          <p:cNvPr id="1884" name="Google Shape;1884;gd5260bdd85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5" name="Google Shape;1885;gd5260bdd85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2003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8"/>
        <p:cNvGrpSpPr/>
        <p:nvPr/>
      </p:nvGrpSpPr>
      <p:grpSpPr>
        <a:xfrm>
          <a:off x="0" y="0"/>
          <a:ext cx="0" cy="0"/>
          <a:chOff x="0" y="0"/>
          <a:chExt cx="0" cy="0"/>
        </a:xfrm>
      </p:grpSpPr>
      <p:sp>
        <p:nvSpPr>
          <p:cNvPr id="2019" name="Google Shape;2019;g54dda1946d_6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0" name="Google Shape;2020;g54dda1946d_6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041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8"/>
        <p:cNvGrpSpPr/>
        <p:nvPr/>
      </p:nvGrpSpPr>
      <p:grpSpPr>
        <a:xfrm>
          <a:off x="0" y="0"/>
          <a:ext cx="0" cy="0"/>
          <a:chOff x="0" y="0"/>
          <a:chExt cx="0" cy="0"/>
        </a:xfrm>
      </p:grpSpPr>
      <p:sp>
        <p:nvSpPr>
          <p:cNvPr id="1559" name="Google Shape;1559;g1f72ba2facf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0" name="Google Shape;1560;g1f72ba2facf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0123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6"/>
        <p:cNvGrpSpPr/>
        <p:nvPr/>
      </p:nvGrpSpPr>
      <p:grpSpPr>
        <a:xfrm>
          <a:off x="0" y="0"/>
          <a:ext cx="0" cy="0"/>
          <a:chOff x="0" y="0"/>
          <a:chExt cx="0" cy="0"/>
        </a:xfrm>
      </p:grpSpPr>
      <p:sp>
        <p:nvSpPr>
          <p:cNvPr id="1337" name="Google Shape;1337;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8" name="Google Shape;1338;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88843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0"/>
        <p:cNvGrpSpPr/>
        <p:nvPr/>
      </p:nvGrpSpPr>
      <p:grpSpPr>
        <a:xfrm>
          <a:off x="0" y="0"/>
          <a:ext cx="0" cy="0"/>
          <a:chOff x="0" y="0"/>
          <a:chExt cx="0" cy="0"/>
        </a:xfrm>
      </p:grpSpPr>
      <p:sp>
        <p:nvSpPr>
          <p:cNvPr id="1361" name="Google Shape;1361;g1f72ba2facf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2" name="Google Shape;1362;g1f72ba2facf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3258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7"/>
        <p:cNvGrpSpPr/>
        <p:nvPr/>
      </p:nvGrpSpPr>
      <p:grpSpPr>
        <a:xfrm>
          <a:off x="0" y="0"/>
          <a:ext cx="0" cy="0"/>
          <a:chOff x="0" y="0"/>
          <a:chExt cx="0" cy="0"/>
        </a:xfrm>
      </p:grpSpPr>
      <p:sp>
        <p:nvSpPr>
          <p:cNvPr id="1348" name="Google Shape;1348;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9" name="Google Shape;1349;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8878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6"/>
        <p:cNvGrpSpPr/>
        <p:nvPr/>
      </p:nvGrpSpPr>
      <p:grpSpPr>
        <a:xfrm>
          <a:off x="0" y="0"/>
          <a:ext cx="0" cy="0"/>
          <a:chOff x="0" y="0"/>
          <a:chExt cx="0" cy="0"/>
        </a:xfrm>
      </p:grpSpPr>
      <p:sp>
        <p:nvSpPr>
          <p:cNvPr id="1367" name="Google Shape;1367;g54dda1946d_4_27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8" name="Google Shape;1368;g54dda1946d_4_27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37580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3"/>
        <p:cNvGrpSpPr/>
        <p:nvPr/>
      </p:nvGrpSpPr>
      <p:grpSpPr>
        <a:xfrm>
          <a:off x="0" y="0"/>
          <a:ext cx="0" cy="0"/>
          <a:chOff x="0" y="0"/>
          <a:chExt cx="0" cy="0"/>
        </a:xfrm>
      </p:grpSpPr>
      <p:sp>
        <p:nvSpPr>
          <p:cNvPr id="1884" name="Google Shape;1884;gd5260bdd85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5" name="Google Shape;1885;gd5260bdd85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38812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8"/>
        <p:cNvGrpSpPr/>
        <p:nvPr/>
      </p:nvGrpSpPr>
      <p:grpSpPr>
        <a:xfrm>
          <a:off x="0" y="0"/>
          <a:ext cx="0" cy="0"/>
          <a:chOff x="0" y="0"/>
          <a:chExt cx="0" cy="0"/>
        </a:xfrm>
      </p:grpSpPr>
      <p:sp>
        <p:nvSpPr>
          <p:cNvPr id="1299" name="Google Shape;1299;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0" name="Google Shape;1300;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57917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6"/>
        <p:cNvGrpSpPr/>
        <p:nvPr/>
      </p:nvGrpSpPr>
      <p:grpSpPr>
        <a:xfrm>
          <a:off x="0" y="0"/>
          <a:ext cx="0" cy="0"/>
          <a:chOff x="0" y="0"/>
          <a:chExt cx="0" cy="0"/>
        </a:xfrm>
      </p:grpSpPr>
      <p:sp>
        <p:nvSpPr>
          <p:cNvPr id="1337" name="Google Shape;1337;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8" name="Google Shape;1338;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744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6"/>
        <p:cNvGrpSpPr/>
        <p:nvPr/>
      </p:nvGrpSpPr>
      <p:grpSpPr>
        <a:xfrm>
          <a:off x="0" y="0"/>
          <a:ext cx="0" cy="0"/>
          <a:chOff x="0" y="0"/>
          <a:chExt cx="0" cy="0"/>
        </a:xfrm>
      </p:grpSpPr>
      <p:sp>
        <p:nvSpPr>
          <p:cNvPr id="1337" name="Google Shape;1337;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8" name="Google Shape;1338;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46284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3"/>
        <p:cNvGrpSpPr/>
        <p:nvPr/>
      </p:nvGrpSpPr>
      <p:grpSpPr>
        <a:xfrm>
          <a:off x="0" y="0"/>
          <a:ext cx="0" cy="0"/>
          <a:chOff x="0" y="0"/>
          <a:chExt cx="0" cy="0"/>
        </a:xfrm>
      </p:grpSpPr>
      <p:sp>
        <p:nvSpPr>
          <p:cNvPr id="1384" name="Google Shape;1384;g54dda1946d_6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5" name="Google Shape;1385;g54dda1946d_6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4" name="Google Shape;764;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581740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6"/>
        <p:cNvGrpSpPr/>
        <p:nvPr/>
      </p:nvGrpSpPr>
      <p:grpSpPr>
        <a:xfrm>
          <a:off x="0" y="0"/>
          <a:ext cx="0" cy="0"/>
          <a:chOff x="0" y="0"/>
          <a:chExt cx="0" cy="0"/>
        </a:xfrm>
      </p:grpSpPr>
      <p:sp>
        <p:nvSpPr>
          <p:cNvPr id="1337" name="Google Shape;1337;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8" name="Google Shape;1338;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30114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8"/>
        <p:cNvGrpSpPr/>
        <p:nvPr/>
      </p:nvGrpSpPr>
      <p:grpSpPr>
        <a:xfrm>
          <a:off x="0" y="0"/>
          <a:ext cx="0" cy="0"/>
          <a:chOff x="0" y="0"/>
          <a:chExt cx="0" cy="0"/>
        </a:xfrm>
      </p:grpSpPr>
      <p:sp>
        <p:nvSpPr>
          <p:cNvPr id="1299" name="Google Shape;1299;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0" name="Google Shape;1300;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83174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8"/>
        <p:cNvGrpSpPr/>
        <p:nvPr/>
      </p:nvGrpSpPr>
      <p:grpSpPr>
        <a:xfrm>
          <a:off x="0" y="0"/>
          <a:ext cx="0" cy="0"/>
          <a:chOff x="0" y="0"/>
          <a:chExt cx="0" cy="0"/>
        </a:xfrm>
      </p:grpSpPr>
      <p:sp>
        <p:nvSpPr>
          <p:cNvPr id="1299" name="Google Shape;1299;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0" name="Google Shape;1300;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7893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8"/>
        <p:cNvGrpSpPr/>
        <p:nvPr/>
      </p:nvGrpSpPr>
      <p:grpSpPr>
        <a:xfrm>
          <a:off x="0" y="0"/>
          <a:ext cx="0" cy="0"/>
          <a:chOff x="0" y="0"/>
          <a:chExt cx="0" cy="0"/>
        </a:xfrm>
      </p:grpSpPr>
      <p:sp>
        <p:nvSpPr>
          <p:cNvPr id="1299" name="Google Shape;1299;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0" name="Google Shape;1300;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47237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0"/>
        <p:cNvGrpSpPr/>
        <p:nvPr/>
      </p:nvGrpSpPr>
      <p:grpSpPr>
        <a:xfrm>
          <a:off x="0" y="0"/>
          <a:ext cx="0" cy="0"/>
          <a:chOff x="0" y="0"/>
          <a:chExt cx="0" cy="0"/>
        </a:xfrm>
      </p:grpSpPr>
      <p:sp>
        <p:nvSpPr>
          <p:cNvPr id="2031" name="Google Shape;2031;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2" name="Google Shape;2032;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8"/>
        <p:cNvGrpSpPr/>
        <p:nvPr/>
      </p:nvGrpSpPr>
      <p:grpSpPr>
        <a:xfrm>
          <a:off x="0" y="0"/>
          <a:ext cx="0" cy="0"/>
          <a:chOff x="0" y="0"/>
          <a:chExt cx="0" cy="0"/>
        </a:xfrm>
      </p:grpSpPr>
      <p:sp>
        <p:nvSpPr>
          <p:cNvPr id="1299" name="Google Shape;1299;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0" name="Google Shape;1300;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23599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8"/>
        <p:cNvGrpSpPr/>
        <p:nvPr/>
      </p:nvGrpSpPr>
      <p:grpSpPr>
        <a:xfrm>
          <a:off x="0" y="0"/>
          <a:ext cx="0" cy="0"/>
          <a:chOff x="0" y="0"/>
          <a:chExt cx="0" cy="0"/>
        </a:xfrm>
      </p:grpSpPr>
      <p:sp>
        <p:nvSpPr>
          <p:cNvPr id="1299" name="Google Shape;1299;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0" name="Google Shape;1300;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75203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8"/>
        <p:cNvGrpSpPr/>
        <p:nvPr/>
      </p:nvGrpSpPr>
      <p:grpSpPr>
        <a:xfrm>
          <a:off x="0" y="0"/>
          <a:ext cx="0" cy="0"/>
          <a:chOff x="0" y="0"/>
          <a:chExt cx="0" cy="0"/>
        </a:xfrm>
      </p:grpSpPr>
      <p:sp>
        <p:nvSpPr>
          <p:cNvPr id="1299" name="Google Shape;1299;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0" name="Google Shape;1300;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80209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8"/>
        <p:cNvGrpSpPr/>
        <p:nvPr/>
      </p:nvGrpSpPr>
      <p:grpSpPr>
        <a:xfrm>
          <a:off x="0" y="0"/>
          <a:ext cx="0" cy="0"/>
          <a:chOff x="0" y="0"/>
          <a:chExt cx="0" cy="0"/>
        </a:xfrm>
      </p:grpSpPr>
      <p:sp>
        <p:nvSpPr>
          <p:cNvPr id="1299" name="Google Shape;1299;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0" name="Google Shape;1300;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62769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8"/>
        <p:cNvGrpSpPr/>
        <p:nvPr/>
      </p:nvGrpSpPr>
      <p:grpSpPr>
        <a:xfrm>
          <a:off x="0" y="0"/>
          <a:ext cx="0" cy="0"/>
          <a:chOff x="0" y="0"/>
          <a:chExt cx="0" cy="0"/>
        </a:xfrm>
      </p:grpSpPr>
      <p:sp>
        <p:nvSpPr>
          <p:cNvPr id="1299" name="Google Shape;1299;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0" name="Google Shape;1300;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19441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3" name="Google Shape;1073;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6"/>
        <p:cNvGrpSpPr/>
        <p:nvPr/>
      </p:nvGrpSpPr>
      <p:grpSpPr>
        <a:xfrm>
          <a:off x="0" y="0"/>
          <a:ext cx="0" cy="0"/>
          <a:chOff x="0" y="0"/>
          <a:chExt cx="0" cy="0"/>
        </a:xfrm>
      </p:grpSpPr>
      <p:sp>
        <p:nvSpPr>
          <p:cNvPr id="1337" name="Google Shape;1337;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8" name="Google Shape;1338;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80272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6"/>
        <p:cNvGrpSpPr/>
        <p:nvPr/>
      </p:nvGrpSpPr>
      <p:grpSpPr>
        <a:xfrm>
          <a:off x="0" y="0"/>
          <a:ext cx="0" cy="0"/>
          <a:chOff x="0" y="0"/>
          <a:chExt cx="0" cy="0"/>
        </a:xfrm>
      </p:grpSpPr>
      <p:sp>
        <p:nvSpPr>
          <p:cNvPr id="1337" name="Google Shape;1337;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8" name="Google Shape;1338;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54693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6"/>
        <p:cNvGrpSpPr/>
        <p:nvPr/>
      </p:nvGrpSpPr>
      <p:grpSpPr>
        <a:xfrm>
          <a:off x="0" y="0"/>
          <a:ext cx="0" cy="0"/>
          <a:chOff x="0" y="0"/>
          <a:chExt cx="0" cy="0"/>
        </a:xfrm>
      </p:grpSpPr>
      <p:sp>
        <p:nvSpPr>
          <p:cNvPr id="1337" name="Google Shape;1337;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8" name="Google Shape;1338;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76698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6"/>
        <p:cNvGrpSpPr/>
        <p:nvPr/>
      </p:nvGrpSpPr>
      <p:grpSpPr>
        <a:xfrm>
          <a:off x="0" y="0"/>
          <a:ext cx="0" cy="0"/>
          <a:chOff x="0" y="0"/>
          <a:chExt cx="0" cy="0"/>
        </a:xfrm>
      </p:grpSpPr>
      <p:sp>
        <p:nvSpPr>
          <p:cNvPr id="1727" name="Google Shape;1727;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8" name="Google Shape;1728;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6"/>
        <p:cNvGrpSpPr/>
        <p:nvPr/>
      </p:nvGrpSpPr>
      <p:grpSpPr>
        <a:xfrm>
          <a:off x="0" y="0"/>
          <a:ext cx="0" cy="0"/>
          <a:chOff x="0" y="0"/>
          <a:chExt cx="0" cy="0"/>
        </a:xfrm>
      </p:grpSpPr>
      <p:sp>
        <p:nvSpPr>
          <p:cNvPr id="2197" name="Google Shape;2197;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8" name="Google Shape;2198;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5"/>
        <p:cNvGrpSpPr/>
        <p:nvPr/>
      </p:nvGrpSpPr>
      <p:grpSpPr>
        <a:xfrm>
          <a:off x="0" y="0"/>
          <a:ext cx="0" cy="0"/>
          <a:chOff x="0" y="0"/>
          <a:chExt cx="0" cy="0"/>
        </a:xfrm>
      </p:grpSpPr>
      <p:sp>
        <p:nvSpPr>
          <p:cNvPr id="2606" name="Google Shape;2606;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7" name="Google Shape;2607;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713225" y="1122674"/>
            <a:ext cx="4100400" cy="21876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96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13225" y="3424696"/>
            <a:ext cx="4100400" cy="379200"/>
          </a:xfrm>
          <a:prstGeom prst="rect">
            <a:avLst/>
          </a:prstGeom>
          <a:ln>
            <a:noFill/>
          </a:ln>
        </p:spPr>
        <p:txBody>
          <a:bodyPr spcFirstLastPara="1" wrap="square" lIns="91425" tIns="91425" rIns="91425" bIns="91425" anchor="t" anchorCtr="0">
            <a:noAutofit/>
          </a:bodyPr>
          <a:lstStyle>
            <a:lvl1pPr lvl="0">
              <a:lnSpc>
                <a:spcPct val="100000"/>
              </a:lnSpc>
              <a:spcBef>
                <a:spcPts val="0"/>
              </a:spcBef>
              <a:spcAft>
                <a:spcPts val="0"/>
              </a:spcAft>
              <a:buSzPts val="1400"/>
              <a:buNone/>
              <a:defRPr>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9"/>
        <p:cNvGrpSpPr/>
        <p:nvPr/>
      </p:nvGrpSpPr>
      <p:grpSpPr>
        <a:xfrm>
          <a:off x="0" y="0"/>
          <a:ext cx="0" cy="0"/>
          <a:chOff x="0" y="0"/>
          <a:chExt cx="0" cy="0"/>
        </a:xfrm>
      </p:grpSpPr>
      <p:sp>
        <p:nvSpPr>
          <p:cNvPr id="70" name="Google Shape;70;p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1" name="Google Shape;71;p7"/>
          <p:cNvSpPr txBox="1">
            <a:spLocks noGrp="1"/>
          </p:cNvSpPr>
          <p:nvPr>
            <p:ph type="subTitle" idx="1"/>
          </p:nvPr>
        </p:nvSpPr>
        <p:spPr>
          <a:xfrm>
            <a:off x="720000" y="1700300"/>
            <a:ext cx="3843900" cy="2298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
        <p:nvSpPr>
          <p:cNvPr id="72" name="Google Shape;72;p7"/>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5805300" y="4474850"/>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p:nvPr/>
        </p:nvSpPr>
        <p:spPr>
          <a:xfrm>
            <a:off x="239100" y="1183650"/>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5"/>
        <p:cNvGrpSpPr/>
        <p:nvPr/>
      </p:nvGrpSpPr>
      <p:grpSpPr>
        <a:xfrm>
          <a:off x="0" y="0"/>
          <a:ext cx="0" cy="0"/>
          <a:chOff x="0" y="0"/>
          <a:chExt cx="0" cy="0"/>
        </a:xfrm>
      </p:grpSpPr>
      <p:sp>
        <p:nvSpPr>
          <p:cNvPr id="76" name="Google Shape;76;p8"/>
          <p:cNvSpPr txBox="1">
            <a:spLocks noGrp="1"/>
          </p:cNvSpPr>
          <p:nvPr>
            <p:ph type="title"/>
          </p:nvPr>
        </p:nvSpPr>
        <p:spPr>
          <a:xfrm>
            <a:off x="713225" y="1111925"/>
            <a:ext cx="4572900" cy="17289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77" name="Google Shape;77;p8"/>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8"/>
        <p:cNvGrpSpPr/>
        <p:nvPr/>
      </p:nvGrpSpPr>
      <p:grpSpPr>
        <a:xfrm>
          <a:off x="0" y="0"/>
          <a:ext cx="0" cy="0"/>
          <a:chOff x="0" y="0"/>
          <a:chExt cx="0" cy="0"/>
        </a:xfrm>
      </p:grpSpPr>
      <p:sp>
        <p:nvSpPr>
          <p:cNvPr id="79" name="Google Shape;79;p9"/>
          <p:cNvSpPr txBox="1">
            <a:spLocks noGrp="1"/>
          </p:cNvSpPr>
          <p:nvPr>
            <p:ph type="title"/>
          </p:nvPr>
        </p:nvSpPr>
        <p:spPr>
          <a:xfrm>
            <a:off x="4799175" y="1363000"/>
            <a:ext cx="3631800" cy="115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6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80" name="Google Shape;80;p9"/>
          <p:cNvSpPr txBox="1">
            <a:spLocks noGrp="1"/>
          </p:cNvSpPr>
          <p:nvPr>
            <p:ph type="subTitle" idx="1"/>
          </p:nvPr>
        </p:nvSpPr>
        <p:spPr>
          <a:xfrm>
            <a:off x="4799175" y="2491420"/>
            <a:ext cx="3631800" cy="892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1" name="Google Shape;81;p9"/>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9"/>
          <p:cNvSpPr/>
          <p:nvPr/>
        </p:nvSpPr>
        <p:spPr>
          <a:xfrm>
            <a:off x="8617000" y="2044525"/>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9"/>
          <p:cNvSpPr/>
          <p:nvPr/>
        </p:nvSpPr>
        <p:spPr>
          <a:xfrm>
            <a:off x="998247" y="383746"/>
            <a:ext cx="122220" cy="188409"/>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9"/>
          <p:cNvSpPr/>
          <p:nvPr/>
        </p:nvSpPr>
        <p:spPr>
          <a:xfrm>
            <a:off x="1107852" y="383746"/>
            <a:ext cx="124590" cy="188409"/>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8"/>
        <p:cNvGrpSpPr/>
        <p:nvPr/>
      </p:nvGrpSpPr>
      <p:grpSpPr>
        <a:xfrm>
          <a:off x="0" y="0"/>
          <a:ext cx="0" cy="0"/>
          <a:chOff x="0" y="0"/>
          <a:chExt cx="0" cy="0"/>
        </a:xfrm>
      </p:grpSpPr>
      <p:sp>
        <p:nvSpPr>
          <p:cNvPr id="89" name="Google Shape;89;p11"/>
          <p:cNvSpPr txBox="1">
            <a:spLocks noGrp="1"/>
          </p:cNvSpPr>
          <p:nvPr>
            <p:ph type="title" hasCustomPrompt="1"/>
          </p:nvPr>
        </p:nvSpPr>
        <p:spPr>
          <a:xfrm>
            <a:off x="713225" y="966275"/>
            <a:ext cx="4976700" cy="13497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72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0" name="Google Shape;90;p11"/>
          <p:cNvSpPr txBox="1">
            <a:spLocks noGrp="1"/>
          </p:cNvSpPr>
          <p:nvPr>
            <p:ph type="subTitle" idx="1"/>
          </p:nvPr>
        </p:nvSpPr>
        <p:spPr>
          <a:xfrm>
            <a:off x="713225" y="2284468"/>
            <a:ext cx="4976700" cy="394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91" name="Google Shape;91;p11"/>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1"/>
          <p:cNvSpPr/>
          <p:nvPr/>
        </p:nvSpPr>
        <p:spPr>
          <a:xfrm>
            <a:off x="8512650" y="1005600"/>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94"/>
        <p:cNvGrpSpPr/>
        <p:nvPr/>
      </p:nvGrpSpPr>
      <p:grpSpPr>
        <a:xfrm>
          <a:off x="0" y="0"/>
          <a:ext cx="0" cy="0"/>
          <a:chOff x="0" y="0"/>
          <a:chExt cx="0" cy="0"/>
        </a:xfrm>
      </p:grpSpPr>
      <p:sp>
        <p:nvSpPr>
          <p:cNvPr id="95" name="Google Shape;95;p13"/>
          <p:cNvSpPr/>
          <p:nvPr/>
        </p:nvSpPr>
        <p:spPr>
          <a:xfrm rot="-5400000">
            <a:off x="7973900" y="246170"/>
            <a:ext cx="2496096" cy="1582356"/>
          </a:xfrm>
          <a:custGeom>
            <a:avLst/>
            <a:gdLst/>
            <a:ahLst/>
            <a:cxnLst/>
            <a:rect l="l" t="t" r="r" b="b"/>
            <a:pathLst>
              <a:path w="47371" h="30030" extrusionOk="0">
                <a:moveTo>
                  <a:pt x="30713" y="1"/>
                </a:moveTo>
                <a:cubicBezTo>
                  <a:pt x="29748" y="1"/>
                  <a:pt x="28782" y="127"/>
                  <a:pt x="27824" y="424"/>
                </a:cubicBezTo>
                <a:cubicBezTo>
                  <a:pt x="26233" y="898"/>
                  <a:pt x="24733" y="1605"/>
                  <a:pt x="23077" y="1931"/>
                </a:cubicBezTo>
                <a:cubicBezTo>
                  <a:pt x="22133" y="2112"/>
                  <a:pt x="21172" y="2158"/>
                  <a:pt x="20205" y="2158"/>
                </a:cubicBezTo>
                <a:cubicBezTo>
                  <a:pt x="19185" y="2158"/>
                  <a:pt x="18159" y="2106"/>
                  <a:pt x="17142" y="2106"/>
                </a:cubicBezTo>
                <a:cubicBezTo>
                  <a:pt x="15844" y="2106"/>
                  <a:pt x="14560" y="2191"/>
                  <a:pt x="13322" y="2574"/>
                </a:cubicBezTo>
                <a:cubicBezTo>
                  <a:pt x="11079" y="3282"/>
                  <a:pt x="9198" y="4966"/>
                  <a:pt x="8250" y="7088"/>
                </a:cubicBezTo>
                <a:cubicBezTo>
                  <a:pt x="7514" y="8708"/>
                  <a:pt x="7337" y="10505"/>
                  <a:pt x="6453" y="12012"/>
                </a:cubicBezTo>
                <a:cubicBezTo>
                  <a:pt x="5158" y="14247"/>
                  <a:pt x="2590" y="15513"/>
                  <a:pt x="1296" y="17756"/>
                </a:cubicBezTo>
                <a:cubicBezTo>
                  <a:pt x="1" y="20055"/>
                  <a:pt x="355" y="23062"/>
                  <a:pt x="1798" y="25304"/>
                </a:cubicBezTo>
                <a:cubicBezTo>
                  <a:pt x="1883" y="25389"/>
                  <a:pt x="1946" y="25509"/>
                  <a:pt x="2031" y="25630"/>
                </a:cubicBezTo>
                <a:cubicBezTo>
                  <a:pt x="3687" y="27865"/>
                  <a:pt x="6340" y="29195"/>
                  <a:pt x="9077" y="29726"/>
                </a:cubicBezTo>
                <a:cubicBezTo>
                  <a:pt x="10189" y="29941"/>
                  <a:pt x="11314" y="30029"/>
                  <a:pt x="12442" y="30029"/>
                </a:cubicBezTo>
                <a:cubicBezTo>
                  <a:pt x="14099" y="30029"/>
                  <a:pt x="15761" y="29838"/>
                  <a:pt x="17390" y="29577"/>
                </a:cubicBezTo>
                <a:cubicBezTo>
                  <a:pt x="18897" y="29344"/>
                  <a:pt x="20425" y="29047"/>
                  <a:pt x="21960" y="29018"/>
                </a:cubicBezTo>
                <a:cubicBezTo>
                  <a:pt x="22130" y="29012"/>
                  <a:pt x="22300" y="29010"/>
                  <a:pt x="22470" y="29010"/>
                </a:cubicBezTo>
                <a:cubicBezTo>
                  <a:pt x="24892" y="29010"/>
                  <a:pt x="27287" y="29585"/>
                  <a:pt x="29713" y="29698"/>
                </a:cubicBezTo>
                <a:cubicBezTo>
                  <a:pt x="29922" y="29707"/>
                  <a:pt x="30132" y="29711"/>
                  <a:pt x="30343" y="29711"/>
                </a:cubicBezTo>
                <a:cubicBezTo>
                  <a:pt x="32751" y="29711"/>
                  <a:pt x="35268" y="29093"/>
                  <a:pt x="36816" y="27278"/>
                </a:cubicBezTo>
                <a:cubicBezTo>
                  <a:pt x="37672" y="26274"/>
                  <a:pt x="38139" y="25007"/>
                  <a:pt x="39143" y="24123"/>
                </a:cubicBezTo>
                <a:cubicBezTo>
                  <a:pt x="40120" y="23295"/>
                  <a:pt x="41414" y="22977"/>
                  <a:pt x="42560" y="22383"/>
                </a:cubicBezTo>
                <a:cubicBezTo>
                  <a:pt x="44859" y="21173"/>
                  <a:pt x="46366" y="18789"/>
                  <a:pt x="46869" y="16256"/>
                </a:cubicBezTo>
                <a:cubicBezTo>
                  <a:pt x="47371" y="13717"/>
                  <a:pt x="46925" y="11064"/>
                  <a:pt x="45984" y="8651"/>
                </a:cubicBezTo>
                <a:cubicBezTo>
                  <a:pt x="44541" y="4966"/>
                  <a:pt x="40735" y="2751"/>
                  <a:pt x="37141" y="1428"/>
                </a:cubicBezTo>
                <a:cubicBezTo>
                  <a:pt x="35075" y="648"/>
                  <a:pt x="32897" y="1"/>
                  <a:pt x="307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3"/>
          <p:cNvSpPr/>
          <p:nvPr/>
        </p:nvSpPr>
        <p:spPr>
          <a:xfrm>
            <a:off x="8567075" y="802150"/>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3"/>
          <p:cNvSpPr/>
          <p:nvPr/>
        </p:nvSpPr>
        <p:spPr>
          <a:xfrm>
            <a:off x="8781950" y="1400425"/>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 name="Google Shape;98;p13"/>
          <p:cNvGrpSpPr/>
          <p:nvPr/>
        </p:nvGrpSpPr>
        <p:grpSpPr>
          <a:xfrm>
            <a:off x="8670104" y="4402872"/>
            <a:ext cx="234788" cy="188409"/>
            <a:chOff x="4424582" y="1819850"/>
            <a:chExt cx="98427" cy="78984"/>
          </a:xfrm>
        </p:grpSpPr>
        <p:sp>
          <p:nvSpPr>
            <p:cNvPr id="99" name="Google Shape;99;p13"/>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3"/>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 name="Google Shape;101;p13"/>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3"/>
          <p:cNvSpPr/>
          <p:nvPr/>
        </p:nvSpPr>
        <p:spPr>
          <a:xfrm rot="-6789333">
            <a:off x="-1733103" y="1956216"/>
            <a:ext cx="2259312" cy="2189763"/>
          </a:xfrm>
          <a:custGeom>
            <a:avLst/>
            <a:gdLst/>
            <a:ahLst/>
            <a:cxnLst/>
            <a:rect l="l" t="t" r="r" b="b"/>
            <a:pathLst>
              <a:path w="34694" h="33626" extrusionOk="0">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 name="Google Shape;103;p13"/>
          <p:cNvGrpSpPr/>
          <p:nvPr/>
        </p:nvGrpSpPr>
        <p:grpSpPr>
          <a:xfrm rot="10800000">
            <a:off x="190746" y="3262197"/>
            <a:ext cx="234788" cy="188409"/>
            <a:chOff x="4424582" y="1819850"/>
            <a:chExt cx="98427" cy="78984"/>
          </a:xfrm>
        </p:grpSpPr>
        <p:sp>
          <p:nvSpPr>
            <p:cNvPr id="104" name="Google Shape;104;p13"/>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3"/>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 name="Google Shape;106;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7" name="Google Shape;107;p13"/>
          <p:cNvSpPr txBox="1">
            <a:spLocks noGrp="1"/>
          </p:cNvSpPr>
          <p:nvPr>
            <p:ph type="subTitle" idx="1"/>
          </p:nvPr>
        </p:nvSpPr>
        <p:spPr>
          <a:xfrm>
            <a:off x="1121725" y="2301147"/>
            <a:ext cx="230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8" name="Google Shape;108;p13"/>
          <p:cNvSpPr txBox="1">
            <a:spLocks noGrp="1"/>
          </p:cNvSpPr>
          <p:nvPr>
            <p:ph type="subTitle" idx="2"/>
          </p:nvPr>
        </p:nvSpPr>
        <p:spPr>
          <a:xfrm>
            <a:off x="3820996" y="2301147"/>
            <a:ext cx="230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9" name="Google Shape;109;p13"/>
          <p:cNvSpPr txBox="1">
            <a:spLocks noGrp="1"/>
          </p:cNvSpPr>
          <p:nvPr>
            <p:ph type="subTitle" idx="3"/>
          </p:nvPr>
        </p:nvSpPr>
        <p:spPr>
          <a:xfrm>
            <a:off x="1121725" y="4034328"/>
            <a:ext cx="230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0" name="Google Shape;110;p13"/>
          <p:cNvSpPr txBox="1">
            <a:spLocks noGrp="1"/>
          </p:cNvSpPr>
          <p:nvPr>
            <p:ph type="subTitle" idx="4"/>
          </p:nvPr>
        </p:nvSpPr>
        <p:spPr>
          <a:xfrm>
            <a:off x="3820996" y="4034328"/>
            <a:ext cx="230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1" name="Google Shape;111;p13"/>
          <p:cNvSpPr txBox="1">
            <a:spLocks noGrp="1"/>
          </p:cNvSpPr>
          <p:nvPr>
            <p:ph type="title" idx="5" hasCustomPrompt="1"/>
          </p:nvPr>
        </p:nvSpPr>
        <p:spPr>
          <a:xfrm>
            <a:off x="1121725" y="1238726"/>
            <a:ext cx="734700" cy="540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2" name="Google Shape;112;p13"/>
          <p:cNvSpPr txBox="1">
            <a:spLocks noGrp="1"/>
          </p:cNvSpPr>
          <p:nvPr>
            <p:ph type="title" idx="6" hasCustomPrompt="1"/>
          </p:nvPr>
        </p:nvSpPr>
        <p:spPr>
          <a:xfrm>
            <a:off x="1121725" y="2971389"/>
            <a:ext cx="734700" cy="540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a:spLocks noGrp="1"/>
          </p:cNvSpPr>
          <p:nvPr>
            <p:ph type="title" idx="7" hasCustomPrompt="1"/>
          </p:nvPr>
        </p:nvSpPr>
        <p:spPr>
          <a:xfrm>
            <a:off x="3820996" y="1238726"/>
            <a:ext cx="734700" cy="540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4" name="Google Shape;114;p13"/>
          <p:cNvSpPr txBox="1">
            <a:spLocks noGrp="1"/>
          </p:cNvSpPr>
          <p:nvPr>
            <p:ph type="title" idx="8" hasCustomPrompt="1"/>
          </p:nvPr>
        </p:nvSpPr>
        <p:spPr>
          <a:xfrm>
            <a:off x="3820996" y="2971389"/>
            <a:ext cx="734700" cy="540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5" name="Google Shape;115;p13"/>
          <p:cNvSpPr txBox="1">
            <a:spLocks noGrp="1"/>
          </p:cNvSpPr>
          <p:nvPr>
            <p:ph type="subTitle" idx="9"/>
          </p:nvPr>
        </p:nvSpPr>
        <p:spPr>
          <a:xfrm>
            <a:off x="1121725" y="1887187"/>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b="1">
                <a:solidFill>
                  <a:schemeClr val="dk1"/>
                </a:solidFill>
                <a:latin typeface="Poppins"/>
                <a:ea typeface="Poppins"/>
                <a:cs typeface="Poppins"/>
                <a:sym typeface="Poppi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6" name="Google Shape;116;p13"/>
          <p:cNvSpPr txBox="1">
            <a:spLocks noGrp="1"/>
          </p:cNvSpPr>
          <p:nvPr>
            <p:ph type="subTitle" idx="13"/>
          </p:nvPr>
        </p:nvSpPr>
        <p:spPr>
          <a:xfrm>
            <a:off x="3820996" y="1887187"/>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b="1">
                <a:solidFill>
                  <a:schemeClr val="dk1"/>
                </a:solidFill>
                <a:latin typeface="Poppins"/>
                <a:ea typeface="Poppins"/>
                <a:cs typeface="Poppins"/>
                <a:sym typeface="Poppi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7" name="Google Shape;117;p13"/>
          <p:cNvSpPr txBox="1">
            <a:spLocks noGrp="1"/>
          </p:cNvSpPr>
          <p:nvPr>
            <p:ph type="subTitle" idx="14"/>
          </p:nvPr>
        </p:nvSpPr>
        <p:spPr>
          <a:xfrm>
            <a:off x="1121725" y="3619850"/>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b="1">
                <a:solidFill>
                  <a:schemeClr val="dk1"/>
                </a:solidFill>
                <a:latin typeface="Poppins"/>
                <a:ea typeface="Poppins"/>
                <a:cs typeface="Poppins"/>
                <a:sym typeface="Poppi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8" name="Google Shape;118;p13"/>
          <p:cNvSpPr txBox="1">
            <a:spLocks noGrp="1"/>
          </p:cNvSpPr>
          <p:nvPr>
            <p:ph type="subTitle" idx="15"/>
          </p:nvPr>
        </p:nvSpPr>
        <p:spPr>
          <a:xfrm>
            <a:off x="3820996" y="3619850"/>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b="1">
                <a:solidFill>
                  <a:schemeClr val="dk1"/>
                </a:solidFill>
                <a:latin typeface="Poppins"/>
                <a:ea typeface="Poppins"/>
                <a:cs typeface="Poppins"/>
                <a:sym typeface="Poppi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19"/>
        <p:cNvGrpSpPr/>
        <p:nvPr/>
      </p:nvGrpSpPr>
      <p:grpSpPr>
        <a:xfrm>
          <a:off x="0" y="0"/>
          <a:ext cx="0" cy="0"/>
          <a:chOff x="0" y="0"/>
          <a:chExt cx="0" cy="0"/>
        </a:xfrm>
      </p:grpSpPr>
      <p:sp>
        <p:nvSpPr>
          <p:cNvPr id="120" name="Google Shape;120;p14"/>
          <p:cNvSpPr txBox="1">
            <a:spLocks noGrp="1"/>
          </p:cNvSpPr>
          <p:nvPr>
            <p:ph type="title"/>
          </p:nvPr>
        </p:nvSpPr>
        <p:spPr>
          <a:xfrm>
            <a:off x="713244" y="3705670"/>
            <a:ext cx="4059000" cy="5211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21" name="Google Shape;121;p14"/>
          <p:cNvSpPr txBox="1">
            <a:spLocks noGrp="1"/>
          </p:cNvSpPr>
          <p:nvPr>
            <p:ph type="subTitle" idx="1"/>
          </p:nvPr>
        </p:nvSpPr>
        <p:spPr>
          <a:xfrm>
            <a:off x="713225" y="893100"/>
            <a:ext cx="4059000" cy="2836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
        <p:nvSpPr>
          <p:cNvPr id="122" name="Google Shape;122;p14"/>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4"/>
          <p:cNvSpPr/>
          <p:nvPr/>
        </p:nvSpPr>
        <p:spPr>
          <a:xfrm>
            <a:off x="304800" y="4144750"/>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 name="Google Shape;124;p14"/>
          <p:cNvGrpSpPr/>
          <p:nvPr/>
        </p:nvGrpSpPr>
        <p:grpSpPr>
          <a:xfrm>
            <a:off x="295247" y="666221"/>
            <a:ext cx="234196" cy="188409"/>
            <a:chOff x="5151797" y="479071"/>
            <a:chExt cx="234196" cy="188409"/>
          </a:xfrm>
        </p:grpSpPr>
        <p:sp>
          <p:nvSpPr>
            <p:cNvPr id="125" name="Google Shape;125;p14"/>
            <p:cNvSpPr/>
            <p:nvPr/>
          </p:nvSpPr>
          <p:spPr>
            <a:xfrm>
              <a:off x="5151797" y="479071"/>
              <a:ext cx="122220" cy="188409"/>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4"/>
            <p:cNvSpPr/>
            <p:nvPr/>
          </p:nvSpPr>
          <p:spPr>
            <a:xfrm>
              <a:off x="5261402" y="479071"/>
              <a:ext cx="124590" cy="188409"/>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1">
  <p:cSld name="CUSTOM_10">
    <p:spTree>
      <p:nvGrpSpPr>
        <p:cNvPr id="1" name="Shape 127"/>
        <p:cNvGrpSpPr/>
        <p:nvPr/>
      </p:nvGrpSpPr>
      <p:grpSpPr>
        <a:xfrm>
          <a:off x="0" y="0"/>
          <a:ext cx="0" cy="0"/>
          <a:chOff x="0" y="0"/>
          <a:chExt cx="0" cy="0"/>
        </a:xfrm>
      </p:grpSpPr>
      <p:sp>
        <p:nvSpPr>
          <p:cNvPr id="128" name="Google Shape;128;p15"/>
          <p:cNvSpPr txBox="1">
            <a:spLocks noGrp="1"/>
          </p:cNvSpPr>
          <p:nvPr>
            <p:ph type="title"/>
          </p:nvPr>
        </p:nvSpPr>
        <p:spPr>
          <a:xfrm>
            <a:off x="4641350" y="2377375"/>
            <a:ext cx="3790800" cy="878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9" name="Google Shape;129;p15"/>
          <p:cNvSpPr txBox="1">
            <a:spLocks noGrp="1"/>
          </p:cNvSpPr>
          <p:nvPr>
            <p:ph type="title" idx="2" hasCustomPrompt="1"/>
          </p:nvPr>
        </p:nvSpPr>
        <p:spPr>
          <a:xfrm>
            <a:off x="6780125" y="1422091"/>
            <a:ext cx="1652100" cy="9159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30" name="Google Shape;130;p15"/>
          <p:cNvSpPr txBox="1">
            <a:spLocks noGrp="1"/>
          </p:cNvSpPr>
          <p:nvPr>
            <p:ph type="subTitle" idx="1"/>
          </p:nvPr>
        </p:nvSpPr>
        <p:spPr>
          <a:xfrm>
            <a:off x="4641350" y="3314902"/>
            <a:ext cx="3790800" cy="375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1" name="Google Shape;131;p15"/>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5"/>
          <p:cNvSpPr/>
          <p:nvPr/>
        </p:nvSpPr>
        <p:spPr>
          <a:xfrm>
            <a:off x="8587325" y="3957050"/>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
    <p:spTree>
      <p:nvGrpSpPr>
        <p:cNvPr id="1" name="Shape 231"/>
        <p:cNvGrpSpPr/>
        <p:nvPr/>
      </p:nvGrpSpPr>
      <p:grpSpPr>
        <a:xfrm>
          <a:off x="0" y="0"/>
          <a:ext cx="0" cy="0"/>
          <a:chOff x="0" y="0"/>
          <a:chExt cx="0" cy="0"/>
        </a:xfrm>
      </p:grpSpPr>
      <p:sp>
        <p:nvSpPr>
          <p:cNvPr id="232" name="Google Shape;232;p23"/>
          <p:cNvSpPr/>
          <p:nvPr/>
        </p:nvSpPr>
        <p:spPr>
          <a:xfrm>
            <a:off x="-1190814" y="-484857"/>
            <a:ext cx="1944724" cy="2432477"/>
          </a:xfrm>
          <a:custGeom>
            <a:avLst/>
            <a:gdLst/>
            <a:ahLst/>
            <a:cxnLst/>
            <a:rect l="l" t="t" r="r" b="b"/>
            <a:pathLst>
              <a:path w="7690" h="9619" extrusionOk="0">
                <a:moveTo>
                  <a:pt x="1814" y="0"/>
                </a:moveTo>
                <a:cubicBezTo>
                  <a:pt x="1314" y="0"/>
                  <a:pt x="835" y="161"/>
                  <a:pt x="503" y="527"/>
                </a:cubicBezTo>
                <a:cubicBezTo>
                  <a:pt x="114" y="938"/>
                  <a:pt x="1" y="1532"/>
                  <a:pt x="29" y="2063"/>
                </a:cubicBezTo>
                <a:cubicBezTo>
                  <a:pt x="57" y="2621"/>
                  <a:pt x="234" y="3152"/>
                  <a:pt x="383" y="3683"/>
                </a:cubicBezTo>
                <a:cubicBezTo>
                  <a:pt x="913" y="5777"/>
                  <a:pt x="149" y="9017"/>
                  <a:pt x="3064" y="9547"/>
                </a:cubicBezTo>
                <a:cubicBezTo>
                  <a:pt x="3307" y="9596"/>
                  <a:pt x="3542" y="9619"/>
                  <a:pt x="3768" y="9619"/>
                </a:cubicBezTo>
                <a:cubicBezTo>
                  <a:pt x="6281" y="9619"/>
                  <a:pt x="7690" y="6774"/>
                  <a:pt x="7365" y="4418"/>
                </a:cubicBezTo>
                <a:cubicBezTo>
                  <a:pt x="7252" y="3739"/>
                  <a:pt x="6983" y="3060"/>
                  <a:pt x="6573" y="2501"/>
                </a:cubicBezTo>
                <a:cubicBezTo>
                  <a:pt x="6276" y="2119"/>
                  <a:pt x="5922" y="1822"/>
                  <a:pt x="5512" y="1589"/>
                </a:cubicBezTo>
                <a:cubicBezTo>
                  <a:pt x="5129" y="1383"/>
                  <a:pt x="4684" y="1263"/>
                  <a:pt x="4274" y="1058"/>
                </a:cubicBezTo>
                <a:cubicBezTo>
                  <a:pt x="3863" y="825"/>
                  <a:pt x="3474" y="527"/>
                  <a:pt x="3064" y="322"/>
                </a:cubicBezTo>
                <a:cubicBezTo>
                  <a:pt x="2683" y="117"/>
                  <a:pt x="2240" y="0"/>
                  <a:pt x="1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3"/>
          <p:cNvSpPr/>
          <p:nvPr/>
        </p:nvSpPr>
        <p:spPr>
          <a:xfrm rot="-3555149">
            <a:off x="8293717" y="3656862"/>
            <a:ext cx="2410819" cy="2263625"/>
          </a:xfrm>
          <a:custGeom>
            <a:avLst/>
            <a:gdLst/>
            <a:ahLst/>
            <a:cxnLst/>
            <a:rect l="l" t="t" r="r" b="b"/>
            <a:pathLst>
              <a:path w="13414" h="12595" extrusionOk="0">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4" name="Google Shape;234;p23"/>
          <p:cNvGrpSpPr/>
          <p:nvPr/>
        </p:nvGrpSpPr>
        <p:grpSpPr>
          <a:xfrm>
            <a:off x="8543915" y="4363775"/>
            <a:ext cx="360758" cy="258297"/>
            <a:chOff x="4992850" y="4345375"/>
            <a:chExt cx="607336" cy="638400"/>
          </a:xfrm>
        </p:grpSpPr>
        <p:sp>
          <p:nvSpPr>
            <p:cNvPr id="235" name="Google Shape;235;p23"/>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3"/>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7" name="Google Shape;237;p23"/>
          <p:cNvSpPr/>
          <p:nvPr/>
        </p:nvSpPr>
        <p:spPr>
          <a:xfrm>
            <a:off x="8323225" y="349900"/>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8" name="Google Shape;238;p23"/>
          <p:cNvGrpSpPr/>
          <p:nvPr/>
        </p:nvGrpSpPr>
        <p:grpSpPr>
          <a:xfrm>
            <a:off x="250497" y="2032371"/>
            <a:ext cx="234196" cy="188409"/>
            <a:chOff x="7827572" y="1634046"/>
            <a:chExt cx="234196" cy="188409"/>
          </a:xfrm>
        </p:grpSpPr>
        <p:sp>
          <p:nvSpPr>
            <p:cNvPr id="239" name="Google Shape;239;p23"/>
            <p:cNvSpPr/>
            <p:nvPr/>
          </p:nvSpPr>
          <p:spPr>
            <a:xfrm>
              <a:off x="7827572" y="1634046"/>
              <a:ext cx="122220" cy="188409"/>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3"/>
            <p:cNvSpPr/>
            <p:nvPr/>
          </p:nvSpPr>
          <p:spPr>
            <a:xfrm>
              <a:off x="7937177" y="1634046"/>
              <a:ext cx="124590" cy="188409"/>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 name="Google Shape;241;p23"/>
          <p:cNvGrpSpPr/>
          <p:nvPr/>
        </p:nvGrpSpPr>
        <p:grpSpPr>
          <a:xfrm>
            <a:off x="8606904" y="3353147"/>
            <a:ext cx="234788" cy="188409"/>
            <a:chOff x="9104754" y="2072372"/>
            <a:chExt cx="234788" cy="188409"/>
          </a:xfrm>
        </p:grpSpPr>
        <p:sp>
          <p:nvSpPr>
            <p:cNvPr id="242" name="Google Shape;242;p23"/>
            <p:cNvSpPr/>
            <p:nvPr/>
          </p:nvSpPr>
          <p:spPr>
            <a:xfrm>
              <a:off x="9214275" y="2072372"/>
              <a:ext cx="125267" cy="188409"/>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3"/>
            <p:cNvSpPr/>
            <p:nvPr/>
          </p:nvSpPr>
          <p:spPr>
            <a:xfrm>
              <a:off x="9104754" y="2072372"/>
              <a:ext cx="122220" cy="188409"/>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4" name="Google Shape;244;p23"/>
          <p:cNvSpPr/>
          <p:nvPr/>
        </p:nvSpPr>
        <p:spPr>
          <a:xfrm>
            <a:off x="223000" y="71017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46" name="Google Shape;246;p23"/>
          <p:cNvSpPr txBox="1">
            <a:spLocks noGrp="1"/>
          </p:cNvSpPr>
          <p:nvPr>
            <p:ph type="subTitle" idx="1"/>
          </p:nvPr>
        </p:nvSpPr>
        <p:spPr>
          <a:xfrm>
            <a:off x="4691954" y="3284752"/>
            <a:ext cx="3612000" cy="861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7" name="Google Shape;247;p23"/>
          <p:cNvSpPr txBox="1">
            <a:spLocks noGrp="1"/>
          </p:cNvSpPr>
          <p:nvPr>
            <p:ph type="subTitle" idx="2"/>
          </p:nvPr>
        </p:nvSpPr>
        <p:spPr>
          <a:xfrm>
            <a:off x="839975" y="3284752"/>
            <a:ext cx="3612000" cy="861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8" name="Google Shape;248;p23"/>
          <p:cNvSpPr txBox="1">
            <a:spLocks noGrp="1"/>
          </p:cNvSpPr>
          <p:nvPr>
            <p:ph type="subTitle" idx="3"/>
          </p:nvPr>
        </p:nvSpPr>
        <p:spPr>
          <a:xfrm>
            <a:off x="839975" y="2342450"/>
            <a:ext cx="3612000" cy="1010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4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49" name="Google Shape;249;p23"/>
          <p:cNvSpPr txBox="1">
            <a:spLocks noGrp="1"/>
          </p:cNvSpPr>
          <p:nvPr>
            <p:ph type="subTitle" idx="4"/>
          </p:nvPr>
        </p:nvSpPr>
        <p:spPr>
          <a:xfrm>
            <a:off x="4691972" y="2342450"/>
            <a:ext cx="3612000" cy="1010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4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50" name="Google Shape;250;p23"/>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68"/>
        <p:cNvGrpSpPr/>
        <p:nvPr/>
      </p:nvGrpSpPr>
      <p:grpSpPr>
        <a:xfrm>
          <a:off x="0" y="0"/>
          <a:ext cx="0" cy="0"/>
          <a:chOff x="0" y="0"/>
          <a:chExt cx="0" cy="0"/>
        </a:xfrm>
      </p:grpSpPr>
      <p:sp>
        <p:nvSpPr>
          <p:cNvPr id="269" name="Google Shape;269;p25"/>
          <p:cNvSpPr/>
          <p:nvPr/>
        </p:nvSpPr>
        <p:spPr>
          <a:xfrm rot="5655372">
            <a:off x="-2129157" y="3022453"/>
            <a:ext cx="3864815" cy="3745843"/>
          </a:xfrm>
          <a:custGeom>
            <a:avLst/>
            <a:gdLst/>
            <a:ahLst/>
            <a:cxnLst/>
            <a:rect l="l" t="t" r="r" b="b"/>
            <a:pathLst>
              <a:path w="34694" h="33626" extrusionOk="0">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5"/>
          <p:cNvSpPr/>
          <p:nvPr/>
        </p:nvSpPr>
        <p:spPr>
          <a:xfrm rot="-3917262">
            <a:off x="7631540" y="-1432759"/>
            <a:ext cx="3352710" cy="2977303"/>
          </a:xfrm>
          <a:custGeom>
            <a:avLst/>
            <a:gdLst/>
            <a:ahLst/>
            <a:cxnLst/>
            <a:rect l="l" t="t" r="r" b="b"/>
            <a:pathLst>
              <a:path w="34750" h="30859" extrusionOk="0">
                <a:moveTo>
                  <a:pt x="19927" y="1"/>
                </a:moveTo>
                <a:cubicBezTo>
                  <a:pt x="17317" y="1"/>
                  <a:pt x="14720" y="895"/>
                  <a:pt x="13116" y="2899"/>
                </a:cubicBezTo>
                <a:cubicBezTo>
                  <a:pt x="11970" y="4342"/>
                  <a:pt x="11440" y="6203"/>
                  <a:pt x="10492" y="7795"/>
                </a:cubicBezTo>
                <a:cubicBezTo>
                  <a:pt x="9346" y="9768"/>
                  <a:pt x="7606" y="11332"/>
                  <a:pt x="5837" y="12832"/>
                </a:cubicBezTo>
                <a:cubicBezTo>
                  <a:pt x="4542" y="13949"/>
                  <a:pt x="3184" y="15074"/>
                  <a:pt x="2208" y="16517"/>
                </a:cubicBezTo>
                <a:cubicBezTo>
                  <a:pt x="262" y="19290"/>
                  <a:pt x="1" y="23118"/>
                  <a:pt x="1472" y="26153"/>
                </a:cubicBezTo>
                <a:cubicBezTo>
                  <a:pt x="2859" y="28926"/>
                  <a:pt x="5250" y="30135"/>
                  <a:pt x="8221" y="30312"/>
                </a:cubicBezTo>
                <a:cubicBezTo>
                  <a:pt x="12027" y="30574"/>
                  <a:pt x="15826" y="30786"/>
                  <a:pt x="19632" y="30843"/>
                </a:cubicBezTo>
                <a:cubicBezTo>
                  <a:pt x="20489" y="30852"/>
                  <a:pt x="21343" y="30858"/>
                  <a:pt x="22195" y="30858"/>
                </a:cubicBezTo>
                <a:cubicBezTo>
                  <a:pt x="23952" y="30858"/>
                  <a:pt x="25703" y="30832"/>
                  <a:pt x="27470" y="30751"/>
                </a:cubicBezTo>
                <a:cubicBezTo>
                  <a:pt x="29126" y="30666"/>
                  <a:pt x="30894" y="30517"/>
                  <a:pt x="32246" y="29577"/>
                </a:cubicBezTo>
                <a:cubicBezTo>
                  <a:pt x="34042" y="28339"/>
                  <a:pt x="34750" y="25976"/>
                  <a:pt x="34488" y="23825"/>
                </a:cubicBezTo>
                <a:cubicBezTo>
                  <a:pt x="34219" y="21703"/>
                  <a:pt x="33102" y="19757"/>
                  <a:pt x="31863" y="17989"/>
                </a:cubicBezTo>
                <a:cubicBezTo>
                  <a:pt x="31099" y="16899"/>
                  <a:pt x="30243" y="15866"/>
                  <a:pt x="29656" y="14657"/>
                </a:cubicBezTo>
                <a:cubicBezTo>
                  <a:pt x="28680" y="12683"/>
                  <a:pt x="28447" y="10476"/>
                  <a:pt x="28029" y="8325"/>
                </a:cubicBezTo>
                <a:cubicBezTo>
                  <a:pt x="27591" y="6111"/>
                  <a:pt x="27675" y="3727"/>
                  <a:pt x="25971" y="1986"/>
                </a:cubicBezTo>
                <a:cubicBezTo>
                  <a:pt x="25058" y="1039"/>
                  <a:pt x="23728" y="543"/>
                  <a:pt x="22433" y="274"/>
                </a:cubicBezTo>
                <a:cubicBezTo>
                  <a:pt x="21619" y="95"/>
                  <a:pt x="20772" y="1"/>
                  <a:pt x="199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5"/>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2" name="Google Shape;272;p25"/>
          <p:cNvGrpSpPr/>
          <p:nvPr/>
        </p:nvGrpSpPr>
        <p:grpSpPr>
          <a:xfrm>
            <a:off x="124215" y="3908450"/>
            <a:ext cx="360758" cy="258297"/>
            <a:chOff x="4992850" y="4345375"/>
            <a:chExt cx="607336" cy="638400"/>
          </a:xfrm>
        </p:grpSpPr>
        <p:sp>
          <p:nvSpPr>
            <p:cNvPr id="273" name="Google Shape;273;p25"/>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5"/>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5" name="Google Shape;275;p25"/>
          <p:cNvSpPr/>
          <p:nvPr/>
        </p:nvSpPr>
        <p:spPr>
          <a:xfrm>
            <a:off x="424525" y="2971075"/>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6" name="Google Shape;276;p25"/>
          <p:cNvGrpSpPr/>
          <p:nvPr/>
        </p:nvGrpSpPr>
        <p:grpSpPr>
          <a:xfrm>
            <a:off x="8546697" y="4473421"/>
            <a:ext cx="234196" cy="188409"/>
            <a:chOff x="5151797" y="479071"/>
            <a:chExt cx="234196" cy="188409"/>
          </a:xfrm>
        </p:grpSpPr>
        <p:sp>
          <p:nvSpPr>
            <p:cNvPr id="277" name="Google Shape;277;p25"/>
            <p:cNvSpPr/>
            <p:nvPr/>
          </p:nvSpPr>
          <p:spPr>
            <a:xfrm>
              <a:off x="5151797" y="479071"/>
              <a:ext cx="122220" cy="188409"/>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5"/>
            <p:cNvSpPr/>
            <p:nvPr/>
          </p:nvSpPr>
          <p:spPr>
            <a:xfrm>
              <a:off x="5261402" y="479071"/>
              <a:ext cx="124590" cy="188409"/>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9" name="Google Shape;279;p25"/>
          <p:cNvGrpSpPr/>
          <p:nvPr/>
        </p:nvGrpSpPr>
        <p:grpSpPr>
          <a:xfrm>
            <a:off x="8573904" y="256622"/>
            <a:ext cx="234788" cy="188409"/>
            <a:chOff x="6428979" y="917397"/>
            <a:chExt cx="234788" cy="188409"/>
          </a:xfrm>
        </p:grpSpPr>
        <p:sp>
          <p:nvSpPr>
            <p:cNvPr id="280" name="Google Shape;280;p25"/>
            <p:cNvSpPr/>
            <p:nvPr/>
          </p:nvSpPr>
          <p:spPr>
            <a:xfrm>
              <a:off x="6538500" y="917397"/>
              <a:ext cx="125267" cy="188409"/>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5"/>
            <p:cNvSpPr/>
            <p:nvPr/>
          </p:nvSpPr>
          <p:spPr>
            <a:xfrm>
              <a:off x="6428979" y="917397"/>
              <a:ext cx="122220" cy="188409"/>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2" name="Google Shape;282;p25"/>
          <p:cNvSpPr/>
          <p:nvPr/>
        </p:nvSpPr>
        <p:spPr>
          <a:xfrm>
            <a:off x="8546700" y="178947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84" name="Google Shape;284;p25"/>
          <p:cNvSpPr txBox="1">
            <a:spLocks noGrp="1"/>
          </p:cNvSpPr>
          <p:nvPr>
            <p:ph type="subTitle" idx="1"/>
          </p:nvPr>
        </p:nvSpPr>
        <p:spPr>
          <a:xfrm>
            <a:off x="937625" y="2511574"/>
            <a:ext cx="2175300" cy="859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5" name="Google Shape;285;p25"/>
          <p:cNvSpPr txBox="1">
            <a:spLocks noGrp="1"/>
          </p:cNvSpPr>
          <p:nvPr>
            <p:ph type="subTitle" idx="2"/>
          </p:nvPr>
        </p:nvSpPr>
        <p:spPr>
          <a:xfrm>
            <a:off x="3484347" y="2511574"/>
            <a:ext cx="2175300" cy="859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6" name="Google Shape;286;p25"/>
          <p:cNvSpPr txBox="1">
            <a:spLocks noGrp="1"/>
          </p:cNvSpPr>
          <p:nvPr>
            <p:ph type="subTitle" idx="3"/>
          </p:nvPr>
        </p:nvSpPr>
        <p:spPr>
          <a:xfrm>
            <a:off x="6031075" y="2511574"/>
            <a:ext cx="2175300" cy="859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7" name="Google Shape;287;p25"/>
          <p:cNvSpPr txBox="1">
            <a:spLocks noGrp="1"/>
          </p:cNvSpPr>
          <p:nvPr>
            <p:ph type="subTitle" idx="4"/>
          </p:nvPr>
        </p:nvSpPr>
        <p:spPr>
          <a:xfrm>
            <a:off x="937625" y="2037322"/>
            <a:ext cx="2175300" cy="498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8" name="Google Shape;288;p25"/>
          <p:cNvSpPr txBox="1">
            <a:spLocks noGrp="1"/>
          </p:cNvSpPr>
          <p:nvPr>
            <p:ph type="subTitle" idx="5"/>
          </p:nvPr>
        </p:nvSpPr>
        <p:spPr>
          <a:xfrm>
            <a:off x="3484350" y="2037322"/>
            <a:ext cx="2175300" cy="498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9" name="Google Shape;289;p25"/>
          <p:cNvSpPr txBox="1">
            <a:spLocks noGrp="1"/>
          </p:cNvSpPr>
          <p:nvPr>
            <p:ph type="subTitle" idx="6"/>
          </p:nvPr>
        </p:nvSpPr>
        <p:spPr>
          <a:xfrm>
            <a:off x="6031075" y="2037322"/>
            <a:ext cx="2175300" cy="498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our columns 1">
  <p:cSld name="CUSTOM_5_1">
    <p:spTree>
      <p:nvGrpSpPr>
        <p:cNvPr id="1" name="Shape 314"/>
        <p:cNvGrpSpPr/>
        <p:nvPr/>
      </p:nvGrpSpPr>
      <p:grpSpPr>
        <a:xfrm>
          <a:off x="0" y="0"/>
          <a:ext cx="0" cy="0"/>
          <a:chOff x="0" y="0"/>
          <a:chExt cx="0" cy="0"/>
        </a:xfrm>
      </p:grpSpPr>
      <p:sp>
        <p:nvSpPr>
          <p:cNvPr id="315" name="Google Shape;315;p27"/>
          <p:cNvSpPr/>
          <p:nvPr/>
        </p:nvSpPr>
        <p:spPr>
          <a:xfrm>
            <a:off x="8432226" y="-375650"/>
            <a:ext cx="1395293" cy="1745295"/>
          </a:xfrm>
          <a:custGeom>
            <a:avLst/>
            <a:gdLst/>
            <a:ahLst/>
            <a:cxnLst/>
            <a:rect l="l" t="t" r="r" b="b"/>
            <a:pathLst>
              <a:path w="7690" h="9619" extrusionOk="0">
                <a:moveTo>
                  <a:pt x="1814" y="0"/>
                </a:moveTo>
                <a:cubicBezTo>
                  <a:pt x="1314" y="0"/>
                  <a:pt x="835" y="161"/>
                  <a:pt x="503" y="527"/>
                </a:cubicBezTo>
                <a:cubicBezTo>
                  <a:pt x="114" y="938"/>
                  <a:pt x="1" y="1532"/>
                  <a:pt x="29" y="2063"/>
                </a:cubicBezTo>
                <a:cubicBezTo>
                  <a:pt x="57" y="2621"/>
                  <a:pt x="234" y="3152"/>
                  <a:pt x="383" y="3683"/>
                </a:cubicBezTo>
                <a:cubicBezTo>
                  <a:pt x="913" y="5777"/>
                  <a:pt x="149" y="9017"/>
                  <a:pt x="3064" y="9547"/>
                </a:cubicBezTo>
                <a:cubicBezTo>
                  <a:pt x="3307" y="9596"/>
                  <a:pt x="3542" y="9619"/>
                  <a:pt x="3768" y="9619"/>
                </a:cubicBezTo>
                <a:cubicBezTo>
                  <a:pt x="6281" y="9619"/>
                  <a:pt x="7690" y="6774"/>
                  <a:pt x="7365" y="4418"/>
                </a:cubicBezTo>
                <a:cubicBezTo>
                  <a:pt x="7252" y="3739"/>
                  <a:pt x="6983" y="3060"/>
                  <a:pt x="6573" y="2501"/>
                </a:cubicBezTo>
                <a:cubicBezTo>
                  <a:pt x="6276" y="2119"/>
                  <a:pt x="5922" y="1822"/>
                  <a:pt x="5512" y="1589"/>
                </a:cubicBezTo>
                <a:cubicBezTo>
                  <a:pt x="5129" y="1383"/>
                  <a:pt x="4684" y="1263"/>
                  <a:pt x="4274" y="1058"/>
                </a:cubicBezTo>
                <a:cubicBezTo>
                  <a:pt x="3863" y="825"/>
                  <a:pt x="3474" y="527"/>
                  <a:pt x="3064" y="322"/>
                </a:cubicBezTo>
                <a:cubicBezTo>
                  <a:pt x="2683" y="117"/>
                  <a:pt x="2240" y="0"/>
                  <a:pt x="1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7"/>
          <p:cNvSpPr/>
          <p:nvPr/>
        </p:nvSpPr>
        <p:spPr>
          <a:xfrm rot="-3555079">
            <a:off x="-738071" y="2310738"/>
            <a:ext cx="1257907" cy="1181115"/>
          </a:xfrm>
          <a:custGeom>
            <a:avLst/>
            <a:gdLst/>
            <a:ahLst/>
            <a:cxnLst/>
            <a:rect l="l" t="t" r="r" b="b"/>
            <a:pathLst>
              <a:path w="13414" h="12595" extrusionOk="0">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7" name="Google Shape;317;p27"/>
          <p:cNvGrpSpPr/>
          <p:nvPr/>
        </p:nvGrpSpPr>
        <p:grpSpPr>
          <a:xfrm>
            <a:off x="8788054" y="1644572"/>
            <a:ext cx="234788" cy="188409"/>
            <a:chOff x="6428979" y="917397"/>
            <a:chExt cx="234788" cy="188409"/>
          </a:xfrm>
        </p:grpSpPr>
        <p:sp>
          <p:nvSpPr>
            <p:cNvPr id="318" name="Google Shape;318;p27"/>
            <p:cNvSpPr/>
            <p:nvPr/>
          </p:nvSpPr>
          <p:spPr>
            <a:xfrm>
              <a:off x="6538500" y="917397"/>
              <a:ext cx="125267" cy="188409"/>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7"/>
            <p:cNvSpPr/>
            <p:nvPr/>
          </p:nvSpPr>
          <p:spPr>
            <a:xfrm>
              <a:off x="6428979" y="917397"/>
              <a:ext cx="122220" cy="188409"/>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0" name="Google Shape;320;p27"/>
          <p:cNvSpPr/>
          <p:nvPr/>
        </p:nvSpPr>
        <p:spPr>
          <a:xfrm>
            <a:off x="8760850" y="85412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7"/>
          <p:cNvSpPr/>
          <p:nvPr/>
        </p:nvSpPr>
        <p:spPr>
          <a:xfrm>
            <a:off x="81150" y="2708188"/>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23" name="Google Shape;323;p27"/>
          <p:cNvSpPr txBox="1">
            <a:spLocks noGrp="1"/>
          </p:cNvSpPr>
          <p:nvPr>
            <p:ph type="subTitle" idx="1"/>
          </p:nvPr>
        </p:nvSpPr>
        <p:spPr>
          <a:xfrm>
            <a:off x="1618113" y="1561615"/>
            <a:ext cx="4040700" cy="348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4" name="Google Shape;324;p27"/>
          <p:cNvSpPr txBox="1">
            <a:spLocks noGrp="1"/>
          </p:cNvSpPr>
          <p:nvPr>
            <p:ph type="subTitle" idx="2"/>
          </p:nvPr>
        </p:nvSpPr>
        <p:spPr>
          <a:xfrm>
            <a:off x="1618120" y="2458540"/>
            <a:ext cx="4040700" cy="348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5" name="Google Shape;325;p27"/>
          <p:cNvSpPr txBox="1">
            <a:spLocks noGrp="1"/>
          </p:cNvSpPr>
          <p:nvPr>
            <p:ph type="subTitle" idx="3"/>
          </p:nvPr>
        </p:nvSpPr>
        <p:spPr>
          <a:xfrm>
            <a:off x="1618113" y="3355465"/>
            <a:ext cx="4040700" cy="348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6" name="Google Shape;326;p27"/>
          <p:cNvSpPr txBox="1">
            <a:spLocks noGrp="1"/>
          </p:cNvSpPr>
          <p:nvPr>
            <p:ph type="subTitle" idx="4"/>
          </p:nvPr>
        </p:nvSpPr>
        <p:spPr>
          <a:xfrm>
            <a:off x="1618120" y="4252390"/>
            <a:ext cx="4040700" cy="348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7" name="Google Shape;327;p27"/>
          <p:cNvSpPr txBox="1">
            <a:spLocks noGrp="1"/>
          </p:cNvSpPr>
          <p:nvPr>
            <p:ph type="subTitle" idx="5"/>
          </p:nvPr>
        </p:nvSpPr>
        <p:spPr>
          <a:xfrm>
            <a:off x="1618113" y="1317250"/>
            <a:ext cx="4040700" cy="399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8" name="Google Shape;328;p27"/>
          <p:cNvSpPr txBox="1">
            <a:spLocks noGrp="1"/>
          </p:cNvSpPr>
          <p:nvPr>
            <p:ph type="subTitle" idx="6"/>
          </p:nvPr>
        </p:nvSpPr>
        <p:spPr>
          <a:xfrm>
            <a:off x="1618113" y="3111217"/>
            <a:ext cx="4040700" cy="399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9" name="Google Shape;329;p27"/>
          <p:cNvSpPr txBox="1">
            <a:spLocks noGrp="1"/>
          </p:cNvSpPr>
          <p:nvPr>
            <p:ph type="subTitle" idx="7"/>
          </p:nvPr>
        </p:nvSpPr>
        <p:spPr>
          <a:xfrm>
            <a:off x="1618113" y="2214233"/>
            <a:ext cx="4040700" cy="399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30" name="Google Shape;330;p27"/>
          <p:cNvSpPr txBox="1">
            <a:spLocks noGrp="1"/>
          </p:cNvSpPr>
          <p:nvPr>
            <p:ph type="subTitle" idx="8"/>
          </p:nvPr>
        </p:nvSpPr>
        <p:spPr>
          <a:xfrm>
            <a:off x="1618113" y="4008200"/>
            <a:ext cx="4040700" cy="399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31" name="Google Shape;331;p27"/>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360"/>
        <p:cNvGrpSpPr/>
        <p:nvPr/>
      </p:nvGrpSpPr>
      <p:grpSpPr>
        <a:xfrm>
          <a:off x="0" y="0"/>
          <a:ext cx="0" cy="0"/>
          <a:chOff x="0" y="0"/>
          <a:chExt cx="0" cy="0"/>
        </a:xfrm>
      </p:grpSpPr>
      <p:sp>
        <p:nvSpPr>
          <p:cNvPr id="361" name="Google Shape;361;p29"/>
          <p:cNvSpPr txBox="1">
            <a:spLocks noGrp="1"/>
          </p:cNvSpPr>
          <p:nvPr>
            <p:ph type="title" hasCustomPrompt="1"/>
          </p:nvPr>
        </p:nvSpPr>
        <p:spPr>
          <a:xfrm>
            <a:off x="713225" y="628300"/>
            <a:ext cx="38586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45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62" name="Google Shape;362;p29"/>
          <p:cNvSpPr txBox="1">
            <a:spLocks noGrp="1"/>
          </p:cNvSpPr>
          <p:nvPr>
            <p:ph type="subTitle" idx="1"/>
          </p:nvPr>
        </p:nvSpPr>
        <p:spPr>
          <a:xfrm>
            <a:off x="713225" y="1324884"/>
            <a:ext cx="3858600" cy="311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363" name="Google Shape;363;p29"/>
          <p:cNvSpPr txBox="1">
            <a:spLocks noGrp="1"/>
          </p:cNvSpPr>
          <p:nvPr>
            <p:ph type="title" idx="2" hasCustomPrompt="1"/>
          </p:nvPr>
        </p:nvSpPr>
        <p:spPr>
          <a:xfrm>
            <a:off x="713225" y="2056763"/>
            <a:ext cx="38586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45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64" name="Google Shape;364;p29"/>
          <p:cNvSpPr txBox="1">
            <a:spLocks noGrp="1"/>
          </p:cNvSpPr>
          <p:nvPr>
            <p:ph type="subTitle" idx="3"/>
          </p:nvPr>
        </p:nvSpPr>
        <p:spPr>
          <a:xfrm>
            <a:off x="713225" y="2753343"/>
            <a:ext cx="3858600" cy="311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365" name="Google Shape;365;p29"/>
          <p:cNvSpPr txBox="1">
            <a:spLocks noGrp="1"/>
          </p:cNvSpPr>
          <p:nvPr>
            <p:ph type="title" idx="4" hasCustomPrompt="1"/>
          </p:nvPr>
        </p:nvSpPr>
        <p:spPr>
          <a:xfrm>
            <a:off x="713225" y="3485225"/>
            <a:ext cx="38586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45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66" name="Google Shape;366;p29"/>
          <p:cNvSpPr txBox="1">
            <a:spLocks noGrp="1"/>
          </p:cNvSpPr>
          <p:nvPr>
            <p:ph type="subTitle" idx="5"/>
          </p:nvPr>
        </p:nvSpPr>
        <p:spPr>
          <a:xfrm>
            <a:off x="713225" y="4181816"/>
            <a:ext cx="3858600" cy="311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367" name="Google Shape;367;p29"/>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8" name="Google Shape;368;p29"/>
          <p:cNvGrpSpPr/>
          <p:nvPr/>
        </p:nvGrpSpPr>
        <p:grpSpPr>
          <a:xfrm>
            <a:off x="158590" y="3781550"/>
            <a:ext cx="360758" cy="258297"/>
            <a:chOff x="4992850" y="4345375"/>
            <a:chExt cx="607336" cy="638400"/>
          </a:xfrm>
        </p:grpSpPr>
        <p:sp>
          <p:nvSpPr>
            <p:cNvPr id="369" name="Google Shape;369;p29"/>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9"/>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1" name="Google Shape;371;p29"/>
          <p:cNvSpPr/>
          <p:nvPr/>
        </p:nvSpPr>
        <p:spPr>
          <a:xfrm>
            <a:off x="7390700" y="281200"/>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2" name="Google Shape;372;p29"/>
          <p:cNvGrpSpPr/>
          <p:nvPr/>
        </p:nvGrpSpPr>
        <p:grpSpPr>
          <a:xfrm>
            <a:off x="285147" y="814196"/>
            <a:ext cx="234196" cy="188409"/>
            <a:chOff x="5151797" y="479071"/>
            <a:chExt cx="234196" cy="188409"/>
          </a:xfrm>
        </p:grpSpPr>
        <p:sp>
          <p:nvSpPr>
            <p:cNvPr id="373" name="Google Shape;373;p29"/>
            <p:cNvSpPr/>
            <p:nvPr/>
          </p:nvSpPr>
          <p:spPr>
            <a:xfrm>
              <a:off x="5151797" y="479071"/>
              <a:ext cx="122220" cy="188409"/>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9"/>
            <p:cNvSpPr/>
            <p:nvPr/>
          </p:nvSpPr>
          <p:spPr>
            <a:xfrm>
              <a:off x="5261402" y="479071"/>
              <a:ext cx="124590" cy="188409"/>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5" name="Google Shape;375;p29"/>
          <p:cNvSpPr/>
          <p:nvPr/>
        </p:nvSpPr>
        <p:spPr>
          <a:xfrm>
            <a:off x="8573950" y="883600"/>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401"/>
        <p:cNvGrpSpPr/>
        <p:nvPr/>
      </p:nvGrpSpPr>
      <p:grpSpPr>
        <a:xfrm>
          <a:off x="0" y="0"/>
          <a:ext cx="0" cy="0"/>
          <a:chOff x="0" y="0"/>
          <a:chExt cx="0" cy="0"/>
        </a:xfrm>
      </p:grpSpPr>
      <p:sp>
        <p:nvSpPr>
          <p:cNvPr id="402" name="Google Shape;402;p31"/>
          <p:cNvSpPr txBox="1">
            <a:spLocks noGrp="1"/>
          </p:cNvSpPr>
          <p:nvPr>
            <p:ph type="title"/>
          </p:nvPr>
        </p:nvSpPr>
        <p:spPr>
          <a:xfrm>
            <a:off x="713258" y="736593"/>
            <a:ext cx="38586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03" name="Google Shape;403;p31"/>
          <p:cNvSpPr txBox="1">
            <a:spLocks noGrp="1"/>
          </p:cNvSpPr>
          <p:nvPr>
            <p:ph type="subTitle" idx="1"/>
          </p:nvPr>
        </p:nvSpPr>
        <p:spPr>
          <a:xfrm>
            <a:off x="713225" y="1775309"/>
            <a:ext cx="3858600" cy="10587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04" name="Google Shape;404;p31"/>
          <p:cNvSpPr txBox="1"/>
          <p:nvPr/>
        </p:nvSpPr>
        <p:spPr>
          <a:xfrm>
            <a:off x="713225" y="3521150"/>
            <a:ext cx="3858600" cy="7419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b="1">
                <a:solidFill>
                  <a:schemeClr val="dk1"/>
                </a:solidFill>
                <a:latin typeface="Lato"/>
                <a:ea typeface="Lato"/>
                <a:cs typeface="Lato"/>
                <a:sym typeface="Lato"/>
              </a:rPr>
              <a:t>CREDITS:</a:t>
            </a:r>
            <a:r>
              <a:rPr lang="en" sz="1200">
                <a:solidFill>
                  <a:schemeClr val="dk1"/>
                </a:solidFill>
                <a:latin typeface="Lato"/>
                <a:ea typeface="Lato"/>
                <a:cs typeface="Lato"/>
                <a:sym typeface="Lato"/>
              </a:rPr>
              <a:t> This presentation template was created by </a:t>
            </a:r>
            <a:r>
              <a:rPr lang="en" sz="1200" b="1" u="sng">
                <a:solidFill>
                  <a:schemeClr val="hlink"/>
                </a:solidFill>
                <a:latin typeface="Lato"/>
                <a:ea typeface="Lato"/>
                <a:cs typeface="Lato"/>
                <a:sym typeface="Lato"/>
                <a:hlinkClick r:id="rId2"/>
              </a:rPr>
              <a:t>Slidesgo</a:t>
            </a:r>
            <a:r>
              <a:rPr lang="en" sz="1200">
                <a:solidFill>
                  <a:schemeClr val="dk1"/>
                </a:solidFill>
                <a:latin typeface="Lato"/>
                <a:ea typeface="Lato"/>
                <a:cs typeface="Lato"/>
                <a:sym typeface="Lato"/>
              </a:rPr>
              <a:t>, and includes icons by </a:t>
            </a:r>
            <a:r>
              <a:rPr lang="en" sz="1200" b="1" u="sng">
                <a:solidFill>
                  <a:schemeClr val="dk1"/>
                </a:solidFill>
                <a:latin typeface="Lato"/>
                <a:ea typeface="Lato"/>
                <a:cs typeface="Lato"/>
                <a:sym typeface="Lato"/>
                <a:hlinkClick r:id="rId3">
                  <a:extLst>
                    <a:ext uri="{A12FA001-AC4F-418D-AE19-62706E023703}">
                      <ahyp:hlinkClr xmlns:ahyp="http://schemas.microsoft.com/office/drawing/2018/hyperlinkcolor" val="tx"/>
                    </a:ext>
                  </a:extLst>
                </a:hlinkClick>
              </a:rPr>
              <a:t>Flaticon</a:t>
            </a:r>
            <a:r>
              <a:rPr lang="en" sz="1200">
                <a:solidFill>
                  <a:schemeClr val="dk1"/>
                </a:solidFill>
                <a:latin typeface="Lato"/>
                <a:ea typeface="Lato"/>
                <a:cs typeface="Lato"/>
                <a:sym typeface="Lato"/>
              </a:rPr>
              <a:t>, and infographics &amp; images by </a:t>
            </a:r>
            <a:r>
              <a:rPr lang="en" sz="1200" b="1" u="sng">
                <a:solidFill>
                  <a:schemeClr val="dk1"/>
                </a:solidFill>
                <a:latin typeface="Lato"/>
                <a:ea typeface="Lato"/>
                <a:cs typeface="Lato"/>
                <a:sym typeface="Lato"/>
                <a:hlinkClick r:id="rId4">
                  <a:extLst>
                    <a:ext uri="{A12FA001-AC4F-418D-AE19-62706E023703}">
                      <ahyp:hlinkClr xmlns:ahyp="http://schemas.microsoft.com/office/drawing/2018/hyperlinkcolor" val="tx"/>
                    </a:ext>
                  </a:extLst>
                </a:hlinkClick>
              </a:rPr>
              <a:t>Freepik</a:t>
            </a:r>
            <a:r>
              <a:rPr lang="en" sz="1200" u="sng">
                <a:solidFill>
                  <a:schemeClr val="dk1"/>
                </a:solidFill>
                <a:latin typeface="Lato"/>
                <a:ea typeface="Lato"/>
                <a:cs typeface="Lato"/>
                <a:sym typeface="Lato"/>
              </a:rPr>
              <a:t> </a:t>
            </a:r>
            <a:endParaRPr sz="1200" b="1" u="sng">
              <a:solidFill>
                <a:schemeClr val="dk1"/>
              </a:solidFill>
              <a:latin typeface="Lato"/>
              <a:ea typeface="Lato"/>
              <a:cs typeface="Lato"/>
              <a:sym typeface="Lato"/>
            </a:endParaRPr>
          </a:p>
        </p:txBody>
      </p:sp>
      <p:sp>
        <p:nvSpPr>
          <p:cNvPr id="405" name="Google Shape;405;p31"/>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06"/>
        <p:cNvGrpSpPr/>
        <p:nvPr/>
      </p:nvGrpSpPr>
      <p:grpSpPr>
        <a:xfrm>
          <a:off x="0" y="0"/>
          <a:ext cx="0" cy="0"/>
          <a:chOff x="0" y="0"/>
          <a:chExt cx="0" cy="0"/>
        </a:xfrm>
      </p:grpSpPr>
      <p:sp>
        <p:nvSpPr>
          <p:cNvPr id="407" name="Google Shape;407;p32"/>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408"/>
        <p:cNvGrpSpPr/>
        <p:nvPr/>
      </p:nvGrpSpPr>
      <p:grpSpPr>
        <a:xfrm>
          <a:off x="0" y="0"/>
          <a:ext cx="0" cy="0"/>
          <a:chOff x="0" y="0"/>
          <a:chExt cx="0" cy="0"/>
        </a:xfrm>
      </p:grpSpPr>
      <p:sp>
        <p:nvSpPr>
          <p:cNvPr id="409" name="Google Shape;409;p33"/>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p:cNvSpPr/>
          <p:nvPr/>
        </p:nvSpPr>
        <p:spPr>
          <a:xfrm rot="3555162" flipH="1">
            <a:off x="-993615" y="620242"/>
            <a:ext cx="1625808" cy="1526544"/>
          </a:xfrm>
          <a:custGeom>
            <a:avLst/>
            <a:gdLst/>
            <a:ahLst/>
            <a:cxnLst/>
            <a:rect l="l" t="t" r="r" b="b"/>
            <a:pathLst>
              <a:path w="13414" h="12595" extrusionOk="0">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3"/>
          <p:cNvSpPr/>
          <p:nvPr/>
        </p:nvSpPr>
        <p:spPr>
          <a:xfrm flipH="1">
            <a:off x="8511080" y="2803089"/>
            <a:ext cx="2259360" cy="2189809"/>
          </a:xfrm>
          <a:custGeom>
            <a:avLst/>
            <a:gdLst/>
            <a:ahLst/>
            <a:cxnLst/>
            <a:rect l="l" t="t" r="r" b="b"/>
            <a:pathLst>
              <a:path w="34694" h="33626" extrusionOk="0">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3"/>
          <p:cNvSpPr/>
          <p:nvPr/>
        </p:nvSpPr>
        <p:spPr>
          <a:xfrm flipH="1">
            <a:off x="325220" y="2624500"/>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3" name="Google Shape;413;p33"/>
          <p:cNvGrpSpPr/>
          <p:nvPr/>
        </p:nvGrpSpPr>
        <p:grpSpPr>
          <a:xfrm>
            <a:off x="8511086" y="618472"/>
            <a:ext cx="367931" cy="258303"/>
            <a:chOff x="4935811" y="4414372"/>
            <a:chExt cx="367931" cy="258303"/>
          </a:xfrm>
        </p:grpSpPr>
        <p:sp>
          <p:nvSpPr>
            <p:cNvPr id="414" name="Google Shape;414;p33"/>
            <p:cNvSpPr/>
            <p:nvPr/>
          </p:nvSpPr>
          <p:spPr>
            <a:xfrm flipH="1">
              <a:off x="5169642" y="4414375"/>
              <a:ext cx="134100" cy="258300"/>
            </a:xfrm>
            <a:prstGeom prst="leftBrace">
              <a:avLst>
                <a:gd name="adj1" fmla="val 2174"/>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3"/>
            <p:cNvSpPr/>
            <p:nvPr/>
          </p:nvSpPr>
          <p:spPr>
            <a:xfrm rot="10800000" flipH="1">
              <a:off x="4935811" y="4414372"/>
              <a:ext cx="134100" cy="258300"/>
            </a:xfrm>
            <a:prstGeom prst="leftBrace">
              <a:avLst>
                <a:gd name="adj1" fmla="val 2174"/>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6" name="Google Shape;416;p33"/>
          <p:cNvSpPr/>
          <p:nvPr/>
        </p:nvSpPr>
        <p:spPr>
          <a:xfrm flipH="1">
            <a:off x="239095" y="3810950"/>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7" name="Google Shape;417;p33"/>
          <p:cNvGrpSpPr/>
          <p:nvPr/>
        </p:nvGrpSpPr>
        <p:grpSpPr>
          <a:xfrm>
            <a:off x="184447" y="1289308"/>
            <a:ext cx="234196" cy="188409"/>
            <a:chOff x="368022" y="616196"/>
            <a:chExt cx="234196" cy="188409"/>
          </a:xfrm>
        </p:grpSpPr>
        <p:sp>
          <p:nvSpPr>
            <p:cNvPr id="418" name="Google Shape;418;p33"/>
            <p:cNvSpPr/>
            <p:nvPr/>
          </p:nvSpPr>
          <p:spPr>
            <a:xfrm>
              <a:off x="368022" y="616196"/>
              <a:ext cx="122220" cy="188409"/>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3"/>
            <p:cNvSpPr/>
            <p:nvPr/>
          </p:nvSpPr>
          <p:spPr>
            <a:xfrm>
              <a:off x="477627" y="616196"/>
              <a:ext cx="124590" cy="188409"/>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0" name="Google Shape;420;p33"/>
          <p:cNvGrpSpPr/>
          <p:nvPr/>
        </p:nvGrpSpPr>
        <p:grpSpPr>
          <a:xfrm>
            <a:off x="8763527" y="3267172"/>
            <a:ext cx="234788" cy="188409"/>
            <a:chOff x="8551627" y="4274197"/>
            <a:chExt cx="234788" cy="188409"/>
          </a:xfrm>
        </p:grpSpPr>
        <p:sp>
          <p:nvSpPr>
            <p:cNvPr id="421" name="Google Shape;421;p33"/>
            <p:cNvSpPr/>
            <p:nvPr/>
          </p:nvSpPr>
          <p:spPr>
            <a:xfrm>
              <a:off x="8661148" y="4274197"/>
              <a:ext cx="125267" cy="188409"/>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p:cNvSpPr/>
            <p:nvPr/>
          </p:nvSpPr>
          <p:spPr>
            <a:xfrm>
              <a:off x="8551627" y="4274197"/>
              <a:ext cx="122220" cy="188409"/>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62"/>
        <p:cNvGrpSpPr/>
        <p:nvPr/>
      </p:nvGrpSpPr>
      <p:grpSpPr>
        <a:xfrm>
          <a:off x="0" y="0"/>
          <a:ext cx="0" cy="0"/>
          <a:chOff x="0" y="0"/>
          <a:chExt cx="0" cy="0"/>
        </a:xfrm>
      </p:grpSpPr>
      <p:sp>
        <p:nvSpPr>
          <p:cNvPr id="163" name="Google Shape;163;p18"/>
          <p:cNvSpPr/>
          <p:nvPr/>
        </p:nvSpPr>
        <p:spPr>
          <a:xfrm rot="-3555120">
            <a:off x="8386891" y="372220"/>
            <a:ext cx="1858693" cy="1745210"/>
          </a:xfrm>
          <a:custGeom>
            <a:avLst/>
            <a:gdLst/>
            <a:ahLst/>
            <a:cxnLst/>
            <a:rect l="l" t="t" r="r" b="b"/>
            <a:pathLst>
              <a:path w="13414" h="12595" extrusionOk="0">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4" name="Google Shape;164;p18"/>
          <p:cNvGrpSpPr/>
          <p:nvPr/>
        </p:nvGrpSpPr>
        <p:grpSpPr>
          <a:xfrm>
            <a:off x="168465" y="2165325"/>
            <a:ext cx="360758" cy="258297"/>
            <a:chOff x="4992850" y="4345375"/>
            <a:chExt cx="607336" cy="638400"/>
          </a:xfrm>
        </p:grpSpPr>
        <p:sp>
          <p:nvSpPr>
            <p:cNvPr id="165" name="Google Shape;165;p18"/>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8"/>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 name="Google Shape;167;p18"/>
          <p:cNvSpPr/>
          <p:nvPr/>
        </p:nvSpPr>
        <p:spPr>
          <a:xfrm>
            <a:off x="8323225" y="349900"/>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8" name="Google Shape;168;p18"/>
          <p:cNvGrpSpPr/>
          <p:nvPr/>
        </p:nvGrpSpPr>
        <p:grpSpPr>
          <a:xfrm>
            <a:off x="8774879" y="1616797"/>
            <a:ext cx="234788" cy="188409"/>
            <a:chOff x="6428979" y="917397"/>
            <a:chExt cx="234788" cy="188409"/>
          </a:xfrm>
        </p:grpSpPr>
        <p:sp>
          <p:nvSpPr>
            <p:cNvPr id="169" name="Google Shape;169;p18"/>
            <p:cNvSpPr/>
            <p:nvPr/>
          </p:nvSpPr>
          <p:spPr>
            <a:xfrm>
              <a:off x="6538500" y="917397"/>
              <a:ext cx="125267" cy="188409"/>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8"/>
            <p:cNvSpPr/>
            <p:nvPr/>
          </p:nvSpPr>
          <p:spPr>
            <a:xfrm>
              <a:off x="6428979" y="917397"/>
              <a:ext cx="122220" cy="188409"/>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 name="Google Shape;171;p18"/>
          <p:cNvSpPr/>
          <p:nvPr/>
        </p:nvSpPr>
        <p:spPr>
          <a:xfrm>
            <a:off x="-1459469" y="3672639"/>
            <a:ext cx="2394769" cy="1973794"/>
          </a:xfrm>
          <a:custGeom>
            <a:avLst/>
            <a:gdLst/>
            <a:ahLst/>
            <a:cxnLst/>
            <a:rect l="l" t="t" r="r" b="b"/>
            <a:pathLst>
              <a:path w="42568" h="35085" extrusionOk="0">
                <a:moveTo>
                  <a:pt x="28184" y="1"/>
                </a:moveTo>
                <a:cubicBezTo>
                  <a:pt x="27147" y="1"/>
                  <a:pt x="26108" y="74"/>
                  <a:pt x="25087" y="208"/>
                </a:cubicBezTo>
                <a:cubicBezTo>
                  <a:pt x="23049" y="477"/>
                  <a:pt x="21019" y="979"/>
                  <a:pt x="19130" y="1771"/>
                </a:cubicBezTo>
                <a:cubicBezTo>
                  <a:pt x="14857" y="3603"/>
                  <a:pt x="12530" y="8343"/>
                  <a:pt x="9049" y="11237"/>
                </a:cubicBezTo>
                <a:cubicBezTo>
                  <a:pt x="6750" y="13118"/>
                  <a:pt x="3920" y="13918"/>
                  <a:pt x="2357" y="16514"/>
                </a:cubicBezTo>
                <a:cubicBezTo>
                  <a:pt x="616" y="19344"/>
                  <a:pt x="1" y="22527"/>
                  <a:pt x="1182" y="25739"/>
                </a:cubicBezTo>
                <a:cubicBezTo>
                  <a:pt x="1239" y="25824"/>
                  <a:pt x="1267" y="25944"/>
                  <a:pt x="1296" y="26065"/>
                </a:cubicBezTo>
                <a:cubicBezTo>
                  <a:pt x="2654" y="29276"/>
                  <a:pt x="5484" y="31752"/>
                  <a:pt x="8695" y="33167"/>
                </a:cubicBezTo>
                <a:cubicBezTo>
                  <a:pt x="11999" y="34639"/>
                  <a:pt x="15685" y="35049"/>
                  <a:pt x="19279" y="35084"/>
                </a:cubicBezTo>
                <a:cubicBezTo>
                  <a:pt x="22519" y="35084"/>
                  <a:pt x="25822" y="34759"/>
                  <a:pt x="28624" y="33167"/>
                </a:cubicBezTo>
                <a:cubicBezTo>
                  <a:pt x="31807" y="31335"/>
                  <a:pt x="32097" y="28951"/>
                  <a:pt x="33307" y="25916"/>
                </a:cubicBezTo>
                <a:cubicBezTo>
                  <a:pt x="34340" y="23320"/>
                  <a:pt x="36936" y="21403"/>
                  <a:pt x="38641" y="19280"/>
                </a:cubicBezTo>
                <a:cubicBezTo>
                  <a:pt x="41032" y="16337"/>
                  <a:pt x="42567" y="12411"/>
                  <a:pt x="41683" y="8697"/>
                </a:cubicBezTo>
                <a:cubicBezTo>
                  <a:pt x="40884" y="5400"/>
                  <a:pt x="38231" y="2719"/>
                  <a:pt x="35104" y="1333"/>
                </a:cubicBezTo>
                <a:cubicBezTo>
                  <a:pt x="32933" y="387"/>
                  <a:pt x="30559" y="1"/>
                  <a:pt x="28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8"/>
          <p:cNvSpPr txBox="1">
            <a:spLocks noGrp="1"/>
          </p:cNvSpPr>
          <p:nvPr>
            <p:ph type="title"/>
          </p:nvPr>
        </p:nvSpPr>
        <p:spPr>
          <a:xfrm>
            <a:off x="935300" y="1193100"/>
            <a:ext cx="3519600" cy="16413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3" name="Google Shape;173;p18"/>
          <p:cNvSpPr txBox="1">
            <a:spLocks noGrp="1"/>
          </p:cNvSpPr>
          <p:nvPr>
            <p:ph type="subTitle" idx="1"/>
          </p:nvPr>
        </p:nvSpPr>
        <p:spPr>
          <a:xfrm>
            <a:off x="935300" y="2794716"/>
            <a:ext cx="3519600" cy="865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4" name="Google Shape;174;p18"/>
          <p:cNvSpPr>
            <a:spLocks noGrp="1"/>
          </p:cNvSpPr>
          <p:nvPr>
            <p:ph type="pic" idx="2"/>
          </p:nvPr>
        </p:nvSpPr>
        <p:spPr>
          <a:xfrm>
            <a:off x="5273100" y="533863"/>
            <a:ext cx="2910000" cy="4075800"/>
          </a:xfrm>
          <a:prstGeom prst="rect">
            <a:avLst/>
          </a:prstGeom>
          <a:noFill/>
          <a:ln>
            <a:noFill/>
          </a:ln>
        </p:spPr>
      </p:sp>
      <p:sp>
        <p:nvSpPr>
          <p:cNvPr id="175" name="Google Shape;175;p18"/>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04129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290"/>
        <p:cNvGrpSpPr/>
        <p:nvPr/>
      </p:nvGrpSpPr>
      <p:grpSpPr>
        <a:xfrm>
          <a:off x="0" y="0"/>
          <a:ext cx="0" cy="0"/>
          <a:chOff x="0" y="0"/>
          <a:chExt cx="0" cy="0"/>
        </a:xfrm>
      </p:grpSpPr>
      <p:sp>
        <p:nvSpPr>
          <p:cNvPr id="291" name="Google Shape;291;p26"/>
          <p:cNvSpPr/>
          <p:nvPr/>
        </p:nvSpPr>
        <p:spPr>
          <a:xfrm>
            <a:off x="8479425" y="230120"/>
            <a:ext cx="2496096" cy="1582356"/>
          </a:xfrm>
          <a:custGeom>
            <a:avLst/>
            <a:gdLst/>
            <a:ahLst/>
            <a:cxnLst/>
            <a:rect l="l" t="t" r="r" b="b"/>
            <a:pathLst>
              <a:path w="47371" h="30030" extrusionOk="0">
                <a:moveTo>
                  <a:pt x="30713" y="1"/>
                </a:moveTo>
                <a:cubicBezTo>
                  <a:pt x="29748" y="1"/>
                  <a:pt x="28782" y="127"/>
                  <a:pt x="27824" y="424"/>
                </a:cubicBezTo>
                <a:cubicBezTo>
                  <a:pt x="26233" y="898"/>
                  <a:pt x="24733" y="1605"/>
                  <a:pt x="23077" y="1931"/>
                </a:cubicBezTo>
                <a:cubicBezTo>
                  <a:pt x="22133" y="2112"/>
                  <a:pt x="21172" y="2158"/>
                  <a:pt x="20205" y="2158"/>
                </a:cubicBezTo>
                <a:cubicBezTo>
                  <a:pt x="19185" y="2158"/>
                  <a:pt x="18159" y="2106"/>
                  <a:pt x="17142" y="2106"/>
                </a:cubicBezTo>
                <a:cubicBezTo>
                  <a:pt x="15844" y="2106"/>
                  <a:pt x="14560" y="2191"/>
                  <a:pt x="13322" y="2574"/>
                </a:cubicBezTo>
                <a:cubicBezTo>
                  <a:pt x="11079" y="3282"/>
                  <a:pt x="9198" y="4966"/>
                  <a:pt x="8250" y="7088"/>
                </a:cubicBezTo>
                <a:cubicBezTo>
                  <a:pt x="7514" y="8708"/>
                  <a:pt x="7337" y="10505"/>
                  <a:pt x="6453" y="12012"/>
                </a:cubicBezTo>
                <a:cubicBezTo>
                  <a:pt x="5158" y="14247"/>
                  <a:pt x="2590" y="15513"/>
                  <a:pt x="1296" y="17756"/>
                </a:cubicBezTo>
                <a:cubicBezTo>
                  <a:pt x="1" y="20055"/>
                  <a:pt x="355" y="23062"/>
                  <a:pt x="1798" y="25304"/>
                </a:cubicBezTo>
                <a:cubicBezTo>
                  <a:pt x="1883" y="25389"/>
                  <a:pt x="1946" y="25509"/>
                  <a:pt x="2031" y="25630"/>
                </a:cubicBezTo>
                <a:cubicBezTo>
                  <a:pt x="3687" y="27865"/>
                  <a:pt x="6340" y="29195"/>
                  <a:pt x="9077" y="29726"/>
                </a:cubicBezTo>
                <a:cubicBezTo>
                  <a:pt x="10189" y="29941"/>
                  <a:pt x="11314" y="30029"/>
                  <a:pt x="12442" y="30029"/>
                </a:cubicBezTo>
                <a:cubicBezTo>
                  <a:pt x="14099" y="30029"/>
                  <a:pt x="15761" y="29838"/>
                  <a:pt x="17390" y="29577"/>
                </a:cubicBezTo>
                <a:cubicBezTo>
                  <a:pt x="18897" y="29344"/>
                  <a:pt x="20425" y="29047"/>
                  <a:pt x="21960" y="29018"/>
                </a:cubicBezTo>
                <a:cubicBezTo>
                  <a:pt x="22130" y="29012"/>
                  <a:pt x="22300" y="29010"/>
                  <a:pt x="22470" y="29010"/>
                </a:cubicBezTo>
                <a:cubicBezTo>
                  <a:pt x="24892" y="29010"/>
                  <a:pt x="27287" y="29585"/>
                  <a:pt x="29713" y="29698"/>
                </a:cubicBezTo>
                <a:cubicBezTo>
                  <a:pt x="29922" y="29707"/>
                  <a:pt x="30132" y="29711"/>
                  <a:pt x="30343" y="29711"/>
                </a:cubicBezTo>
                <a:cubicBezTo>
                  <a:pt x="32751" y="29711"/>
                  <a:pt x="35268" y="29093"/>
                  <a:pt x="36816" y="27278"/>
                </a:cubicBezTo>
                <a:cubicBezTo>
                  <a:pt x="37672" y="26274"/>
                  <a:pt x="38139" y="25007"/>
                  <a:pt x="39143" y="24123"/>
                </a:cubicBezTo>
                <a:cubicBezTo>
                  <a:pt x="40120" y="23295"/>
                  <a:pt x="41414" y="22977"/>
                  <a:pt x="42560" y="22383"/>
                </a:cubicBezTo>
                <a:cubicBezTo>
                  <a:pt x="44859" y="21173"/>
                  <a:pt x="46366" y="18789"/>
                  <a:pt x="46869" y="16256"/>
                </a:cubicBezTo>
                <a:cubicBezTo>
                  <a:pt x="47371" y="13717"/>
                  <a:pt x="46925" y="11064"/>
                  <a:pt x="45984" y="8651"/>
                </a:cubicBezTo>
                <a:cubicBezTo>
                  <a:pt x="44541" y="4966"/>
                  <a:pt x="40735" y="2751"/>
                  <a:pt x="37141" y="1428"/>
                </a:cubicBezTo>
                <a:cubicBezTo>
                  <a:pt x="35075" y="648"/>
                  <a:pt x="32897" y="1"/>
                  <a:pt x="307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6"/>
          <p:cNvSpPr/>
          <p:nvPr/>
        </p:nvSpPr>
        <p:spPr>
          <a:xfrm rot="-3555177">
            <a:off x="-1456144" y="2911698"/>
            <a:ext cx="2122762" cy="1993144"/>
          </a:xfrm>
          <a:custGeom>
            <a:avLst/>
            <a:gdLst/>
            <a:ahLst/>
            <a:cxnLst/>
            <a:rect l="l" t="t" r="r" b="b"/>
            <a:pathLst>
              <a:path w="13414" h="12595" extrusionOk="0">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3" name="Google Shape;293;p26"/>
          <p:cNvGrpSpPr/>
          <p:nvPr/>
        </p:nvGrpSpPr>
        <p:grpSpPr>
          <a:xfrm>
            <a:off x="167265" y="3779125"/>
            <a:ext cx="360758" cy="258297"/>
            <a:chOff x="4992850" y="4345375"/>
            <a:chExt cx="607336" cy="638400"/>
          </a:xfrm>
        </p:grpSpPr>
        <p:sp>
          <p:nvSpPr>
            <p:cNvPr id="294" name="Google Shape;294;p26"/>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6"/>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6" name="Google Shape;296;p26"/>
          <p:cNvSpPr/>
          <p:nvPr/>
        </p:nvSpPr>
        <p:spPr>
          <a:xfrm>
            <a:off x="8479425" y="539500"/>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7" name="Google Shape;297;p26"/>
          <p:cNvGrpSpPr/>
          <p:nvPr/>
        </p:nvGrpSpPr>
        <p:grpSpPr>
          <a:xfrm>
            <a:off x="485797" y="4603996"/>
            <a:ext cx="234196" cy="188409"/>
            <a:chOff x="5151797" y="479071"/>
            <a:chExt cx="234196" cy="188409"/>
          </a:xfrm>
        </p:grpSpPr>
        <p:sp>
          <p:nvSpPr>
            <p:cNvPr id="298" name="Google Shape;298;p26"/>
            <p:cNvSpPr/>
            <p:nvPr/>
          </p:nvSpPr>
          <p:spPr>
            <a:xfrm>
              <a:off x="5151797" y="479071"/>
              <a:ext cx="122220" cy="188409"/>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6"/>
            <p:cNvSpPr/>
            <p:nvPr/>
          </p:nvSpPr>
          <p:spPr>
            <a:xfrm>
              <a:off x="5261402" y="479071"/>
              <a:ext cx="124590" cy="188409"/>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0" name="Google Shape;300;p26"/>
          <p:cNvGrpSpPr/>
          <p:nvPr/>
        </p:nvGrpSpPr>
        <p:grpSpPr>
          <a:xfrm>
            <a:off x="8595429" y="3449772"/>
            <a:ext cx="234788" cy="188409"/>
            <a:chOff x="6428979" y="917397"/>
            <a:chExt cx="234788" cy="188409"/>
          </a:xfrm>
        </p:grpSpPr>
        <p:sp>
          <p:nvSpPr>
            <p:cNvPr id="301" name="Google Shape;301;p26"/>
            <p:cNvSpPr/>
            <p:nvPr/>
          </p:nvSpPr>
          <p:spPr>
            <a:xfrm>
              <a:off x="6538500" y="917397"/>
              <a:ext cx="125267" cy="188409"/>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6"/>
            <p:cNvSpPr/>
            <p:nvPr/>
          </p:nvSpPr>
          <p:spPr>
            <a:xfrm>
              <a:off x="6428979" y="917397"/>
              <a:ext cx="122220" cy="188409"/>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3" name="Google Shape;303;p26"/>
          <p:cNvSpPr/>
          <p:nvPr/>
        </p:nvSpPr>
        <p:spPr>
          <a:xfrm>
            <a:off x="8652025" y="1231400"/>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05" name="Google Shape;305;p26"/>
          <p:cNvSpPr txBox="1">
            <a:spLocks noGrp="1"/>
          </p:cNvSpPr>
          <p:nvPr>
            <p:ph type="subTitle" idx="1"/>
          </p:nvPr>
        </p:nvSpPr>
        <p:spPr>
          <a:xfrm>
            <a:off x="1618875" y="1926977"/>
            <a:ext cx="2373000" cy="66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6" name="Google Shape;306;p26"/>
          <p:cNvSpPr txBox="1">
            <a:spLocks noGrp="1"/>
          </p:cNvSpPr>
          <p:nvPr>
            <p:ph type="subTitle" idx="2"/>
          </p:nvPr>
        </p:nvSpPr>
        <p:spPr>
          <a:xfrm>
            <a:off x="5152013" y="1926977"/>
            <a:ext cx="2373000" cy="66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7" name="Google Shape;307;p26"/>
          <p:cNvSpPr txBox="1">
            <a:spLocks noGrp="1"/>
          </p:cNvSpPr>
          <p:nvPr>
            <p:ph type="subTitle" idx="3"/>
          </p:nvPr>
        </p:nvSpPr>
        <p:spPr>
          <a:xfrm>
            <a:off x="1618875" y="3569852"/>
            <a:ext cx="2373000" cy="66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8" name="Google Shape;308;p26"/>
          <p:cNvSpPr txBox="1">
            <a:spLocks noGrp="1"/>
          </p:cNvSpPr>
          <p:nvPr>
            <p:ph type="subTitle" idx="4"/>
          </p:nvPr>
        </p:nvSpPr>
        <p:spPr>
          <a:xfrm>
            <a:off x="5152013" y="3569852"/>
            <a:ext cx="2373000" cy="66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9" name="Google Shape;309;p26"/>
          <p:cNvSpPr txBox="1">
            <a:spLocks noGrp="1"/>
          </p:cNvSpPr>
          <p:nvPr>
            <p:ph type="subTitle" idx="5"/>
          </p:nvPr>
        </p:nvSpPr>
        <p:spPr>
          <a:xfrm>
            <a:off x="1618875" y="1489700"/>
            <a:ext cx="23730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panose="020B0606020202050201"/>
              <a:buNone/>
              <a:defRPr sz="2400" b="1">
                <a:solidFill>
                  <a:schemeClr val="dk1"/>
                </a:solidFill>
                <a:latin typeface="Poppins" panose="00000500000000000000"/>
                <a:ea typeface="Poppins" panose="00000500000000000000"/>
                <a:cs typeface="Poppins" panose="00000500000000000000"/>
                <a:sym typeface="Poppins" panose="00000500000000000000"/>
              </a:defRPr>
            </a:lvl1pPr>
            <a:lvl2pPr lvl="1"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310" name="Google Shape;310;p26"/>
          <p:cNvSpPr txBox="1">
            <a:spLocks noGrp="1"/>
          </p:cNvSpPr>
          <p:nvPr>
            <p:ph type="subTitle" idx="6"/>
          </p:nvPr>
        </p:nvSpPr>
        <p:spPr>
          <a:xfrm>
            <a:off x="1618875" y="3132675"/>
            <a:ext cx="23730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panose="020B0606020202050201"/>
              <a:buNone/>
              <a:defRPr sz="2400" b="1">
                <a:solidFill>
                  <a:schemeClr val="dk1"/>
                </a:solidFill>
                <a:latin typeface="Poppins" panose="00000500000000000000"/>
                <a:ea typeface="Poppins" panose="00000500000000000000"/>
                <a:cs typeface="Poppins" panose="00000500000000000000"/>
                <a:sym typeface="Poppins" panose="00000500000000000000"/>
              </a:defRPr>
            </a:lvl1pPr>
            <a:lvl2pPr lvl="1"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311" name="Google Shape;311;p26"/>
          <p:cNvSpPr txBox="1">
            <a:spLocks noGrp="1"/>
          </p:cNvSpPr>
          <p:nvPr>
            <p:ph type="subTitle" idx="7"/>
          </p:nvPr>
        </p:nvSpPr>
        <p:spPr>
          <a:xfrm>
            <a:off x="5152008" y="1489700"/>
            <a:ext cx="23730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panose="020B0606020202050201"/>
              <a:buNone/>
              <a:defRPr sz="2400" b="1">
                <a:solidFill>
                  <a:schemeClr val="dk1"/>
                </a:solidFill>
                <a:latin typeface="Poppins" panose="00000500000000000000"/>
                <a:ea typeface="Poppins" panose="00000500000000000000"/>
                <a:cs typeface="Poppins" panose="00000500000000000000"/>
                <a:sym typeface="Poppins" panose="00000500000000000000"/>
              </a:defRPr>
            </a:lvl1pPr>
            <a:lvl2pPr lvl="1"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312" name="Google Shape;312;p26"/>
          <p:cNvSpPr txBox="1">
            <a:spLocks noGrp="1"/>
          </p:cNvSpPr>
          <p:nvPr>
            <p:ph type="subTitle" idx="8"/>
          </p:nvPr>
        </p:nvSpPr>
        <p:spPr>
          <a:xfrm>
            <a:off x="5152008" y="3132675"/>
            <a:ext cx="23730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panose="020B0606020202050201"/>
              <a:buNone/>
              <a:defRPr sz="2400" b="1">
                <a:solidFill>
                  <a:schemeClr val="dk1"/>
                </a:solidFill>
                <a:latin typeface="Poppins" panose="00000500000000000000"/>
                <a:ea typeface="Poppins" panose="00000500000000000000"/>
                <a:cs typeface="Poppins" panose="00000500000000000000"/>
                <a:sym typeface="Poppins" panose="00000500000000000000"/>
              </a:defRPr>
            </a:lvl1pPr>
            <a:lvl2pPr lvl="1"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313" name="Google Shape;313;p26"/>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85018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332"/>
        <p:cNvGrpSpPr/>
        <p:nvPr/>
      </p:nvGrpSpPr>
      <p:grpSpPr>
        <a:xfrm>
          <a:off x="0" y="0"/>
          <a:ext cx="0" cy="0"/>
          <a:chOff x="0" y="0"/>
          <a:chExt cx="0" cy="0"/>
        </a:xfrm>
      </p:grpSpPr>
      <p:sp>
        <p:nvSpPr>
          <p:cNvPr id="333" name="Google Shape;333;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34" name="Google Shape;334;p28"/>
          <p:cNvSpPr txBox="1">
            <a:spLocks noGrp="1"/>
          </p:cNvSpPr>
          <p:nvPr>
            <p:ph type="subTitle" idx="1"/>
          </p:nvPr>
        </p:nvSpPr>
        <p:spPr>
          <a:xfrm>
            <a:off x="1109152" y="2080877"/>
            <a:ext cx="19860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5" name="Google Shape;335;p28"/>
          <p:cNvSpPr txBox="1">
            <a:spLocks noGrp="1"/>
          </p:cNvSpPr>
          <p:nvPr>
            <p:ph type="subTitle" idx="2"/>
          </p:nvPr>
        </p:nvSpPr>
        <p:spPr>
          <a:xfrm>
            <a:off x="3579000" y="2080877"/>
            <a:ext cx="19860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6" name="Google Shape;336;p28"/>
          <p:cNvSpPr txBox="1">
            <a:spLocks noGrp="1"/>
          </p:cNvSpPr>
          <p:nvPr>
            <p:ph type="subTitle" idx="3"/>
          </p:nvPr>
        </p:nvSpPr>
        <p:spPr>
          <a:xfrm>
            <a:off x="1109152" y="3511102"/>
            <a:ext cx="19860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7" name="Google Shape;337;p28"/>
          <p:cNvSpPr txBox="1">
            <a:spLocks noGrp="1"/>
          </p:cNvSpPr>
          <p:nvPr>
            <p:ph type="subTitle" idx="4"/>
          </p:nvPr>
        </p:nvSpPr>
        <p:spPr>
          <a:xfrm>
            <a:off x="3579000" y="3511102"/>
            <a:ext cx="19860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8" name="Google Shape;338;p28"/>
          <p:cNvSpPr txBox="1">
            <a:spLocks noGrp="1"/>
          </p:cNvSpPr>
          <p:nvPr>
            <p:ph type="subTitle" idx="5"/>
          </p:nvPr>
        </p:nvSpPr>
        <p:spPr>
          <a:xfrm>
            <a:off x="6048848" y="2080877"/>
            <a:ext cx="19860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9" name="Google Shape;339;p28"/>
          <p:cNvSpPr txBox="1">
            <a:spLocks noGrp="1"/>
          </p:cNvSpPr>
          <p:nvPr>
            <p:ph type="subTitle" idx="6"/>
          </p:nvPr>
        </p:nvSpPr>
        <p:spPr>
          <a:xfrm>
            <a:off x="6048848" y="3511102"/>
            <a:ext cx="19860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0" name="Google Shape;340;p28"/>
          <p:cNvSpPr txBox="1">
            <a:spLocks noGrp="1"/>
          </p:cNvSpPr>
          <p:nvPr>
            <p:ph type="subTitle" idx="7"/>
          </p:nvPr>
        </p:nvSpPr>
        <p:spPr>
          <a:xfrm>
            <a:off x="1113052" y="1656599"/>
            <a:ext cx="1978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panose="020B0606020202050201"/>
              <a:buNone/>
              <a:defRPr sz="2400" b="1">
                <a:solidFill>
                  <a:schemeClr val="dk1"/>
                </a:solidFill>
                <a:latin typeface="Poppins" panose="00000500000000000000"/>
                <a:ea typeface="Poppins" panose="00000500000000000000"/>
                <a:cs typeface="Poppins" panose="00000500000000000000"/>
                <a:sym typeface="Poppins" panose="00000500000000000000"/>
              </a:defRPr>
            </a:lvl1pPr>
            <a:lvl2pPr lvl="1"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341" name="Google Shape;341;p28"/>
          <p:cNvSpPr txBox="1">
            <a:spLocks noGrp="1"/>
          </p:cNvSpPr>
          <p:nvPr>
            <p:ph type="subTitle" idx="8"/>
          </p:nvPr>
        </p:nvSpPr>
        <p:spPr>
          <a:xfrm>
            <a:off x="3582900" y="1656599"/>
            <a:ext cx="1978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panose="020B0606020202050201"/>
              <a:buNone/>
              <a:defRPr sz="2400" b="1">
                <a:solidFill>
                  <a:schemeClr val="dk1"/>
                </a:solidFill>
                <a:latin typeface="Poppins" panose="00000500000000000000"/>
                <a:ea typeface="Poppins" panose="00000500000000000000"/>
                <a:cs typeface="Poppins" panose="00000500000000000000"/>
                <a:sym typeface="Poppins" panose="00000500000000000000"/>
              </a:defRPr>
            </a:lvl1pPr>
            <a:lvl2pPr lvl="1"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342" name="Google Shape;342;p28"/>
          <p:cNvSpPr txBox="1">
            <a:spLocks noGrp="1"/>
          </p:cNvSpPr>
          <p:nvPr>
            <p:ph type="subTitle" idx="9"/>
          </p:nvPr>
        </p:nvSpPr>
        <p:spPr>
          <a:xfrm>
            <a:off x="6052748" y="1656599"/>
            <a:ext cx="1978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panose="020B0606020202050201"/>
              <a:buNone/>
              <a:defRPr sz="2400" b="1">
                <a:solidFill>
                  <a:schemeClr val="dk1"/>
                </a:solidFill>
                <a:latin typeface="Poppins" panose="00000500000000000000"/>
                <a:ea typeface="Poppins" panose="00000500000000000000"/>
                <a:cs typeface="Poppins" panose="00000500000000000000"/>
                <a:sym typeface="Poppins" panose="00000500000000000000"/>
              </a:defRPr>
            </a:lvl1pPr>
            <a:lvl2pPr lvl="1"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343" name="Google Shape;343;p28"/>
          <p:cNvSpPr txBox="1">
            <a:spLocks noGrp="1"/>
          </p:cNvSpPr>
          <p:nvPr>
            <p:ph type="subTitle" idx="13"/>
          </p:nvPr>
        </p:nvSpPr>
        <p:spPr>
          <a:xfrm>
            <a:off x="1113052" y="3086800"/>
            <a:ext cx="1978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panose="020B0606020202050201"/>
              <a:buNone/>
              <a:defRPr sz="2400" b="1">
                <a:solidFill>
                  <a:schemeClr val="dk1"/>
                </a:solidFill>
                <a:latin typeface="Poppins" panose="00000500000000000000"/>
                <a:ea typeface="Poppins" panose="00000500000000000000"/>
                <a:cs typeface="Poppins" panose="00000500000000000000"/>
                <a:sym typeface="Poppins" panose="00000500000000000000"/>
              </a:defRPr>
            </a:lvl1pPr>
            <a:lvl2pPr lvl="1"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344" name="Google Shape;344;p28"/>
          <p:cNvSpPr txBox="1">
            <a:spLocks noGrp="1"/>
          </p:cNvSpPr>
          <p:nvPr>
            <p:ph type="subTitle" idx="14"/>
          </p:nvPr>
        </p:nvSpPr>
        <p:spPr>
          <a:xfrm>
            <a:off x="3582900" y="3086800"/>
            <a:ext cx="1978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panose="020B0606020202050201"/>
              <a:buNone/>
              <a:defRPr sz="2400" b="1">
                <a:solidFill>
                  <a:schemeClr val="dk1"/>
                </a:solidFill>
                <a:latin typeface="Poppins" panose="00000500000000000000"/>
                <a:ea typeface="Poppins" panose="00000500000000000000"/>
                <a:cs typeface="Poppins" panose="00000500000000000000"/>
                <a:sym typeface="Poppins" panose="00000500000000000000"/>
              </a:defRPr>
            </a:lvl1pPr>
            <a:lvl2pPr lvl="1"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345" name="Google Shape;345;p28"/>
          <p:cNvSpPr txBox="1">
            <a:spLocks noGrp="1"/>
          </p:cNvSpPr>
          <p:nvPr>
            <p:ph type="subTitle" idx="15"/>
          </p:nvPr>
        </p:nvSpPr>
        <p:spPr>
          <a:xfrm>
            <a:off x="6052748" y="3086800"/>
            <a:ext cx="1978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panose="020B0606020202050201"/>
              <a:buNone/>
              <a:defRPr sz="2400" b="1">
                <a:solidFill>
                  <a:schemeClr val="dk1"/>
                </a:solidFill>
                <a:latin typeface="Poppins" panose="00000500000000000000"/>
                <a:ea typeface="Poppins" panose="00000500000000000000"/>
                <a:cs typeface="Poppins" panose="00000500000000000000"/>
                <a:sym typeface="Poppins" panose="00000500000000000000"/>
              </a:defRPr>
            </a:lvl1pPr>
            <a:lvl2pPr lvl="1"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346" name="Google Shape;346;p28"/>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8"/>
          <p:cNvSpPr/>
          <p:nvPr/>
        </p:nvSpPr>
        <p:spPr>
          <a:xfrm rot="775147" flipH="1">
            <a:off x="-1527367" y="-114758"/>
            <a:ext cx="2259394" cy="2189843"/>
          </a:xfrm>
          <a:custGeom>
            <a:avLst/>
            <a:gdLst/>
            <a:ahLst/>
            <a:cxnLst/>
            <a:rect l="l" t="t" r="r" b="b"/>
            <a:pathLst>
              <a:path w="34694" h="33626" extrusionOk="0">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8"/>
          <p:cNvSpPr/>
          <p:nvPr/>
        </p:nvSpPr>
        <p:spPr>
          <a:xfrm rot="1970999">
            <a:off x="8582834" y="2457675"/>
            <a:ext cx="1631059" cy="2040203"/>
          </a:xfrm>
          <a:custGeom>
            <a:avLst/>
            <a:gdLst/>
            <a:ahLst/>
            <a:cxnLst/>
            <a:rect l="l" t="t" r="r" b="b"/>
            <a:pathLst>
              <a:path w="7690" h="9619" extrusionOk="0">
                <a:moveTo>
                  <a:pt x="1814" y="0"/>
                </a:moveTo>
                <a:cubicBezTo>
                  <a:pt x="1314" y="0"/>
                  <a:pt x="835" y="161"/>
                  <a:pt x="503" y="527"/>
                </a:cubicBezTo>
                <a:cubicBezTo>
                  <a:pt x="114" y="938"/>
                  <a:pt x="1" y="1532"/>
                  <a:pt x="29" y="2063"/>
                </a:cubicBezTo>
                <a:cubicBezTo>
                  <a:pt x="57" y="2621"/>
                  <a:pt x="234" y="3152"/>
                  <a:pt x="383" y="3683"/>
                </a:cubicBezTo>
                <a:cubicBezTo>
                  <a:pt x="913" y="5777"/>
                  <a:pt x="149" y="9017"/>
                  <a:pt x="3064" y="9547"/>
                </a:cubicBezTo>
                <a:cubicBezTo>
                  <a:pt x="3307" y="9596"/>
                  <a:pt x="3542" y="9619"/>
                  <a:pt x="3768" y="9619"/>
                </a:cubicBezTo>
                <a:cubicBezTo>
                  <a:pt x="6281" y="9619"/>
                  <a:pt x="7690" y="6774"/>
                  <a:pt x="7365" y="4418"/>
                </a:cubicBezTo>
                <a:cubicBezTo>
                  <a:pt x="7252" y="3739"/>
                  <a:pt x="6983" y="3060"/>
                  <a:pt x="6573" y="2501"/>
                </a:cubicBezTo>
                <a:cubicBezTo>
                  <a:pt x="6276" y="2119"/>
                  <a:pt x="5922" y="1822"/>
                  <a:pt x="5512" y="1589"/>
                </a:cubicBezTo>
                <a:cubicBezTo>
                  <a:pt x="5129" y="1383"/>
                  <a:pt x="4684" y="1263"/>
                  <a:pt x="4274" y="1058"/>
                </a:cubicBezTo>
                <a:cubicBezTo>
                  <a:pt x="3863" y="825"/>
                  <a:pt x="3474" y="527"/>
                  <a:pt x="3064" y="322"/>
                </a:cubicBezTo>
                <a:cubicBezTo>
                  <a:pt x="2683" y="117"/>
                  <a:pt x="2240" y="0"/>
                  <a:pt x="1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9" name="Google Shape;349;p28"/>
          <p:cNvGrpSpPr/>
          <p:nvPr/>
        </p:nvGrpSpPr>
        <p:grpSpPr>
          <a:xfrm>
            <a:off x="167240" y="3879375"/>
            <a:ext cx="360758" cy="258297"/>
            <a:chOff x="4992850" y="4345375"/>
            <a:chExt cx="607336" cy="638400"/>
          </a:xfrm>
        </p:grpSpPr>
        <p:sp>
          <p:nvSpPr>
            <p:cNvPr id="350" name="Google Shape;350;p28"/>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8"/>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2" name="Google Shape;352;p28"/>
          <p:cNvSpPr/>
          <p:nvPr/>
        </p:nvSpPr>
        <p:spPr>
          <a:xfrm>
            <a:off x="8760825" y="3621075"/>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3" name="Google Shape;353;p28"/>
          <p:cNvGrpSpPr/>
          <p:nvPr/>
        </p:nvGrpSpPr>
        <p:grpSpPr>
          <a:xfrm>
            <a:off x="665547" y="4674796"/>
            <a:ext cx="234196" cy="188409"/>
            <a:chOff x="5151797" y="479071"/>
            <a:chExt cx="234196" cy="188409"/>
          </a:xfrm>
        </p:grpSpPr>
        <p:sp>
          <p:nvSpPr>
            <p:cNvPr id="354" name="Google Shape;354;p28"/>
            <p:cNvSpPr/>
            <p:nvPr/>
          </p:nvSpPr>
          <p:spPr>
            <a:xfrm>
              <a:off x="5151797" y="479071"/>
              <a:ext cx="122220" cy="188409"/>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8"/>
            <p:cNvSpPr/>
            <p:nvPr/>
          </p:nvSpPr>
          <p:spPr>
            <a:xfrm>
              <a:off x="5261402" y="479071"/>
              <a:ext cx="124590" cy="188409"/>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6" name="Google Shape;356;p28"/>
          <p:cNvGrpSpPr/>
          <p:nvPr/>
        </p:nvGrpSpPr>
        <p:grpSpPr>
          <a:xfrm>
            <a:off x="8652804" y="2111547"/>
            <a:ext cx="234788" cy="188409"/>
            <a:chOff x="6428979" y="917397"/>
            <a:chExt cx="234788" cy="188409"/>
          </a:xfrm>
        </p:grpSpPr>
        <p:sp>
          <p:nvSpPr>
            <p:cNvPr id="357" name="Google Shape;357;p28"/>
            <p:cNvSpPr/>
            <p:nvPr/>
          </p:nvSpPr>
          <p:spPr>
            <a:xfrm>
              <a:off x="6538500" y="917397"/>
              <a:ext cx="125267" cy="188409"/>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8"/>
            <p:cNvSpPr/>
            <p:nvPr/>
          </p:nvSpPr>
          <p:spPr>
            <a:xfrm>
              <a:off x="6428979" y="917397"/>
              <a:ext cx="122220" cy="188409"/>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9" name="Google Shape;359;p28"/>
          <p:cNvSpPr/>
          <p:nvPr/>
        </p:nvSpPr>
        <p:spPr>
          <a:xfrm>
            <a:off x="115400" y="101772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96366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7690A43-F089-412A-A47B-ACFA15545E77}"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BEE745-F38A-44D3-AEBF-DD05B1AEEB5D}" type="slidenum">
              <a:rPr lang="en-US" smtClean="0"/>
              <a:t>‹#›</a:t>
            </a:fld>
            <a:endParaRPr lang="en-US"/>
          </a:p>
        </p:txBody>
      </p:sp>
    </p:spTree>
    <p:extLst>
      <p:ext uri="{BB962C8B-B14F-4D97-AF65-F5344CB8AC3E}">
        <p14:creationId xmlns:p14="http://schemas.microsoft.com/office/powerpoint/2010/main" val="18605945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713225" y="2254513"/>
            <a:ext cx="4444500" cy="9159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title" idx="2" hasCustomPrompt="1"/>
          </p:nvPr>
        </p:nvSpPr>
        <p:spPr>
          <a:xfrm>
            <a:off x="713225" y="1322859"/>
            <a:ext cx="1652100" cy="9159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5" name="Google Shape;15;p3"/>
          <p:cNvSpPr txBox="1">
            <a:spLocks noGrp="1"/>
          </p:cNvSpPr>
          <p:nvPr>
            <p:ph type="subTitle" idx="1"/>
          </p:nvPr>
        </p:nvSpPr>
        <p:spPr>
          <a:xfrm>
            <a:off x="713225" y="3209796"/>
            <a:ext cx="4444500" cy="37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 name="Google Shape;16;p3"/>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7;p3"/>
          <p:cNvGrpSpPr/>
          <p:nvPr/>
        </p:nvGrpSpPr>
        <p:grpSpPr>
          <a:xfrm>
            <a:off x="4923497" y="281246"/>
            <a:ext cx="234196" cy="188409"/>
            <a:chOff x="3889166" y="1636096"/>
            <a:chExt cx="98179" cy="78984"/>
          </a:xfrm>
        </p:grpSpPr>
        <p:sp>
          <p:nvSpPr>
            <p:cNvPr id="18" name="Google Shape;18;p3"/>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3"/>
          <p:cNvGrpSpPr/>
          <p:nvPr/>
        </p:nvGrpSpPr>
        <p:grpSpPr>
          <a:xfrm>
            <a:off x="8670104" y="3863122"/>
            <a:ext cx="234788" cy="188409"/>
            <a:chOff x="4424582" y="1819850"/>
            <a:chExt cx="98427" cy="78984"/>
          </a:xfrm>
        </p:grpSpPr>
        <p:sp>
          <p:nvSpPr>
            <p:cNvPr id="21" name="Google Shape;21;p3"/>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6324615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9"/>
        <p:cNvGrpSpPr/>
        <p:nvPr/>
      </p:nvGrpSpPr>
      <p:grpSpPr>
        <a:xfrm>
          <a:off x="0" y="0"/>
          <a:ext cx="0" cy="0"/>
          <a:chOff x="0" y="0"/>
          <a:chExt cx="0" cy="0"/>
        </a:xfrm>
      </p:grpSpPr>
      <p:sp>
        <p:nvSpPr>
          <p:cNvPr id="60" name="Google Shape;60;p6"/>
          <p:cNvSpPr/>
          <p:nvPr/>
        </p:nvSpPr>
        <p:spPr>
          <a:xfrm>
            <a:off x="-2362825" y="3936750"/>
            <a:ext cx="3228251" cy="2660759"/>
          </a:xfrm>
          <a:custGeom>
            <a:avLst/>
            <a:gdLst/>
            <a:ahLst/>
            <a:cxnLst/>
            <a:rect l="l" t="t" r="r" b="b"/>
            <a:pathLst>
              <a:path w="42568" h="35085" extrusionOk="0">
                <a:moveTo>
                  <a:pt x="28184" y="1"/>
                </a:moveTo>
                <a:cubicBezTo>
                  <a:pt x="27147" y="1"/>
                  <a:pt x="26108" y="74"/>
                  <a:pt x="25087" y="208"/>
                </a:cubicBezTo>
                <a:cubicBezTo>
                  <a:pt x="23049" y="477"/>
                  <a:pt x="21019" y="979"/>
                  <a:pt x="19130" y="1771"/>
                </a:cubicBezTo>
                <a:cubicBezTo>
                  <a:pt x="14857" y="3603"/>
                  <a:pt x="12530" y="8343"/>
                  <a:pt x="9049" y="11237"/>
                </a:cubicBezTo>
                <a:cubicBezTo>
                  <a:pt x="6750" y="13118"/>
                  <a:pt x="3920" y="13918"/>
                  <a:pt x="2357" y="16514"/>
                </a:cubicBezTo>
                <a:cubicBezTo>
                  <a:pt x="616" y="19344"/>
                  <a:pt x="1" y="22527"/>
                  <a:pt x="1182" y="25739"/>
                </a:cubicBezTo>
                <a:cubicBezTo>
                  <a:pt x="1239" y="25824"/>
                  <a:pt x="1267" y="25944"/>
                  <a:pt x="1296" y="26065"/>
                </a:cubicBezTo>
                <a:cubicBezTo>
                  <a:pt x="2654" y="29276"/>
                  <a:pt x="5484" y="31752"/>
                  <a:pt x="8695" y="33167"/>
                </a:cubicBezTo>
                <a:cubicBezTo>
                  <a:pt x="11999" y="34639"/>
                  <a:pt x="15685" y="35049"/>
                  <a:pt x="19279" y="35084"/>
                </a:cubicBezTo>
                <a:cubicBezTo>
                  <a:pt x="22519" y="35084"/>
                  <a:pt x="25822" y="34759"/>
                  <a:pt x="28624" y="33167"/>
                </a:cubicBezTo>
                <a:cubicBezTo>
                  <a:pt x="31807" y="31335"/>
                  <a:pt x="32097" y="28951"/>
                  <a:pt x="33307" y="25916"/>
                </a:cubicBezTo>
                <a:cubicBezTo>
                  <a:pt x="34340" y="23320"/>
                  <a:pt x="36936" y="21403"/>
                  <a:pt x="38641" y="19280"/>
                </a:cubicBezTo>
                <a:cubicBezTo>
                  <a:pt x="41032" y="16337"/>
                  <a:pt x="42567" y="12411"/>
                  <a:pt x="41683" y="8697"/>
                </a:cubicBezTo>
                <a:cubicBezTo>
                  <a:pt x="40884" y="5400"/>
                  <a:pt x="38231" y="2719"/>
                  <a:pt x="35104" y="1333"/>
                </a:cubicBezTo>
                <a:cubicBezTo>
                  <a:pt x="32933" y="387"/>
                  <a:pt x="30559" y="1"/>
                  <a:pt x="28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 name="Google Shape;61;p6"/>
          <p:cNvGrpSpPr/>
          <p:nvPr/>
        </p:nvGrpSpPr>
        <p:grpSpPr>
          <a:xfrm>
            <a:off x="196040" y="4345703"/>
            <a:ext cx="360758" cy="258297"/>
            <a:chOff x="4992850" y="4345375"/>
            <a:chExt cx="607336" cy="638400"/>
          </a:xfrm>
        </p:grpSpPr>
        <p:sp>
          <p:nvSpPr>
            <p:cNvPr id="62" name="Google Shape;62;p6"/>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6"/>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 name="Google Shape;64;p6"/>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6"/>
          <p:cNvSpPr/>
          <p:nvPr/>
        </p:nvSpPr>
        <p:spPr>
          <a:xfrm>
            <a:off x="8488179" y="523494"/>
            <a:ext cx="1017284" cy="955173"/>
          </a:xfrm>
          <a:custGeom>
            <a:avLst/>
            <a:gdLst/>
            <a:ahLst/>
            <a:cxnLst/>
            <a:rect l="l" t="t" r="r" b="b"/>
            <a:pathLst>
              <a:path w="13414" h="12595" extrusionOk="0">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8687425" y="83487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196050" y="2503050"/>
            <a:ext cx="215100" cy="258300"/>
          </a:xfrm>
          <a:prstGeom prst="bracket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2466432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1pPr>
            <a:lvl2pPr lvl="1"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2pPr>
            <a:lvl3pPr lvl="2"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3pPr>
            <a:lvl4pPr lvl="3"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4pPr>
            <a:lvl5pPr lvl="4"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5pPr>
            <a:lvl6pPr lvl="5"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6pPr>
            <a:lvl7pPr lvl="6"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7pPr>
            <a:lvl8pPr lvl="7"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8pPr>
            <a:lvl9pPr lvl="8"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marL="914400" lvl="1"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4" r:id="rId3"/>
    <p:sldLayoutId id="2147483655" r:id="rId4"/>
    <p:sldLayoutId id="2147483657" r:id="rId5"/>
    <p:sldLayoutId id="2147483658" r:id="rId6"/>
    <p:sldLayoutId id="2147483659" r:id="rId7"/>
    <p:sldLayoutId id="2147483660" r:id="rId8"/>
    <p:sldLayoutId id="2147483661" r:id="rId9"/>
    <p:sldLayoutId id="2147483669" r:id="rId10"/>
    <p:sldLayoutId id="2147483671" r:id="rId11"/>
    <p:sldLayoutId id="2147483673" r:id="rId12"/>
    <p:sldLayoutId id="2147483675" r:id="rId13"/>
    <p:sldLayoutId id="2147483677" r:id="rId14"/>
    <p:sldLayoutId id="2147483678" r:id="rId15"/>
    <p:sldLayoutId id="2147483679" r:id="rId16"/>
    <p:sldLayoutId id="2147483683" r:id="rId17"/>
    <p:sldLayoutId id="2147483684" r:id="rId18"/>
    <p:sldLayoutId id="2147483685" r:id="rId19"/>
    <p:sldLayoutId id="2147483686" r:id="rId20"/>
    <p:sldLayoutId id="2147483687" r:id="rId21"/>
    <p:sldLayoutId id="2147483688" r:id="rId2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0.xml"/></Relationships>
</file>

<file path=ppt/slides/_rels/slide4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37"/>
          <p:cNvSpPr txBox="1">
            <a:spLocks noGrp="1"/>
          </p:cNvSpPr>
          <p:nvPr>
            <p:ph type="ctrTitle"/>
          </p:nvPr>
        </p:nvSpPr>
        <p:spPr>
          <a:xfrm>
            <a:off x="270697" y="830214"/>
            <a:ext cx="5110174" cy="218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5400" dirty="0"/>
              <a:t>         </a:t>
            </a:r>
            <a:r>
              <a:rPr lang="en" sz="6000" dirty="0"/>
              <a:t>Trees</a:t>
            </a:r>
            <a:br>
              <a:rPr lang="en" sz="2300" b="0" dirty="0"/>
            </a:br>
            <a:r>
              <a:rPr lang="en" sz="2300" b="0" dirty="0"/>
              <a:t>A Plantation of Algorithm in Trees</a:t>
            </a:r>
            <a:endParaRPr sz="2300" b="0" dirty="0"/>
          </a:p>
        </p:txBody>
      </p:sp>
      <p:grpSp>
        <p:nvGrpSpPr>
          <p:cNvPr id="435" name="Google Shape;435;p37"/>
          <p:cNvGrpSpPr/>
          <p:nvPr/>
        </p:nvGrpSpPr>
        <p:grpSpPr>
          <a:xfrm>
            <a:off x="5114051" y="633910"/>
            <a:ext cx="3798092" cy="3485336"/>
            <a:chOff x="4899397" y="752100"/>
            <a:chExt cx="4028951" cy="3697185"/>
          </a:xfrm>
        </p:grpSpPr>
        <p:sp>
          <p:nvSpPr>
            <p:cNvPr id="436" name="Google Shape;436;p37"/>
            <p:cNvSpPr/>
            <p:nvPr/>
          </p:nvSpPr>
          <p:spPr>
            <a:xfrm>
              <a:off x="7780825" y="752100"/>
              <a:ext cx="215100" cy="258300"/>
            </a:xfrm>
            <a:prstGeom prst="bracketPair">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7" name="Google Shape;437;p37"/>
            <p:cNvGrpSpPr/>
            <p:nvPr/>
          </p:nvGrpSpPr>
          <p:grpSpPr>
            <a:xfrm>
              <a:off x="5432052" y="821996"/>
              <a:ext cx="335890" cy="188410"/>
              <a:chOff x="5261402" y="479071"/>
              <a:chExt cx="335890" cy="188410"/>
            </a:xfrm>
          </p:grpSpPr>
          <p:sp>
            <p:nvSpPr>
              <p:cNvPr id="438" name="Google Shape;438;p37"/>
              <p:cNvSpPr/>
              <p:nvPr/>
            </p:nvSpPr>
            <p:spPr>
              <a:xfrm>
                <a:off x="5261402" y="479071"/>
                <a:ext cx="124590" cy="188409"/>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7"/>
              <p:cNvSpPr/>
              <p:nvPr/>
            </p:nvSpPr>
            <p:spPr>
              <a:xfrm>
                <a:off x="5472025" y="479072"/>
                <a:ext cx="125267" cy="188409"/>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0" name="Google Shape;440;p37"/>
            <p:cNvSpPr/>
            <p:nvPr/>
          </p:nvSpPr>
          <p:spPr>
            <a:xfrm>
              <a:off x="6611050" y="88957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1" name="Google Shape;441;p37"/>
            <p:cNvGrpSpPr/>
            <p:nvPr/>
          </p:nvGrpSpPr>
          <p:grpSpPr>
            <a:xfrm>
              <a:off x="4899397" y="1263526"/>
              <a:ext cx="3843890" cy="3185759"/>
              <a:chOff x="5893995" y="1281808"/>
              <a:chExt cx="3843890" cy="3185759"/>
            </a:xfrm>
          </p:grpSpPr>
          <p:grpSp>
            <p:nvGrpSpPr>
              <p:cNvPr id="442" name="Google Shape;442;p37"/>
              <p:cNvGrpSpPr/>
              <p:nvPr/>
            </p:nvGrpSpPr>
            <p:grpSpPr>
              <a:xfrm>
                <a:off x="6033386" y="1281808"/>
                <a:ext cx="3704499" cy="3168582"/>
                <a:chOff x="2836393" y="291825"/>
                <a:chExt cx="1571968" cy="1344557"/>
              </a:xfrm>
            </p:grpSpPr>
            <p:sp>
              <p:nvSpPr>
                <p:cNvPr id="443" name="Google Shape;443;p37"/>
                <p:cNvSpPr/>
                <p:nvPr/>
              </p:nvSpPr>
              <p:spPr>
                <a:xfrm>
                  <a:off x="2836393" y="291825"/>
                  <a:ext cx="1440288" cy="1187101"/>
                </a:xfrm>
                <a:custGeom>
                  <a:avLst/>
                  <a:gdLst/>
                  <a:ahLst/>
                  <a:cxnLst/>
                  <a:rect l="l" t="t" r="r" b="b"/>
                  <a:pathLst>
                    <a:path w="42568" h="35085" extrusionOk="0">
                      <a:moveTo>
                        <a:pt x="28184" y="1"/>
                      </a:moveTo>
                      <a:cubicBezTo>
                        <a:pt x="27147" y="1"/>
                        <a:pt x="26108" y="74"/>
                        <a:pt x="25087" y="208"/>
                      </a:cubicBezTo>
                      <a:cubicBezTo>
                        <a:pt x="23049" y="477"/>
                        <a:pt x="21019" y="979"/>
                        <a:pt x="19130" y="1771"/>
                      </a:cubicBezTo>
                      <a:cubicBezTo>
                        <a:pt x="14857" y="3603"/>
                        <a:pt x="12530" y="8343"/>
                        <a:pt x="9049" y="11237"/>
                      </a:cubicBezTo>
                      <a:cubicBezTo>
                        <a:pt x="6750" y="13118"/>
                        <a:pt x="3920" y="13918"/>
                        <a:pt x="2357" y="16514"/>
                      </a:cubicBezTo>
                      <a:cubicBezTo>
                        <a:pt x="616" y="19344"/>
                        <a:pt x="1" y="22527"/>
                        <a:pt x="1182" y="25739"/>
                      </a:cubicBezTo>
                      <a:cubicBezTo>
                        <a:pt x="1239" y="25824"/>
                        <a:pt x="1267" y="25944"/>
                        <a:pt x="1296" y="26065"/>
                      </a:cubicBezTo>
                      <a:cubicBezTo>
                        <a:pt x="2654" y="29276"/>
                        <a:pt x="5484" y="31752"/>
                        <a:pt x="8695" y="33167"/>
                      </a:cubicBezTo>
                      <a:cubicBezTo>
                        <a:pt x="11999" y="34639"/>
                        <a:pt x="15685" y="35049"/>
                        <a:pt x="19279" y="35084"/>
                      </a:cubicBezTo>
                      <a:cubicBezTo>
                        <a:pt x="22519" y="35084"/>
                        <a:pt x="25822" y="34759"/>
                        <a:pt x="28624" y="33167"/>
                      </a:cubicBezTo>
                      <a:cubicBezTo>
                        <a:pt x="31807" y="31335"/>
                        <a:pt x="32097" y="28951"/>
                        <a:pt x="33307" y="25916"/>
                      </a:cubicBezTo>
                      <a:cubicBezTo>
                        <a:pt x="34340" y="23320"/>
                        <a:pt x="36936" y="21403"/>
                        <a:pt x="38641" y="19280"/>
                      </a:cubicBezTo>
                      <a:cubicBezTo>
                        <a:pt x="41032" y="16337"/>
                        <a:pt x="42567" y="12411"/>
                        <a:pt x="41683" y="8697"/>
                      </a:cubicBezTo>
                      <a:cubicBezTo>
                        <a:pt x="40884" y="5400"/>
                        <a:pt x="38231" y="2719"/>
                        <a:pt x="35104" y="1333"/>
                      </a:cubicBezTo>
                      <a:cubicBezTo>
                        <a:pt x="32933" y="387"/>
                        <a:pt x="30559" y="1"/>
                        <a:pt x="28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7"/>
                <p:cNvSpPr/>
                <p:nvPr/>
              </p:nvSpPr>
              <p:spPr>
                <a:xfrm>
                  <a:off x="3954498" y="1210230"/>
                  <a:ext cx="453863" cy="426152"/>
                </a:xfrm>
                <a:custGeom>
                  <a:avLst/>
                  <a:gdLst/>
                  <a:ahLst/>
                  <a:cxnLst/>
                  <a:rect l="l" t="t" r="r" b="b"/>
                  <a:pathLst>
                    <a:path w="13414" h="12595" extrusionOk="0">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5" name="Google Shape;445;p37"/>
              <p:cNvGrpSpPr/>
              <p:nvPr/>
            </p:nvGrpSpPr>
            <p:grpSpPr>
              <a:xfrm>
                <a:off x="5893995" y="1464670"/>
                <a:ext cx="3643100" cy="2852211"/>
                <a:chOff x="2823538" y="2323833"/>
                <a:chExt cx="1545914" cy="1210307"/>
              </a:xfrm>
            </p:grpSpPr>
            <p:grpSp>
              <p:nvGrpSpPr>
                <p:cNvPr id="446" name="Google Shape;446;p37"/>
                <p:cNvGrpSpPr/>
                <p:nvPr/>
              </p:nvGrpSpPr>
              <p:grpSpPr>
                <a:xfrm>
                  <a:off x="3030874" y="3205941"/>
                  <a:ext cx="1190857" cy="328200"/>
                  <a:chOff x="2909174" y="3294041"/>
                  <a:chExt cx="1190857" cy="328200"/>
                </a:xfrm>
              </p:grpSpPr>
              <p:sp>
                <p:nvSpPr>
                  <p:cNvPr id="447" name="Google Shape;447;p37"/>
                  <p:cNvSpPr/>
                  <p:nvPr/>
                </p:nvSpPr>
                <p:spPr>
                  <a:xfrm>
                    <a:off x="2909174" y="3294041"/>
                    <a:ext cx="1190857" cy="29944"/>
                  </a:xfrm>
                  <a:custGeom>
                    <a:avLst/>
                    <a:gdLst/>
                    <a:ahLst/>
                    <a:cxnLst/>
                    <a:rect l="l" t="t" r="r" b="b"/>
                    <a:pathLst>
                      <a:path w="35196" h="885" extrusionOk="0">
                        <a:moveTo>
                          <a:pt x="1" y="0"/>
                        </a:moveTo>
                        <a:lnTo>
                          <a:pt x="1" y="885"/>
                        </a:lnTo>
                        <a:lnTo>
                          <a:pt x="35195" y="885"/>
                        </a:lnTo>
                        <a:lnTo>
                          <a:pt x="3519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7"/>
                  <p:cNvSpPr/>
                  <p:nvPr/>
                </p:nvSpPr>
                <p:spPr>
                  <a:xfrm>
                    <a:off x="2909174" y="3379747"/>
                    <a:ext cx="1190857" cy="29944"/>
                  </a:xfrm>
                  <a:custGeom>
                    <a:avLst/>
                    <a:gdLst/>
                    <a:ahLst/>
                    <a:cxnLst/>
                    <a:rect l="l" t="t" r="r" b="b"/>
                    <a:pathLst>
                      <a:path w="35196" h="885" extrusionOk="0">
                        <a:moveTo>
                          <a:pt x="1" y="0"/>
                        </a:moveTo>
                        <a:lnTo>
                          <a:pt x="1" y="884"/>
                        </a:lnTo>
                        <a:lnTo>
                          <a:pt x="35195" y="884"/>
                        </a:lnTo>
                        <a:lnTo>
                          <a:pt x="3519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7"/>
                  <p:cNvSpPr/>
                  <p:nvPr/>
                </p:nvSpPr>
                <p:spPr>
                  <a:xfrm>
                    <a:off x="2976913" y="3304090"/>
                    <a:ext cx="18000" cy="318151"/>
                  </a:xfrm>
                  <a:custGeom>
                    <a:avLst/>
                    <a:gdLst/>
                    <a:ahLst/>
                    <a:cxnLst/>
                    <a:rect l="l" t="t" r="r" b="b"/>
                    <a:pathLst>
                      <a:path w="532" h="9403" extrusionOk="0">
                        <a:moveTo>
                          <a:pt x="1" y="1"/>
                        </a:moveTo>
                        <a:lnTo>
                          <a:pt x="1" y="9402"/>
                        </a:lnTo>
                        <a:lnTo>
                          <a:pt x="531" y="9402"/>
                        </a:lnTo>
                        <a:lnTo>
                          <a:pt x="53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7"/>
                  <p:cNvSpPr/>
                  <p:nvPr/>
                </p:nvSpPr>
                <p:spPr>
                  <a:xfrm>
                    <a:off x="4013372" y="3304090"/>
                    <a:ext cx="16782" cy="318151"/>
                  </a:xfrm>
                  <a:custGeom>
                    <a:avLst/>
                    <a:gdLst/>
                    <a:ahLst/>
                    <a:cxnLst/>
                    <a:rect l="l" t="t" r="r" b="b"/>
                    <a:pathLst>
                      <a:path w="496" h="9403" extrusionOk="0">
                        <a:moveTo>
                          <a:pt x="1" y="1"/>
                        </a:moveTo>
                        <a:lnTo>
                          <a:pt x="1" y="9402"/>
                        </a:lnTo>
                        <a:lnTo>
                          <a:pt x="496" y="9402"/>
                        </a:lnTo>
                        <a:lnTo>
                          <a:pt x="49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37"/>
                <p:cNvGrpSpPr/>
                <p:nvPr/>
              </p:nvGrpSpPr>
              <p:grpSpPr>
                <a:xfrm>
                  <a:off x="2823538" y="2688399"/>
                  <a:ext cx="399059" cy="92676"/>
                  <a:chOff x="2532175" y="2448349"/>
                  <a:chExt cx="399059" cy="92676"/>
                </a:xfrm>
              </p:grpSpPr>
              <p:sp>
                <p:nvSpPr>
                  <p:cNvPr id="452" name="Google Shape;452;p37"/>
                  <p:cNvSpPr/>
                  <p:nvPr/>
                </p:nvSpPr>
                <p:spPr>
                  <a:xfrm>
                    <a:off x="2532175" y="2454338"/>
                    <a:ext cx="25884" cy="71832"/>
                  </a:xfrm>
                  <a:custGeom>
                    <a:avLst/>
                    <a:gdLst/>
                    <a:ahLst/>
                    <a:cxnLst/>
                    <a:rect l="l" t="t" r="r" b="b"/>
                    <a:pathLst>
                      <a:path w="765" h="2123" extrusionOk="0">
                        <a:moveTo>
                          <a:pt x="680" y="0"/>
                        </a:moveTo>
                        <a:cubicBezTo>
                          <a:pt x="446" y="0"/>
                          <a:pt x="234" y="206"/>
                          <a:pt x="234" y="439"/>
                        </a:cubicBezTo>
                        <a:lnTo>
                          <a:pt x="234" y="708"/>
                        </a:lnTo>
                        <a:cubicBezTo>
                          <a:pt x="234" y="793"/>
                          <a:pt x="206" y="885"/>
                          <a:pt x="149" y="941"/>
                        </a:cubicBezTo>
                        <a:lnTo>
                          <a:pt x="29" y="1062"/>
                        </a:lnTo>
                        <a:cubicBezTo>
                          <a:pt x="0" y="1062"/>
                          <a:pt x="0" y="1118"/>
                          <a:pt x="29" y="1118"/>
                        </a:cubicBezTo>
                        <a:lnTo>
                          <a:pt x="92" y="1203"/>
                        </a:lnTo>
                        <a:cubicBezTo>
                          <a:pt x="177" y="1267"/>
                          <a:pt x="206" y="1352"/>
                          <a:pt x="206" y="1444"/>
                        </a:cubicBezTo>
                        <a:lnTo>
                          <a:pt x="206" y="1677"/>
                        </a:lnTo>
                        <a:cubicBezTo>
                          <a:pt x="206" y="1911"/>
                          <a:pt x="382" y="2123"/>
                          <a:pt x="651" y="2123"/>
                        </a:cubicBezTo>
                        <a:lnTo>
                          <a:pt x="708" y="2123"/>
                        </a:lnTo>
                        <a:cubicBezTo>
                          <a:pt x="736" y="2123"/>
                          <a:pt x="764" y="2087"/>
                          <a:pt x="764" y="2059"/>
                        </a:cubicBezTo>
                        <a:cubicBezTo>
                          <a:pt x="764" y="2003"/>
                          <a:pt x="736" y="2003"/>
                          <a:pt x="708" y="2003"/>
                        </a:cubicBezTo>
                        <a:lnTo>
                          <a:pt x="651" y="2003"/>
                        </a:lnTo>
                        <a:cubicBezTo>
                          <a:pt x="474" y="2003"/>
                          <a:pt x="326" y="1854"/>
                          <a:pt x="326" y="1677"/>
                        </a:cubicBezTo>
                        <a:lnTo>
                          <a:pt x="326" y="1444"/>
                        </a:lnTo>
                        <a:cubicBezTo>
                          <a:pt x="326" y="1323"/>
                          <a:pt x="269" y="1203"/>
                          <a:pt x="177" y="1118"/>
                        </a:cubicBezTo>
                        <a:lnTo>
                          <a:pt x="149" y="1090"/>
                        </a:lnTo>
                        <a:lnTo>
                          <a:pt x="234" y="1026"/>
                        </a:lnTo>
                        <a:cubicBezTo>
                          <a:pt x="298" y="941"/>
                          <a:pt x="354" y="821"/>
                          <a:pt x="354" y="708"/>
                        </a:cubicBezTo>
                        <a:lnTo>
                          <a:pt x="354" y="439"/>
                        </a:lnTo>
                        <a:cubicBezTo>
                          <a:pt x="354" y="262"/>
                          <a:pt x="503" y="114"/>
                          <a:pt x="680" y="114"/>
                        </a:cubicBezTo>
                        <a:cubicBezTo>
                          <a:pt x="708" y="114"/>
                          <a:pt x="736" y="85"/>
                          <a:pt x="736" y="57"/>
                        </a:cubicBezTo>
                        <a:cubicBezTo>
                          <a:pt x="736" y="29"/>
                          <a:pt x="708" y="0"/>
                          <a:pt x="6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7"/>
                  <p:cNvSpPr/>
                  <p:nvPr/>
                </p:nvSpPr>
                <p:spPr>
                  <a:xfrm>
                    <a:off x="2642987" y="2454338"/>
                    <a:ext cx="25884" cy="71832"/>
                  </a:xfrm>
                  <a:custGeom>
                    <a:avLst/>
                    <a:gdLst/>
                    <a:ahLst/>
                    <a:cxnLst/>
                    <a:rect l="l" t="t" r="r" b="b"/>
                    <a:pathLst>
                      <a:path w="765" h="2123" extrusionOk="0">
                        <a:moveTo>
                          <a:pt x="86" y="0"/>
                        </a:moveTo>
                        <a:cubicBezTo>
                          <a:pt x="57" y="0"/>
                          <a:pt x="29" y="29"/>
                          <a:pt x="29" y="57"/>
                        </a:cubicBezTo>
                        <a:cubicBezTo>
                          <a:pt x="29" y="85"/>
                          <a:pt x="57" y="114"/>
                          <a:pt x="86" y="114"/>
                        </a:cubicBezTo>
                        <a:cubicBezTo>
                          <a:pt x="263" y="114"/>
                          <a:pt x="411" y="262"/>
                          <a:pt x="411" y="439"/>
                        </a:cubicBezTo>
                        <a:lnTo>
                          <a:pt x="411" y="708"/>
                        </a:lnTo>
                        <a:cubicBezTo>
                          <a:pt x="411" y="821"/>
                          <a:pt x="468" y="941"/>
                          <a:pt x="531" y="1026"/>
                        </a:cubicBezTo>
                        <a:lnTo>
                          <a:pt x="616" y="1090"/>
                        </a:lnTo>
                        <a:lnTo>
                          <a:pt x="588" y="1118"/>
                        </a:lnTo>
                        <a:cubicBezTo>
                          <a:pt x="496" y="1203"/>
                          <a:pt x="439" y="1323"/>
                          <a:pt x="439" y="1444"/>
                        </a:cubicBezTo>
                        <a:lnTo>
                          <a:pt x="439" y="1677"/>
                        </a:lnTo>
                        <a:cubicBezTo>
                          <a:pt x="439" y="1854"/>
                          <a:pt x="291" y="2003"/>
                          <a:pt x="114" y="2003"/>
                        </a:cubicBezTo>
                        <a:lnTo>
                          <a:pt x="57" y="2003"/>
                        </a:lnTo>
                        <a:cubicBezTo>
                          <a:pt x="29" y="2003"/>
                          <a:pt x="1" y="2003"/>
                          <a:pt x="1" y="2059"/>
                        </a:cubicBezTo>
                        <a:cubicBezTo>
                          <a:pt x="1" y="2087"/>
                          <a:pt x="29" y="2123"/>
                          <a:pt x="57" y="2123"/>
                        </a:cubicBezTo>
                        <a:lnTo>
                          <a:pt x="114" y="2123"/>
                        </a:lnTo>
                        <a:cubicBezTo>
                          <a:pt x="355" y="2123"/>
                          <a:pt x="560" y="1911"/>
                          <a:pt x="560" y="1677"/>
                        </a:cubicBezTo>
                        <a:lnTo>
                          <a:pt x="560" y="1444"/>
                        </a:lnTo>
                        <a:cubicBezTo>
                          <a:pt x="560" y="1352"/>
                          <a:pt x="588" y="1267"/>
                          <a:pt x="645" y="1203"/>
                        </a:cubicBezTo>
                        <a:lnTo>
                          <a:pt x="737" y="1118"/>
                        </a:lnTo>
                        <a:cubicBezTo>
                          <a:pt x="737" y="1118"/>
                          <a:pt x="765" y="1118"/>
                          <a:pt x="765" y="1090"/>
                        </a:cubicBezTo>
                        <a:cubicBezTo>
                          <a:pt x="765" y="1062"/>
                          <a:pt x="737" y="1062"/>
                          <a:pt x="737" y="1062"/>
                        </a:cubicBezTo>
                        <a:lnTo>
                          <a:pt x="616" y="941"/>
                        </a:lnTo>
                        <a:cubicBezTo>
                          <a:pt x="560" y="885"/>
                          <a:pt x="531" y="793"/>
                          <a:pt x="531" y="708"/>
                        </a:cubicBezTo>
                        <a:lnTo>
                          <a:pt x="531" y="439"/>
                        </a:lnTo>
                        <a:cubicBezTo>
                          <a:pt x="531" y="206"/>
                          <a:pt x="319" y="0"/>
                          <a:pt x="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7"/>
                  <p:cNvSpPr/>
                  <p:nvPr/>
                </p:nvSpPr>
                <p:spPr>
                  <a:xfrm>
                    <a:off x="2567127" y="2523025"/>
                    <a:ext cx="10083" cy="18000"/>
                  </a:xfrm>
                  <a:custGeom>
                    <a:avLst/>
                    <a:gdLst/>
                    <a:ahLst/>
                    <a:cxnLst/>
                    <a:rect l="l" t="t" r="r" b="b"/>
                    <a:pathLst>
                      <a:path w="298" h="532" extrusionOk="0">
                        <a:moveTo>
                          <a:pt x="234" y="1"/>
                        </a:moveTo>
                        <a:cubicBezTo>
                          <a:pt x="205" y="1"/>
                          <a:pt x="177" y="1"/>
                          <a:pt x="149" y="29"/>
                        </a:cubicBezTo>
                        <a:lnTo>
                          <a:pt x="0" y="447"/>
                        </a:lnTo>
                        <a:cubicBezTo>
                          <a:pt x="0" y="475"/>
                          <a:pt x="0" y="531"/>
                          <a:pt x="29" y="531"/>
                        </a:cubicBezTo>
                        <a:lnTo>
                          <a:pt x="57" y="531"/>
                        </a:lnTo>
                        <a:cubicBezTo>
                          <a:pt x="85" y="531"/>
                          <a:pt x="85" y="531"/>
                          <a:pt x="121" y="503"/>
                        </a:cubicBezTo>
                        <a:lnTo>
                          <a:pt x="262" y="93"/>
                        </a:lnTo>
                        <a:cubicBezTo>
                          <a:pt x="297" y="57"/>
                          <a:pt x="262" y="1"/>
                          <a:pt x="2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7"/>
                  <p:cNvSpPr/>
                  <p:nvPr/>
                </p:nvSpPr>
                <p:spPr>
                  <a:xfrm>
                    <a:off x="2829457" y="2523025"/>
                    <a:ext cx="9846" cy="18000"/>
                  </a:xfrm>
                  <a:custGeom>
                    <a:avLst/>
                    <a:gdLst/>
                    <a:ahLst/>
                    <a:cxnLst/>
                    <a:rect l="l" t="t" r="r" b="b"/>
                    <a:pathLst>
                      <a:path w="291" h="532" extrusionOk="0">
                        <a:moveTo>
                          <a:pt x="262" y="1"/>
                        </a:moveTo>
                        <a:cubicBezTo>
                          <a:pt x="234" y="1"/>
                          <a:pt x="206" y="1"/>
                          <a:pt x="178" y="29"/>
                        </a:cubicBezTo>
                        <a:lnTo>
                          <a:pt x="29" y="447"/>
                        </a:lnTo>
                        <a:cubicBezTo>
                          <a:pt x="1" y="475"/>
                          <a:pt x="29" y="531"/>
                          <a:pt x="57" y="531"/>
                        </a:cubicBezTo>
                        <a:lnTo>
                          <a:pt x="86" y="531"/>
                        </a:lnTo>
                        <a:cubicBezTo>
                          <a:pt x="86" y="531"/>
                          <a:pt x="114" y="531"/>
                          <a:pt x="149" y="503"/>
                        </a:cubicBezTo>
                        <a:lnTo>
                          <a:pt x="291" y="93"/>
                        </a:lnTo>
                        <a:cubicBezTo>
                          <a:pt x="291" y="57"/>
                          <a:pt x="291" y="1"/>
                          <a:pt x="26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7"/>
                  <p:cNvSpPr/>
                  <p:nvPr/>
                </p:nvSpPr>
                <p:spPr>
                  <a:xfrm>
                    <a:off x="2887147" y="2523025"/>
                    <a:ext cx="10083" cy="18000"/>
                  </a:xfrm>
                  <a:custGeom>
                    <a:avLst/>
                    <a:gdLst/>
                    <a:ahLst/>
                    <a:cxnLst/>
                    <a:rect l="l" t="t" r="r" b="b"/>
                    <a:pathLst>
                      <a:path w="298" h="532" extrusionOk="0">
                        <a:moveTo>
                          <a:pt x="269" y="1"/>
                        </a:moveTo>
                        <a:cubicBezTo>
                          <a:pt x="241" y="1"/>
                          <a:pt x="213" y="1"/>
                          <a:pt x="178" y="29"/>
                        </a:cubicBezTo>
                        <a:lnTo>
                          <a:pt x="36" y="447"/>
                        </a:lnTo>
                        <a:cubicBezTo>
                          <a:pt x="1" y="475"/>
                          <a:pt x="36" y="531"/>
                          <a:pt x="64" y="531"/>
                        </a:cubicBezTo>
                        <a:lnTo>
                          <a:pt x="93" y="531"/>
                        </a:lnTo>
                        <a:cubicBezTo>
                          <a:pt x="93" y="531"/>
                          <a:pt x="121" y="531"/>
                          <a:pt x="121" y="503"/>
                        </a:cubicBezTo>
                        <a:lnTo>
                          <a:pt x="298" y="93"/>
                        </a:lnTo>
                        <a:cubicBezTo>
                          <a:pt x="298" y="57"/>
                          <a:pt x="298" y="1"/>
                          <a:pt x="2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7"/>
                  <p:cNvSpPr/>
                  <p:nvPr/>
                </p:nvSpPr>
                <p:spPr>
                  <a:xfrm>
                    <a:off x="2897196" y="2523025"/>
                    <a:ext cx="10083" cy="18000"/>
                  </a:xfrm>
                  <a:custGeom>
                    <a:avLst/>
                    <a:gdLst/>
                    <a:ahLst/>
                    <a:cxnLst/>
                    <a:rect l="l" t="t" r="r" b="b"/>
                    <a:pathLst>
                      <a:path w="298" h="532" extrusionOk="0">
                        <a:moveTo>
                          <a:pt x="270" y="1"/>
                        </a:moveTo>
                        <a:cubicBezTo>
                          <a:pt x="234" y="1"/>
                          <a:pt x="178" y="1"/>
                          <a:pt x="178" y="29"/>
                        </a:cubicBezTo>
                        <a:lnTo>
                          <a:pt x="29" y="447"/>
                        </a:lnTo>
                        <a:cubicBezTo>
                          <a:pt x="1" y="475"/>
                          <a:pt x="29" y="531"/>
                          <a:pt x="57" y="531"/>
                        </a:cubicBezTo>
                        <a:cubicBezTo>
                          <a:pt x="93" y="531"/>
                          <a:pt x="121" y="531"/>
                          <a:pt x="121" y="503"/>
                        </a:cubicBezTo>
                        <a:lnTo>
                          <a:pt x="298" y="93"/>
                        </a:lnTo>
                        <a:cubicBezTo>
                          <a:pt x="298" y="57"/>
                          <a:pt x="298" y="1"/>
                          <a:pt x="2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7"/>
                  <p:cNvSpPr/>
                  <p:nvPr/>
                </p:nvSpPr>
                <p:spPr>
                  <a:xfrm>
                    <a:off x="2591049" y="2470139"/>
                    <a:ext cx="37861" cy="38098"/>
                  </a:xfrm>
                  <a:custGeom>
                    <a:avLst/>
                    <a:gdLst/>
                    <a:ahLst/>
                    <a:cxnLst/>
                    <a:rect l="l" t="t" r="r" b="b"/>
                    <a:pathLst>
                      <a:path w="1119" h="1126" extrusionOk="0">
                        <a:moveTo>
                          <a:pt x="1" y="0"/>
                        </a:moveTo>
                        <a:lnTo>
                          <a:pt x="1" y="1125"/>
                        </a:lnTo>
                        <a:lnTo>
                          <a:pt x="1118" y="1125"/>
                        </a:lnTo>
                        <a:lnTo>
                          <a:pt x="11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7"/>
                  <p:cNvSpPr/>
                  <p:nvPr/>
                </p:nvSpPr>
                <p:spPr>
                  <a:xfrm>
                    <a:off x="2693741" y="2448349"/>
                    <a:ext cx="17019" cy="87633"/>
                  </a:xfrm>
                  <a:custGeom>
                    <a:avLst/>
                    <a:gdLst/>
                    <a:ahLst/>
                    <a:cxnLst/>
                    <a:rect l="l" t="t" r="r" b="b"/>
                    <a:pathLst>
                      <a:path w="503" h="2590" extrusionOk="0">
                        <a:moveTo>
                          <a:pt x="475" y="1"/>
                        </a:moveTo>
                        <a:cubicBezTo>
                          <a:pt x="446" y="1"/>
                          <a:pt x="411" y="1"/>
                          <a:pt x="383" y="29"/>
                        </a:cubicBezTo>
                        <a:cubicBezTo>
                          <a:pt x="1" y="793"/>
                          <a:pt x="1" y="1769"/>
                          <a:pt x="383" y="2562"/>
                        </a:cubicBezTo>
                        <a:cubicBezTo>
                          <a:pt x="383" y="2590"/>
                          <a:pt x="411" y="2590"/>
                          <a:pt x="446" y="2590"/>
                        </a:cubicBezTo>
                        <a:lnTo>
                          <a:pt x="475" y="2590"/>
                        </a:lnTo>
                        <a:cubicBezTo>
                          <a:pt x="503" y="2562"/>
                          <a:pt x="503" y="2533"/>
                          <a:pt x="503" y="2505"/>
                        </a:cubicBezTo>
                        <a:cubicBezTo>
                          <a:pt x="121" y="1769"/>
                          <a:pt x="121" y="821"/>
                          <a:pt x="503" y="86"/>
                        </a:cubicBezTo>
                        <a:cubicBezTo>
                          <a:pt x="503" y="57"/>
                          <a:pt x="503" y="29"/>
                          <a:pt x="4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7"/>
                  <p:cNvSpPr/>
                  <p:nvPr/>
                </p:nvSpPr>
                <p:spPr>
                  <a:xfrm>
                    <a:off x="2913234" y="2448349"/>
                    <a:ext cx="18000" cy="87633"/>
                  </a:xfrm>
                  <a:custGeom>
                    <a:avLst/>
                    <a:gdLst/>
                    <a:ahLst/>
                    <a:cxnLst/>
                    <a:rect l="l" t="t" r="r" b="b"/>
                    <a:pathLst>
                      <a:path w="532" h="2590" extrusionOk="0">
                        <a:moveTo>
                          <a:pt x="29" y="1"/>
                        </a:moveTo>
                        <a:cubicBezTo>
                          <a:pt x="1" y="29"/>
                          <a:pt x="1" y="57"/>
                          <a:pt x="29" y="86"/>
                        </a:cubicBezTo>
                        <a:cubicBezTo>
                          <a:pt x="411" y="821"/>
                          <a:pt x="411" y="1769"/>
                          <a:pt x="29" y="2505"/>
                        </a:cubicBezTo>
                        <a:cubicBezTo>
                          <a:pt x="29" y="2533"/>
                          <a:pt x="29" y="2562"/>
                          <a:pt x="57" y="2590"/>
                        </a:cubicBezTo>
                        <a:lnTo>
                          <a:pt x="86" y="2590"/>
                        </a:lnTo>
                        <a:cubicBezTo>
                          <a:pt x="114" y="2590"/>
                          <a:pt x="114" y="2590"/>
                          <a:pt x="149" y="2562"/>
                        </a:cubicBezTo>
                        <a:cubicBezTo>
                          <a:pt x="531" y="1769"/>
                          <a:pt x="531" y="793"/>
                          <a:pt x="114" y="29"/>
                        </a:cubicBezTo>
                        <a:cubicBezTo>
                          <a:pt x="114" y="1"/>
                          <a:pt x="57" y="1"/>
                          <a:pt x="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7"/>
                  <p:cNvSpPr/>
                  <p:nvPr/>
                </p:nvSpPr>
                <p:spPr>
                  <a:xfrm>
                    <a:off x="2777519" y="2480188"/>
                    <a:ext cx="51023" cy="23955"/>
                  </a:xfrm>
                  <a:custGeom>
                    <a:avLst/>
                    <a:gdLst/>
                    <a:ahLst/>
                    <a:cxnLst/>
                    <a:rect l="l" t="t" r="r" b="b"/>
                    <a:pathLst>
                      <a:path w="1508" h="708" extrusionOk="0">
                        <a:moveTo>
                          <a:pt x="1" y="1"/>
                        </a:moveTo>
                        <a:lnTo>
                          <a:pt x="1" y="708"/>
                        </a:lnTo>
                        <a:lnTo>
                          <a:pt x="1507" y="708"/>
                        </a:lnTo>
                        <a:lnTo>
                          <a:pt x="15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7"/>
                  <p:cNvSpPr/>
                  <p:nvPr/>
                </p:nvSpPr>
                <p:spPr>
                  <a:xfrm>
                    <a:off x="2850300" y="2480188"/>
                    <a:ext cx="34985" cy="23955"/>
                  </a:xfrm>
                  <a:custGeom>
                    <a:avLst/>
                    <a:gdLst/>
                    <a:ahLst/>
                    <a:cxnLst/>
                    <a:rect l="l" t="t" r="r" b="b"/>
                    <a:pathLst>
                      <a:path w="1034" h="708" extrusionOk="0">
                        <a:moveTo>
                          <a:pt x="0" y="1"/>
                        </a:moveTo>
                        <a:lnTo>
                          <a:pt x="0" y="708"/>
                        </a:lnTo>
                        <a:lnTo>
                          <a:pt x="1033" y="708"/>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7"/>
                  <p:cNvSpPr/>
                  <p:nvPr/>
                </p:nvSpPr>
                <p:spPr>
                  <a:xfrm>
                    <a:off x="2880210" y="2479241"/>
                    <a:ext cx="34985" cy="3857"/>
                  </a:xfrm>
                  <a:custGeom>
                    <a:avLst/>
                    <a:gdLst/>
                    <a:ahLst/>
                    <a:cxnLst/>
                    <a:rect l="l" t="t" r="r" b="b"/>
                    <a:pathLst>
                      <a:path w="1034" h="114" extrusionOk="0">
                        <a:moveTo>
                          <a:pt x="64" y="0"/>
                        </a:moveTo>
                        <a:cubicBezTo>
                          <a:pt x="29" y="0"/>
                          <a:pt x="1" y="29"/>
                          <a:pt x="1" y="57"/>
                        </a:cubicBezTo>
                        <a:cubicBezTo>
                          <a:pt x="1" y="85"/>
                          <a:pt x="29" y="113"/>
                          <a:pt x="64" y="113"/>
                        </a:cubicBezTo>
                        <a:lnTo>
                          <a:pt x="977" y="113"/>
                        </a:lnTo>
                        <a:cubicBezTo>
                          <a:pt x="1033" y="113"/>
                          <a:pt x="1033" y="85"/>
                          <a:pt x="1033" y="57"/>
                        </a:cubicBezTo>
                        <a:cubicBezTo>
                          <a:pt x="1033" y="29"/>
                          <a:pt x="1033" y="0"/>
                          <a:pt x="9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7"/>
                  <p:cNvSpPr/>
                  <p:nvPr/>
                </p:nvSpPr>
                <p:spPr>
                  <a:xfrm>
                    <a:off x="2894320" y="2490238"/>
                    <a:ext cx="20876" cy="3857"/>
                  </a:xfrm>
                  <a:custGeom>
                    <a:avLst/>
                    <a:gdLst/>
                    <a:ahLst/>
                    <a:cxnLst/>
                    <a:rect l="l" t="t" r="r" b="b"/>
                    <a:pathLst>
                      <a:path w="617" h="114" extrusionOk="0">
                        <a:moveTo>
                          <a:pt x="57" y="1"/>
                        </a:moveTo>
                        <a:cubicBezTo>
                          <a:pt x="29" y="1"/>
                          <a:pt x="1" y="29"/>
                          <a:pt x="1" y="57"/>
                        </a:cubicBezTo>
                        <a:cubicBezTo>
                          <a:pt x="1" y="114"/>
                          <a:pt x="29" y="114"/>
                          <a:pt x="57" y="114"/>
                        </a:cubicBezTo>
                        <a:lnTo>
                          <a:pt x="560" y="114"/>
                        </a:lnTo>
                        <a:cubicBezTo>
                          <a:pt x="616" y="114"/>
                          <a:pt x="616" y="114"/>
                          <a:pt x="616" y="57"/>
                        </a:cubicBezTo>
                        <a:cubicBezTo>
                          <a:pt x="616" y="29"/>
                          <a:pt x="616" y="1"/>
                          <a:pt x="5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7"/>
                  <p:cNvSpPr/>
                  <p:nvPr/>
                </p:nvSpPr>
                <p:spPr>
                  <a:xfrm>
                    <a:off x="2752615" y="2459109"/>
                    <a:ext cx="4128" cy="74978"/>
                  </a:xfrm>
                  <a:custGeom>
                    <a:avLst/>
                    <a:gdLst/>
                    <a:ahLst/>
                    <a:cxnLst/>
                    <a:rect l="l" t="t" r="r" b="b"/>
                    <a:pathLst>
                      <a:path w="122" h="2216" extrusionOk="0">
                        <a:moveTo>
                          <a:pt x="57" y="1"/>
                        </a:moveTo>
                        <a:cubicBezTo>
                          <a:pt x="29" y="1"/>
                          <a:pt x="1" y="36"/>
                          <a:pt x="1" y="65"/>
                        </a:cubicBezTo>
                        <a:lnTo>
                          <a:pt x="1" y="2159"/>
                        </a:lnTo>
                        <a:cubicBezTo>
                          <a:pt x="1" y="2187"/>
                          <a:pt x="29" y="2215"/>
                          <a:pt x="57" y="2215"/>
                        </a:cubicBezTo>
                        <a:cubicBezTo>
                          <a:pt x="86" y="2215"/>
                          <a:pt x="121" y="2187"/>
                          <a:pt x="121" y="2159"/>
                        </a:cubicBezTo>
                        <a:lnTo>
                          <a:pt x="121" y="65"/>
                        </a:lnTo>
                        <a:cubicBezTo>
                          <a:pt x="121" y="36"/>
                          <a:pt x="86" y="1"/>
                          <a:pt x="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37"/>
                <p:cNvGrpSpPr/>
                <p:nvPr/>
              </p:nvGrpSpPr>
              <p:grpSpPr>
                <a:xfrm>
                  <a:off x="3309241" y="2588583"/>
                  <a:ext cx="800705" cy="591511"/>
                  <a:chOff x="3187541" y="2348533"/>
                  <a:chExt cx="800705" cy="591511"/>
                </a:xfrm>
              </p:grpSpPr>
              <p:sp>
                <p:nvSpPr>
                  <p:cNvPr id="467" name="Google Shape;467;p37"/>
                  <p:cNvSpPr/>
                  <p:nvPr/>
                </p:nvSpPr>
                <p:spPr>
                  <a:xfrm>
                    <a:off x="3546607" y="2660533"/>
                    <a:ext cx="83809" cy="279511"/>
                  </a:xfrm>
                  <a:custGeom>
                    <a:avLst/>
                    <a:gdLst/>
                    <a:ahLst/>
                    <a:cxnLst/>
                    <a:rect l="l" t="t" r="r" b="b"/>
                    <a:pathLst>
                      <a:path w="2477" h="8261" extrusionOk="0">
                        <a:moveTo>
                          <a:pt x="797" y="0"/>
                        </a:moveTo>
                        <a:cubicBezTo>
                          <a:pt x="634" y="0"/>
                          <a:pt x="465" y="114"/>
                          <a:pt x="439" y="273"/>
                        </a:cubicBezTo>
                        <a:cubicBezTo>
                          <a:pt x="234" y="1094"/>
                          <a:pt x="1" y="2127"/>
                          <a:pt x="354" y="3103"/>
                        </a:cubicBezTo>
                        <a:cubicBezTo>
                          <a:pt x="467" y="3422"/>
                          <a:pt x="673" y="3719"/>
                          <a:pt x="849" y="3987"/>
                        </a:cubicBezTo>
                        <a:cubicBezTo>
                          <a:pt x="970" y="4221"/>
                          <a:pt x="1090" y="4398"/>
                          <a:pt x="1203" y="4603"/>
                        </a:cubicBezTo>
                        <a:cubicBezTo>
                          <a:pt x="1677" y="5664"/>
                          <a:pt x="1352" y="6930"/>
                          <a:pt x="411" y="7638"/>
                        </a:cubicBezTo>
                        <a:cubicBezTo>
                          <a:pt x="262" y="7758"/>
                          <a:pt x="234" y="7963"/>
                          <a:pt x="354" y="8112"/>
                        </a:cubicBezTo>
                        <a:cubicBezTo>
                          <a:pt x="411" y="8232"/>
                          <a:pt x="531" y="8260"/>
                          <a:pt x="644" y="8260"/>
                        </a:cubicBezTo>
                        <a:cubicBezTo>
                          <a:pt x="708" y="8260"/>
                          <a:pt x="793" y="8260"/>
                          <a:pt x="849" y="8197"/>
                        </a:cubicBezTo>
                        <a:cubicBezTo>
                          <a:pt x="2059" y="7312"/>
                          <a:pt x="2477" y="5664"/>
                          <a:pt x="1826" y="4306"/>
                        </a:cubicBezTo>
                        <a:cubicBezTo>
                          <a:pt x="1705" y="4072"/>
                          <a:pt x="1592" y="3839"/>
                          <a:pt x="1444" y="3634"/>
                        </a:cubicBezTo>
                        <a:cubicBezTo>
                          <a:pt x="1267" y="3365"/>
                          <a:pt x="1118" y="3103"/>
                          <a:pt x="998" y="2834"/>
                        </a:cubicBezTo>
                        <a:cubicBezTo>
                          <a:pt x="736" y="2099"/>
                          <a:pt x="941" y="1186"/>
                          <a:pt x="1118" y="450"/>
                        </a:cubicBezTo>
                        <a:cubicBezTo>
                          <a:pt x="1175" y="238"/>
                          <a:pt x="1062" y="61"/>
                          <a:pt x="849" y="5"/>
                        </a:cubicBezTo>
                        <a:cubicBezTo>
                          <a:pt x="832" y="2"/>
                          <a:pt x="814" y="0"/>
                          <a:pt x="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7"/>
                  <p:cNvSpPr/>
                  <p:nvPr/>
                </p:nvSpPr>
                <p:spPr>
                  <a:xfrm>
                    <a:off x="3454675" y="2918937"/>
                    <a:ext cx="251394" cy="20166"/>
                  </a:xfrm>
                  <a:custGeom>
                    <a:avLst/>
                    <a:gdLst/>
                    <a:ahLst/>
                    <a:cxnLst/>
                    <a:rect l="l" t="t" r="r" b="b"/>
                    <a:pathLst>
                      <a:path w="7430" h="596" extrusionOk="0">
                        <a:moveTo>
                          <a:pt x="270" y="1"/>
                        </a:moveTo>
                        <a:cubicBezTo>
                          <a:pt x="121" y="1"/>
                          <a:pt x="1" y="121"/>
                          <a:pt x="1" y="270"/>
                        </a:cubicBezTo>
                        <a:lnTo>
                          <a:pt x="1" y="326"/>
                        </a:lnTo>
                        <a:cubicBezTo>
                          <a:pt x="1" y="475"/>
                          <a:pt x="121" y="595"/>
                          <a:pt x="270" y="595"/>
                        </a:cubicBezTo>
                        <a:lnTo>
                          <a:pt x="7167" y="595"/>
                        </a:lnTo>
                        <a:cubicBezTo>
                          <a:pt x="7316" y="595"/>
                          <a:pt x="7429" y="475"/>
                          <a:pt x="7429" y="326"/>
                        </a:cubicBezTo>
                        <a:lnTo>
                          <a:pt x="7429" y="270"/>
                        </a:lnTo>
                        <a:cubicBezTo>
                          <a:pt x="7429" y="121"/>
                          <a:pt x="7316" y="1"/>
                          <a:pt x="7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7"/>
                  <p:cNvSpPr/>
                  <p:nvPr/>
                </p:nvSpPr>
                <p:spPr>
                  <a:xfrm>
                    <a:off x="3187541" y="2348533"/>
                    <a:ext cx="800705" cy="480660"/>
                  </a:xfrm>
                  <a:custGeom>
                    <a:avLst/>
                    <a:gdLst/>
                    <a:ahLst/>
                    <a:cxnLst/>
                    <a:rect l="l" t="t" r="r" b="b"/>
                    <a:pathLst>
                      <a:path w="23665" h="14206" extrusionOk="0">
                        <a:moveTo>
                          <a:pt x="468" y="1"/>
                        </a:moveTo>
                        <a:cubicBezTo>
                          <a:pt x="234" y="1"/>
                          <a:pt x="1" y="206"/>
                          <a:pt x="1" y="475"/>
                        </a:cubicBezTo>
                        <a:lnTo>
                          <a:pt x="1" y="13739"/>
                        </a:lnTo>
                        <a:cubicBezTo>
                          <a:pt x="1" y="14001"/>
                          <a:pt x="234" y="14206"/>
                          <a:pt x="468" y="14206"/>
                        </a:cubicBezTo>
                        <a:lnTo>
                          <a:pt x="23198" y="14206"/>
                        </a:lnTo>
                        <a:cubicBezTo>
                          <a:pt x="23431" y="14206"/>
                          <a:pt x="23665" y="14001"/>
                          <a:pt x="23665" y="13739"/>
                        </a:cubicBezTo>
                        <a:lnTo>
                          <a:pt x="23665" y="475"/>
                        </a:lnTo>
                        <a:cubicBezTo>
                          <a:pt x="23665" y="206"/>
                          <a:pt x="23431" y="1"/>
                          <a:pt x="231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7"/>
                  <p:cNvSpPr/>
                  <p:nvPr/>
                </p:nvSpPr>
                <p:spPr>
                  <a:xfrm>
                    <a:off x="3191399" y="2386362"/>
                    <a:ext cx="793025" cy="405986"/>
                  </a:xfrm>
                  <a:custGeom>
                    <a:avLst/>
                    <a:gdLst/>
                    <a:ahLst/>
                    <a:cxnLst/>
                    <a:rect l="l" t="t" r="r" b="b"/>
                    <a:pathLst>
                      <a:path w="23438" h="11999" extrusionOk="0">
                        <a:moveTo>
                          <a:pt x="0" y="0"/>
                        </a:moveTo>
                        <a:lnTo>
                          <a:pt x="0" y="11999"/>
                        </a:lnTo>
                        <a:lnTo>
                          <a:pt x="23438" y="11999"/>
                        </a:lnTo>
                        <a:lnTo>
                          <a:pt x="2343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7"/>
                  <p:cNvSpPr/>
                  <p:nvPr/>
                </p:nvSpPr>
                <p:spPr>
                  <a:xfrm>
                    <a:off x="3264146" y="2426322"/>
                    <a:ext cx="87903" cy="12959"/>
                  </a:xfrm>
                  <a:custGeom>
                    <a:avLst/>
                    <a:gdLst/>
                    <a:ahLst/>
                    <a:cxnLst/>
                    <a:rect l="l" t="t" r="r" b="b"/>
                    <a:pathLst>
                      <a:path w="2598" h="383" extrusionOk="0">
                        <a:moveTo>
                          <a:pt x="1" y="1"/>
                        </a:moveTo>
                        <a:lnTo>
                          <a:pt x="1" y="383"/>
                        </a:lnTo>
                        <a:lnTo>
                          <a:pt x="2597" y="383"/>
                        </a:lnTo>
                        <a:lnTo>
                          <a:pt x="25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7"/>
                  <p:cNvSpPr/>
                  <p:nvPr/>
                </p:nvSpPr>
                <p:spPr>
                  <a:xfrm>
                    <a:off x="3368055" y="2426322"/>
                    <a:ext cx="147453" cy="12959"/>
                  </a:xfrm>
                  <a:custGeom>
                    <a:avLst/>
                    <a:gdLst/>
                    <a:ahLst/>
                    <a:cxnLst/>
                    <a:rect l="l" t="t" r="r" b="b"/>
                    <a:pathLst>
                      <a:path w="4358" h="383" extrusionOk="0">
                        <a:moveTo>
                          <a:pt x="0" y="1"/>
                        </a:moveTo>
                        <a:lnTo>
                          <a:pt x="0" y="383"/>
                        </a:lnTo>
                        <a:lnTo>
                          <a:pt x="4358" y="383"/>
                        </a:lnTo>
                        <a:lnTo>
                          <a:pt x="43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7"/>
                  <p:cNvSpPr/>
                  <p:nvPr/>
                </p:nvSpPr>
                <p:spPr>
                  <a:xfrm>
                    <a:off x="3532498" y="2426322"/>
                    <a:ext cx="172592" cy="12959"/>
                  </a:xfrm>
                  <a:custGeom>
                    <a:avLst/>
                    <a:gdLst/>
                    <a:ahLst/>
                    <a:cxnLst/>
                    <a:rect l="l" t="t" r="r" b="b"/>
                    <a:pathLst>
                      <a:path w="5101" h="383" extrusionOk="0">
                        <a:moveTo>
                          <a:pt x="0" y="1"/>
                        </a:moveTo>
                        <a:lnTo>
                          <a:pt x="0" y="383"/>
                        </a:lnTo>
                        <a:lnTo>
                          <a:pt x="5101" y="383"/>
                        </a:lnTo>
                        <a:lnTo>
                          <a:pt x="510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7"/>
                  <p:cNvSpPr/>
                  <p:nvPr/>
                </p:nvSpPr>
                <p:spPr>
                  <a:xfrm>
                    <a:off x="3723027" y="2426322"/>
                    <a:ext cx="65843" cy="12959"/>
                  </a:xfrm>
                  <a:custGeom>
                    <a:avLst/>
                    <a:gdLst/>
                    <a:ahLst/>
                    <a:cxnLst/>
                    <a:rect l="l" t="t" r="r" b="b"/>
                    <a:pathLst>
                      <a:path w="1946" h="383" extrusionOk="0">
                        <a:moveTo>
                          <a:pt x="0" y="1"/>
                        </a:moveTo>
                        <a:lnTo>
                          <a:pt x="0" y="383"/>
                        </a:lnTo>
                        <a:lnTo>
                          <a:pt x="1946" y="383"/>
                        </a:lnTo>
                        <a:lnTo>
                          <a:pt x="194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7"/>
                  <p:cNvSpPr/>
                  <p:nvPr/>
                </p:nvSpPr>
                <p:spPr>
                  <a:xfrm>
                    <a:off x="3503534" y="2458161"/>
                    <a:ext cx="20132" cy="12011"/>
                  </a:xfrm>
                  <a:custGeom>
                    <a:avLst/>
                    <a:gdLst/>
                    <a:ahLst/>
                    <a:cxnLst/>
                    <a:rect l="l" t="t" r="r" b="b"/>
                    <a:pathLst>
                      <a:path w="595" h="355" extrusionOk="0">
                        <a:moveTo>
                          <a:pt x="0" y="1"/>
                        </a:moveTo>
                        <a:lnTo>
                          <a:pt x="0" y="354"/>
                        </a:lnTo>
                        <a:lnTo>
                          <a:pt x="594" y="354"/>
                        </a:lnTo>
                        <a:lnTo>
                          <a:pt x="59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7"/>
                  <p:cNvSpPr/>
                  <p:nvPr/>
                </p:nvSpPr>
                <p:spPr>
                  <a:xfrm>
                    <a:off x="3563356" y="2458161"/>
                    <a:ext cx="9135" cy="12011"/>
                  </a:xfrm>
                  <a:custGeom>
                    <a:avLst/>
                    <a:gdLst/>
                    <a:ahLst/>
                    <a:cxnLst/>
                    <a:rect l="l" t="t" r="r" b="b"/>
                    <a:pathLst>
                      <a:path w="270" h="355" extrusionOk="0">
                        <a:moveTo>
                          <a:pt x="1" y="1"/>
                        </a:moveTo>
                        <a:lnTo>
                          <a:pt x="1" y="354"/>
                        </a:lnTo>
                        <a:lnTo>
                          <a:pt x="270" y="354"/>
                        </a:lnTo>
                        <a:lnTo>
                          <a:pt x="2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7"/>
                  <p:cNvSpPr/>
                  <p:nvPr/>
                </p:nvSpPr>
                <p:spPr>
                  <a:xfrm>
                    <a:off x="3581323" y="2458161"/>
                    <a:ext cx="157773" cy="12011"/>
                  </a:xfrm>
                  <a:custGeom>
                    <a:avLst/>
                    <a:gdLst/>
                    <a:ahLst/>
                    <a:cxnLst/>
                    <a:rect l="l" t="t" r="r" b="b"/>
                    <a:pathLst>
                      <a:path w="4663" h="355" extrusionOk="0">
                        <a:moveTo>
                          <a:pt x="0" y="1"/>
                        </a:moveTo>
                        <a:lnTo>
                          <a:pt x="0" y="354"/>
                        </a:lnTo>
                        <a:lnTo>
                          <a:pt x="4662" y="354"/>
                        </a:lnTo>
                        <a:lnTo>
                          <a:pt x="46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7"/>
                  <p:cNvSpPr/>
                  <p:nvPr/>
                </p:nvSpPr>
                <p:spPr>
                  <a:xfrm>
                    <a:off x="3758927" y="2458161"/>
                    <a:ext cx="45982" cy="12011"/>
                  </a:xfrm>
                  <a:custGeom>
                    <a:avLst/>
                    <a:gdLst/>
                    <a:ahLst/>
                    <a:cxnLst/>
                    <a:rect l="l" t="t" r="r" b="b"/>
                    <a:pathLst>
                      <a:path w="1359" h="355" extrusionOk="0">
                        <a:moveTo>
                          <a:pt x="0" y="1"/>
                        </a:moveTo>
                        <a:lnTo>
                          <a:pt x="0" y="354"/>
                        </a:lnTo>
                        <a:lnTo>
                          <a:pt x="1359" y="354"/>
                        </a:lnTo>
                        <a:lnTo>
                          <a:pt x="135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7"/>
                  <p:cNvSpPr/>
                  <p:nvPr/>
                </p:nvSpPr>
                <p:spPr>
                  <a:xfrm>
                    <a:off x="3532498" y="2458161"/>
                    <a:ext cx="18914" cy="12011"/>
                  </a:xfrm>
                  <a:custGeom>
                    <a:avLst/>
                    <a:gdLst/>
                    <a:ahLst/>
                    <a:cxnLst/>
                    <a:rect l="l" t="t" r="r" b="b"/>
                    <a:pathLst>
                      <a:path w="559" h="355" extrusionOk="0">
                        <a:moveTo>
                          <a:pt x="0" y="1"/>
                        </a:moveTo>
                        <a:lnTo>
                          <a:pt x="0" y="354"/>
                        </a:lnTo>
                        <a:lnTo>
                          <a:pt x="559" y="354"/>
                        </a:lnTo>
                        <a:lnTo>
                          <a:pt x="55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7"/>
                  <p:cNvSpPr/>
                  <p:nvPr/>
                </p:nvSpPr>
                <p:spPr>
                  <a:xfrm>
                    <a:off x="3412786" y="2458161"/>
                    <a:ext cx="83809" cy="12011"/>
                  </a:xfrm>
                  <a:custGeom>
                    <a:avLst/>
                    <a:gdLst/>
                    <a:ahLst/>
                    <a:cxnLst/>
                    <a:rect l="l" t="t" r="r" b="b"/>
                    <a:pathLst>
                      <a:path w="2477" h="355" extrusionOk="0">
                        <a:moveTo>
                          <a:pt x="1" y="1"/>
                        </a:moveTo>
                        <a:lnTo>
                          <a:pt x="1" y="354"/>
                        </a:lnTo>
                        <a:lnTo>
                          <a:pt x="2477" y="354"/>
                        </a:lnTo>
                        <a:lnTo>
                          <a:pt x="24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7"/>
                  <p:cNvSpPr/>
                  <p:nvPr/>
                </p:nvSpPr>
                <p:spPr>
                  <a:xfrm>
                    <a:off x="3292162" y="2458161"/>
                    <a:ext cx="110843" cy="12011"/>
                  </a:xfrm>
                  <a:custGeom>
                    <a:avLst/>
                    <a:gdLst/>
                    <a:ahLst/>
                    <a:cxnLst/>
                    <a:rect l="l" t="t" r="r" b="b"/>
                    <a:pathLst>
                      <a:path w="3276" h="355" extrusionOk="0">
                        <a:moveTo>
                          <a:pt x="0" y="1"/>
                        </a:moveTo>
                        <a:lnTo>
                          <a:pt x="0" y="354"/>
                        </a:lnTo>
                        <a:lnTo>
                          <a:pt x="3276" y="354"/>
                        </a:lnTo>
                        <a:lnTo>
                          <a:pt x="32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7"/>
                  <p:cNvSpPr/>
                  <p:nvPr/>
                </p:nvSpPr>
                <p:spPr>
                  <a:xfrm>
                    <a:off x="3264146" y="2458161"/>
                    <a:ext cx="19184" cy="12011"/>
                  </a:xfrm>
                  <a:custGeom>
                    <a:avLst/>
                    <a:gdLst/>
                    <a:ahLst/>
                    <a:cxnLst/>
                    <a:rect l="l" t="t" r="r" b="b"/>
                    <a:pathLst>
                      <a:path w="567" h="355" extrusionOk="0">
                        <a:moveTo>
                          <a:pt x="1" y="1"/>
                        </a:moveTo>
                        <a:lnTo>
                          <a:pt x="1" y="354"/>
                        </a:lnTo>
                        <a:lnTo>
                          <a:pt x="567" y="354"/>
                        </a:lnTo>
                        <a:lnTo>
                          <a:pt x="56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7"/>
                  <p:cNvSpPr/>
                  <p:nvPr/>
                </p:nvSpPr>
                <p:spPr>
                  <a:xfrm>
                    <a:off x="3264146" y="2489053"/>
                    <a:ext cx="16072" cy="13196"/>
                  </a:xfrm>
                  <a:custGeom>
                    <a:avLst/>
                    <a:gdLst/>
                    <a:ahLst/>
                    <a:cxnLst/>
                    <a:rect l="l" t="t" r="r" b="b"/>
                    <a:pathLst>
                      <a:path w="475" h="390" extrusionOk="0">
                        <a:moveTo>
                          <a:pt x="1" y="0"/>
                        </a:moveTo>
                        <a:lnTo>
                          <a:pt x="1" y="389"/>
                        </a:lnTo>
                        <a:lnTo>
                          <a:pt x="475" y="389"/>
                        </a:lnTo>
                        <a:lnTo>
                          <a:pt x="47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7"/>
                  <p:cNvSpPr/>
                  <p:nvPr/>
                </p:nvSpPr>
                <p:spPr>
                  <a:xfrm>
                    <a:off x="3295275" y="2489053"/>
                    <a:ext cx="158483" cy="13196"/>
                  </a:xfrm>
                  <a:custGeom>
                    <a:avLst/>
                    <a:gdLst/>
                    <a:ahLst/>
                    <a:cxnLst/>
                    <a:rect l="l" t="t" r="r" b="b"/>
                    <a:pathLst>
                      <a:path w="4684" h="390" extrusionOk="0">
                        <a:moveTo>
                          <a:pt x="0" y="0"/>
                        </a:moveTo>
                        <a:lnTo>
                          <a:pt x="0" y="389"/>
                        </a:lnTo>
                        <a:lnTo>
                          <a:pt x="4684" y="389"/>
                        </a:lnTo>
                        <a:lnTo>
                          <a:pt x="46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7"/>
                  <p:cNvSpPr/>
                  <p:nvPr/>
                </p:nvSpPr>
                <p:spPr>
                  <a:xfrm>
                    <a:off x="3470713" y="2489053"/>
                    <a:ext cx="251394" cy="13196"/>
                  </a:xfrm>
                  <a:custGeom>
                    <a:avLst/>
                    <a:gdLst/>
                    <a:ahLst/>
                    <a:cxnLst/>
                    <a:rect l="l" t="t" r="r" b="b"/>
                    <a:pathLst>
                      <a:path w="7430" h="390" extrusionOk="0">
                        <a:moveTo>
                          <a:pt x="1" y="0"/>
                        </a:moveTo>
                        <a:lnTo>
                          <a:pt x="1" y="389"/>
                        </a:lnTo>
                        <a:lnTo>
                          <a:pt x="7429" y="389"/>
                        </a:lnTo>
                        <a:lnTo>
                          <a:pt x="742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7"/>
                  <p:cNvSpPr/>
                  <p:nvPr/>
                </p:nvSpPr>
                <p:spPr>
                  <a:xfrm>
                    <a:off x="3730911" y="2489053"/>
                    <a:ext cx="73997" cy="13196"/>
                  </a:xfrm>
                  <a:custGeom>
                    <a:avLst/>
                    <a:gdLst/>
                    <a:ahLst/>
                    <a:cxnLst/>
                    <a:rect l="l" t="t" r="r" b="b"/>
                    <a:pathLst>
                      <a:path w="2187" h="390" extrusionOk="0">
                        <a:moveTo>
                          <a:pt x="1" y="0"/>
                        </a:moveTo>
                        <a:lnTo>
                          <a:pt x="1" y="389"/>
                        </a:lnTo>
                        <a:lnTo>
                          <a:pt x="2187" y="389"/>
                        </a:lnTo>
                        <a:lnTo>
                          <a:pt x="218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7"/>
                  <p:cNvSpPr/>
                  <p:nvPr/>
                </p:nvSpPr>
                <p:spPr>
                  <a:xfrm>
                    <a:off x="3594485" y="2521130"/>
                    <a:ext cx="192487" cy="12959"/>
                  </a:xfrm>
                  <a:custGeom>
                    <a:avLst/>
                    <a:gdLst/>
                    <a:ahLst/>
                    <a:cxnLst/>
                    <a:rect l="l" t="t" r="r" b="b"/>
                    <a:pathLst>
                      <a:path w="5689" h="383" extrusionOk="0">
                        <a:moveTo>
                          <a:pt x="0" y="0"/>
                        </a:moveTo>
                        <a:lnTo>
                          <a:pt x="0" y="382"/>
                        </a:lnTo>
                        <a:lnTo>
                          <a:pt x="5688" y="382"/>
                        </a:lnTo>
                        <a:lnTo>
                          <a:pt x="568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7"/>
                  <p:cNvSpPr/>
                  <p:nvPr/>
                </p:nvSpPr>
                <p:spPr>
                  <a:xfrm>
                    <a:off x="3264146" y="2521130"/>
                    <a:ext cx="31162" cy="12959"/>
                  </a:xfrm>
                  <a:custGeom>
                    <a:avLst/>
                    <a:gdLst/>
                    <a:ahLst/>
                    <a:cxnLst/>
                    <a:rect l="l" t="t" r="r" b="b"/>
                    <a:pathLst>
                      <a:path w="921" h="383" extrusionOk="0">
                        <a:moveTo>
                          <a:pt x="1" y="0"/>
                        </a:moveTo>
                        <a:lnTo>
                          <a:pt x="1" y="382"/>
                        </a:lnTo>
                        <a:lnTo>
                          <a:pt x="920" y="382"/>
                        </a:lnTo>
                        <a:lnTo>
                          <a:pt x="9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7"/>
                  <p:cNvSpPr/>
                  <p:nvPr/>
                </p:nvSpPr>
                <p:spPr>
                  <a:xfrm>
                    <a:off x="3308200" y="2521130"/>
                    <a:ext cx="150600" cy="12959"/>
                  </a:xfrm>
                  <a:custGeom>
                    <a:avLst/>
                    <a:gdLst/>
                    <a:ahLst/>
                    <a:cxnLst/>
                    <a:rect l="l" t="t" r="r" b="b"/>
                    <a:pathLst>
                      <a:path w="4451" h="383" extrusionOk="0">
                        <a:moveTo>
                          <a:pt x="0" y="0"/>
                        </a:moveTo>
                        <a:lnTo>
                          <a:pt x="0" y="382"/>
                        </a:lnTo>
                        <a:lnTo>
                          <a:pt x="4450" y="382"/>
                        </a:lnTo>
                        <a:lnTo>
                          <a:pt x="445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7"/>
                  <p:cNvSpPr/>
                  <p:nvPr/>
                </p:nvSpPr>
                <p:spPr>
                  <a:xfrm>
                    <a:off x="3468819" y="2521130"/>
                    <a:ext cx="98629" cy="12959"/>
                  </a:xfrm>
                  <a:custGeom>
                    <a:avLst/>
                    <a:gdLst/>
                    <a:ahLst/>
                    <a:cxnLst/>
                    <a:rect l="l" t="t" r="r" b="b"/>
                    <a:pathLst>
                      <a:path w="2915" h="383" extrusionOk="0">
                        <a:moveTo>
                          <a:pt x="0" y="0"/>
                        </a:moveTo>
                        <a:lnTo>
                          <a:pt x="0" y="382"/>
                        </a:lnTo>
                        <a:lnTo>
                          <a:pt x="2915" y="382"/>
                        </a:lnTo>
                        <a:lnTo>
                          <a:pt x="29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7"/>
                  <p:cNvSpPr/>
                  <p:nvPr/>
                </p:nvSpPr>
                <p:spPr>
                  <a:xfrm>
                    <a:off x="3368055" y="2552969"/>
                    <a:ext cx="29944" cy="12959"/>
                  </a:xfrm>
                  <a:custGeom>
                    <a:avLst/>
                    <a:gdLst/>
                    <a:ahLst/>
                    <a:cxnLst/>
                    <a:rect l="l" t="t" r="r" b="b"/>
                    <a:pathLst>
                      <a:path w="885" h="383" extrusionOk="0">
                        <a:moveTo>
                          <a:pt x="0" y="0"/>
                        </a:moveTo>
                        <a:lnTo>
                          <a:pt x="0" y="382"/>
                        </a:lnTo>
                        <a:lnTo>
                          <a:pt x="884" y="382"/>
                        </a:lnTo>
                        <a:lnTo>
                          <a:pt x="8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7"/>
                  <p:cNvSpPr/>
                  <p:nvPr/>
                </p:nvSpPr>
                <p:spPr>
                  <a:xfrm>
                    <a:off x="3264146" y="2552969"/>
                    <a:ext cx="91016" cy="12959"/>
                  </a:xfrm>
                  <a:custGeom>
                    <a:avLst/>
                    <a:gdLst/>
                    <a:ahLst/>
                    <a:cxnLst/>
                    <a:rect l="l" t="t" r="r" b="b"/>
                    <a:pathLst>
                      <a:path w="2690" h="383" extrusionOk="0">
                        <a:moveTo>
                          <a:pt x="1" y="0"/>
                        </a:moveTo>
                        <a:lnTo>
                          <a:pt x="1" y="382"/>
                        </a:lnTo>
                        <a:lnTo>
                          <a:pt x="2689" y="382"/>
                        </a:lnTo>
                        <a:lnTo>
                          <a:pt x="268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7"/>
                  <p:cNvSpPr/>
                  <p:nvPr/>
                </p:nvSpPr>
                <p:spPr>
                  <a:xfrm>
                    <a:off x="3407779" y="2552969"/>
                    <a:ext cx="28049" cy="12959"/>
                  </a:xfrm>
                  <a:custGeom>
                    <a:avLst/>
                    <a:gdLst/>
                    <a:ahLst/>
                    <a:cxnLst/>
                    <a:rect l="l" t="t" r="r" b="b"/>
                    <a:pathLst>
                      <a:path w="829" h="383" extrusionOk="0">
                        <a:moveTo>
                          <a:pt x="0" y="0"/>
                        </a:moveTo>
                        <a:lnTo>
                          <a:pt x="0" y="382"/>
                        </a:lnTo>
                        <a:lnTo>
                          <a:pt x="828" y="382"/>
                        </a:lnTo>
                        <a:lnTo>
                          <a:pt x="82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7"/>
                  <p:cNvSpPr/>
                  <p:nvPr/>
                </p:nvSpPr>
                <p:spPr>
                  <a:xfrm>
                    <a:off x="3445844" y="2552969"/>
                    <a:ext cx="122584" cy="12959"/>
                  </a:xfrm>
                  <a:custGeom>
                    <a:avLst/>
                    <a:gdLst/>
                    <a:ahLst/>
                    <a:cxnLst/>
                    <a:rect l="l" t="t" r="r" b="b"/>
                    <a:pathLst>
                      <a:path w="3623" h="383" extrusionOk="0">
                        <a:moveTo>
                          <a:pt x="0" y="0"/>
                        </a:moveTo>
                        <a:lnTo>
                          <a:pt x="0" y="382"/>
                        </a:lnTo>
                        <a:lnTo>
                          <a:pt x="3622" y="382"/>
                        </a:lnTo>
                        <a:lnTo>
                          <a:pt x="36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7"/>
                  <p:cNvSpPr/>
                  <p:nvPr/>
                </p:nvSpPr>
                <p:spPr>
                  <a:xfrm>
                    <a:off x="3585383" y="2552969"/>
                    <a:ext cx="55794" cy="12959"/>
                  </a:xfrm>
                  <a:custGeom>
                    <a:avLst/>
                    <a:gdLst/>
                    <a:ahLst/>
                    <a:cxnLst/>
                    <a:rect l="l" t="t" r="r" b="b"/>
                    <a:pathLst>
                      <a:path w="1649" h="383" extrusionOk="0">
                        <a:moveTo>
                          <a:pt x="1" y="0"/>
                        </a:moveTo>
                        <a:lnTo>
                          <a:pt x="1" y="382"/>
                        </a:lnTo>
                        <a:lnTo>
                          <a:pt x="1649" y="382"/>
                        </a:lnTo>
                        <a:lnTo>
                          <a:pt x="164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7"/>
                  <p:cNvSpPr/>
                  <p:nvPr/>
                </p:nvSpPr>
                <p:spPr>
                  <a:xfrm>
                    <a:off x="3664153" y="2552969"/>
                    <a:ext cx="56978" cy="12959"/>
                  </a:xfrm>
                  <a:custGeom>
                    <a:avLst/>
                    <a:gdLst/>
                    <a:ahLst/>
                    <a:cxnLst/>
                    <a:rect l="l" t="t" r="r" b="b"/>
                    <a:pathLst>
                      <a:path w="1684" h="383" extrusionOk="0">
                        <a:moveTo>
                          <a:pt x="0" y="0"/>
                        </a:moveTo>
                        <a:lnTo>
                          <a:pt x="0" y="382"/>
                        </a:lnTo>
                        <a:lnTo>
                          <a:pt x="1684" y="382"/>
                        </a:lnTo>
                        <a:lnTo>
                          <a:pt x="16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7"/>
                  <p:cNvSpPr/>
                  <p:nvPr/>
                </p:nvSpPr>
                <p:spPr>
                  <a:xfrm>
                    <a:off x="3748878" y="2552969"/>
                    <a:ext cx="38098" cy="12959"/>
                  </a:xfrm>
                  <a:custGeom>
                    <a:avLst/>
                    <a:gdLst/>
                    <a:ahLst/>
                    <a:cxnLst/>
                    <a:rect l="l" t="t" r="r" b="b"/>
                    <a:pathLst>
                      <a:path w="1126" h="383" extrusionOk="0">
                        <a:moveTo>
                          <a:pt x="0" y="0"/>
                        </a:moveTo>
                        <a:lnTo>
                          <a:pt x="0" y="382"/>
                        </a:lnTo>
                        <a:lnTo>
                          <a:pt x="1125" y="382"/>
                        </a:lnTo>
                        <a:lnTo>
                          <a:pt x="1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7"/>
                  <p:cNvSpPr/>
                  <p:nvPr/>
                </p:nvSpPr>
                <p:spPr>
                  <a:xfrm>
                    <a:off x="3623211" y="2584809"/>
                    <a:ext cx="61072" cy="11978"/>
                  </a:xfrm>
                  <a:custGeom>
                    <a:avLst/>
                    <a:gdLst/>
                    <a:ahLst/>
                    <a:cxnLst/>
                    <a:rect l="l" t="t" r="r" b="b"/>
                    <a:pathLst>
                      <a:path w="1805" h="354" extrusionOk="0">
                        <a:moveTo>
                          <a:pt x="0" y="0"/>
                        </a:moveTo>
                        <a:lnTo>
                          <a:pt x="0" y="354"/>
                        </a:lnTo>
                        <a:lnTo>
                          <a:pt x="1804" y="354"/>
                        </a:lnTo>
                        <a:lnTo>
                          <a:pt x="180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7"/>
                  <p:cNvSpPr/>
                  <p:nvPr/>
                </p:nvSpPr>
                <p:spPr>
                  <a:xfrm>
                    <a:off x="3264146" y="2584809"/>
                    <a:ext cx="33091" cy="11978"/>
                  </a:xfrm>
                  <a:custGeom>
                    <a:avLst/>
                    <a:gdLst/>
                    <a:ahLst/>
                    <a:cxnLst/>
                    <a:rect l="l" t="t" r="r" b="b"/>
                    <a:pathLst>
                      <a:path w="978" h="354" extrusionOk="0">
                        <a:moveTo>
                          <a:pt x="1" y="0"/>
                        </a:moveTo>
                        <a:lnTo>
                          <a:pt x="1" y="354"/>
                        </a:lnTo>
                        <a:lnTo>
                          <a:pt x="977" y="354"/>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7"/>
                  <p:cNvSpPr/>
                  <p:nvPr/>
                </p:nvSpPr>
                <p:spPr>
                  <a:xfrm>
                    <a:off x="3320178" y="2584809"/>
                    <a:ext cx="154660" cy="11978"/>
                  </a:xfrm>
                  <a:custGeom>
                    <a:avLst/>
                    <a:gdLst/>
                    <a:ahLst/>
                    <a:cxnLst/>
                    <a:rect l="l" t="t" r="r" b="b"/>
                    <a:pathLst>
                      <a:path w="4571" h="354" extrusionOk="0">
                        <a:moveTo>
                          <a:pt x="0" y="0"/>
                        </a:moveTo>
                        <a:lnTo>
                          <a:pt x="0" y="354"/>
                        </a:lnTo>
                        <a:lnTo>
                          <a:pt x="4570" y="354"/>
                        </a:lnTo>
                        <a:lnTo>
                          <a:pt x="45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7"/>
                  <p:cNvSpPr/>
                  <p:nvPr/>
                </p:nvSpPr>
                <p:spPr>
                  <a:xfrm>
                    <a:off x="3497545" y="2584809"/>
                    <a:ext cx="32109" cy="11978"/>
                  </a:xfrm>
                  <a:custGeom>
                    <a:avLst/>
                    <a:gdLst/>
                    <a:ahLst/>
                    <a:cxnLst/>
                    <a:rect l="l" t="t" r="r" b="b"/>
                    <a:pathLst>
                      <a:path w="949" h="354" extrusionOk="0">
                        <a:moveTo>
                          <a:pt x="0" y="0"/>
                        </a:moveTo>
                        <a:lnTo>
                          <a:pt x="0" y="354"/>
                        </a:lnTo>
                        <a:lnTo>
                          <a:pt x="948" y="354"/>
                        </a:lnTo>
                        <a:lnTo>
                          <a:pt x="9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7"/>
                  <p:cNvSpPr/>
                  <p:nvPr/>
                </p:nvSpPr>
                <p:spPr>
                  <a:xfrm>
                    <a:off x="3544442" y="2584809"/>
                    <a:ext cx="50076" cy="11978"/>
                  </a:xfrm>
                  <a:custGeom>
                    <a:avLst/>
                    <a:gdLst/>
                    <a:ahLst/>
                    <a:cxnLst/>
                    <a:rect l="l" t="t" r="r" b="b"/>
                    <a:pathLst>
                      <a:path w="1480" h="354" extrusionOk="0">
                        <a:moveTo>
                          <a:pt x="1" y="0"/>
                        </a:moveTo>
                        <a:lnTo>
                          <a:pt x="1" y="354"/>
                        </a:lnTo>
                        <a:lnTo>
                          <a:pt x="1479" y="354"/>
                        </a:lnTo>
                        <a:lnTo>
                          <a:pt x="147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7"/>
                  <p:cNvSpPr/>
                  <p:nvPr/>
                </p:nvSpPr>
                <p:spPr>
                  <a:xfrm>
                    <a:off x="3714162" y="2584809"/>
                    <a:ext cx="75689" cy="11978"/>
                  </a:xfrm>
                  <a:custGeom>
                    <a:avLst/>
                    <a:gdLst/>
                    <a:ahLst/>
                    <a:cxnLst/>
                    <a:rect l="l" t="t" r="r" b="b"/>
                    <a:pathLst>
                      <a:path w="2237" h="354" extrusionOk="0">
                        <a:moveTo>
                          <a:pt x="1" y="0"/>
                        </a:moveTo>
                        <a:lnTo>
                          <a:pt x="1" y="354"/>
                        </a:lnTo>
                        <a:lnTo>
                          <a:pt x="2236" y="354"/>
                        </a:lnTo>
                        <a:lnTo>
                          <a:pt x="2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7"/>
                  <p:cNvSpPr/>
                  <p:nvPr/>
                </p:nvSpPr>
                <p:spPr>
                  <a:xfrm>
                    <a:off x="3264146" y="2612791"/>
                    <a:ext cx="87903" cy="12959"/>
                  </a:xfrm>
                  <a:custGeom>
                    <a:avLst/>
                    <a:gdLst/>
                    <a:ahLst/>
                    <a:cxnLst/>
                    <a:rect l="l" t="t" r="r" b="b"/>
                    <a:pathLst>
                      <a:path w="2598" h="383" extrusionOk="0">
                        <a:moveTo>
                          <a:pt x="1" y="1"/>
                        </a:moveTo>
                        <a:lnTo>
                          <a:pt x="1" y="383"/>
                        </a:lnTo>
                        <a:lnTo>
                          <a:pt x="2597" y="383"/>
                        </a:lnTo>
                        <a:lnTo>
                          <a:pt x="25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7"/>
                  <p:cNvSpPr/>
                  <p:nvPr/>
                </p:nvSpPr>
                <p:spPr>
                  <a:xfrm>
                    <a:off x="3368055" y="2612791"/>
                    <a:ext cx="147453" cy="12959"/>
                  </a:xfrm>
                  <a:custGeom>
                    <a:avLst/>
                    <a:gdLst/>
                    <a:ahLst/>
                    <a:cxnLst/>
                    <a:rect l="l" t="t" r="r" b="b"/>
                    <a:pathLst>
                      <a:path w="4358" h="383" extrusionOk="0">
                        <a:moveTo>
                          <a:pt x="0" y="1"/>
                        </a:moveTo>
                        <a:lnTo>
                          <a:pt x="0" y="383"/>
                        </a:lnTo>
                        <a:lnTo>
                          <a:pt x="4358" y="383"/>
                        </a:lnTo>
                        <a:lnTo>
                          <a:pt x="43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7"/>
                  <p:cNvSpPr/>
                  <p:nvPr/>
                </p:nvSpPr>
                <p:spPr>
                  <a:xfrm>
                    <a:off x="3532498" y="2612791"/>
                    <a:ext cx="172592" cy="12959"/>
                  </a:xfrm>
                  <a:custGeom>
                    <a:avLst/>
                    <a:gdLst/>
                    <a:ahLst/>
                    <a:cxnLst/>
                    <a:rect l="l" t="t" r="r" b="b"/>
                    <a:pathLst>
                      <a:path w="5101" h="383" extrusionOk="0">
                        <a:moveTo>
                          <a:pt x="0" y="1"/>
                        </a:moveTo>
                        <a:lnTo>
                          <a:pt x="0" y="383"/>
                        </a:lnTo>
                        <a:lnTo>
                          <a:pt x="5101" y="383"/>
                        </a:lnTo>
                        <a:lnTo>
                          <a:pt x="510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7"/>
                  <p:cNvSpPr/>
                  <p:nvPr/>
                </p:nvSpPr>
                <p:spPr>
                  <a:xfrm>
                    <a:off x="3723027" y="2612791"/>
                    <a:ext cx="65843" cy="12959"/>
                  </a:xfrm>
                  <a:custGeom>
                    <a:avLst/>
                    <a:gdLst/>
                    <a:ahLst/>
                    <a:cxnLst/>
                    <a:rect l="l" t="t" r="r" b="b"/>
                    <a:pathLst>
                      <a:path w="1946" h="383" extrusionOk="0">
                        <a:moveTo>
                          <a:pt x="0" y="1"/>
                        </a:moveTo>
                        <a:lnTo>
                          <a:pt x="0" y="383"/>
                        </a:lnTo>
                        <a:lnTo>
                          <a:pt x="1946" y="383"/>
                        </a:lnTo>
                        <a:lnTo>
                          <a:pt x="194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7"/>
                  <p:cNvSpPr/>
                  <p:nvPr/>
                </p:nvSpPr>
                <p:spPr>
                  <a:xfrm>
                    <a:off x="3503534" y="2644630"/>
                    <a:ext cx="20132" cy="13196"/>
                  </a:xfrm>
                  <a:custGeom>
                    <a:avLst/>
                    <a:gdLst/>
                    <a:ahLst/>
                    <a:cxnLst/>
                    <a:rect l="l" t="t" r="r" b="b"/>
                    <a:pathLst>
                      <a:path w="595" h="390" extrusionOk="0">
                        <a:moveTo>
                          <a:pt x="0" y="1"/>
                        </a:moveTo>
                        <a:lnTo>
                          <a:pt x="0" y="390"/>
                        </a:lnTo>
                        <a:lnTo>
                          <a:pt x="594" y="390"/>
                        </a:lnTo>
                        <a:lnTo>
                          <a:pt x="59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7"/>
                  <p:cNvSpPr/>
                  <p:nvPr/>
                </p:nvSpPr>
                <p:spPr>
                  <a:xfrm>
                    <a:off x="3563356" y="2644630"/>
                    <a:ext cx="9135" cy="13196"/>
                  </a:xfrm>
                  <a:custGeom>
                    <a:avLst/>
                    <a:gdLst/>
                    <a:ahLst/>
                    <a:cxnLst/>
                    <a:rect l="l" t="t" r="r" b="b"/>
                    <a:pathLst>
                      <a:path w="270" h="390" extrusionOk="0">
                        <a:moveTo>
                          <a:pt x="1" y="1"/>
                        </a:moveTo>
                        <a:lnTo>
                          <a:pt x="1" y="390"/>
                        </a:lnTo>
                        <a:lnTo>
                          <a:pt x="270" y="390"/>
                        </a:lnTo>
                        <a:lnTo>
                          <a:pt x="2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7"/>
                  <p:cNvSpPr/>
                  <p:nvPr/>
                </p:nvSpPr>
                <p:spPr>
                  <a:xfrm>
                    <a:off x="3581323" y="2644630"/>
                    <a:ext cx="157773" cy="13196"/>
                  </a:xfrm>
                  <a:custGeom>
                    <a:avLst/>
                    <a:gdLst/>
                    <a:ahLst/>
                    <a:cxnLst/>
                    <a:rect l="l" t="t" r="r" b="b"/>
                    <a:pathLst>
                      <a:path w="4663" h="390" extrusionOk="0">
                        <a:moveTo>
                          <a:pt x="0" y="1"/>
                        </a:moveTo>
                        <a:lnTo>
                          <a:pt x="0" y="390"/>
                        </a:lnTo>
                        <a:lnTo>
                          <a:pt x="4662" y="390"/>
                        </a:lnTo>
                        <a:lnTo>
                          <a:pt x="46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7"/>
                  <p:cNvSpPr/>
                  <p:nvPr/>
                </p:nvSpPr>
                <p:spPr>
                  <a:xfrm>
                    <a:off x="3758927" y="2644630"/>
                    <a:ext cx="45982" cy="13196"/>
                  </a:xfrm>
                  <a:custGeom>
                    <a:avLst/>
                    <a:gdLst/>
                    <a:ahLst/>
                    <a:cxnLst/>
                    <a:rect l="l" t="t" r="r" b="b"/>
                    <a:pathLst>
                      <a:path w="1359" h="390" extrusionOk="0">
                        <a:moveTo>
                          <a:pt x="0" y="1"/>
                        </a:moveTo>
                        <a:lnTo>
                          <a:pt x="0" y="390"/>
                        </a:lnTo>
                        <a:lnTo>
                          <a:pt x="1359" y="390"/>
                        </a:lnTo>
                        <a:lnTo>
                          <a:pt x="135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7"/>
                  <p:cNvSpPr/>
                  <p:nvPr/>
                </p:nvSpPr>
                <p:spPr>
                  <a:xfrm>
                    <a:off x="3532498" y="2644630"/>
                    <a:ext cx="18914" cy="13196"/>
                  </a:xfrm>
                  <a:custGeom>
                    <a:avLst/>
                    <a:gdLst/>
                    <a:ahLst/>
                    <a:cxnLst/>
                    <a:rect l="l" t="t" r="r" b="b"/>
                    <a:pathLst>
                      <a:path w="559" h="390" extrusionOk="0">
                        <a:moveTo>
                          <a:pt x="0" y="1"/>
                        </a:moveTo>
                        <a:lnTo>
                          <a:pt x="0" y="390"/>
                        </a:lnTo>
                        <a:lnTo>
                          <a:pt x="559" y="390"/>
                        </a:lnTo>
                        <a:lnTo>
                          <a:pt x="55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7"/>
                  <p:cNvSpPr/>
                  <p:nvPr/>
                </p:nvSpPr>
                <p:spPr>
                  <a:xfrm>
                    <a:off x="3412786" y="2644630"/>
                    <a:ext cx="83809" cy="13196"/>
                  </a:xfrm>
                  <a:custGeom>
                    <a:avLst/>
                    <a:gdLst/>
                    <a:ahLst/>
                    <a:cxnLst/>
                    <a:rect l="l" t="t" r="r" b="b"/>
                    <a:pathLst>
                      <a:path w="2477" h="390" extrusionOk="0">
                        <a:moveTo>
                          <a:pt x="1" y="1"/>
                        </a:moveTo>
                        <a:lnTo>
                          <a:pt x="1" y="390"/>
                        </a:lnTo>
                        <a:lnTo>
                          <a:pt x="2477" y="390"/>
                        </a:lnTo>
                        <a:lnTo>
                          <a:pt x="24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7"/>
                  <p:cNvSpPr/>
                  <p:nvPr/>
                </p:nvSpPr>
                <p:spPr>
                  <a:xfrm>
                    <a:off x="3292162" y="2644630"/>
                    <a:ext cx="110843" cy="13196"/>
                  </a:xfrm>
                  <a:custGeom>
                    <a:avLst/>
                    <a:gdLst/>
                    <a:ahLst/>
                    <a:cxnLst/>
                    <a:rect l="l" t="t" r="r" b="b"/>
                    <a:pathLst>
                      <a:path w="3276" h="390" extrusionOk="0">
                        <a:moveTo>
                          <a:pt x="0" y="1"/>
                        </a:moveTo>
                        <a:lnTo>
                          <a:pt x="0" y="390"/>
                        </a:lnTo>
                        <a:lnTo>
                          <a:pt x="3276" y="390"/>
                        </a:lnTo>
                        <a:lnTo>
                          <a:pt x="32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7"/>
                  <p:cNvSpPr/>
                  <p:nvPr/>
                </p:nvSpPr>
                <p:spPr>
                  <a:xfrm>
                    <a:off x="3264146" y="2644630"/>
                    <a:ext cx="19184" cy="13196"/>
                  </a:xfrm>
                  <a:custGeom>
                    <a:avLst/>
                    <a:gdLst/>
                    <a:ahLst/>
                    <a:cxnLst/>
                    <a:rect l="l" t="t" r="r" b="b"/>
                    <a:pathLst>
                      <a:path w="567" h="390" extrusionOk="0">
                        <a:moveTo>
                          <a:pt x="1" y="1"/>
                        </a:moveTo>
                        <a:lnTo>
                          <a:pt x="1" y="390"/>
                        </a:lnTo>
                        <a:lnTo>
                          <a:pt x="567" y="390"/>
                        </a:lnTo>
                        <a:lnTo>
                          <a:pt x="56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7"/>
                  <p:cNvSpPr/>
                  <p:nvPr/>
                </p:nvSpPr>
                <p:spPr>
                  <a:xfrm>
                    <a:off x="3264146" y="2676707"/>
                    <a:ext cx="16072" cy="12011"/>
                  </a:xfrm>
                  <a:custGeom>
                    <a:avLst/>
                    <a:gdLst/>
                    <a:ahLst/>
                    <a:cxnLst/>
                    <a:rect l="l" t="t" r="r" b="b"/>
                    <a:pathLst>
                      <a:path w="475" h="355" extrusionOk="0">
                        <a:moveTo>
                          <a:pt x="1" y="1"/>
                        </a:moveTo>
                        <a:lnTo>
                          <a:pt x="1" y="354"/>
                        </a:lnTo>
                        <a:lnTo>
                          <a:pt x="475" y="354"/>
                        </a:lnTo>
                        <a:lnTo>
                          <a:pt x="47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7"/>
                  <p:cNvSpPr/>
                  <p:nvPr/>
                </p:nvSpPr>
                <p:spPr>
                  <a:xfrm>
                    <a:off x="3295275" y="2676707"/>
                    <a:ext cx="158483" cy="12011"/>
                  </a:xfrm>
                  <a:custGeom>
                    <a:avLst/>
                    <a:gdLst/>
                    <a:ahLst/>
                    <a:cxnLst/>
                    <a:rect l="l" t="t" r="r" b="b"/>
                    <a:pathLst>
                      <a:path w="4684" h="355" extrusionOk="0">
                        <a:moveTo>
                          <a:pt x="0" y="1"/>
                        </a:moveTo>
                        <a:lnTo>
                          <a:pt x="0" y="354"/>
                        </a:lnTo>
                        <a:lnTo>
                          <a:pt x="4684" y="354"/>
                        </a:lnTo>
                        <a:lnTo>
                          <a:pt x="468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7"/>
                  <p:cNvSpPr/>
                  <p:nvPr/>
                </p:nvSpPr>
                <p:spPr>
                  <a:xfrm>
                    <a:off x="3470713" y="2676707"/>
                    <a:ext cx="251394" cy="12011"/>
                  </a:xfrm>
                  <a:custGeom>
                    <a:avLst/>
                    <a:gdLst/>
                    <a:ahLst/>
                    <a:cxnLst/>
                    <a:rect l="l" t="t" r="r" b="b"/>
                    <a:pathLst>
                      <a:path w="7430" h="355" extrusionOk="0">
                        <a:moveTo>
                          <a:pt x="1" y="1"/>
                        </a:moveTo>
                        <a:lnTo>
                          <a:pt x="1" y="354"/>
                        </a:lnTo>
                        <a:lnTo>
                          <a:pt x="7429" y="354"/>
                        </a:lnTo>
                        <a:lnTo>
                          <a:pt x="742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7"/>
                  <p:cNvSpPr/>
                  <p:nvPr/>
                </p:nvSpPr>
                <p:spPr>
                  <a:xfrm>
                    <a:off x="3730911" y="2676707"/>
                    <a:ext cx="73997" cy="12011"/>
                  </a:xfrm>
                  <a:custGeom>
                    <a:avLst/>
                    <a:gdLst/>
                    <a:ahLst/>
                    <a:cxnLst/>
                    <a:rect l="l" t="t" r="r" b="b"/>
                    <a:pathLst>
                      <a:path w="2187" h="355" extrusionOk="0">
                        <a:moveTo>
                          <a:pt x="1" y="1"/>
                        </a:moveTo>
                        <a:lnTo>
                          <a:pt x="1" y="354"/>
                        </a:lnTo>
                        <a:lnTo>
                          <a:pt x="2187" y="354"/>
                        </a:lnTo>
                        <a:lnTo>
                          <a:pt x="218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7"/>
                  <p:cNvSpPr/>
                  <p:nvPr/>
                </p:nvSpPr>
                <p:spPr>
                  <a:xfrm>
                    <a:off x="3594485" y="2707599"/>
                    <a:ext cx="192487" cy="12959"/>
                  </a:xfrm>
                  <a:custGeom>
                    <a:avLst/>
                    <a:gdLst/>
                    <a:ahLst/>
                    <a:cxnLst/>
                    <a:rect l="l" t="t" r="r" b="b"/>
                    <a:pathLst>
                      <a:path w="5689" h="383" extrusionOk="0">
                        <a:moveTo>
                          <a:pt x="0" y="0"/>
                        </a:moveTo>
                        <a:lnTo>
                          <a:pt x="0" y="382"/>
                        </a:lnTo>
                        <a:lnTo>
                          <a:pt x="5688" y="382"/>
                        </a:lnTo>
                        <a:lnTo>
                          <a:pt x="568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7"/>
                  <p:cNvSpPr/>
                  <p:nvPr/>
                </p:nvSpPr>
                <p:spPr>
                  <a:xfrm>
                    <a:off x="3264146" y="2707599"/>
                    <a:ext cx="31162" cy="12959"/>
                  </a:xfrm>
                  <a:custGeom>
                    <a:avLst/>
                    <a:gdLst/>
                    <a:ahLst/>
                    <a:cxnLst/>
                    <a:rect l="l" t="t" r="r" b="b"/>
                    <a:pathLst>
                      <a:path w="921" h="383" extrusionOk="0">
                        <a:moveTo>
                          <a:pt x="1" y="0"/>
                        </a:moveTo>
                        <a:lnTo>
                          <a:pt x="1" y="382"/>
                        </a:lnTo>
                        <a:lnTo>
                          <a:pt x="920" y="382"/>
                        </a:lnTo>
                        <a:lnTo>
                          <a:pt x="9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7"/>
                  <p:cNvSpPr/>
                  <p:nvPr/>
                </p:nvSpPr>
                <p:spPr>
                  <a:xfrm>
                    <a:off x="3308200" y="2707599"/>
                    <a:ext cx="150600" cy="12959"/>
                  </a:xfrm>
                  <a:custGeom>
                    <a:avLst/>
                    <a:gdLst/>
                    <a:ahLst/>
                    <a:cxnLst/>
                    <a:rect l="l" t="t" r="r" b="b"/>
                    <a:pathLst>
                      <a:path w="4451" h="383" extrusionOk="0">
                        <a:moveTo>
                          <a:pt x="0" y="0"/>
                        </a:moveTo>
                        <a:lnTo>
                          <a:pt x="0" y="382"/>
                        </a:lnTo>
                        <a:lnTo>
                          <a:pt x="4450" y="382"/>
                        </a:lnTo>
                        <a:lnTo>
                          <a:pt x="445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7"/>
                  <p:cNvSpPr/>
                  <p:nvPr/>
                </p:nvSpPr>
                <p:spPr>
                  <a:xfrm>
                    <a:off x="3468819" y="2707599"/>
                    <a:ext cx="98629" cy="12959"/>
                  </a:xfrm>
                  <a:custGeom>
                    <a:avLst/>
                    <a:gdLst/>
                    <a:ahLst/>
                    <a:cxnLst/>
                    <a:rect l="l" t="t" r="r" b="b"/>
                    <a:pathLst>
                      <a:path w="2915" h="383" extrusionOk="0">
                        <a:moveTo>
                          <a:pt x="0" y="0"/>
                        </a:moveTo>
                        <a:lnTo>
                          <a:pt x="0" y="382"/>
                        </a:lnTo>
                        <a:lnTo>
                          <a:pt x="2915" y="382"/>
                        </a:lnTo>
                        <a:lnTo>
                          <a:pt x="29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7"/>
                  <p:cNvSpPr/>
                  <p:nvPr/>
                </p:nvSpPr>
                <p:spPr>
                  <a:xfrm>
                    <a:off x="3368055" y="2739438"/>
                    <a:ext cx="29944" cy="12959"/>
                  </a:xfrm>
                  <a:custGeom>
                    <a:avLst/>
                    <a:gdLst/>
                    <a:ahLst/>
                    <a:cxnLst/>
                    <a:rect l="l" t="t" r="r" b="b"/>
                    <a:pathLst>
                      <a:path w="885" h="383" extrusionOk="0">
                        <a:moveTo>
                          <a:pt x="0" y="0"/>
                        </a:moveTo>
                        <a:lnTo>
                          <a:pt x="0" y="382"/>
                        </a:lnTo>
                        <a:lnTo>
                          <a:pt x="884" y="382"/>
                        </a:lnTo>
                        <a:lnTo>
                          <a:pt x="8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7"/>
                  <p:cNvSpPr/>
                  <p:nvPr/>
                </p:nvSpPr>
                <p:spPr>
                  <a:xfrm>
                    <a:off x="3264146" y="2739438"/>
                    <a:ext cx="91016" cy="12959"/>
                  </a:xfrm>
                  <a:custGeom>
                    <a:avLst/>
                    <a:gdLst/>
                    <a:ahLst/>
                    <a:cxnLst/>
                    <a:rect l="l" t="t" r="r" b="b"/>
                    <a:pathLst>
                      <a:path w="2690" h="383" extrusionOk="0">
                        <a:moveTo>
                          <a:pt x="1" y="0"/>
                        </a:moveTo>
                        <a:lnTo>
                          <a:pt x="1" y="382"/>
                        </a:lnTo>
                        <a:lnTo>
                          <a:pt x="2689" y="382"/>
                        </a:lnTo>
                        <a:lnTo>
                          <a:pt x="268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7"/>
                  <p:cNvSpPr/>
                  <p:nvPr/>
                </p:nvSpPr>
                <p:spPr>
                  <a:xfrm>
                    <a:off x="3407779" y="2739438"/>
                    <a:ext cx="28049" cy="12959"/>
                  </a:xfrm>
                  <a:custGeom>
                    <a:avLst/>
                    <a:gdLst/>
                    <a:ahLst/>
                    <a:cxnLst/>
                    <a:rect l="l" t="t" r="r" b="b"/>
                    <a:pathLst>
                      <a:path w="829" h="383" extrusionOk="0">
                        <a:moveTo>
                          <a:pt x="0" y="0"/>
                        </a:moveTo>
                        <a:lnTo>
                          <a:pt x="0" y="382"/>
                        </a:lnTo>
                        <a:lnTo>
                          <a:pt x="828" y="382"/>
                        </a:lnTo>
                        <a:lnTo>
                          <a:pt x="82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7"/>
                  <p:cNvSpPr/>
                  <p:nvPr/>
                </p:nvSpPr>
                <p:spPr>
                  <a:xfrm>
                    <a:off x="3445844" y="2739438"/>
                    <a:ext cx="122584" cy="12959"/>
                  </a:xfrm>
                  <a:custGeom>
                    <a:avLst/>
                    <a:gdLst/>
                    <a:ahLst/>
                    <a:cxnLst/>
                    <a:rect l="l" t="t" r="r" b="b"/>
                    <a:pathLst>
                      <a:path w="3623" h="383" extrusionOk="0">
                        <a:moveTo>
                          <a:pt x="0" y="0"/>
                        </a:moveTo>
                        <a:lnTo>
                          <a:pt x="0" y="382"/>
                        </a:lnTo>
                        <a:lnTo>
                          <a:pt x="3622" y="382"/>
                        </a:lnTo>
                        <a:lnTo>
                          <a:pt x="36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7"/>
                  <p:cNvSpPr/>
                  <p:nvPr/>
                </p:nvSpPr>
                <p:spPr>
                  <a:xfrm>
                    <a:off x="3585383" y="2739438"/>
                    <a:ext cx="55794" cy="12959"/>
                  </a:xfrm>
                  <a:custGeom>
                    <a:avLst/>
                    <a:gdLst/>
                    <a:ahLst/>
                    <a:cxnLst/>
                    <a:rect l="l" t="t" r="r" b="b"/>
                    <a:pathLst>
                      <a:path w="1649" h="383" extrusionOk="0">
                        <a:moveTo>
                          <a:pt x="1" y="0"/>
                        </a:moveTo>
                        <a:lnTo>
                          <a:pt x="1" y="382"/>
                        </a:lnTo>
                        <a:lnTo>
                          <a:pt x="1649" y="382"/>
                        </a:lnTo>
                        <a:lnTo>
                          <a:pt x="164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7"/>
                  <p:cNvSpPr/>
                  <p:nvPr/>
                </p:nvSpPr>
                <p:spPr>
                  <a:xfrm>
                    <a:off x="3664153" y="2739438"/>
                    <a:ext cx="56978" cy="12959"/>
                  </a:xfrm>
                  <a:custGeom>
                    <a:avLst/>
                    <a:gdLst/>
                    <a:ahLst/>
                    <a:cxnLst/>
                    <a:rect l="l" t="t" r="r" b="b"/>
                    <a:pathLst>
                      <a:path w="1684" h="383" extrusionOk="0">
                        <a:moveTo>
                          <a:pt x="0" y="0"/>
                        </a:moveTo>
                        <a:lnTo>
                          <a:pt x="0" y="382"/>
                        </a:lnTo>
                        <a:lnTo>
                          <a:pt x="1684" y="382"/>
                        </a:lnTo>
                        <a:lnTo>
                          <a:pt x="16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7"/>
                  <p:cNvSpPr/>
                  <p:nvPr/>
                </p:nvSpPr>
                <p:spPr>
                  <a:xfrm>
                    <a:off x="3748878" y="2739438"/>
                    <a:ext cx="38098" cy="12959"/>
                  </a:xfrm>
                  <a:custGeom>
                    <a:avLst/>
                    <a:gdLst/>
                    <a:ahLst/>
                    <a:cxnLst/>
                    <a:rect l="l" t="t" r="r" b="b"/>
                    <a:pathLst>
                      <a:path w="1126" h="383" extrusionOk="0">
                        <a:moveTo>
                          <a:pt x="0" y="0"/>
                        </a:moveTo>
                        <a:lnTo>
                          <a:pt x="0" y="382"/>
                        </a:lnTo>
                        <a:lnTo>
                          <a:pt x="1125" y="382"/>
                        </a:lnTo>
                        <a:lnTo>
                          <a:pt x="1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7"/>
                  <p:cNvSpPr/>
                  <p:nvPr/>
                </p:nvSpPr>
                <p:spPr>
                  <a:xfrm>
                    <a:off x="3623211" y="2771515"/>
                    <a:ext cx="61072" cy="12959"/>
                  </a:xfrm>
                  <a:custGeom>
                    <a:avLst/>
                    <a:gdLst/>
                    <a:ahLst/>
                    <a:cxnLst/>
                    <a:rect l="l" t="t" r="r" b="b"/>
                    <a:pathLst>
                      <a:path w="1805" h="383" extrusionOk="0">
                        <a:moveTo>
                          <a:pt x="0" y="0"/>
                        </a:moveTo>
                        <a:lnTo>
                          <a:pt x="0" y="382"/>
                        </a:lnTo>
                        <a:lnTo>
                          <a:pt x="1804" y="382"/>
                        </a:lnTo>
                        <a:lnTo>
                          <a:pt x="180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7"/>
                  <p:cNvSpPr/>
                  <p:nvPr/>
                </p:nvSpPr>
                <p:spPr>
                  <a:xfrm>
                    <a:off x="3264146" y="2771515"/>
                    <a:ext cx="33091" cy="12959"/>
                  </a:xfrm>
                  <a:custGeom>
                    <a:avLst/>
                    <a:gdLst/>
                    <a:ahLst/>
                    <a:cxnLst/>
                    <a:rect l="l" t="t" r="r" b="b"/>
                    <a:pathLst>
                      <a:path w="978" h="383" extrusionOk="0">
                        <a:moveTo>
                          <a:pt x="1" y="0"/>
                        </a:moveTo>
                        <a:lnTo>
                          <a:pt x="1" y="382"/>
                        </a:lnTo>
                        <a:lnTo>
                          <a:pt x="977" y="382"/>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7"/>
                  <p:cNvSpPr/>
                  <p:nvPr/>
                </p:nvSpPr>
                <p:spPr>
                  <a:xfrm>
                    <a:off x="3320178" y="2771515"/>
                    <a:ext cx="154660" cy="12959"/>
                  </a:xfrm>
                  <a:custGeom>
                    <a:avLst/>
                    <a:gdLst/>
                    <a:ahLst/>
                    <a:cxnLst/>
                    <a:rect l="l" t="t" r="r" b="b"/>
                    <a:pathLst>
                      <a:path w="4571" h="383" extrusionOk="0">
                        <a:moveTo>
                          <a:pt x="0" y="0"/>
                        </a:moveTo>
                        <a:lnTo>
                          <a:pt x="0" y="382"/>
                        </a:lnTo>
                        <a:lnTo>
                          <a:pt x="4570" y="382"/>
                        </a:lnTo>
                        <a:lnTo>
                          <a:pt x="45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7"/>
                  <p:cNvSpPr/>
                  <p:nvPr/>
                </p:nvSpPr>
                <p:spPr>
                  <a:xfrm>
                    <a:off x="3497545" y="2771515"/>
                    <a:ext cx="32109" cy="12959"/>
                  </a:xfrm>
                  <a:custGeom>
                    <a:avLst/>
                    <a:gdLst/>
                    <a:ahLst/>
                    <a:cxnLst/>
                    <a:rect l="l" t="t" r="r" b="b"/>
                    <a:pathLst>
                      <a:path w="949" h="383" extrusionOk="0">
                        <a:moveTo>
                          <a:pt x="0" y="0"/>
                        </a:moveTo>
                        <a:lnTo>
                          <a:pt x="0" y="382"/>
                        </a:lnTo>
                        <a:lnTo>
                          <a:pt x="948" y="382"/>
                        </a:lnTo>
                        <a:lnTo>
                          <a:pt x="9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7"/>
                  <p:cNvSpPr/>
                  <p:nvPr/>
                </p:nvSpPr>
                <p:spPr>
                  <a:xfrm>
                    <a:off x="3544442" y="2771515"/>
                    <a:ext cx="50076" cy="12959"/>
                  </a:xfrm>
                  <a:custGeom>
                    <a:avLst/>
                    <a:gdLst/>
                    <a:ahLst/>
                    <a:cxnLst/>
                    <a:rect l="l" t="t" r="r" b="b"/>
                    <a:pathLst>
                      <a:path w="1480" h="383" extrusionOk="0">
                        <a:moveTo>
                          <a:pt x="1" y="0"/>
                        </a:moveTo>
                        <a:lnTo>
                          <a:pt x="1" y="382"/>
                        </a:lnTo>
                        <a:lnTo>
                          <a:pt x="1479" y="382"/>
                        </a:lnTo>
                        <a:lnTo>
                          <a:pt x="147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7"/>
                  <p:cNvSpPr/>
                  <p:nvPr/>
                </p:nvSpPr>
                <p:spPr>
                  <a:xfrm>
                    <a:off x="3714162" y="2771515"/>
                    <a:ext cx="75689" cy="12959"/>
                  </a:xfrm>
                  <a:custGeom>
                    <a:avLst/>
                    <a:gdLst/>
                    <a:ahLst/>
                    <a:cxnLst/>
                    <a:rect l="l" t="t" r="r" b="b"/>
                    <a:pathLst>
                      <a:path w="2237" h="383" extrusionOk="0">
                        <a:moveTo>
                          <a:pt x="1" y="0"/>
                        </a:moveTo>
                        <a:lnTo>
                          <a:pt x="1" y="382"/>
                        </a:lnTo>
                        <a:lnTo>
                          <a:pt x="2236" y="382"/>
                        </a:lnTo>
                        <a:lnTo>
                          <a:pt x="2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7" name="Google Shape;537;p37"/>
                <p:cNvGrpSpPr/>
                <p:nvPr/>
              </p:nvGrpSpPr>
              <p:grpSpPr>
                <a:xfrm>
                  <a:off x="3023938" y="2911749"/>
                  <a:ext cx="215463" cy="293253"/>
                  <a:chOff x="2902238" y="2671699"/>
                  <a:chExt cx="215463" cy="293253"/>
                </a:xfrm>
              </p:grpSpPr>
              <p:sp>
                <p:nvSpPr>
                  <p:cNvPr id="538" name="Google Shape;538;p37"/>
                  <p:cNvSpPr/>
                  <p:nvPr/>
                </p:nvSpPr>
                <p:spPr>
                  <a:xfrm>
                    <a:off x="2935024" y="2671699"/>
                    <a:ext cx="84994" cy="134799"/>
                  </a:xfrm>
                  <a:custGeom>
                    <a:avLst/>
                    <a:gdLst/>
                    <a:ahLst/>
                    <a:cxnLst/>
                    <a:rect l="l" t="t" r="r" b="b"/>
                    <a:pathLst>
                      <a:path w="2512" h="3984" extrusionOk="0">
                        <a:moveTo>
                          <a:pt x="1" y="0"/>
                        </a:moveTo>
                        <a:cubicBezTo>
                          <a:pt x="36" y="57"/>
                          <a:pt x="1" y="382"/>
                          <a:pt x="1" y="474"/>
                        </a:cubicBezTo>
                        <a:cubicBezTo>
                          <a:pt x="36" y="651"/>
                          <a:pt x="36" y="828"/>
                          <a:pt x="93" y="969"/>
                        </a:cubicBezTo>
                        <a:cubicBezTo>
                          <a:pt x="149" y="1323"/>
                          <a:pt x="269" y="1648"/>
                          <a:pt x="418" y="1945"/>
                        </a:cubicBezTo>
                        <a:cubicBezTo>
                          <a:pt x="743" y="2561"/>
                          <a:pt x="1210" y="3127"/>
                          <a:pt x="1713" y="3566"/>
                        </a:cubicBezTo>
                        <a:cubicBezTo>
                          <a:pt x="1861" y="3714"/>
                          <a:pt x="2010" y="3834"/>
                          <a:pt x="2187" y="3919"/>
                        </a:cubicBezTo>
                        <a:cubicBezTo>
                          <a:pt x="2210" y="3919"/>
                          <a:pt x="2299" y="3984"/>
                          <a:pt x="2360" y="3984"/>
                        </a:cubicBezTo>
                        <a:cubicBezTo>
                          <a:pt x="2372" y="3984"/>
                          <a:pt x="2383" y="3982"/>
                          <a:pt x="2392" y="3976"/>
                        </a:cubicBezTo>
                        <a:cubicBezTo>
                          <a:pt x="2512" y="3863"/>
                          <a:pt x="2420" y="3332"/>
                          <a:pt x="2420" y="3212"/>
                        </a:cubicBezTo>
                        <a:cubicBezTo>
                          <a:pt x="2363" y="2886"/>
                          <a:pt x="2271" y="2596"/>
                          <a:pt x="2123" y="2327"/>
                        </a:cubicBezTo>
                        <a:cubicBezTo>
                          <a:pt x="1889" y="1854"/>
                          <a:pt x="1564" y="1358"/>
                          <a:pt x="1210" y="969"/>
                        </a:cubicBezTo>
                        <a:cubicBezTo>
                          <a:pt x="828" y="615"/>
                          <a:pt x="326" y="410"/>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7"/>
                  <p:cNvSpPr/>
                  <p:nvPr/>
                </p:nvSpPr>
                <p:spPr>
                  <a:xfrm>
                    <a:off x="2961112" y="2712606"/>
                    <a:ext cx="77821" cy="203484"/>
                  </a:xfrm>
                  <a:custGeom>
                    <a:avLst/>
                    <a:gdLst/>
                    <a:ahLst/>
                    <a:cxnLst/>
                    <a:rect l="l" t="t" r="r" b="b"/>
                    <a:pathLst>
                      <a:path w="2300" h="6014" extrusionOk="0">
                        <a:moveTo>
                          <a:pt x="29" y="1"/>
                        </a:moveTo>
                        <a:cubicBezTo>
                          <a:pt x="1" y="29"/>
                          <a:pt x="1" y="29"/>
                          <a:pt x="29" y="57"/>
                        </a:cubicBezTo>
                        <a:cubicBezTo>
                          <a:pt x="1387" y="1706"/>
                          <a:pt x="2180" y="3828"/>
                          <a:pt x="2236" y="5986"/>
                        </a:cubicBezTo>
                        <a:lnTo>
                          <a:pt x="2272" y="6014"/>
                        </a:lnTo>
                        <a:cubicBezTo>
                          <a:pt x="2300" y="6014"/>
                          <a:pt x="2300" y="5986"/>
                          <a:pt x="2300" y="5986"/>
                        </a:cubicBezTo>
                        <a:cubicBezTo>
                          <a:pt x="2236" y="3800"/>
                          <a:pt x="1444" y="1677"/>
                          <a:pt x="57" y="29"/>
                        </a:cubicBezTo>
                        <a:cubicBezTo>
                          <a:pt x="57" y="1"/>
                          <a:pt x="29"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7"/>
                  <p:cNvSpPr/>
                  <p:nvPr/>
                </p:nvSpPr>
                <p:spPr>
                  <a:xfrm>
                    <a:off x="2902238" y="2798786"/>
                    <a:ext cx="124750" cy="41448"/>
                  </a:xfrm>
                  <a:custGeom>
                    <a:avLst/>
                    <a:gdLst/>
                    <a:ahLst/>
                    <a:cxnLst/>
                    <a:rect l="l" t="t" r="r" b="b"/>
                    <a:pathLst>
                      <a:path w="3687" h="1225" extrusionOk="0">
                        <a:moveTo>
                          <a:pt x="1741" y="1"/>
                        </a:moveTo>
                        <a:cubicBezTo>
                          <a:pt x="1564" y="1"/>
                          <a:pt x="1387" y="15"/>
                          <a:pt x="1210" y="43"/>
                        </a:cubicBezTo>
                        <a:cubicBezTo>
                          <a:pt x="793" y="107"/>
                          <a:pt x="411" y="192"/>
                          <a:pt x="0" y="312"/>
                        </a:cubicBezTo>
                        <a:cubicBezTo>
                          <a:pt x="206" y="666"/>
                          <a:pt x="559" y="899"/>
                          <a:pt x="941" y="1048"/>
                        </a:cubicBezTo>
                        <a:cubicBezTo>
                          <a:pt x="1267" y="1168"/>
                          <a:pt x="1620" y="1224"/>
                          <a:pt x="1946" y="1224"/>
                        </a:cubicBezTo>
                        <a:cubicBezTo>
                          <a:pt x="2384" y="1224"/>
                          <a:pt x="2822" y="1133"/>
                          <a:pt x="3255" y="1133"/>
                        </a:cubicBezTo>
                        <a:cubicBezTo>
                          <a:pt x="3318" y="1133"/>
                          <a:pt x="3382" y="1135"/>
                          <a:pt x="3446" y="1139"/>
                        </a:cubicBezTo>
                        <a:cubicBezTo>
                          <a:pt x="3538" y="1139"/>
                          <a:pt x="3622" y="1139"/>
                          <a:pt x="3686" y="1196"/>
                        </a:cubicBezTo>
                        <a:cubicBezTo>
                          <a:pt x="3594" y="927"/>
                          <a:pt x="3417" y="666"/>
                          <a:pt x="3212" y="460"/>
                        </a:cubicBezTo>
                        <a:cubicBezTo>
                          <a:pt x="2950" y="220"/>
                          <a:pt x="2625" y="107"/>
                          <a:pt x="2271" y="43"/>
                        </a:cubicBezTo>
                        <a:cubicBezTo>
                          <a:pt x="2094" y="15"/>
                          <a:pt x="1917" y="1"/>
                          <a:pt x="17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7"/>
                  <p:cNvSpPr/>
                  <p:nvPr/>
                </p:nvSpPr>
                <p:spPr>
                  <a:xfrm>
                    <a:off x="2943179" y="2817362"/>
                    <a:ext cx="83809" cy="21925"/>
                  </a:xfrm>
                  <a:custGeom>
                    <a:avLst/>
                    <a:gdLst/>
                    <a:ahLst/>
                    <a:cxnLst/>
                    <a:rect l="l" t="t" r="r" b="b"/>
                    <a:pathLst>
                      <a:path w="2477" h="648" extrusionOk="0">
                        <a:moveTo>
                          <a:pt x="938" y="1"/>
                        </a:moveTo>
                        <a:cubicBezTo>
                          <a:pt x="641" y="1"/>
                          <a:pt x="333" y="35"/>
                          <a:pt x="28" y="60"/>
                        </a:cubicBezTo>
                        <a:cubicBezTo>
                          <a:pt x="28" y="60"/>
                          <a:pt x="0" y="60"/>
                          <a:pt x="0" y="88"/>
                        </a:cubicBezTo>
                        <a:lnTo>
                          <a:pt x="28" y="117"/>
                        </a:lnTo>
                        <a:cubicBezTo>
                          <a:pt x="330" y="97"/>
                          <a:pt x="635" y="61"/>
                          <a:pt x="929" y="61"/>
                        </a:cubicBezTo>
                        <a:cubicBezTo>
                          <a:pt x="1063" y="61"/>
                          <a:pt x="1195" y="68"/>
                          <a:pt x="1323" y="88"/>
                        </a:cubicBezTo>
                        <a:cubicBezTo>
                          <a:pt x="1769" y="145"/>
                          <a:pt x="2151" y="322"/>
                          <a:pt x="2412" y="619"/>
                        </a:cubicBezTo>
                        <a:lnTo>
                          <a:pt x="2448" y="647"/>
                        </a:lnTo>
                        <a:cubicBezTo>
                          <a:pt x="2448" y="647"/>
                          <a:pt x="2476" y="647"/>
                          <a:pt x="2476" y="619"/>
                        </a:cubicBezTo>
                        <a:lnTo>
                          <a:pt x="2476" y="590"/>
                        </a:lnTo>
                        <a:cubicBezTo>
                          <a:pt x="2179" y="293"/>
                          <a:pt x="1797" y="88"/>
                          <a:pt x="1323" y="25"/>
                        </a:cubicBezTo>
                        <a:cubicBezTo>
                          <a:pt x="1198" y="7"/>
                          <a:pt x="1069" y="1"/>
                          <a:pt x="9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7"/>
                  <p:cNvSpPr/>
                  <p:nvPr/>
                </p:nvSpPr>
                <p:spPr>
                  <a:xfrm>
                    <a:off x="3041777" y="2741570"/>
                    <a:ext cx="60835" cy="126678"/>
                  </a:xfrm>
                  <a:custGeom>
                    <a:avLst/>
                    <a:gdLst/>
                    <a:ahLst/>
                    <a:cxnLst/>
                    <a:rect l="l" t="t" r="r" b="b"/>
                    <a:pathLst>
                      <a:path w="1798" h="3744" extrusionOk="0">
                        <a:moveTo>
                          <a:pt x="1387" y="1"/>
                        </a:moveTo>
                        <a:cubicBezTo>
                          <a:pt x="1267" y="319"/>
                          <a:pt x="1062" y="616"/>
                          <a:pt x="828" y="885"/>
                        </a:cubicBezTo>
                        <a:cubicBezTo>
                          <a:pt x="652" y="1062"/>
                          <a:pt x="531" y="1203"/>
                          <a:pt x="383" y="1416"/>
                        </a:cubicBezTo>
                        <a:cubicBezTo>
                          <a:pt x="270" y="1621"/>
                          <a:pt x="206" y="1883"/>
                          <a:pt x="149" y="2151"/>
                        </a:cubicBezTo>
                        <a:cubicBezTo>
                          <a:pt x="93" y="2413"/>
                          <a:pt x="64" y="2710"/>
                          <a:pt x="64" y="2972"/>
                        </a:cubicBezTo>
                        <a:cubicBezTo>
                          <a:pt x="29" y="3213"/>
                          <a:pt x="1" y="3474"/>
                          <a:pt x="149" y="3679"/>
                        </a:cubicBezTo>
                        <a:cubicBezTo>
                          <a:pt x="178" y="3715"/>
                          <a:pt x="206" y="3743"/>
                          <a:pt x="241" y="3743"/>
                        </a:cubicBezTo>
                        <a:cubicBezTo>
                          <a:pt x="270" y="3743"/>
                          <a:pt x="298" y="3715"/>
                          <a:pt x="326" y="3679"/>
                        </a:cubicBezTo>
                        <a:cubicBezTo>
                          <a:pt x="503" y="3503"/>
                          <a:pt x="623" y="3297"/>
                          <a:pt x="736" y="3064"/>
                        </a:cubicBezTo>
                        <a:cubicBezTo>
                          <a:pt x="857" y="2887"/>
                          <a:pt x="913" y="2710"/>
                          <a:pt x="1005" y="2533"/>
                        </a:cubicBezTo>
                        <a:cubicBezTo>
                          <a:pt x="1182" y="2300"/>
                          <a:pt x="1416" y="2059"/>
                          <a:pt x="1592" y="1826"/>
                        </a:cubicBezTo>
                        <a:cubicBezTo>
                          <a:pt x="1656" y="1734"/>
                          <a:pt x="1684" y="1649"/>
                          <a:pt x="1713" y="1557"/>
                        </a:cubicBezTo>
                        <a:cubicBezTo>
                          <a:pt x="1798" y="1295"/>
                          <a:pt x="1798" y="1027"/>
                          <a:pt x="1713" y="765"/>
                        </a:cubicBezTo>
                        <a:cubicBezTo>
                          <a:pt x="1656" y="496"/>
                          <a:pt x="1536" y="234"/>
                          <a:pt x="13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7"/>
                  <p:cNvSpPr/>
                  <p:nvPr/>
                </p:nvSpPr>
                <p:spPr>
                  <a:xfrm>
                    <a:off x="3041777" y="2793508"/>
                    <a:ext cx="28049" cy="111588"/>
                  </a:xfrm>
                  <a:custGeom>
                    <a:avLst/>
                    <a:gdLst/>
                    <a:ahLst/>
                    <a:cxnLst/>
                    <a:rect l="l" t="t" r="r" b="b"/>
                    <a:pathLst>
                      <a:path w="829" h="3298" extrusionOk="0">
                        <a:moveTo>
                          <a:pt x="800" y="1"/>
                        </a:moveTo>
                        <a:cubicBezTo>
                          <a:pt x="793" y="1"/>
                          <a:pt x="786" y="8"/>
                          <a:pt x="772" y="22"/>
                        </a:cubicBezTo>
                        <a:cubicBezTo>
                          <a:pt x="475" y="496"/>
                          <a:pt x="298" y="1083"/>
                          <a:pt x="241" y="1649"/>
                        </a:cubicBezTo>
                        <a:cubicBezTo>
                          <a:pt x="206" y="1826"/>
                          <a:pt x="178" y="2003"/>
                          <a:pt x="149" y="2180"/>
                        </a:cubicBezTo>
                        <a:cubicBezTo>
                          <a:pt x="93" y="2534"/>
                          <a:pt x="1" y="2887"/>
                          <a:pt x="64" y="3269"/>
                        </a:cubicBezTo>
                        <a:cubicBezTo>
                          <a:pt x="64" y="3269"/>
                          <a:pt x="64" y="3298"/>
                          <a:pt x="93" y="3298"/>
                        </a:cubicBezTo>
                        <a:cubicBezTo>
                          <a:pt x="121" y="3298"/>
                          <a:pt x="121" y="3269"/>
                          <a:pt x="121" y="3269"/>
                        </a:cubicBezTo>
                        <a:cubicBezTo>
                          <a:pt x="64" y="2887"/>
                          <a:pt x="149" y="2534"/>
                          <a:pt x="206" y="2180"/>
                        </a:cubicBezTo>
                        <a:cubicBezTo>
                          <a:pt x="241" y="2003"/>
                          <a:pt x="270" y="1826"/>
                          <a:pt x="298" y="1649"/>
                        </a:cubicBezTo>
                        <a:cubicBezTo>
                          <a:pt x="354" y="1083"/>
                          <a:pt x="531" y="524"/>
                          <a:pt x="828" y="57"/>
                        </a:cubicBezTo>
                        <a:lnTo>
                          <a:pt x="828" y="22"/>
                        </a:lnTo>
                        <a:cubicBezTo>
                          <a:pt x="814" y="8"/>
                          <a:pt x="807" y="1"/>
                          <a:pt x="8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7"/>
                  <p:cNvSpPr/>
                  <p:nvPr/>
                </p:nvSpPr>
                <p:spPr>
                  <a:xfrm>
                    <a:off x="2957052" y="2889974"/>
                    <a:ext cx="160649" cy="74978"/>
                  </a:xfrm>
                  <a:custGeom>
                    <a:avLst/>
                    <a:gdLst/>
                    <a:ahLst/>
                    <a:cxnLst/>
                    <a:rect l="l" t="t" r="r" b="b"/>
                    <a:pathLst>
                      <a:path w="4748" h="2216" extrusionOk="0">
                        <a:moveTo>
                          <a:pt x="0" y="1"/>
                        </a:moveTo>
                        <a:cubicBezTo>
                          <a:pt x="149" y="857"/>
                          <a:pt x="680" y="1741"/>
                          <a:pt x="1387" y="2187"/>
                        </a:cubicBezTo>
                        <a:cubicBezTo>
                          <a:pt x="1444" y="2215"/>
                          <a:pt x="1507" y="2215"/>
                          <a:pt x="1564" y="2215"/>
                        </a:cubicBezTo>
                        <a:lnTo>
                          <a:pt x="3184" y="2215"/>
                        </a:lnTo>
                        <a:cubicBezTo>
                          <a:pt x="3240" y="2215"/>
                          <a:pt x="3304" y="2215"/>
                          <a:pt x="3361" y="2187"/>
                        </a:cubicBezTo>
                        <a:cubicBezTo>
                          <a:pt x="4068" y="1741"/>
                          <a:pt x="4599" y="857"/>
                          <a:pt x="4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5" name="Google Shape;545;p37"/>
                <p:cNvGrpSpPr/>
                <p:nvPr/>
              </p:nvGrpSpPr>
              <p:grpSpPr>
                <a:xfrm>
                  <a:off x="4137001" y="3078323"/>
                  <a:ext cx="232450" cy="127628"/>
                  <a:chOff x="4015301" y="2838273"/>
                  <a:chExt cx="232450" cy="127628"/>
                </a:xfrm>
              </p:grpSpPr>
              <p:sp>
                <p:nvSpPr>
                  <p:cNvPr id="546" name="Google Shape;546;p37"/>
                  <p:cNvSpPr/>
                  <p:nvPr/>
                </p:nvSpPr>
                <p:spPr>
                  <a:xfrm>
                    <a:off x="4015301" y="2948882"/>
                    <a:ext cx="213533" cy="17019"/>
                  </a:xfrm>
                  <a:custGeom>
                    <a:avLst/>
                    <a:gdLst/>
                    <a:ahLst/>
                    <a:cxnLst/>
                    <a:rect l="l" t="t" r="r" b="b"/>
                    <a:pathLst>
                      <a:path w="6311" h="503" extrusionOk="0">
                        <a:moveTo>
                          <a:pt x="0" y="0"/>
                        </a:moveTo>
                        <a:lnTo>
                          <a:pt x="0" y="502"/>
                        </a:lnTo>
                        <a:lnTo>
                          <a:pt x="6310" y="502"/>
                        </a:lnTo>
                        <a:lnTo>
                          <a:pt x="63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7"/>
                  <p:cNvSpPr/>
                  <p:nvPr/>
                </p:nvSpPr>
                <p:spPr>
                  <a:xfrm>
                    <a:off x="4130918" y="2838273"/>
                    <a:ext cx="101742" cy="111588"/>
                  </a:xfrm>
                  <a:custGeom>
                    <a:avLst/>
                    <a:gdLst/>
                    <a:ahLst/>
                    <a:cxnLst/>
                    <a:rect l="l" t="t" r="r" b="b"/>
                    <a:pathLst>
                      <a:path w="3007" h="3298" extrusionOk="0">
                        <a:moveTo>
                          <a:pt x="0" y="1"/>
                        </a:moveTo>
                        <a:lnTo>
                          <a:pt x="594" y="3297"/>
                        </a:lnTo>
                        <a:lnTo>
                          <a:pt x="2363" y="3297"/>
                        </a:lnTo>
                        <a:lnTo>
                          <a:pt x="30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7"/>
                  <p:cNvSpPr/>
                  <p:nvPr/>
                </p:nvSpPr>
                <p:spPr>
                  <a:xfrm>
                    <a:off x="4166818" y="2861856"/>
                    <a:ext cx="80933" cy="62155"/>
                  </a:xfrm>
                  <a:custGeom>
                    <a:avLst/>
                    <a:gdLst/>
                    <a:ahLst/>
                    <a:cxnLst/>
                    <a:rect l="l" t="t" r="r" b="b"/>
                    <a:pathLst>
                      <a:path w="2392" h="1837" extrusionOk="0">
                        <a:moveTo>
                          <a:pt x="1978" y="0"/>
                        </a:moveTo>
                        <a:cubicBezTo>
                          <a:pt x="1951" y="0"/>
                          <a:pt x="1921" y="4"/>
                          <a:pt x="1889" y="11"/>
                        </a:cubicBezTo>
                        <a:cubicBezTo>
                          <a:pt x="1564" y="40"/>
                          <a:pt x="1238" y="124"/>
                          <a:pt x="948" y="273"/>
                        </a:cubicBezTo>
                        <a:cubicBezTo>
                          <a:pt x="913" y="273"/>
                          <a:pt x="884" y="337"/>
                          <a:pt x="913" y="365"/>
                        </a:cubicBezTo>
                        <a:cubicBezTo>
                          <a:pt x="913" y="393"/>
                          <a:pt x="948" y="393"/>
                          <a:pt x="976" y="393"/>
                        </a:cubicBezTo>
                        <a:cubicBezTo>
                          <a:pt x="1266" y="245"/>
                          <a:pt x="1592" y="160"/>
                          <a:pt x="1917" y="124"/>
                        </a:cubicBezTo>
                        <a:cubicBezTo>
                          <a:pt x="1933" y="116"/>
                          <a:pt x="1950" y="113"/>
                          <a:pt x="1967" y="113"/>
                        </a:cubicBezTo>
                        <a:cubicBezTo>
                          <a:pt x="2010" y="113"/>
                          <a:pt x="2054" y="135"/>
                          <a:pt x="2094" y="160"/>
                        </a:cubicBezTo>
                        <a:cubicBezTo>
                          <a:pt x="2214" y="245"/>
                          <a:pt x="2214" y="365"/>
                          <a:pt x="2151" y="542"/>
                        </a:cubicBezTo>
                        <a:lnTo>
                          <a:pt x="1832" y="1511"/>
                        </a:lnTo>
                        <a:cubicBezTo>
                          <a:pt x="1797" y="1603"/>
                          <a:pt x="1712" y="1660"/>
                          <a:pt x="1620" y="1660"/>
                        </a:cubicBezTo>
                        <a:cubicBezTo>
                          <a:pt x="1426" y="1649"/>
                          <a:pt x="1237" y="1643"/>
                          <a:pt x="1048" y="1643"/>
                        </a:cubicBezTo>
                        <a:cubicBezTo>
                          <a:pt x="722" y="1643"/>
                          <a:pt x="400" y="1662"/>
                          <a:pt x="64" y="1716"/>
                        </a:cubicBezTo>
                        <a:cubicBezTo>
                          <a:pt x="28" y="1716"/>
                          <a:pt x="0" y="1752"/>
                          <a:pt x="0" y="1780"/>
                        </a:cubicBezTo>
                        <a:cubicBezTo>
                          <a:pt x="28" y="1808"/>
                          <a:pt x="28" y="1836"/>
                          <a:pt x="64" y="1836"/>
                        </a:cubicBezTo>
                        <a:lnTo>
                          <a:pt x="92" y="1836"/>
                        </a:lnTo>
                        <a:cubicBezTo>
                          <a:pt x="411" y="1783"/>
                          <a:pt x="726" y="1763"/>
                          <a:pt x="1050" y="1763"/>
                        </a:cubicBezTo>
                        <a:cubicBezTo>
                          <a:pt x="1237" y="1763"/>
                          <a:pt x="1426" y="1769"/>
                          <a:pt x="1620" y="1780"/>
                        </a:cubicBezTo>
                        <a:cubicBezTo>
                          <a:pt x="1769" y="1780"/>
                          <a:pt x="1889" y="1688"/>
                          <a:pt x="1946" y="1539"/>
                        </a:cubicBezTo>
                        <a:lnTo>
                          <a:pt x="2271" y="570"/>
                        </a:lnTo>
                        <a:cubicBezTo>
                          <a:pt x="2299" y="450"/>
                          <a:pt x="2391" y="188"/>
                          <a:pt x="2151" y="68"/>
                        </a:cubicBezTo>
                        <a:cubicBezTo>
                          <a:pt x="2109" y="26"/>
                          <a:pt x="2053" y="0"/>
                          <a:pt x="19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9" name="Google Shape;549;p37"/>
                <p:cNvGrpSpPr/>
                <p:nvPr/>
              </p:nvGrpSpPr>
              <p:grpSpPr>
                <a:xfrm>
                  <a:off x="3705154" y="2353574"/>
                  <a:ext cx="430899" cy="135173"/>
                  <a:chOff x="3583454" y="2026924"/>
                  <a:chExt cx="430899" cy="135173"/>
                </a:xfrm>
              </p:grpSpPr>
              <p:sp>
                <p:nvSpPr>
                  <p:cNvPr id="550" name="Google Shape;550;p37"/>
                  <p:cNvSpPr/>
                  <p:nvPr/>
                </p:nvSpPr>
                <p:spPr>
                  <a:xfrm>
                    <a:off x="3754867" y="2128093"/>
                    <a:ext cx="32109" cy="30891"/>
                  </a:xfrm>
                  <a:custGeom>
                    <a:avLst/>
                    <a:gdLst/>
                    <a:ahLst/>
                    <a:cxnLst/>
                    <a:rect l="l" t="t" r="r" b="b"/>
                    <a:pathLst>
                      <a:path w="949" h="913" extrusionOk="0">
                        <a:moveTo>
                          <a:pt x="0" y="0"/>
                        </a:moveTo>
                        <a:lnTo>
                          <a:pt x="0" y="913"/>
                        </a:lnTo>
                        <a:lnTo>
                          <a:pt x="948" y="913"/>
                        </a:lnTo>
                        <a:lnTo>
                          <a:pt x="9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7"/>
                  <p:cNvSpPr/>
                  <p:nvPr/>
                </p:nvSpPr>
                <p:spPr>
                  <a:xfrm>
                    <a:off x="3801763" y="2125217"/>
                    <a:ext cx="58941" cy="33767"/>
                  </a:xfrm>
                  <a:custGeom>
                    <a:avLst/>
                    <a:gdLst/>
                    <a:ahLst/>
                    <a:cxnLst/>
                    <a:rect l="l" t="t" r="r" b="b"/>
                    <a:pathLst>
                      <a:path w="1742" h="998" extrusionOk="0">
                        <a:moveTo>
                          <a:pt x="913" y="205"/>
                        </a:moveTo>
                        <a:lnTo>
                          <a:pt x="1444" y="885"/>
                        </a:lnTo>
                        <a:lnTo>
                          <a:pt x="326" y="885"/>
                        </a:lnTo>
                        <a:lnTo>
                          <a:pt x="913" y="205"/>
                        </a:lnTo>
                        <a:close/>
                        <a:moveTo>
                          <a:pt x="913" y="0"/>
                        </a:moveTo>
                        <a:lnTo>
                          <a:pt x="1" y="998"/>
                        </a:lnTo>
                        <a:lnTo>
                          <a:pt x="1741" y="998"/>
                        </a:lnTo>
                        <a:lnTo>
                          <a:pt x="9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7"/>
                  <p:cNvSpPr/>
                  <p:nvPr/>
                </p:nvSpPr>
                <p:spPr>
                  <a:xfrm>
                    <a:off x="3871668" y="2125217"/>
                    <a:ext cx="34985" cy="35933"/>
                  </a:xfrm>
                  <a:custGeom>
                    <a:avLst/>
                    <a:gdLst/>
                    <a:ahLst/>
                    <a:cxnLst/>
                    <a:rect l="l" t="t" r="r" b="b"/>
                    <a:pathLst>
                      <a:path w="1034" h="1062" extrusionOk="0">
                        <a:moveTo>
                          <a:pt x="941" y="0"/>
                        </a:moveTo>
                        <a:lnTo>
                          <a:pt x="0" y="969"/>
                        </a:lnTo>
                        <a:lnTo>
                          <a:pt x="85" y="1061"/>
                        </a:lnTo>
                        <a:lnTo>
                          <a:pt x="1033" y="85"/>
                        </a:lnTo>
                        <a:lnTo>
                          <a:pt x="9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7"/>
                  <p:cNvSpPr/>
                  <p:nvPr/>
                </p:nvSpPr>
                <p:spPr>
                  <a:xfrm>
                    <a:off x="3889635" y="2125217"/>
                    <a:ext cx="35933" cy="35933"/>
                  </a:xfrm>
                  <a:custGeom>
                    <a:avLst/>
                    <a:gdLst/>
                    <a:ahLst/>
                    <a:cxnLst/>
                    <a:rect l="l" t="t" r="r" b="b"/>
                    <a:pathLst>
                      <a:path w="1062" h="1062" extrusionOk="0">
                        <a:moveTo>
                          <a:pt x="941" y="0"/>
                        </a:moveTo>
                        <a:lnTo>
                          <a:pt x="0" y="969"/>
                        </a:lnTo>
                        <a:lnTo>
                          <a:pt x="120" y="1061"/>
                        </a:lnTo>
                        <a:lnTo>
                          <a:pt x="1061" y="85"/>
                        </a:lnTo>
                        <a:lnTo>
                          <a:pt x="9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7"/>
                  <p:cNvSpPr/>
                  <p:nvPr/>
                </p:nvSpPr>
                <p:spPr>
                  <a:xfrm>
                    <a:off x="3937479" y="2123052"/>
                    <a:ext cx="10117" cy="34985"/>
                  </a:xfrm>
                  <a:custGeom>
                    <a:avLst/>
                    <a:gdLst/>
                    <a:ahLst/>
                    <a:cxnLst/>
                    <a:rect l="l" t="t" r="r" b="b"/>
                    <a:pathLst>
                      <a:path w="299" h="1034" extrusionOk="0">
                        <a:moveTo>
                          <a:pt x="1" y="1"/>
                        </a:moveTo>
                        <a:lnTo>
                          <a:pt x="1" y="93"/>
                        </a:lnTo>
                        <a:lnTo>
                          <a:pt x="29" y="93"/>
                        </a:lnTo>
                        <a:cubicBezTo>
                          <a:pt x="86" y="93"/>
                          <a:pt x="121" y="121"/>
                          <a:pt x="121" y="177"/>
                        </a:cubicBezTo>
                        <a:lnTo>
                          <a:pt x="121" y="418"/>
                        </a:lnTo>
                        <a:cubicBezTo>
                          <a:pt x="121" y="503"/>
                          <a:pt x="149" y="503"/>
                          <a:pt x="178" y="531"/>
                        </a:cubicBezTo>
                        <a:cubicBezTo>
                          <a:pt x="149" y="531"/>
                          <a:pt x="121" y="559"/>
                          <a:pt x="121" y="623"/>
                        </a:cubicBezTo>
                        <a:lnTo>
                          <a:pt x="121" y="857"/>
                        </a:lnTo>
                        <a:cubicBezTo>
                          <a:pt x="121" y="913"/>
                          <a:pt x="86" y="949"/>
                          <a:pt x="29" y="949"/>
                        </a:cubicBezTo>
                        <a:lnTo>
                          <a:pt x="1" y="949"/>
                        </a:lnTo>
                        <a:lnTo>
                          <a:pt x="1" y="1033"/>
                        </a:lnTo>
                        <a:lnTo>
                          <a:pt x="58" y="1033"/>
                        </a:lnTo>
                        <a:cubicBezTo>
                          <a:pt x="178" y="1033"/>
                          <a:pt x="234" y="977"/>
                          <a:pt x="234" y="885"/>
                        </a:cubicBezTo>
                        <a:lnTo>
                          <a:pt x="234" y="623"/>
                        </a:lnTo>
                        <a:cubicBezTo>
                          <a:pt x="234" y="595"/>
                          <a:pt x="234" y="559"/>
                          <a:pt x="263" y="559"/>
                        </a:cubicBezTo>
                        <a:lnTo>
                          <a:pt x="298" y="559"/>
                        </a:lnTo>
                        <a:lnTo>
                          <a:pt x="298" y="475"/>
                        </a:lnTo>
                        <a:lnTo>
                          <a:pt x="263" y="475"/>
                        </a:lnTo>
                        <a:cubicBezTo>
                          <a:pt x="234" y="475"/>
                          <a:pt x="234" y="475"/>
                          <a:pt x="234" y="418"/>
                        </a:cubicBezTo>
                        <a:lnTo>
                          <a:pt x="234" y="177"/>
                        </a:lnTo>
                        <a:cubicBezTo>
                          <a:pt x="234" y="64"/>
                          <a:pt x="178" y="1"/>
                          <a:pt x="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7"/>
                  <p:cNvSpPr/>
                  <p:nvPr/>
                </p:nvSpPr>
                <p:spPr>
                  <a:xfrm>
                    <a:off x="3959506" y="2123052"/>
                    <a:ext cx="24936" cy="39046"/>
                  </a:xfrm>
                  <a:custGeom>
                    <a:avLst/>
                    <a:gdLst/>
                    <a:ahLst/>
                    <a:cxnLst/>
                    <a:rect l="l" t="t" r="r" b="b"/>
                    <a:pathLst>
                      <a:path w="737" h="1154" extrusionOk="0">
                        <a:moveTo>
                          <a:pt x="354" y="149"/>
                        </a:moveTo>
                        <a:cubicBezTo>
                          <a:pt x="468" y="149"/>
                          <a:pt x="588" y="326"/>
                          <a:pt x="588" y="559"/>
                        </a:cubicBezTo>
                        <a:cubicBezTo>
                          <a:pt x="588" y="828"/>
                          <a:pt x="468" y="1005"/>
                          <a:pt x="354" y="1005"/>
                        </a:cubicBezTo>
                        <a:cubicBezTo>
                          <a:pt x="263" y="1005"/>
                          <a:pt x="142" y="828"/>
                          <a:pt x="142" y="559"/>
                        </a:cubicBezTo>
                        <a:cubicBezTo>
                          <a:pt x="142" y="326"/>
                          <a:pt x="263" y="149"/>
                          <a:pt x="354" y="149"/>
                        </a:cubicBezTo>
                        <a:close/>
                        <a:moveTo>
                          <a:pt x="354" y="1"/>
                        </a:moveTo>
                        <a:cubicBezTo>
                          <a:pt x="142" y="1"/>
                          <a:pt x="1" y="269"/>
                          <a:pt x="1" y="559"/>
                        </a:cubicBezTo>
                        <a:cubicBezTo>
                          <a:pt x="1" y="885"/>
                          <a:pt x="142" y="1154"/>
                          <a:pt x="354" y="1154"/>
                        </a:cubicBezTo>
                        <a:cubicBezTo>
                          <a:pt x="560" y="1154"/>
                          <a:pt x="737" y="885"/>
                          <a:pt x="737" y="559"/>
                        </a:cubicBezTo>
                        <a:cubicBezTo>
                          <a:pt x="737" y="269"/>
                          <a:pt x="560" y="1"/>
                          <a:pt x="3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7"/>
                  <p:cNvSpPr/>
                  <p:nvPr/>
                </p:nvSpPr>
                <p:spPr>
                  <a:xfrm>
                    <a:off x="3989451" y="2123052"/>
                    <a:ext cx="24903" cy="39046"/>
                  </a:xfrm>
                  <a:custGeom>
                    <a:avLst/>
                    <a:gdLst/>
                    <a:ahLst/>
                    <a:cxnLst/>
                    <a:rect l="l" t="t" r="r" b="b"/>
                    <a:pathLst>
                      <a:path w="736" h="1154" extrusionOk="0">
                        <a:moveTo>
                          <a:pt x="354" y="149"/>
                        </a:moveTo>
                        <a:cubicBezTo>
                          <a:pt x="467" y="149"/>
                          <a:pt x="587" y="326"/>
                          <a:pt x="587" y="559"/>
                        </a:cubicBezTo>
                        <a:cubicBezTo>
                          <a:pt x="587" y="828"/>
                          <a:pt x="467" y="1005"/>
                          <a:pt x="354" y="1005"/>
                        </a:cubicBezTo>
                        <a:cubicBezTo>
                          <a:pt x="262" y="1005"/>
                          <a:pt x="142" y="828"/>
                          <a:pt x="142" y="559"/>
                        </a:cubicBezTo>
                        <a:cubicBezTo>
                          <a:pt x="142" y="326"/>
                          <a:pt x="262" y="149"/>
                          <a:pt x="354" y="149"/>
                        </a:cubicBezTo>
                        <a:close/>
                        <a:moveTo>
                          <a:pt x="354" y="1"/>
                        </a:moveTo>
                        <a:cubicBezTo>
                          <a:pt x="142" y="1"/>
                          <a:pt x="0" y="269"/>
                          <a:pt x="0" y="559"/>
                        </a:cubicBezTo>
                        <a:cubicBezTo>
                          <a:pt x="0" y="885"/>
                          <a:pt x="142" y="1154"/>
                          <a:pt x="354" y="1154"/>
                        </a:cubicBezTo>
                        <a:cubicBezTo>
                          <a:pt x="559" y="1154"/>
                          <a:pt x="736" y="885"/>
                          <a:pt x="736" y="559"/>
                        </a:cubicBezTo>
                        <a:cubicBezTo>
                          <a:pt x="736" y="269"/>
                          <a:pt x="559" y="1"/>
                          <a:pt x="3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7"/>
                  <p:cNvSpPr/>
                  <p:nvPr/>
                </p:nvSpPr>
                <p:spPr>
                  <a:xfrm>
                    <a:off x="3656235" y="2034537"/>
                    <a:ext cx="24936" cy="40670"/>
                  </a:xfrm>
                  <a:custGeom>
                    <a:avLst/>
                    <a:gdLst/>
                    <a:ahLst/>
                    <a:cxnLst/>
                    <a:rect l="l" t="t" r="r" b="b"/>
                    <a:pathLst>
                      <a:path w="737" h="1202" extrusionOk="0">
                        <a:moveTo>
                          <a:pt x="72" y="1"/>
                        </a:moveTo>
                        <a:cubicBezTo>
                          <a:pt x="57" y="1"/>
                          <a:pt x="43" y="10"/>
                          <a:pt x="29" y="27"/>
                        </a:cubicBezTo>
                        <a:cubicBezTo>
                          <a:pt x="1" y="56"/>
                          <a:pt x="1" y="84"/>
                          <a:pt x="29" y="112"/>
                        </a:cubicBezTo>
                        <a:lnTo>
                          <a:pt x="588" y="699"/>
                        </a:lnTo>
                        <a:lnTo>
                          <a:pt x="29" y="1088"/>
                        </a:lnTo>
                        <a:cubicBezTo>
                          <a:pt x="1" y="1117"/>
                          <a:pt x="1" y="1145"/>
                          <a:pt x="29" y="1173"/>
                        </a:cubicBezTo>
                        <a:lnTo>
                          <a:pt x="57" y="1202"/>
                        </a:lnTo>
                        <a:cubicBezTo>
                          <a:pt x="85" y="1202"/>
                          <a:pt x="85" y="1202"/>
                          <a:pt x="85" y="1173"/>
                        </a:cubicBezTo>
                        <a:lnTo>
                          <a:pt x="708" y="763"/>
                        </a:lnTo>
                        <a:cubicBezTo>
                          <a:pt x="708" y="735"/>
                          <a:pt x="736" y="735"/>
                          <a:pt x="736" y="699"/>
                        </a:cubicBezTo>
                        <a:cubicBezTo>
                          <a:pt x="736" y="699"/>
                          <a:pt x="736" y="671"/>
                          <a:pt x="708" y="671"/>
                        </a:cubicBezTo>
                        <a:lnTo>
                          <a:pt x="121" y="27"/>
                        </a:lnTo>
                        <a:cubicBezTo>
                          <a:pt x="103" y="10"/>
                          <a:pt x="87" y="1"/>
                          <a:pt x="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7"/>
                  <p:cNvSpPr/>
                  <p:nvPr/>
                </p:nvSpPr>
                <p:spPr>
                  <a:xfrm>
                    <a:off x="3673221" y="2034537"/>
                    <a:ext cx="24936" cy="40670"/>
                  </a:xfrm>
                  <a:custGeom>
                    <a:avLst/>
                    <a:gdLst/>
                    <a:ahLst/>
                    <a:cxnLst/>
                    <a:rect l="l" t="t" r="r" b="b"/>
                    <a:pathLst>
                      <a:path w="737" h="1202" extrusionOk="0">
                        <a:moveTo>
                          <a:pt x="72" y="1"/>
                        </a:moveTo>
                        <a:cubicBezTo>
                          <a:pt x="57" y="1"/>
                          <a:pt x="43" y="10"/>
                          <a:pt x="29" y="27"/>
                        </a:cubicBezTo>
                        <a:cubicBezTo>
                          <a:pt x="1" y="56"/>
                          <a:pt x="1" y="84"/>
                          <a:pt x="29" y="112"/>
                        </a:cubicBezTo>
                        <a:lnTo>
                          <a:pt x="588" y="699"/>
                        </a:lnTo>
                        <a:lnTo>
                          <a:pt x="29" y="1088"/>
                        </a:lnTo>
                        <a:cubicBezTo>
                          <a:pt x="1" y="1117"/>
                          <a:pt x="1" y="1145"/>
                          <a:pt x="29" y="1173"/>
                        </a:cubicBezTo>
                        <a:lnTo>
                          <a:pt x="57" y="1202"/>
                        </a:lnTo>
                        <a:cubicBezTo>
                          <a:pt x="86" y="1202"/>
                          <a:pt x="86" y="1202"/>
                          <a:pt x="86" y="1173"/>
                        </a:cubicBezTo>
                        <a:lnTo>
                          <a:pt x="708" y="763"/>
                        </a:lnTo>
                        <a:cubicBezTo>
                          <a:pt x="708" y="735"/>
                          <a:pt x="737" y="735"/>
                          <a:pt x="737" y="699"/>
                        </a:cubicBezTo>
                        <a:cubicBezTo>
                          <a:pt x="737" y="699"/>
                          <a:pt x="737" y="671"/>
                          <a:pt x="708" y="671"/>
                        </a:cubicBezTo>
                        <a:lnTo>
                          <a:pt x="114" y="27"/>
                        </a:lnTo>
                        <a:cubicBezTo>
                          <a:pt x="100" y="10"/>
                          <a:pt x="86" y="1"/>
                          <a:pt x="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7"/>
                  <p:cNvSpPr/>
                  <p:nvPr/>
                </p:nvSpPr>
                <p:spPr>
                  <a:xfrm>
                    <a:off x="3706989" y="2034233"/>
                    <a:ext cx="26121" cy="38098"/>
                  </a:xfrm>
                  <a:custGeom>
                    <a:avLst/>
                    <a:gdLst/>
                    <a:ahLst/>
                    <a:cxnLst/>
                    <a:rect l="l" t="t" r="r" b="b"/>
                    <a:pathLst>
                      <a:path w="772" h="1126" extrusionOk="0">
                        <a:moveTo>
                          <a:pt x="389" y="121"/>
                        </a:moveTo>
                        <a:cubicBezTo>
                          <a:pt x="531" y="121"/>
                          <a:pt x="651" y="326"/>
                          <a:pt x="651" y="567"/>
                        </a:cubicBezTo>
                        <a:cubicBezTo>
                          <a:pt x="651" y="800"/>
                          <a:pt x="531" y="1006"/>
                          <a:pt x="389" y="1006"/>
                        </a:cubicBezTo>
                        <a:cubicBezTo>
                          <a:pt x="241" y="1006"/>
                          <a:pt x="121" y="800"/>
                          <a:pt x="121" y="567"/>
                        </a:cubicBezTo>
                        <a:cubicBezTo>
                          <a:pt x="121" y="326"/>
                          <a:pt x="241" y="121"/>
                          <a:pt x="389" y="121"/>
                        </a:cubicBezTo>
                        <a:close/>
                        <a:moveTo>
                          <a:pt x="389" y="1"/>
                        </a:moveTo>
                        <a:cubicBezTo>
                          <a:pt x="177" y="1"/>
                          <a:pt x="0" y="270"/>
                          <a:pt x="0" y="567"/>
                        </a:cubicBezTo>
                        <a:cubicBezTo>
                          <a:pt x="0" y="885"/>
                          <a:pt x="177" y="1126"/>
                          <a:pt x="389" y="1126"/>
                        </a:cubicBezTo>
                        <a:cubicBezTo>
                          <a:pt x="595" y="1126"/>
                          <a:pt x="771" y="885"/>
                          <a:pt x="771" y="567"/>
                        </a:cubicBezTo>
                        <a:cubicBezTo>
                          <a:pt x="771" y="270"/>
                          <a:pt x="595" y="1"/>
                          <a:pt x="3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7"/>
                  <p:cNvSpPr/>
                  <p:nvPr/>
                </p:nvSpPr>
                <p:spPr>
                  <a:xfrm>
                    <a:off x="3753885" y="2037346"/>
                    <a:ext cx="4128" cy="37861"/>
                  </a:xfrm>
                  <a:custGeom>
                    <a:avLst/>
                    <a:gdLst/>
                    <a:ahLst/>
                    <a:cxnLst/>
                    <a:rect l="l" t="t" r="r" b="b"/>
                    <a:pathLst>
                      <a:path w="122" h="1119" extrusionOk="0">
                        <a:moveTo>
                          <a:pt x="65" y="1"/>
                        </a:moveTo>
                        <a:cubicBezTo>
                          <a:pt x="29" y="1"/>
                          <a:pt x="1" y="29"/>
                          <a:pt x="1" y="58"/>
                        </a:cubicBezTo>
                        <a:lnTo>
                          <a:pt x="1" y="1062"/>
                        </a:lnTo>
                        <a:cubicBezTo>
                          <a:pt x="1" y="1090"/>
                          <a:pt x="29" y="1119"/>
                          <a:pt x="65" y="1119"/>
                        </a:cubicBezTo>
                        <a:cubicBezTo>
                          <a:pt x="93" y="1119"/>
                          <a:pt x="121" y="1090"/>
                          <a:pt x="121" y="1062"/>
                        </a:cubicBezTo>
                        <a:lnTo>
                          <a:pt x="121" y="58"/>
                        </a:lnTo>
                        <a:cubicBezTo>
                          <a:pt x="121" y="29"/>
                          <a:pt x="93" y="1"/>
                          <a:pt x="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7"/>
                  <p:cNvSpPr/>
                  <p:nvPr/>
                </p:nvSpPr>
                <p:spPr>
                  <a:xfrm>
                    <a:off x="3771852" y="2041440"/>
                    <a:ext cx="20132" cy="31873"/>
                  </a:xfrm>
                  <a:custGeom>
                    <a:avLst/>
                    <a:gdLst/>
                    <a:ahLst/>
                    <a:cxnLst/>
                    <a:rect l="l" t="t" r="r" b="b"/>
                    <a:pathLst>
                      <a:path w="595" h="942" extrusionOk="0">
                        <a:moveTo>
                          <a:pt x="0" y="0"/>
                        </a:moveTo>
                        <a:lnTo>
                          <a:pt x="0" y="941"/>
                        </a:lnTo>
                        <a:lnTo>
                          <a:pt x="595" y="941"/>
                        </a:lnTo>
                        <a:lnTo>
                          <a:pt x="5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7"/>
                  <p:cNvSpPr/>
                  <p:nvPr/>
                </p:nvSpPr>
                <p:spPr>
                  <a:xfrm>
                    <a:off x="3803929" y="2039274"/>
                    <a:ext cx="32820" cy="35933"/>
                  </a:xfrm>
                  <a:custGeom>
                    <a:avLst/>
                    <a:gdLst/>
                    <a:ahLst/>
                    <a:cxnLst/>
                    <a:rect l="l" t="t" r="r" b="b"/>
                    <a:pathLst>
                      <a:path w="970" h="1062" extrusionOk="0">
                        <a:moveTo>
                          <a:pt x="849" y="121"/>
                        </a:moveTo>
                        <a:lnTo>
                          <a:pt x="849" y="948"/>
                        </a:lnTo>
                        <a:lnTo>
                          <a:pt x="114" y="948"/>
                        </a:lnTo>
                        <a:lnTo>
                          <a:pt x="114" y="121"/>
                        </a:lnTo>
                        <a:close/>
                        <a:moveTo>
                          <a:pt x="57" y="1"/>
                        </a:moveTo>
                        <a:cubicBezTo>
                          <a:pt x="29" y="1"/>
                          <a:pt x="0" y="29"/>
                          <a:pt x="0" y="64"/>
                        </a:cubicBezTo>
                        <a:lnTo>
                          <a:pt x="0" y="1005"/>
                        </a:lnTo>
                        <a:cubicBezTo>
                          <a:pt x="0" y="1033"/>
                          <a:pt x="29" y="1062"/>
                          <a:pt x="57" y="1062"/>
                        </a:cubicBezTo>
                        <a:lnTo>
                          <a:pt x="913" y="1062"/>
                        </a:lnTo>
                        <a:cubicBezTo>
                          <a:pt x="941" y="1062"/>
                          <a:pt x="970" y="1033"/>
                          <a:pt x="970" y="1005"/>
                        </a:cubicBezTo>
                        <a:lnTo>
                          <a:pt x="970" y="64"/>
                        </a:lnTo>
                        <a:cubicBezTo>
                          <a:pt x="970" y="29"/>
                          <a:pt x="941" y="1"/>
                          <a:pt x="9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7"/>
                  <p:cNvSpPr/>
                  <p:nvPr/>
                </p:nvSpPr>
                <p:spPr>
                  <a:xfrm>
                    <a:off x="3847746" y="2041440"/>
                    <a:ext cx="32820" cy="31873"/>
                  </a:xfrm>
                  <a:custGeom>
                    <a:avLst/>
                    <a:gdLst/>
                    <a:ahLst/>
                    <a:cxnLst/>
                    <a:rect l="l" t="t" r="r" b="b"/>
                    <a:pathLst>
                      <a:path w="970" h="942" extrusionOk="0">
                        <a:moveTo>
                          <a:pt x="0" y="0"/>
                        </a:moveTo>
                        <a:lnTo>
                          <a:pt x="0" y="941"/>
                        </a:lnTo>
                        <a:lnTo>
                          <a:pt x="969" y="941"/>
                        </a:lnTo>
                        <a:lnTo>
                          <a:pt x="9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7"/>
                  <p:cNvSpPr/>
                  <p:nvPr/>
                </p:nvSpPr>
                <p:spPr>
                  <a:xfrm>
                    <a:off x="3892477" y="2026924"/>
                    <a:ext cx="25173" cy="64320"/>
                  </a:xfrm>
                  <a:custGeom>
                    <a:avLst/>
                    <a:gdLst/>
                    <a:ahLst/>
                    <a:cxnLst/>
                    <a:rect l="l" t="t" r="r" b="b"/>
                    <a:pathLst>
                      <a:path w="744" h="1901" extrusionOk="0">
                        <a:moveTo>
                          <a:pt x="349" y="0"/>
                        </a:moveTo>
                        <a:cubicBezTo>
                          <a:pt x="332" y="0"/>
                          <a:pt x="315" y="4"/>
                          <a:pt x="298" y="12"/>
                        </a:cubicBezTo>
                        <a:cubicBezTo>
                          <a:pt x="270" y="12"/>
                          <a:pt x="241" y="40"/>
                          <a:pt x="241" y="75"/>
                        </a:cubicBezTo>
                        <a:cubicBezTo>
                          <a:pt x="270" y="104"/>
                          <a:pt x="298" y="132"/>
                          <a:pt x="326" y="132"/>
                        </a:cubicBezTo>
                        <a:cubicBezTo>
                          <a:pt x="336" y="123"/>
                          <a:pt x="346" y="120"/>
                          <a:pt x="357" y="120"/>
                        </a:cubicBezTo>
                        <a:cubicBezTo>
                          <a:pt x="377" y="120"/>
                          <a:pt x="399" y="132"/>
                          <a:pt x="418" y="132"/>
                        </a:cubicBezTo>
                        <a:cubicBezTo>
                          <a:pt x="447" y="160"/>
                          <a:pt x="475" y="252"/>
                          <a:pt x="503" y="309"/>
                        </a:cubicBezTo>
                        <a:cubicBezTo>
                          <a:pt x="503" y="366"/>
                          <a:pt x="475" y="429"/>
                          <a:pt x="475" y="514"/>
                        </a:cubicBezTo>
                        <a:cubicBezTo>
                          <a:pt x="475" y="542"/>
                          <a:pt x="447" y="606"/>
                          <a:pt x="447" y="663"/>
                        </a:cubicBezTo>
                        <a:cubicBezTo>
                          <a:pt x="447" y="783"/>
                          <a:pt x="475" y="868"/>
                          <a:pt x="532" y="960"/>
                        </a:cubicBezTo>
                        <a:cubicBezTo>
                          <a:pt x="503" y="988"/>
                          <a:pt x="475" y="1016"/>
                          <a:pt x="447" y="1045"/>
                        </a:cubicBezTo>
                        <a:lnTo>
                          <a:pt x="447" y="1278"/>
                        </a:lnTo>
                        <a:lnTo>
                          <a:pt x="447" y="1313"/>
                        </a:lnTo>
                        <a:cubicBezTo>
                          <a:pt x="475" y="1455"/>
                          <a:pt x="447" y="1575"/>
                          <a:pt x="390" y="1667"/>
                        </a:cubicBezTo>
                        <a:cubicBezTo>
                          <a:pt x="344" y="1728"/>
                          <a:pt x="273" y="1775"/>
                          <a:pt x="202" y="1775"/>
                        </a:cubicBezTo>
                        <a:cubicBezTo>
                          <a:pt x="174" y="1775"/>
                          <a:pt x="147" y="1768"/>
                          <a:pt x="121" y="1752"/>
                        </a:cubicBezTo>
                        <a:cubicBezTo>
                          <a:pt x="107" y="1738"/>
                          <a:pt x="93" y="1731"/>
                          <a:pt x="79" y="1731"/>
                        </a:cubicBezTo>
                        <a:cubicBezTo>
                          <a:pt x="65" y="1731"/>
                          <a:pt x="50" y="1738"/>
                          <a:pt x="36" y="1752"/>
                        </a:cubicBezTo>
                        <a:cubicBezTo>
                          <a:pt x="1" y="1780"/>
                          <a:pt x="36" y="1809"/>
                          <a:pt x="65" y="1844"/>
                        </a:cubicBezTo>
                        <a:cubicBezTo>
                          <a:pt x="93" y="1872"/>
                          <a:pt x="150" y="1901"/>
                          <a:pt x="213" y="1901"/>
                        </a:cubicBezTo>
                        <a:cubicBezTo>
                          <a:pt x="326" y="1901"/>
                          <a:pt x="447" y="1809"/>
                          <a:pt x="503" y="1724"/>
                        </a:cubicBezTo>
                        <a:cubicBezTo>
                          <a:pt x="567" y="1604"/>
                          <a:pt x="595" y="1455"/>
                          <a:pt x="567" y="1278"/>
                        </a:cubicBezTo>
                        <a:lnTo>
                          <a:pt x="567" y="1250"/>
                        </a:lnTo>
                        <a:lnTo>
                          <a:pt x="567" y="1101"/>
                        </a:lnTo>
                        <a:cubicBezTo>
                          <a:pt x="567" y="1073"/>
                          <a:pt x="595" y="1045"/>
                          <a:pt x="623" y="1045"/>
                        </a:cubicBezTo>
                        <a:cubicBezTo>
                          <a:pt x="623" y="1016"/>
                          <a:pt x="652" y="1016"/>
                          <a:pt x="652" y="1016"/>
                        </a:cubicBezTo>
                        <a:cubicBezTo>
                          <a:pt x="660" y="1025"/>
                          <a:pt x="668" y="1028"/>
                          <a:pt x="677" y="1028"/>
                        </a:cubicBezTo>
                        <a:cubicBezTo>
                          <a:pt x="697" y="1028"/>
                          <a:pt x="719" y="1008"/>
                          <a:pt x="744" y="988"/>
                        </a:cubicBezTo>
                        <a:cubicBezTo>
                          <a:pt x="744" y="960"/>
                          <a:pt x="744" y="924"/>
                          <a:pt x="708" y="924"/>
                        </a:cubicBezTo>
                        <a:cubicBezTo>
                          <a:pt x="680" y="924"/>
                          <a:pt x="680" y="896"/>
                          <a:pt x="680" y="896"/>
                        </a:cubicBezTo>
                        <a:cubicBezTo>
                          <a:pt x="595" y="896"/>
                          <a:pt x="567" y="783"/>
                          <a:pt x="567" y="663"/>
                        </a:cubicBezTo>
                        <a:cubicBezTo>
                          <a:pt x="567" y="634"/>
                          <a:pt x="567" y="571"/>
                          <a:pt x="595" y="514"/>
                        </a:cubicBezTo>
                        <a:cubicBezTo>
                          <a:pt x="595" y="458"/>
                          <a:pt x="623" y="366"/>
                          <a:pt x="623" y="281"/>
                        </a:cubicBezTo>
                        <a:cubicBezTo>
                          <a:pt x="595" y="189"/>
                          <a:pt x="532" y="104"/>
                          <a:pt x="475" y="40"/>
                        </a:cubicBezTo>
                        <a:cubicBezTo>
                          <a:pt x="435" y="20"/>
                          <a:pt x="391" y="0"/>
                          <a:pt x="3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7"/>
                  <p:cNvSpPr/>
                  <p:nvPr/>
                </p:nvSpPr>
                <p:spPr>
                  <a:xfrm>
                    <a:off x="3928411" y="2028278"/>
                    <a:ext cx="11030" cy="59854"/>
                  </a:xfrm>
                  <a:custGeom>
                    <a:avLst/>
                    <a:gdLst/>
                    <a:ahLst/>
                    <a:cxnLst/>
                    <a:rect l="l" t="t" r="r" b="b"/>
                    <a:pathLst>
                      <a:path w="326" h="1769" extrusionOk="0">
                        <a:moveTo>
                          <a:pt x="35" y="0"/>
                        </a:moveTo>
                        <a:cubicBezTo>
                          <a:pt x="0" y="35"/>
                          <a:pt x="0" y="64"/>
                          <a:pt x="0" y="92"/>
                        </a:cubicBezTo>
                        <a:cubicBezTo>
                          <a:pt x="212" y="594"/>
                          <a:pt x="212" y="1182"/>
                          <a:pt x="0" y="1684"/>
                        </a:cubicBezTo>
                        <a:cubicBezTo>
                          <a:pt x="0" y="1712"/>
                          <a:pt x="0" y="1769"/>
                          <a:pt x="35" y="1769"/>
                        </a:cubicBezTo>
                        <a:lnTo>
                          <a:pt x="64" y="1769"/>
                        </a:lnTo>
                        <a:cubicBezTo>
                          <a:pt x="92" y="1769"/>
                          <a:pt x="120" y="1769"/>
                          <a:pt x="120" y="1740"/>
                        </a:cubicBezTo>
                        <a:cubicBezTo>
                          <a:pt x="326" y="1210"/>
                          <a:pt x="326" y="594"/>
                          <a:pt x="120" y="64"/>
                        </a:cubicBezTo>
                        <a:cubicBezTo>
                          <a:pt x="92" y="35"/>
                          <a:pt x="64" y="0"/>
                          <a:pt x="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7"/>
                  <p:cNvSpPr/>
                  <p:nvPr/>
                </p:nvSpPr>
                <p:spPr>
                  <a:xfrm>
                    <a:off x="3941573" y="2027296"/>
                    <a:ext cx="14854" cy="68990"/>
                  </a:xfrm>
                  <a:custGeom>
                    <a:avLst/>
                    <a:gdLst/>
                    <a:ahLst/>
                    <a:cxnLst/>
                    <a:rect l="l" t="t" r="r" b="b"/>
                    <a:pathLst>
                      <a:path w="439" h="2039" extrusionOk="0">
                        <a:moveTo>
                          <a:pt x="85" y="1"/>
                        </a:moveTo>
                        <a:cubicBezTo>
                          <a:pt x="57" y="29"/>
                          <a:pt x="28" y="64"/>
                          <a:pt x="57" y="93"/>
                        </a:cubicBezTo>
                        <a:cubicBezTo>
                          <a:pt x="319" y="680"/>
                          <a:pt x="290" y="1387"/>
                          <a:pt x="0" y="1946"/>
                        </a:cubicBezTo>
                        <a:cubicBezTo>
                          <a:pt x="0" y="1975"/>
                          <a:pt x="0" y="2038"/>
                          <a:pt x="28" y="2038"/>
                        </a:cubicBezTo>
                        <a:lnTo>
                          <a:pt x="57" y="2038"/>
                        </a:lnTo>
                        <a:cubicBezTo>
                          <a:pt x="85" y="2038"/>
                          <a:pt x="85" y="2038"/>
                          <a:pt x="113" y="2010"/>
                        </a:cubicBezTo>
                        <a:cubicBezTo>
                          <a:pt x="439" y="1416"/>
                          <a:pt x="439" y="652"/>
                          <a:pt x="142" y="29"/>
                        </a:cubicBezTo>
                        <a:cubicBezTo>
                          <a:pt x="142" y="1"/>
                          <a:pt x="113" y="1"/>
                          <a:pt x="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7"/>
                  <p:cNvSpPr/>
                  <p:nvPr/>
                </p:nvSpPr>
                <p:spPr>
                  <a:xfrm>
                    <a:off x="3622264" y="2026924"/>
                    <a:ext cx="24903" cy="64320"/>
                  </a:xfrm>
                  <a:custGeom>
                    <a:avLst/>
                    <a:gdLst/>
                    <a:ahLst/>
                    <a:cxnLst/>
                    <a:rect l="l" t="t" r="r" b="b"/>
                    <a:pathLst>
                      <a:path w="736" h="1901" extrusionOk="0">
                        <a:moveTo>
                          <a:pt x="417" y="0"/>
                        </a:moveTo>
                        <a:cubicBezTo>
                          <a:pt x="367" y="0"/>
                          <a:pt x="309" y="20"/>
                          <a:pt x="269" y="40"/>
                        </a:cubicBezTo>
                        <a:cubicBezTo>
                          <a:pt x="205" y="104"/>
                          <a:pt x="149" y="189"/>
                          <a:pt x="149" y="281"/>
                        </a:cubicBezTo>
                        <a:cubicBezTo>
                          <a:pt x="120" y="366"/>
                          <a:pt x="149" y="458"/>
                          <a:pt x="149" y="514"/>
                        </a:cubicBezTo>
                        <a:cubicBezTo>
                          <a:pt x="177" y="571"/>
                          <a:pt x="177" y="634"/>
                          <a:pt x="177" y="663"/>
                        </a:cubicBezTo>
                        <a:cubicBezTo>
                          <a:pt x="177" y="783"/>
                          <a:pt x="149" y="896"/>
                          <a:pt x="64" y="896"/>
                        </a:cubicBezTo>
                        <a:lnTo>
                          <a:pt x="64" y="924"/>
                        </a:lnTo>
                        <a:cubicBezTo>
                          <a:pt x="28" y="924"/>
                          <a:pt x="0" y="960"/>
                          <a:pt x="0" y="988"/>
                        </a:cubicBezTo>
                        <a:cubicBezTo>
                          <a:pt x="20" y="1008"/>
                          <a:pt x="44" y="1028"/>
                          <a:pt x="66" y="1028"/>
                        </a:cubicBezTo>
                        <a:cubicBezTo>
                          <a:pt x="75" y="1028"/>
                          <a:pt x="84" y="1025"/>
                          <a:pt x="92" y="1016"/>
                        </a:cubicBezTo>
                        <a:cubicBezTo>
                          <a:pt x="120" y="1016"/>
                          <a:pt x="120" y="1016"/>
                          <a:pt x="120" y="1045"/>
                        </a:cubicBezTo>
                        <a:cubicBezTo>
                          <a:pt x="149" y="1045"/>
                          <a:pt x="177" y="1073"/>
                          <a:pt x="177" y="1101"/>
                        </a:cubicBezTo>
                        <a:cubicBezTo>
                          <a:pt x="205" y="1137"/>
                          <a:pt x="177" y="1193"/>
                          <a:pt x="177" y="1250"/>
                        </a:cubicBezTo>
                        <a:lnTo>
                          <a:pt x="177" y="1278"/>
                        </a:lnTo>
                        <a:cubicBezTo>
                          <a:pt x="149" y="1455"/>
                          <a:pt x="177" y="1604"/>
                          <a:pt x="269" y="1724"/>
                        </a:cubicBezTo>
                        <a:cubicBezTo>
                          <a:pt x="325" y="1809"/>
                          <a:pt x="446" y="1901"/>
                          <a:pt x="559" y="1901"/>
                        </a:cubicBezTo>
                        <a:cubicBezTo>
                          <a:pt x="594" y="1901"/>
                          <a:pt x="651" y="1872"/>
                          <a:pt x="707" y="1844"/>
                        </a:cubicBezTo>
                        <a:cubicBezTo>
                          <a:pt x="736" y="1809"/>
                          <a:pt x="736" y="1780"/>
                          <a:pt x="707" y="1752"/>
                        </a:cubicBezTo>
                        <a:cubicBezTo>
                          <a:pt x="707" y="1738"/>
                          <a:pt x="693" y="1731"/>
                          <a:pt x="676" y="1731"/>
                        </a:cubicBezTo>
                        <a:cubicBezTo>
                          <a:pt x="658" y="1731"/>
                          <a:pt x="637" y="1738"/>
                          <a:pt x="623" y="1752"/>
                        </a:cubicBezTo>
                        <a:cubicBezTo>
                          <a:pt x="597" y="1768"/>
                          <a:pt x="570" y="1775"/>
                          <a:pt x="542" y="1775"/>
                        </a:cubicBezTo>
                        <a:cubicBezTo>
                          <a:pt x="471" y="1775"/>
                          <a:pt x="400" y="1728"/>
                          <a:pt x="354" y="1667"/>
                        </a:cubicBezTo>
                        <a:cubicBezTo>
                          <a:pt x="297" y="1575"/>
                          <a:pt x="269" y="1455"/>
                          <a:pt x="297" y="1313"/>
                        </a:cubicBezTo>
                        <a:lnTo>
                          <a:pt x="297" y="1278"/>
                        </a:lnTo>
                        <a:cubicBezTo>
                          <a:pt x="297" y="1193"/>
                          <a:pt x="325" y="1137"/>
                          <a:pt x="297" y="1045"/>
                        </a:cubicBezTo>
                        <a:cubicBezTo>
                          <a:pt x="269" y="1016"/>
                          <a:pt x="241" y="988"/>
                          <a:pt x="205" y="960"/>
                        </a:cubicBezTo>
                        <a:cubicBezTo>
                          <a:pt x="269" y="868"/>
                          <a:pt x="297" y="783"/>
                          <a:pt x="297" y="663"/>
                        </a:cubicBezTo>
                        <a:cubicBezTo>
                          <a:pt x="297" y="606"/>
                          <a:pt x="297" y="542"/>
                          <a:pt x="269" y="514"/>
                        </a:cubicBezTo>
                        <a:cubicBezTo>
                          <a:pt x="269" y="429"/>
                          <a:pt x="241" y="366"/>
                          <a:pt x="269" y="309"/>
                        </a:cubicBezTo>
                        <a:cubicBezTo>
                          <a:pt x="269" y="252"/>
                          <a:pt x="297" y="160"/>
                          <a:pt x="354" y="132"/>
                        </a:cubicBezTo>
                        <a:cubicBezTo>
                          <a:pt x="373" y="132"/>
                          <a:pt x="395" y="120"/>
                          <a:pt x="416" y="120"/>
                        </a:cubicBezTo>
                        <a:cubicBezTo>
                          <a:pt x="426" y="120"/>
                          <a:pt x="436" y="123"/>
                          <a:pt x="446" y="132"/>
                        </a:cubicBezTo>
                        <a:cubicBezTo>
                          <a:pt x="474" y="132"/>
                          <a:pt x="502" y="104"/>
                          <a:pt x="502" y="75"/>
                        </a:cubicBezTo>
                        <a:cubicBezTo>
                          <a:pt x="502" y="40"/>
                          <a:pt x="502" y="12"/>
                          <a:pt x="474" y="12"/>
                        </a:cubicBezTo>
                        <a:cubicBezTo>
                          <a:pt x="457" y="4"/>
                          <a:pt x="438" y="0"/>
                          <a:pt x="41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7"/>
                  <p:cNvSpPr/>
                  <p:nvPr/>
                </p:nvSpPr>
                <p:spPr>
                  <a:xfrm>
                    <a:off x="3600474" y="2028278"/>
                    <a:ext cx="11978" cy="59854"/>
                  </a:xfrm>
                  <a:custGeom>
                    <a:avLst/>
                    <a:gdLst/>
                    <a:ahLst/>
                    <a:cxnLst/>
                    <a:rect l="l" t="t" r="r" b="b"/>
                    <a:pathLst>
                      <a:path w="354" h="1769" extrusionOk="0">
                        <a:moveTo>
                          <a:pt x="290" y="0"/>
                        </a:moveTo>
                        <a:cubicBezTo>
                          <a:pt x="262" y="0"/>
                          <a:pt x="234" y="35"/>
                          <a:pt x="234" y="64"/>
                        </a:cubicBezTo>
                        <a:cubicBezTo>
                          <a:pt x="0" y="594"/>
                          <a:pt x="0" y="1210"/>
                          <a:pt x="205" y="1740"/>
                        </a:cubicBezTo>
                        <a:cubicBezTo>
                          <a:pt x="234" y="1769"/>
                          <a:pt x="234" y="1769"/>
                          <a:pt x="262" y="1769"/>
                        </a:cubicBezTo>
                        <a:lnTo>
                          <a:pt x="290" y="1769"/>
                        </a:lnTo>
                        <a:cubicBezTo>
                          <a:pt x="319" y="1769"/>
                          <a:pt x="319" y="1712"/>
                          <a:pt x="319" y="1684"/>
                        </a:cubicBezTo>
                        <a:cubicBezTo>
                          <a:pt x="113" y="1182"/>
                          <a:pt x="113" y="594"/>
                          <a:pt x="319" y="92"/>
                        </a:cubicBezTo>
                        <a:cubicBezTo>
                          <a:pt x="354" y="64"/>
                          <a:pt x="319" y="35"/>
                          <a:pt x="2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7"/>
                  <p:cNvSpPr/>
                  <p:nvPr/>
                </p:nvSpPr>
                <p:spPr>
                  <a:xfrm>
                    <a:off x="3583454" y="2027296"/>
                    <a:ext cx="14887" cy="68990"/>
                  </a:xfrm>
                  <a:custGeom>
                    <a:avLst/>
                    <a:gdLst/>
                    <a:ahLst/>
                    <a:cxnLst/>
                    <a:rect l="l" t="t" r="r" b="b"/>
                    <a:pathLst>
                      <a:path w="440" h="2039" extrusionOk="0">
                        <a:moveTo>
                          <a:pt x="355" y="1"/>
                        </a:moveTo>
                        <a:cubicBezTo>
                          <a:pt x="326" y="1"/>
                          <a:pt x="291" y="1"/>
                          <a:pt x="291" y="29"/>
                        </a:cubicBezTo>
                        <a:cubicBezTo>
                          <a:pt x="1" y="652"/>
                          <a:pt x="29" y="1416"/>
                          <a:pt x="326" y="2010"/>
                        </a:cubicBezTo>
                        <a:cubicBezTo>
                          <a:pt x="355" y="2038"/>
                          <a:pt x="355" y="2038"/>
                          <a:pt x="383" y="2038"/>
                        </a:cubicBezTo>
                        <a:lnTo>
                          <a:pt x="411" y="2038"/>
                        </a:lnTo>
                        <a:cubicBezTo>
                          <a:pt x="440" y="2038"/>
                          <a:pt x="440" y="1975"/>
                          <a:pt x="440" y="1946"/>
                        </a:cubicBezTo>
                        <a:cubicBezTo>
                          <a:pt x="150" y="1387"/>
                          <a:pt x="114" y="680"/>
                          <a:pt x="383" y="93"/>
                        </a:cubicBezTo>
                        <a:cubicBezTo>
                          <a:pt x="411" y="64"/>
                          <a:pt x="383" y="29"/>
                          <a:pt x="3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0" name="Google Shape;570;p37"/>
                <p:cNvGrpSpPr/>
                <p:nvPr/>
              </p:nvGrpSpPr>
              <p:grpSpPr>
                <a:xfrm>
                  <a:off x="4013356" y="2847427"/>
                  <a:ext cx="312169" cy="63373"/>
                  <a:chOff x="4157006" y="2607377"/>
                  <a:chExt cx="312169" cy="63373"/>
                </a:xfrm>
              </p:grpSpPr>
              <p:sp>
                <p:nvSpPr>
                  <p:cNvPr id="571" name="Google Shape;571;p37"/>
                  <p:cNvSpPr/>
                  <p:nvPr/>
                </p:nvSpPr>
                <p:spPr>
                  <a:xfrm>
                    <a:off x="4411214" y="2619017"/>
                    <a:ext cx="24903" cy="39790"/>
                  </a:xfrm>
                  <a:custGeom>
                    <a:avLst/>
                    <a:gdLst/>
                    <a:ahLst/>
                    <a:cxnLst/>
                    <a:rect l="l" t="t" r="r" b="b"/>
                    <a:pathLst>
                      <a:path w="736" h="1176" extrusionOk="0">
                        <a:moveTo>
                          <a:pt x="665" y="1"/>
                        </a:moveTo>
                        <a:cubicBezTo>
                          <a:pt x="651" y="1"/>
                          <a:pt x="637" y="8"/>
                          <a:pt x="623" y="22"/>
                        </a:cubicBezTo>
                        <a:lnTo>
                          <a:pt x="28" y="673"/>
                        </a:lnTo>
                        <a:cubicBezTo>
                          <a:pt x="28" y="673"/>
                          <a:pt x="0" y="673"/>
                          <a:pt x="28" y="701"/>
                        </a:cubicBezTo>
                        <a:lnTo>
                          <a:pt x="28" y="758"/>
                        </a:lnTo>
                        <a:lnTo>
                          <a:pt x="651" y="1175"/>
                        </a:lnTo>
                        <a:lnTo>
                          <a:pt x="679" y="1175"/>
                        </a:lnTo>
                        <a:cubicBezTo>
                          <a:pt x="679" y="1175"/>
                          <a:pt x="708" y="1175"/>
                          <a:pt x="708" y="1147"/>
                        </a:cubicBezTo>
                        <a:cubicBezTo>
                          <a:pt x="736" y="1111"/>
                          <a:pt x="736" y="1083"/>
                          <a:pt x="708" y="1083"/>
                        </a:cubicBezTo>
                        <a:lnTo>
                          <a:pt x="177" y="701"/>
                        </a:lnTo>
                        <a:lnTo>
                          <a:pt x="708" y="114"/>
                        </a:lnTo>
                        <a:cubicBezTo>
                          <a:pt x="736" y="86"/>
                          <a:pt x="736" y="50"/>
                          <a:pt x="708" y="22"/>
                        </a:cubicBezTo>
                        <a:cubicBezTo>
                          <a:pt x="693" y="8"/>
                          <a:pt x="679" y="1"/>
                          <a:pt x="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7"/>
                  <p:cNvSpPr/>
                  <p:nvPr/>
                </p:nvSpPr>
                <p:spPr>
                  <a:xfrm>
                    <a:off x="4395176" y="2619017"/>
                    <a:ext cx="23955" cy="39790"/>
                  </a:xfrm>
                  <a:custGeom>
                    <a:avLst/>
                    <a:gdLst/>
                    <a:ahLst/>
                    <a:cxnLst/>
                    <a:rect l="l" t="t" r="r" b="b"/>
                    <a:pathLst>
                      <a:path w="708" h="1176" extrusionOk="0">
                        <a:moveTo>
                          <a:pt x="651" y="1"/>
                        </a:moveTo>
                        <a:cubicBezTo>
                          <a:pt x="637" y="1"/>
                          <a:pt x="623" y="8"/>
                          <a:pt x="623" y="22"/>
                        </a:cubicBezTo>
                        <a:lnTo>
                          <a:pt x="0" y="673"/>
                        </a:lnTo>
                        <a:lnTo>
                          <a:pt x="0" y="701"/>
                        </a:lnTo>
                        <a:cubicBezTo>
                          <a:pt x="0" y="729"/>
                          <a:pt x="0" y="729"/>
                          <a:pt x="35" y="758"/>
                        </a:cubicBezTo>
                        <a:lnTo>
                          <a:pt x="623" y="1175"/>
                        </a:lnTo>
                        <a:lnTo>
                          <a:pt x="651" y="1175"/>
                        </a:lnTo>
                        <a:cubicBezTo>
                          <a:pt x="679" y="1175"/>
                          <a:pt x="679" y="1175"/>
                          <a:pt x="708" y="1147"/>
                        </a:cubicBezTo>
                        <a:cubicBezTo>
                          <a:pt x="708" y="1111"/>
                          <a:pt x="708" y="1083"/>
                          <a:pt x="679" y="1083"/>
                        </a:cubicBezTo>
                        <a:lnTo>
                          <a:pt x="149" y="701"/>
                        </a:lnTo>
                        <a:lnTo>
                          <a:pt x="708" y="114"/>
                        </a:lnTo>
                        <a:cubicBezTo>
                          <a:pt x="708" y="86"/>
                          <a:pt x="708" y="50"/>
                          <a:pt x="679" y="22"/>
                        </a:cubicBezTo>
                        <a:cubicBezTo>
                          <a:pt x="679" y="8"/>
                          <a:pt x="665" y="1"/>
                          <a:pt x="6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7"/>
                  <p:cNvSpPr/>
                  <p:nvPr/>
                </p:nvSpPr>
                <p:spPr>
                  <a:xfrm>
                    <a:off x="4360460" y="2620708"/>
                    <a:ext cx="25884" cy="37117"/>
                  </a:xfrm>
                  <a:custGeom>
                    <a:avLst/>
                    <a:gdLst/>
                    <a:ahLst/>
                    <a:cxnLst/>
                    <a:rect l="l" t="t" r="r" b="b"/>
                    <a:pathLst>
                      <a:path w="765" h="1097" extrusionOk="0">
                        <a:moveTo>
                          <a:pt x="382" y="120"/>
                        </a:moveTo>
                        <a:cubicBezTo>
                          <a:pt x="531" y="120"/>
                          <a:pt x="644" y="297"/>
                          <a:pt x="644" y="531"/>
                        </a:cubicBezTo>
                        <a:cubicBezTo>
                          <a:pt x="644" y="771"/>
                          <a:pt x="531" y="976"/>
                          <a:pt x="382" y="976"/>
                        </a:cubicBezTo>
                        <a:cubicBezTo>
                          <a:pt x="234" y="976"/>
                          <a:pt x="114" y="771"/>
                          <a:pt x="114" y="531"/>
                        </a:cubicBezTo>
                        <a:cubicBezTo>
                          <a:pt x="114" y="297"/>
                          <a:pt x="234" y="120"/>
                          <a:pt x="382" y="120"/>
                        </a:cubicBezTo>
                        <a:close/>
                        <a:moveTo>
                          <a:pt x="382" y="0"/>
                        </a:moveTo>
                        <a:cubicBezTo>
                          <a:pt x="177" y="0"/>
                          <a:pt x="0" y="241"/>
                          <a:pt x="0" y="531"/>
                        </a:cubicBezTo>
                        <a:cubicBezTo>
                          <a:pt x="0" y="856"/>
                          <a:pt x="177" y="1097"/>
                          <a:pt x="382" y="1097"/>
                        </a:cubicBezTo>
                        <a:cubicBezTo>
                          <a:pt x="587" y="1097"/>
                          <a:pt x="764" y="856"/>
                          <a:pt x="764" y="531"/>
                        </a:cubicBezTo>
                        <a:cubicBezTo>
                          <a:pt x="764" y="241"/>
                          <a:pt x="587" y="0"/>
                          <a:pt x="3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7"/>
                  <p:cNvSpPr/>
                  <p:nvPr/>
                </p:nvSpPr>
                <p:spPr>
                  <a:xfrm>
                    <a:off x="4335320" y="2620708"/>
                    <a:ext cx="4094" cy="37117"/>
                  </a:xfrm>
                  <a:custGeom>
                    <a:avLst/>
                    <a:gdLst/>
                    <a:ahLst/>
                    <a:cxnLst/>
                    <a:rect l="l" t="t" r="r" b="b"/>
                    <a:pathLst>
                      <a:path w="121" h="1097" extrusionOk="0">
                        <a:moveTo>
                          <a:pt x="64" y="0"/>
                        </a:moveTo>
                        <a:cubicBezTo>
                          <a:pt x="36" y="0"/>
                          <a:pt x="1" y="0"/>
                          <a:pt x="1" y="64"/>
                        </a:cubicBezTo>
                        <a:lnTo>
                          <a:pt x="1" y="1033"/>
                        </a:lnTo>
                        <a:cubicBezTo>
                          <a:pt x="1" y="1061"/>
                          <a:pt x="36" y="1097"/>
                          <a:pt x="64" y="1097"/>
                        </a:cubicBezTo>
                        <a:cubicBezTo>
                          <a:pt x="92" y="1097"/>
                          <a:pt x="121" y="1061"/>
                          <a:pt x="121" y="1033"/>
                        </a:cubicBezTo>
                        <a:lnTo>
                          <a:pt x="121" y="64"/>
                        </a:lnTo>
                        <a:cubicBezTo>
                          <a:pt x="121" y="0"/>
                          <a:pt x="92" y="0"/>
                          <a:pt x="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7"/>
                  <p:cNvSpPr/>
                  <p:nvPr/>
                </p:nvSpPr>
                <p:spPr>
                  <a:xfrm>
                    <a:off x="4302534" y="2623821"/>
                    <a:ext cx="19895" cy="30891"/>
                  </a:xfrm>
                  <a:custGeom>
                    <a:avLst/>
                    <a:gdLst/>
                    <a:ahLst/>
                    <a:cxnLst/>
                    <a:rect l="l" t="t" r="r" b="b"/>
                    <a:pathLst>
                      <a:path w="588" h="913" extrusionOk="0">
                        <a:moveTo>
                          <a:pt x="0" y="0"/>
                        </a:moveTo>
                        <a:lnTo>
                          <a:pt x="0" y="913"/>
                        </a:lnTo>
                        <a:lnTo>
                          <a:pt x="587" y="913"/>
                        </a:lnTo>
                        <a:lnTo>
                          <a:pt x="5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7"/>
                  <p:cNvSpPr/>
                  <p:nvPr/>
                </p:nvSpPr>
                <p:spPr>
                  <a:xfrm>
                    <a:off x="4257532" y="2621893"/>
                    <a:ext cx="33057" cy="34749"/>
                  </a:xfrm>
                  <a:custGeom>
                    <a:avLst/>
                    <a:gdLst/>
                    <a:ahLst/>
                    <a:cxnLst/>
                    <a:rect l="l" t="t" r="r" b="b"/>
                    <a:pathLst>
                      <a:path w="977" h="1027" extrusionOk="0">
                        <a:moveTo>
                          <a:pt x="856" y="114"/>
                        </a:moveTo>
                        <a:lnTo>
                          <a:pt x="856" y="913"/>
                        </a:lnTo>
                        <a:lnTo>
                          <a:pt x="121" y="913"/>
                        </a:lnTo>
                        <a:lnTo>
                          <a:pt x="121" y="114"/>
                        </a:lnTo>
                        <a:close/>
                        <a:moveTo>
                          <a:pt x="64" y="1"/>
                        </a:moveTo>
                        <a:cubicBezTo>
                          <a:pt x="36" y="1"/>
                          <a:pt x="0" y="29"/>
                          <a:pt x="0" y="57"/>
                        </a:cubicBezTo>
                        <a:lnTo>
                          <a:pt x="0" y="970"/>
                        </a:lnTo>
                        <a:cubicBezTo>
                          <a:pt x="0" y="998"/>
                          <a:pt x="36" y="1026"/>
                          <a:pt x="64" y="1026"/>
                        </a:cubicBezTo>
                        <a:lnTo>
                          <a:pt x="920" y="1026"/>
                        </a:lnTo>
                        <a:cubicBezTo>
                          <a:pt x="948" y="1026"/>
                          <a:pt x="977" y="998"/>
                          <a:pt x="977" y="970"/>
                        </a:cubicBezTo>
                        <a:lnTo>
                          <a:pt x="977" y="57"/>
                        </a:lnTo>
                        <a:cubicBezTo>
                          <a:pt x="977" y="29"/>
                          <a:pt x="948" y="1"/>
                          <a:pt x="9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7"/>
                  <p:cNvSpPr/>
                  <p:nvPr/>
                </p:nvSpPr>
                <p:spPr>
                  <a:xfrm>
                    <a:off x="4214696" y="2623821"/>
                    <a:ext cx="32076" cy="30891"/>
                  </a:xfrm>
                  <a:custGeom>
                    <a:avLst/>
                    <a:gdLst/>
                    <a:ahLst/>
                    <a:cxnLst/>
                    <a:rect l="l" t="t" r="r" b="b"/>
                    <a:pathLst>
                      <a:path w="948" h="913" extrusionOk="0">
                        <a:moveTo>
                          <a:pt x="0" y="0"/>
                        </a:moveTo>
                        <a:lnTo>
                          <a:pt x="0" y="913"/>
                        </a:lnTo>
                        <a:lnTo>
                          <a:pt x="948" y="913"/>
                        </a:lnTo>
                        <a:lnTo>
                          <a:pt x="9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7"/>
                  <p:cNvSpPr/>
                  <p:nvPr/>
                </p:nvSpPr>
                <p:spPr>
                  <a:xfrm>
                    <a:off x="4178762" y="2607377"/>
                    <a:ext cx="23989" cy="63373"/>
                  </a:xfrm>
                  <a:custGeom>
                    <a:avLst/>
                    <a:gdLst/>
                    <a:ahLst/>
                    <a:cxnLst/>
                    <a:rect l="l" t="t" r="r" b="b"/>
                    <a:pathLst>
                      <a:path w="709" h="1873" extrusionOk="0">
                        <a:moveTo>
                          <a:pt x="392" y="0"/>
                        </a:moveTo>
                        <a:cubicBezTo>
                          <a:pt x="350" y="0"/>
                          <a:pt x="310" y="20"/>
                          <a:pt x="270" y="40"/>
                        </a:cubicBezTo>
                        <a:cubicBezTo>
                          <a:pt x="178" y="104"/>
                          <a:pt x="149" y="189"/>
                          <a:pt x="121" y="281"/>
                        </a:cubicBezTo>
                        <a:cubicBezTo>
                          <a:pt x="121" y="366"/>
                          <a:pt x="121" y="458"/>
                          <a:pt x="149" y="514"/>
                        </a:cubicBezTo>
                        <a:cubicBezTo>
                          <a:pt x="149" y="571"/>
                          <a:pt x="178" y="635"/>
                          <a:pt x="178" y="663"/>
                        </a:cubicBezTo>
                        <a:cubicBezTo>
                          <a:pt x="178" y="748"/>
                          <a:pt x="149" y="868"/>
                          <a:pt x="65" y="896"/>
                        </a:cubicBezTo>
                        <a:lnTo>
                          <a:pt x="29" y="896"/>
                        </a:lnTo>
                        <a:cubicBezTo>
                          <a:pt x="1" y="925"/>
                          <a:pt x="1" y="960"/>
                          <a:pt x="1" y="988"/>
                        </a:cubicBezTo>
                        <a:cubicBezTo>
                          <a:pt x="1" y="1017"/>
                          <a:pt x="29" y="1017"/>
                          <a:pt x="65" y="1017"/>
                        </a:cubicBezTo>
                        <a:lnTo>
                          <a:pt x="121" y="1017"/>
                        </a:lnTo>
                        <a:lnTo>
                          <a:pt x="178" y="1073"/>
                        </a:lnTo>
                        <a:lnTo>
                          <a:pt x="178" y="1250"/>
                        </a:lnTo>
                        <a:lnTo>
                          <a:pt x="149" y="1278"/>
                        </a:lnTo>
                        <a:cubicBezTo>
                          <a:pt x="149" y="1455"/>
                          <a:pt x="178" y="1604"/>
                          <a:pt x="241" y="1696"/>
                        </a:cubicBezTo>
                        <a:cubicBezTo>
                          <a:pt x="298" y="1809"/>
                          <a:pt x="418" y="1873"/>
                          <a:pt x="531" y="1873"/>
                        </a:cubicBezTo>
                        <a:cubicBezTo>
                          <a:pt x="595" y="1873"/>
                          <a:pt x="623" y="1844"/>
                          <a:pt x="680" y="1809"/>
                        </a:cubicBezTo>
                        <a:cubicBezTo>
                          <a:pt x="708" y="1809"/>
                          <a:pt x="708" y="1752"/>
                          <a:pt x="708" y="1752"/>
                        </a:cubicBezTo>
                        <a:cubicBezTo>
                          <a:pt x="688" y="1732"/>
                          <a:pt x="668" y="1712"/>
                          <a:pt x="648" y="1712"/>
                        </a:cubicBezTo>
                        <a:cubicBezTo>
                          <a:pt x="640" y="1712"/>
                          <a:pt x="632" y="1716"/>
                          <a:pt x="623" y="1724"/>
                        </a:cubicBezTo>
                        <a:cubicBezTo>
                          <a:pt x="598" y="1740"/>
                          <a:pt x="568" y="1747"/>
                          <a:pt x="537" y="1747"/>
                        </a:cubicBezTo>
                        <a:cubicBezTo>
                          <a:pt x="456" y="1747"/>
                          <a:pt x="367" y="1699"/>
                          <a:pt x="326" y="1632"/>
                        </a:cubicBezTo>
                        <a:cubicBezTo>
                          <a:pt x="270" y="1547"/>
                          <a:pt x="270" y="1427"/>
                          <a:pt x="270" y="1278"/>
                        </a:cubicBezTo>
                        <a:lnTo>
                          <a:pt x="298" y="1250"/>
                        </a:lnTo>
                        <a:cubicBezTo>
                          <a:pt x="298" y="1194"/>
                          <a:pt x="298" y="1102"/>
                          <a:pt x="270" y="1045"/>
                        </a:cubicBezTo>
                        <a:cubicBezTo>
                          <a:pt x="270" y="1017"/>
                          <a:pt x="241" y="960"/>
                          <a:pt x="206" y="925"/>
                        </a:cubicBezTo>
                        <a:cubicBezTo>
                          <a:pt x="270" y="868"/>
                          <a:pt x="298" y="748"/>
                          <a:pt x="298" y="663"/>
                        </a:cubicBezTo>
                        <a:cubicBezTo>
                          <a:pt x="298" y="606"/>
                          <a:pt x="270" y="543"/>
                          <a:pt x="270" y="514"/>
                        </a:cubicBezTo>
                        <a:cubicBezTo>
                          <a:pt x="241" y="430"/>
                          <a:pt x="241" y="366"/>
                          <a:pt x="241" y="309"/>
                        </a:cubicBezTo>
                        <a:cubicBezTo>
                          <a:pt x="241" y="253"/>
                          <a:pt x="298" y="161"/>
                          <a:pt x="326" y="132"/>
                        </a:cubicBezTo>
                        <a:lnTo>
                          <a:pt x="418" y="132"/>
                        </a:lnTo>
                        <a:cubicBezTo>
                          <a:pt x="447" y="132"/>
                          <a:pt x="475" y="132"/>
                          <a:pt x="475" y="104"/>
                        </a:cubicBezTo>
                        <a:cubicBezTo>
                          <a:pt x="503" y="40"/>
                          <a:pt x="475" y="12"/>
                          <a:pt x="447" y="12"/>
                        </a:cubicBezTo>
                        <a:cubicBezTo>
                          <a:pt x="428" y="4"/>
                          <a:pt x="410" y="0"/>
                          <a:pt x="3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7"/>
                  <p:cNvSpPr/>
                  <p:nvPr/>
                </p:nvSpPr>
                <p:spPr>
                  <a:xfrm>
                    <a:off x="4157006" y="2609915"/>
                    <a:ext cx="10793" cy="58704"/>
                  </a:xfrm>
                  <a:custGeom>
                    <a:avLst/>
                    <a:gdLst/>
                    <a:ahLst/>
                    <a:cxnLst/>
                    <a:rect l="l" t="t" r="r" b="b"/>
                    <a:pathLst>
                      <a:path w="319" h="1735" extrusionOk="0">
                        <a:moveTo>
                          <a:pt x="290" y="1"/>
                        </a:moveTo>
                        <a:cubicBezTo>
                          <a:pt x="262" y="1"/>
                          <a:pt x="234" y="1"/>
                          <a:pt x="205" y="29"/>
                        </a:cubicBezTo>
                        <a:cubicBezTo>
                          <a:pt x="0" y="560"/>
                          <a:pt x="0" y="1175"/>
                          <a:pt x="205" y="1706"/>
                        </a:cubicBezTo>
                        <a:cubicBezTo>
                          <a:pt x="205" y="1706"/>
                          <a:pt x="234" y="1734"/>
                          <a:pt x="262" y="1734"/>
                        </a:cubicBezTo>
                        <a:lnTo>
                          <a:pt x="290" y="1734"/>
                        </a:lnTo>
                        <a:cubicBezTo>
                          <a:pt x="318" y="1706"/>
                          <a:pt x="318" y="1677"/>
                          <a:pt x="318" y="1649"/>
                        </a:cubicBezTo>
                        <a:cubicBezTo>
                          <a:pt x="113" y="1147"/>
                          <a:pt x="113" y="588"/>
                          <a:pt x="318" y="86"/>
                        </a:cubicBezTo>
                        <a:cubicBezTo>
                          <a:pt x="318" y="57"/>
                          <a:pt x="318" y="1"/>
                          <a:pt x="2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7"/>
                  <p:cNvSpPr/>
                  <p:nvPr/>
                </p:nvSpPr>
                <p:spPr>
                  <a:xfrm>
                    <a:off x="4445185" y="2607377"/>
                    <a:ext cx="23989" cy="63373"/>
                  </a:xfrm>
                  <a:custGeom>
                    <a:avLst/>
                    <a:gdLst/>
                    <a:ahLst/>
                    <a:cxnLst/>
                    <a:rect l="l" t="t" r="r" b="b"/>
                    <a:pathLst>
                      <a:path w="709" h="1873" extrusionOk="0">
                        <a:moveTo>
                          <a:pt x="317" y="0"/>
                        </a:moveTo>
                        <a:cubicBezTo>
                          <a:pt x="299" y="0"/>
                          <a:pt x="281" y="4"/>
                          <a:pt x="262" y="12"/>
                        </a:cubicBezTo>
                        <a:cubicBezTo>
                          <a:pt x="234" y="12"/>
                          <a:pt x="206" y="40"/>
                          <a:pt x="234" y="104"/>
                        </a:cubicBezTo>
                        <a:cubicBezTo>
                          <a:pt x="234" y="132"/>
                          <a:pt x="262" y="132"/>
                          <a:pt x="291" y="132"/>
                        </a:cubicBezTo>
                        <a:lnTo>
                          <a:pt x="383" y="132"/>
                        </a:lnTo>
                        <a:cubicBezTo>
                          <a:pt x="411" y="161"/>
                          <a:pt x="468" y="253"/>
                          <a:pt x="468" y="309"/>
                        </a:cubicBezTo>
                        <a:cubicBezTo>
                          <a:pt x="468" y="366"/>
                          <a:pt x="468" y="430"/>
                          <a:pt x="439" y="514"/>
                        </a:cubicBezTo>
                        <a:cubicBezTo>
                          <a:pt x="439" y="543"/>
                          <a:pt x="439" y="606"/>
                          <a:pt x="411" y="663"/>
                        </a:cubicBezTo>
                        <a:cubicBezTo>
                          <a:pt x="411" y="748"/>
                          <a:pt x="439" y="868"/>
                          <a:pt x="503" y="925"/>
                        </a:cubicBezTo>
                        <a:cubicBezTo>
                          <a:pt x="468" y="960"/>
                          <a:pt x="439" y="1017"/>
                          <a:pt x="439" y="1045"/>
                        </a:cubicBezTo>
                        <a:cubicBezTo>
                          <a:pt x="411" y="1102"/>
                          <a:pt x="411" y="1194"/>
                          <a:pt x="439" y="1250"/>
                        </a:cubicBezTo>
                        <a:lnTo>
                          <a:pt x="439" y="1278"/>
                        </a:lnTo>
                        <a:cubicBezTo>
                          <a:pt x="439" y="1427"/>
                          <a:pt x="439" y="1547"/>
                          <a:pt x="383" y="1632"/>
                        </a:cubicBezTo>
                        <a:cubicBezTo>
                          <a:pt x="342" y="1699"/>
                          <a:pt x="253" y="1747"/>
                          <a:pt x="172" y="1747"/>
                        </a:cubicBezTo>
                        <a:cubicBezTo>
                          <a:pt x="141" y="1747"/>
                          <a:pt x="111" y="1740"/>
                          <a:pt x="86" y="1724"/>
                        </a:cubicBezTo>
                        <a:cubicBezTo>
                          <a:pt x="77" y="1716"/>
                          <a:pt x="69" y="1712"/>
                          <a:pt x="61" y="1712"/>
                        </a:cubicBezTo>
                        <a:cubicBezTo>
                          <a:pt x="43" y="1712"/>
                          <a:pt x="29" y="1732"/>
                          <a:pt x="29" y="1752"/>
                        </a:cubicBezTo>
                        <a:cubicBezTo>
                          <a:pt x="1" y="1752"/>
                          <a:pt x="1" y="1809"/>
                          <a:pt x="29" y="1809"/>
                        </a:cubicBezTo>
                        <a:cubicBezTo>
                          <a:pt x="86" y="1844"/>
                          <a:pt x="114" y="1873"/>
                          <a:pt x="178" y="1873"/>
                        </a:cubicBezTo>
                        <a:cubicBezTo>
                          <a:pt x="291" y="1873"/>
                          <a:pt x="411" y="1809"/>
                          <a:pt x="468" y="1696"/>
                        </a:cubicBezTo>
                        <a:cubicBezTo>
                          <a:pt x="560" y="1604"/>
                          <a:pt x="560" y="1455"/>
                          <a:pt x="560" y="1278"/>
                        </a:cubicBezTo>
                        <a:lnTo>
                          <a:pt x="560" y="1250"/>
                        </a:lnTo>
                        <a:cubicBezTo>
                          <a:pt x="531" y="1194"/>
                          <a:pt x="531" y="1137"/>
                          <a:pt x="560" y="1073"/>
                        </a:cubicBezTo>
                        <a:cubicBezTo>
                          <a:pt x="560" y="1045"/>
                          <a:pt x="588" y="1045"/>
                          <a:pt x="588" y="1017"/>
                        </a:cubicBezTo>
                        <a:lnTo>
                          <a:pt x="644" y="1017"/>
                        </a:lnTo>
                        <a:cubicBezTo>
                          <a:pt x="680" y="1017"/>
                          <a:pt x="708" y="1017"/>
                          <a:pt x="708" y="988"/>
                        </a:cubicBezTo>
                        <a:cubicBezTo>
                          <a:pt x="708" y="960"/>
                          <a:pt x="708" y="925"/>
                          <a:pt x="680" y="896"/>
                        </a:cubicBezTo>
                        <a:lnTo>
                          <a:pt x="644" y="896"/>
                        </a:lnTo>
                        <a:cubicBezTo>
                          <a:pt x="588" y="868"/>
                          <a:pt x="531" y="748"/>
                          <a:pt x="531" y="663"/>
                        </a:cubicBezTo>
                        <a:cubicBezTo>
                          <a:pt x="560" y="635"/>
                          <a:pt x="560" y="571"/>
                          <a:pt x="560" y="514"/>
                        </a:cubicBezTo>
                        <a:cubicBezTo>
                          <a:pt x="588" y="458"/>
                          <a:pt x="588" y="366"/>
                          <a:pt x="588" y="281"/>
                        </a:cubicBezTo>
                        <a:cubicBezTo>
                          <a:pt x="588" y="189"/>
                          <a:pt x="531" y="104"/>
                          <a:pt x="439" y="40"/>
                        </a:cubicBezTo>
                        <a:cubicBezTo>
                          <a:pt x="399" y="20"/>
                          <a:pt x="359" y="0"/>
                          <a:pt x="3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1" name="Google Shape;581;p37"/>
                <p:cNvGrpSpPr/>
                <p:nvPr/>
              </p:nvGrpSpPr>
              <p:grpSpPr>
                <a:xfrm>
                  <a:off x="3007131" y="2353586"/>
                  <a:ext cx="269330" cy="224564"/>
                  <a:chOff x="2715768" y="1997386"/>
                  <a:chExt cx="269330" cy="224564"/>
                </a:xfrm>
              </p:grpSpPr>
              <p:sp>
                <p:nvSpPr>
                  <p:cNvPr id="582" name="Google Shape;582;p37"/>
                  <p:cNvSpPr/>
                  <p:nvPr/>
                </p:nvSpPr>
                <p:spPr>
                  <a:xfrm>
                    <a:off x="2868233" y="1997386"/>
                    <a:ext cx="116866" cy="116832"/>
                  </a:xfrm>
                  <a:custGeom>
                    <a:avLst/>
                    <a:gdLst/>
                    <a:ahLst/>
                    <a:cxnLst/>
                    <a:rect l="l" t="t" r="r" b="b"/>
                    <a:pathLst>
                      <a:path w="3454" h="3453" extrusionOk="0">
                        <a:moveTo>
                          <a:pt x="1729" y="947"/>
                        </a:moveTo>
                        <a:cubicBezTo>
                          <a:pt x="1938" y="947"/>
                          <a:pt x="2145" y="1036"/>
                          <a:pt x="2300" y="1210"/>
                        </a:cubicBezTo>
                        <a:cubicBezTo>
                          <a:pt x="2597" y="1536"/>
                          <a:pt x="2597" y="2038"/>
                          <a:pt x="2272" y="2328"/>
                        </a:cubicBezTo>
                        <a:cubicBezTo>
                          <a:pt x="2120" y="2466"/>
                          <a:pt x="1930" y="2534"/>
                          <a:pt x="1741" y="2534"/>
                        </a:cubicBezTo>
                        <a:cubicBezTo>
                          <a:pt x="1524" y="2534"/>
                          <a:pt x="1309" y="2445"/>
                          <a:pt x="1154" y="2271"/>
                        </a:cubicBezTo>
                        <a:cubicBezTo>
                          <a:pt x="857" y="1946"/>
                          <a:pt x="885" y="1444"/>
                          <a:pt x="1211" y="1154"/>
                        </a:cubicBezTo>
                        <a:cubicBezTo>
                          <a:pt x="1362" y="1015"/>
                          <a:pt x="1546" y="947"/>
                          <a:pt x="1729" y="947"/>
                        </a:cubicBezTo>
                        <a:close/>
                        <a:moveTo>
                          <a:pt x="1621" y="1"/>
                        </a:moveTo>
                        <a:cubicBezTo>
                          <a:pt x="1656" y="1"/>
                          <a:pt x="1656" y="29"/>
                          <a:pt x="1656" y="29"/>
                        </a:cubicBezTo>
                        <a:cubicBezTo>
                          <a:pt x="1684" y="177"/>
                          <a:pt x="1593" y="354"/>
                          <a:pt x="1444" y="383"/>
                        </a:cubicBezTo>
                        <a:cubicBezTo>
                          <a:pt x="1423" y="387"/>
                          <a:pt x="1402" y="389"/>
                          <a:pt x="1382" y="389"/>
                        </a:cubicBezTo>
                        <a:cubicBezTo>
                          <a:pt x="1235" y="389"/>
                          <a:pt x="1121" y="280"/>
                          <a:pt x="1090" y="149"/>
                        </a:cubicBezTo>
                        <a:lnTo>
                          <a:pt x="1090" y="121"/>
                        </a:lnTo>
                        <a:cubicBezTo>
                          <a:pt x="977" y="149"/>
                          <a:pt x="885" y="206"/>
                          <a:pt x="800" y="269"/>
                        </a:cubicBezTo>
                        <a:cubicBezTo>
                          <a:pt x="800" y="269"/>
                          <a:pt x="800" y="298"/>
                          <a:pt x="828" y="298"/>
                        </a:cubicBezTo>
                        <a:cubicBezTo>
                          <a:pt x="913" y="418"/>
                          <a:pt x="913" y="595"/>
                          <a:pt x="800" y="708"/>
                        </a:cubicBezTo>
                        <a:cubicBezTo>
                          <a:pt x="744" y="751"/>
                          <a:pt x="676" y="774"/>
                          <a:pt x="610" y="774"/>
                        </a:cubicBezTo>
                        <a:cubicBezTo>
                          <a:pt x="535" y="774"/>
                          <a:pt x="463" y="744"/>
                          <a:pt x="418" y="680"/>
                        </a:cubicBezTo>
                        <a:cubicBezTo>
                          <a:pt x="383" y="680"/>
                          <a:pt x="383" y="651"/>
                          <a:pt x="383" y="651"/>
                        </a:cubicBezTo>
                        <a:cubicBezTo>
                          <a:pt x="326" y="736"/>
                          <a:pt x="270" y="828"/>
                          <a:pt x="206" y="913"/>
                        </a:cubicBezTo>
                        <a:cubicBezTo>
                          <a:pt x="206" y="913"/>
                          <a:pt x="241" y="913"/>
                          <a:pt x="241" y="948"/>
                        </a:cubicBezTo>
                        <a:cubicBezTo>
                          <a:pt x="383" y="977"/>
                          <a:pt x="475" y="1154"/>
                          <a:pt x="418" y="1302"/>
                        </a:cubicBezTo>
                        <a:cubicBezTo>
                          <a:pt x="390" y="1415"/>
                          <a:pt x="272" y="1496"/>
                          <a:pt x="154" y="1496"/>
                        </a:cubicBezTo>
                        <a:cubicBezTo>
                          <a:pt x="124" y="1496"/>
                          <a:pt x="93" y="1491"/>
                          <a:pt x="64" y="1479"/>
                        </a:cubicBezTo>
                        <a:lnTo>
                          <a:pt x="29" y="1479"/>
                        </a:lnTo>
                        <a:cubicBezTo>
                          <a:pt x="29" y="1564"/>
                          <a:pt x="1" y="1684"/>
                          <a:pt x="29" y="1797"/>
                        </a:cubicBezTo>
                        <a:lnTo>
                          <a:pt x="64" y="1797"/>
                        </a:lnTo>
                        <a:cubicBezTo>
                          <a:pt x="89" y="1788"/>
                          <a:pt x="113" y="1783"/>
                          <a:pt x="138" y="1783"/>
                        </a:cubicBezTo>
                        <a:cubicBezTo>
                          <a:pt x="254" y="1783"/>
                          <a:pt x="359" y="1887"/>
                          <a:pt x="383" y="2010"/>
                        </a:cubicBezTo>
                        <a:cubicBezTo>
                          <a:pt x="418" y="2151"/>
                          <a:pt x="326" y="2300"/>
                          <a:pt x="178" y="2328"/>
                        </a:cubicBezTo>
                        <a:lnTo>
                          <a:pt x="149" y="2363"/>
                        </a:lnTo>
                        <a:cubicBezTo>
                          <a:pt x="178" y="2448"/>
                          <a:pt x="241" y="2569"/>
                          <a:pt x="298" y="2653"/>
                        </a:cubicBezTo>
                        <a:cubicBezTo>
                          <a:pt x="298" y="2653"/>
                          <a:pt x="298" y="2625"/>
                          <a:pt x="326" y="2625"/>
                        </a:cubicBezTo>
                        <a:cubicBezTo>
                          <a:pt x="378" y="2573"/>
                          <a:pt x="441" y="2550"/>
                          <a:pt x="502" y="2550"/>
                        </a:cubicBezTo>
                        <a:cubicBezTo>
                          <a:pt x="582" y="2550"/>
                          <a:pt x="660" y="2589"/>
                          <a:pt x="708" y="2653"/>
                        </a:cubicBezTo>
                        <a:cubicBezTo>
                          <a:pt x="828" y="2774"/>
                          <a:pt x="828" y="2951"/>
                          <a:pt x="708" y="3035"/>
                        </a:cubicBezTo>
                        <a:lnTo>
                          <a:pt x="680" y="3071"/>
                        </a:lnTo>
                        <a:cubicBezTo>
                          <a:pt x="772" y="3156"/>
                          <a:pt x="857" y="3212"/>
                          <a:pt x="949" y="3276"/>
                        </a:cubicBezTo>
                        <a:cubicBezTo>
                          <a:pt x="949" y="3248"/>
                          <a:pt x="949" y="3248"/>
                          <a:pt x="977" y="3212"/>
                        </a:cubicBezTo>
                        <a:cubicBezTo>
                          <a:pt x="1000" y="3100"/>
                          <a:pt x="1116" y="3018"/>
                          <a:pt x="1238" y="3018"/>
                        </a:cubicBezTo>
                        <a:cubicBezTo>
                          <a:pt x="1269" y="3018"/>
                          <a:pt x="1300" y="3024"/>
                          <a:pt x="1331" y="3035"/>
                        </a:cubicBezTo>
                        <a:cubicBezTo>
                          <a:pt x="1479" y="3099"/>
                          <a:pt x="1536" y="3248"/>
                          <a:pt x="1508" y="3389"/>
                        </a:cubicBezTo>
                        <a:cubicBezTo>
                          <a:pt x="1508" y="3425"/>
                          <a:pt x="1508" y="3425"/>
                          <a:pt x="1479" y="3453"/>
                        </a:cubicBezTo>
                        <a:lnTo>
                          <a:pt x="1833" y="3453"/>
                        </a:lnTo>
                        <a:cubicBezTo>
                          <a:pt x="1833" y="3453"/>
                          <a:pt x="1833" y="3425"/>
                          <a:pt x="1798" y="3425"/>
                        </a:cubicBezTo>
                        <a:cubicBezTo>
                          <a:pt x="1769" y="3276"/>
                          <a:pt x="1890" y="3127"/>
                          <a:pt x="2038" y="3071"/>
                        </a:cubicBezTo>
                        <a:cubicBezTo>
                          <a:pt x="2056" y="3067"/>
                          <a:pt x="2074" y="3065"/>
                          <a:pt x="2091" y="3065"/>
                        </a:cubicBezTo>
                        <a:cubicBezTo>
                          <a:pt x="2219" y="3065"/>
                          <a:pt x="2332" y="3173"/>
                          <a:pt x="2364" y="3304"/>
                        </a:cubicBezTo>
                        <a:lnTo>
                          <a:pt x="2364" y="3333"/>
                        </a:lnTo>
                        <a:cubicBezTo>
                          <a:pt x="2477" y="3304"/>
                          <a:pt x="2569" y="3248"/>
                          <a:pt x="2682" y="3184"/>
                        </a:cubicBezTo>
                        <a:cubicBezTo>
                          <a:pt x="2654" y="3184"/>
                          <a:pt x="2654" y="3184"/>
                          <a:pt x="2654" y="3156"/>
                        </a:cubicBezTo>
                        <a:cubicBezTo>
                          <a:pt x="2540" y="3035"/>
                          <a:pt x="2540" y="2859"/>
                          <a:pt x="2654" y="2774"/>
                        </a:cubicBezTo>
                        <a:cubicBezTo>
                          <a:pt x="2714" y="2714"/>
                          <a:pt x="2788" y="2683"/>
                          <a:pt x="2862" y="2683"/>
                        </a:cubicBezTo>
                        <a:cubicBezTo>
                          <a:pt x="2937" y="2683"/>
                          <a:pt x="3011" y="2714"/>
                          <a:pt x="3071" y="2774"/>
                        </a:cubicBezTo>
                        <a:cubicBezTo>
                          <a:pt x="3071" y="2802"/>
                          <a:pt x="3071" y="2802"/>
                          <a:pt x="3099" y="2830"/>
                        </a:cubicBezTo>
                        <a:cubicBezTo>
                          <a:pt x="3156" y="2717"/>
                          <a:pt x="3213" y="2625"/>
                          <a:pt x="3276" y="2540"/>
                        </a:cubicBezTo>
                        <a:cubicBezTo>
                          <a:pt x="3248" y="2540"/>
                          <a:pt x="3248" y="2540"/>
                          <a:pt x="3213" y="2505"/>
                        </a:cubicBezTo>
                        <a:cubicBezTo>
                          <a:pt x="3071" y="2477"/>
                          <a:pt x="2979" y="2300"/>
                          <a:pt x="3036" y="2151"/>
                        </a:cubicBezTo>
                        <a:cubicBezTo>
                          <a:pt x="3086" y="2039"/>
                          <a:pt x="3191" y="1957"/>
                          <a:pt x="3303" y="1957"/>
                        </a:cubicBezTo>
                        <a:cubicBezTo>
                          <a:pt x="3331" y="1957"/>
                          <a:pt x="3360" y="1963"/>
                          <a:pt x="3389" y="1974"/>
                        </a:cubicBezTo>
                        <a:cubicBezTo>
                          <a:pt x="3425" y="1974"/>
                          <a:pt x="3425" y="1974"/>
                          <a:pt x="3453" y="2010"/>
                        </a:cubicBezTo>
                        <a:lnTo>
                          <a:pt x="3453" y="1656"/>
                        </a:lnTo>
                        <a:cubicBezTo>
                          <a:pt x="3453" y="1656"/>
                          <a:pt x="3425" y="1656"/>
                          <a:pt x="3425" y="1684"/>
                        </a:cubicBezTo>
                        <a:cubicBezTo>
                          <a:pt x="3407" y="1687"/>
                          <a:pt x="3390" y="1688"/>
                          <a:pt x="3373" y="1688"/>
                        </a:cubicBezTo>
                        <a:cubicBezTo>
                          <a:pt x="3220" y="1688"/>
                          <a:pt x="3097" y="1578"/>
                          <a:pt x="3071" y="1444"/>
                        </a:cubicBezTo>
                        <a:cubicBezTo>
                          <a:pt x="3036" y="1302"/>
                          <a:pt x="3128" y="1154"/>
                          <a:pt x="3276" y="1125"/>
                        </a:cubicBezTo>
                        <a:cubicBezTo>
                          <a:pt x="3305" y="1090"/>
                          <a:pt x="3305" y="1090"/>
                          <a:pt x="3333" y="1090"/>
                        </a:cubicBezTo>
                        <a:cubicBezTo>
                          <a:pt x="3276" y="1005"/>
                          <a:pt x="3248" y="885"/>
                          <a:pt x="3156" y="800"/>
                        </a:cubicBezTo>
                        <a:lnTo>
                          <a:pt x="3156" y="828"/>
                        </a:lnTo>
                        <a:cubicBezTo>
                          <a:pt x="3104" y="880"/>
                          <a:pt x="3041" y="903"/>
                          <a:pt x="2978" y="903"/>
                        </a:cubicBezTo>
                        <a:cubicBezTo>
                          <a:pt x="2894" y="903"/>
                          <a:pt x="2810" y="864"/>
                          <a:pt x="2746" y="800"/>
                        </a:cubicBezTo>
                        <a:cubicBezTo>
                          <a:pt x="2625" y="680"/>
                          <a:pt x="2654" y="503"/>
                          <a:pt x="2774" y="418"/>
                        </a:cubicBezTo>
                        <a:cubicBezTo>
                          <a:pt x="2774" y="383"/>
                          <a:pt x="2774" y="383"/>
                          <a:pt x="2802" y="383"/>
                        </a:cubicBezTo>
                        <a:cubicBezTo>
                          <a:pt x="2717" y="326"/>
                          <a:pt x="2597" y="241"/>
                          <a:pt x="2505" y="206"/>
                        </a:cubicBezTo>
                        <a:lnTo>
                          <a:pt x="2505" y="241"/>
                        </a:lnTo>
                        <a:cubicBezTo>
                          <a:pt x="2460" y="354"/>
                          <a:pt x="2357" y="435"/>
                          <a:pt x="2242" y="435"/>
                        </a:cubicBezTo>
                        <a:cubicBezTo>
                          <a:pt x="2212" y="435"/>
                          <a:pt x="2182" y="429"/>
                          <a:pt x="2151" y="418"/>
                        </a:cubicBezTo>
                        <a:cubicBezTo>
                          <a:pt x="2010" y="354"/>
                          <a:pt x="1918" y="206"/>
                          <a:pt x="1946" y="64"/>
                        </a:cubicBezTo>
                        <a:cubicBezTo>
                          <a:pt x="1946" y="29"/>
                          <a:pt x="1975" y="29"/>
                          <a:pt x="1975" y="29"/>
                        </a:cubicBezTo>
                        <a:cubicBezTo>
                          <a:pt x="1861" y="1"/>
                          <a:pt x="1741" y="1"/>
                          <a:pt x="16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7"/>
                  <p:cNvSpPr/>
                  <p:nvPr/>
                </p:nvSpPr>
                <p:spPr>
                  <a:xfrm>
                    <a:off x="2888365" y="2020360"/>
                    <a:ext cx="77821" cy="70884"/>
                  </a:xfrm>
                  <a:custGeom>
                    <a:avLst/>
                    <a:gdLst/>
                    <a:ahLst/>
                    <a:cxnLst/>
                    <a:rect l="l" t="t" r="r" b="b"/>
                    <a:pathLst>
                      <a:path w="2300" h="2095" extrusionOk="0">
                        <a:moveTo>
                          <a:pt x="1118" y="57"/>
                        </a:moveTo>
                        <a:cubicBezTo>
                          <a:pt x="1415" y="57"/>
                          <a:pt x="1677" y="178"/>
                          <a:pt x="1854" y="383"/>
                        </a:cubicBezTo>
                        <a:cubicBezTo>
                          <a:pt x="2236" y="800"/>
                          <a:pt x="2207" y="1416"/>
                          <a:pt x="1797" y="1798"/>
                        </a:cubicBezTo>
                        <a:cubicBezTo>
                          <a:pt x="1620" y="1946"/>
                          <a:pt x="1380" y="2038"/>
                          <a:pt x="1146" y="2038"/>
                        </a:cubicBezTo>
                        <a:cubicBezTo>
                          <a:pt x="884" y="2038"/>
                          <a:pt x="616" y="1918"/>
                          <a:pt x="410" y="1713"/>
                        </a:cubicBezTo>
                        <a:cubicBezTo>
                          <a:pt x="57" y="1295"/>
                          <a:pt x="85" y="680"/>
                          <a:pt x="467" y="326"/>
                        </a:cubicBezTo>
                        <a:cubicBezTo>
                          <a:pt x="644" y="149"/>
                          <a:pt x="884" y="57"/>
                          <a:pt x="1118" y="57"/>
                        </a:cubicBezTo>
                        <a:close/>
                        <a:moveTo>
                          <a:pt x="1118" y="1"/>
                        </a:moveTo>
                        <a:cubicBezTo>
                          <a:pt x="884" y="1"/>
                          <a:pt x="616" y="93"/>
                          <a:pt x="439" y="269"/>
                        </a:cubicBezTo>
                        <a:cubicBezTo>
                          <a:pt x="0" y="652"/>
                          <a:pt x="0" y="1331"/>
                          <a:pt x="382" y="1741"/>
                        </a:cubicBezTo>
                        <a:cubicBezTo>
                          <a:pt x="587" y="1974"/>
                          <a:pt x="849" y="2095"/>
                          <a:pt x="1146" y="2095"/>
                        </a:cubicBezTo>
                        <a:cubicBezTo>
                          <a:pt x="1415" y="2095"/>
                          <a:pt x="1648" y="2003"/>
                          <a:pt x="1854" y="1826"/>
                        </a:cubicBezTo>
                        <a:cubicBezTo>
                          <a:pt x="2264" y="1444"/>
                          <a:pt x="2299" y="800"/>
                          <a:pt x="1910" y="354"/>
                        </a:cubicBezTo>
                        <a:cubicBezTo>
                          <a:pt x="1705" y="149"/>
                          <a:pt x="1415" y="1"/>
                          <a:pt x="11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7"/>
                  <p:cNvSpPr/>
                  <p:nvPr/>
                </p:nvSpPr>
                <p:spPr>
                  <a:xfrm>
                    <a:off x="2715768" y="2042387"/>
                    <a:ext cx="179562" cy="179562"/>
                  </a:xfrm>
                  <a:custGeom>
                    <a:avLst/>
                    <a:gdLst/>
                    <a:ahLst/>
                    <a:cxnLst/>
                    <a:rect l="l" t="t" r="r" b="b"/>
                    <a:pathLst>
                      <a:path w="5307" h="5307" extrusionOk="0">
                        <a:moveTo>
                          <a:pt x="2625" y="861"/>
                        </a:moveTo>
                        <a:cubicBezTo>
                          <a:pt x="3132" y="861"/>
                          <a:pt x="3636" y="1078"/>
                          <a:pt x="3976" y="1500"/>
                        </a:cubicBezTo>
                        <a:cubicBezTo>
                          <a:pt x="4627" y="2271"/>
                          <a:pt x="4535" y="3389"/>
                          <a:pt x="3799" y="4040"/>
                        </a:cubicBezTo>
                        <a:cubicBezTo>
                          <a:pt x="3475" y="4312"/>
                          <a:pt x="3075" y="4447"/>
                          <a:pt x="2675" y="4447"/>
                        </a:cubicBezTo>
                        <a:cubicBezTo>
                          <a:pt x="2168" y="4447"/>
                          <a:pt x="1659" y="4230"/>
                          <a:pt x="1295" y="3799"/>
                        </a:cubicBezTo>
                        <a:cubicBezTo>
                          <a:pt x="644" y="3064"/>
                          <a:pt x="736" y="1918"/>
                          <a:pt x="1472" y="1295"/>
                        </a:cubicBezTo>
                        <a:cubicBezTo>
                          <a:pt x="1801" y="1004"/>
                          <a:pt x="2214" y="861"/>
                          <a:pt x="2625" y="861"/>
                        </a:cubicBezTo>
                        <a:close/>
                        <a:moveTo>
                          <a:pt x="2590" y="1"/>
                        </a:moveTo>
                        <a:lnTo>
                          <a:pt x="2590" y="29"/>
                        </a:lnTo>
                        <a:cubicBezTo>
                          <a:pt x="2653" y="262"/>
                          <a:pt x="2476" y="503"/>
                          <a:pt x="2236" y="559"/>
                        </a:cubicBezTo>
                        <a:cubicBezTo>
                          <a:pt x="2217" y="562"/>
                          <a:pt x="2198" y="563"/>
                          <a:pt x="2179" y="563"/>
                        </a:cubicBezTo>
                        <a:cubicBezTo>
                          <a:pt x="1966" y="563"/>
                          <a:pt x="1767" y="420"/>
                          <a:pt x="1741" y="206"/>
                        </a:cubicBezTo>
                        <a:lnTo>
                          <a:pt x="1741" y="149"/>
                        </a:lnTo>
                        <a:cubicBezTo>
                          <a:pt x="1564" y="206"/>
                          <a:pt x="1415" y="262"/>
                          <a:pt x="1267" y="354"/>
                        </a:cubicBezTo>
                        <a:cubicBezTo>
                          <a:pt x="1267" y="383"/>
                          <a:pt x="1295" y="383"/>
                          <a:pt x="1295" y="383"/>
                        </a:cubicBezTo>
                        <a:cubicBezTo>
                          <a:pt x="1472" y="588"/>
                          <a:pt x="1444" y="856"/>
                          <a:pt x="1267" y="998"/>
                        </a:cubicBezTo>
                        <a:cubicBezTo>
                          <a:pt x="1188" y="1077"/>
                          <a:pt x="1086" y="1115"/>
                          <a:pt x="983" y="1115"/>
                        </a:cubicBezTo>
                        <a:cubicBezTo>
                          <a:pt x="855" y="1115"/>
                          <a:pt x="727" y="1055"/>
                          <a:pt x="644" y="941"/>
                        </a:cubicBezTo>
                        <a:cubicBezTo>
                          <a:pt x="616" y="941"/>
                          <a:pt x="616" y="941"/>
                          <a:pt x="616" y="913"/>
                        </a:cubicBezTo>
                        <a:cubicBezTo>
                          <a:pt x="503" y="1062"/>
                          <a:pt x="411" y="1175"/>
                          <a:pt x="326" y="1323"/>
                        </a:cubicBezTo>
                        <a:cubicBezTo>
                          <a:pt x="354" y="1323"/>
                          <a:pt x="354" y="1352"/>
                          <a:pt x="382" y="1352"/>
                        </a:cubicBezTo>
                        <a:cubicBezTo>
                          <a:pt x="588" y="1444"/>
                          <a:pt x="708" y="1677"/>
                          <a:pt x="644" y="1918"/>
                        </a:cubicBezTo>
                        <a:cubicBezTo>
                          <a:pt x="579" y="2098"/>
                          <a:pt x="425" y="2210"/>
                          <a:pt x="248" y="2210"/>
                        </a:cubicBezTo>
                        <a:cubicBezTo>
                          <a:pt x="195" y="2210"/>
                          <a:pt x="140" y="2200"/>
                          <a:pt x="85" y="2179"/>
                        </a:cubicBezTo>
                        <a:cubicBezTo>
                          <a:pt x="57" y="2179"/>
                          <a:pt x="57" y="2151"/>
                          <a:pt x="29" y="2151"/>
                        </a:cubicBezTo>
                        <a:cubicBezTo>
                          <a:pt x="0" y="2328"/>
                          <a:pt x="0" y="2505"/>
                          <a:pt x="0" y="2653"/>
                        </a:cubicBezTo>
                        <a:lnTo>
                          <a:pt x="57" y="2653"/>
                        </a:lnTo>
                        <a:cubicBezTo>
                          <a:pt x="77" y="2651"/>
                          <a:pt x="96" y="2650"/>
                          <a:pt x="116" y="2650"/>
                        </a:cubicBezTo>
                        <a:cubicBezTo>
                          <a:pt x="325" y="2650"/>
                          <a:pt x="508" y="2787"/>
                          <a:pt x="559" y="3007"/>
                        </a:cubicBezTo>
                        <a:cubicBezTo>
                          <a:pt x="588" y="3241"/>
                          <a:pt x="439" y="3474"/>
                          <a:pt x="206" y="3509"/>
                        </a:cubicBezTo>
                        <a:lnTo>
                          <a:pt x="149" y="3509"/>
                        </a:lnTo>
                        <a:cubicBezTo>
                          <a:pt x="206" y="3686"/>
                          <a:pt x="290" y="3828"/>
                          <a:pt x="382" y="4005"/>
                        </a:cubicBezTo>
                        <a:cubicBezTo>
                          <a:pt x="382" y="3976"/>
                          <a:pt x="411" y="3976"/>
                          <a:pt x="411" y="3948"/>
                        </a:cubicBezTo>
                        <a:cubicBezTo>
                          <a:pt x="488" y="3883"/>
                          <a:pt x="587" y="3852"/>
                          <a:pt x="688" y="3852"/>
                        </a:cubicBezTo>
                        <a:cubicBezTo>
                          <a:pt x="818" y="3852"/>
                          <a:pt x="949" y="3905"/>
                          <a:pt x="1033" y="4005"/>
                        </a:cubicBezTo>
                        <a:cubicBezTo>
                          <a:pt x="1175" y="4181"/>
                          <a:pt x="1175" y="4479"/>
                          <a:pt x="970" y="4627"/>
                        </a:cubicBezTo>
                        <a:lnTo>
                          <a:pt x="941" y="4655"/>
                        </a:lnTo>
                        <a:cubicBezTo>
                          <a:pt x="1062" y="4776"/>
                          <a:pt x="1210" y="4889"/>
                          <a:pt x="1352" y="4981"/>
                        </a:cubicBezTo>
                        <a:cubicBezTo>
                          <a:pt x="1352" y="4953"/>
                          <a:pt x="1387" y="4924"/>
                          <a:pt x="1387" y="4889"/>
                        </a:cubicBezTo>
                        <a:cubicBezTo>
                          <a:pt x="1431" y="4731"/>
                          <a:pt x="1597" y="4627"/>
                          <a:pt x="1781" y="4627"/>
                        </a:cubicBezTo>
                        <a:cubicBezTo>
                          <a:pt x="1835" y="4627"/>
                          <a:pt x="1891" y="4636"/>
                          <a:pt x="1946" y="4655"/>
                        </a:cubicBezTo>
                        <a:cubicBezTo>
                          <a:pt x="2151" y="4712"/>
                          <a:pt x="2271" y="4981"/>
                          <a:pt x="2208" y="5214"/>
                        </a:cubicBezTo>
                        <a:cubicBezTo>
                          <a:pt x="2208" y="5214"/>
                          <a:pt x="2179" y="5243"/>
                          <a:pt x="2179" y="5278"/>
                        </a:cubicBezTo>
                        <a:cubicBezTo>
                          <a:pt x="2356" y="5306"/>
                          <a:pt x="2533" y="5306"/>
                          <a:pt x="2710" y="5306"/>
                        </a:cubicBezTo>
                        <a:cubicBezTo>
                          <a:pt x="2682" y="5306"/>
                          <a:pt x="2682" y="5278"/>
                          <a:pt x="2682" y="5243"/>
                        </a:cubicBezTo>
                        <a:cubicBezTo>
                          <a:pt x="2625" y="5009"/>
                          <a:pt x="2802" y="4776"/>
                          <a:pt x="3035" y="4747"/>
                        </a:cubicBezTo>
                        <a:cubicBezTo>
                          <a:pt x="3058" y="4744"/>
                          <a:pt x="3081" y="4742"/>
                          <a:pt x="3104" y="4742"/>
                        </a:cubicBezTo>
                        <a:cubicBezTo>
                          <a:pt x="3314" y="4742"/>
                          <a:pt x="3512" y="4884"/>
                          <a:pt x="3538" y="5101"/>
                        </a:cubicBezTo>
                        <a:lnTo>
                          <a:pt x="3538" y="5158"/>
                        </a:lnTo>
                        <a:cubicBezTo>
                          <a:pt x="3714" y="5129"/>
                          <a:pt x="3863" y="5037"/>
                          <a:pt x="4005" y="4953"/>
                        </a:cubicBezTo>
                        <a:cubicBezTo>
                          <a:pt x="4005" y="4924"/>
                          <a:pt x="3976" y="4924"/>
                          <a:pt x="3976" y="4889"/>
                        </a:cubicBezTo>
                        <a:cubicBezTo>
                          <a:pt x="3799" y="4712"/>
                          <a:pt x="3828" y="4450"/>
                          <a:pt x="4005" y="4273"/>
                        </a:cubicBezTo>
                        <a:cubicBezTo>
                          <a:pt x="4081" y="4209"/>
                          <a:pt x="4181" y="4178"/>
                          <a:pt x="4282" y="4178"/>
                        </a:cubicBezTo>
                        <a:cubicBezTo>
                          <a:pt x="4412" y="4178"/>
                          <a:pt x="4543" y="4230"/>
                          <a:pt x="4627" y="4330"/>
                        </a:cubicBezTo>
                        <a:cubicBezTo>
                          <a:pt x="4655" y="4358"/>
                          <a:pt x="4655" y="4358"/>
                          <a:pt x="4684" y="4394"/>
                        </a:cubicBezTo>
                        <a:cubicBezTo>
                          <a:pt x="4776" y="4273"/>
                          <a:pt x="4889" y="4125"/>
                          <a:pt x="4981" y="3948"/>
                        </a:cubicBezTo>
                        <a:lnTo>
                          <a:pt x="4889" y="3948"/>
                        </a:lnTo>
                        <a:cubicBezTo>
                          <a:pt x="4684" y="3863"/>
                          <a:pt x="4570" y="3594"/>
                          <a:pt x="4627" y="3389"/>
                        </a:cubicBezTo>
                        <a:cubicBezTo>
                          <a:pt x="4693" y="3206"/>
                          <a:pt x="4855" y="3093"/>
                          <a:pt x="5034" y="3093"/>
                        </a:cubicBezTo>
                        <a:cubicBezTo>
                          <a:pt x="5084" y="3093"/>
                          <a:pt x="5135" y="3102"/>
                          <a:pt x="5186" y="3120"/>
                        </a:cubicBezTo>
                        <a:cubicBezTo>
                          <a:pt x="5214" y="3120"/>
                          <a:pt x="5243" y="3120"/>
                          <a:pt x="5243" y="3156"/>
                        </a:cubicBezTo>
                        <a:cubicBezTo>
                          <a:pt x="5278" y="2979"/>
                          <a:pt x="5306" y="2802"/>
                          <a:pt x="5306" y="2625"/>
                        </a:cubicBezTo>
                        <a:cubicBezTo>
                          <a:pt x="5278" y="2625"/>
                          <a:pt x="5243" y="2625"/>
                          <a:pt x="5214" y="2653"/>
                        </a:cubicBezTo>
                        <a:cubicBezTo>
                          <a:pt x="5195" y="2656"/>
                          <a:pt x="5177" y="2657"/>
                          <a:pt x="5158" y="2657"/>
                        </a:cubicBezTo>
                        <a:cubicBezTo>
                          <a:pt x="4948" y="2657"/>
                          <a:pt x="4770" y="2512"/>
                          <a:pt x="4712" y="2271"/>
                        </a:cubicBezTo>
                        <a:cubicBezTo>
                          <a:pt x="4684" y="2031"/>
                          <a:pt x="4832" y="1826"/>
                          <a:pt x="5066" y="1769"/>
                        </a:cubicBezTo>
                        <a:lnTo>
                          <a:pt x="5129" y="1769"/>
                        </a:lnTo>
                        <a:cubicBezTo>
                          <a:pt x="5066" y="1592"/>
                          <a:pt x="4981" y="1444"/>
                          <a:pt x="4889" y="1295"/>
                        </a:cubicBezTo>
                        <a:lnTo>
                          <a:pt x="4861" y="1323"/>
                        </a:lnTo>
                        <a:cubicBezTo>
                          <a:pt x="4779" y="1405"/>
                          <a:pt x="4674" y="1443"/>
                          <a:pt x="4569" y="1443"/>
                        </a:cubicBezTo>
                        <a:cubicBezTo>
                          <a:pt x="4447" y="1443"/>
                          <a:pt x="4325" y="1391"/>
                          <a:pt x="4245" y="1295"/>
                        </a:cubicBezTo>
                        <a:cubicBezTo>
                          <a:pt x="4096" y="1090"/>
                          <a:pt x="4096" y="821"/>
                          <a:pt x="4302" y="680"/>
                        </a:cubicBezTo>
                        <a:cubicBezTo>
                          <a:pt x="4302" y="644"/>
                          <a:pt x="4330" y="644"/>
                          <a:pt x="4330" y="616"/>
                        </a:cubicBezTo>
                        <a:cubicBezTo>
                          <a:pt x="4217" y="531"/>
                          <a:pt x="4068" y="411"/>
                          <a:pt x="3920" y="326"/>
                        </a:cubicBezTo>
                        <a:cubicBezTo>
                          <a:pt x="3891" y="354"/>
                          <a:pt x="3891" y="354"/>
                          <a:pt x="3891" y="383"/>
                        </a:cubicBezTo>
                        <a:cubicBezTo>
                          <a:pt x="3842" y="563"/>
                          <a:pt x="3675" y="675"/>
                          <a:pt x="3494" y="675"/>
                        </a:cubicBezTo>
                        <a:cubicBezTo>
                          <a:pt x="3441" y="675"/>
                          <a:pt x="3386" y="665"/>
                          <a:pt x="3332" y="644"/>
                        </a:cubicBezTo>
                        <a:cubicBezTo>
                          <a:pt x="3120" y="559"/>
                          <a:pt x="2979" y="326"/>
                          <a:pt x="3064" y="85"/>
                        </a:cubicBezTo>
                        <a:cubicBezTo>
                          <a:pt x="3064" y="57"/>
                          <a:pt x="3092" y="57"/>
                          <a:pt x="3092" y="29"/>
                        </a:cubicBezTo>
                        <a:cubicBezTo>
                          <a:pt x="2915" y="1"/>
                          <a:pt x="2738" y="1"/>
                          <a:pt x="25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7"/>
                  <p:cNvSpPr/>
                  <p:nvPr/>
                </p:nvSpPr>
                <p:spPr>
                  <a:xfrm>
                    <a:off x="2726765" y="2063061"/>
                    <a:ext cx="156588" cy="138148"/>
                  </a:xfrm>
                  <a:custGeom>
                    <a:avLst/>
                    <a:gdLst/>
                    <a:ahLst/>
                    <a:cxnLst/>
                    <a:rect l="l" t="t" r="r" b="b"/>
                    <a:pathLst>
                      <a:path w="4628" h="4083" extrusionOk="0">
                        <a:moveTo>
                          <a:pt x="2326" y="675"/>
                        </a:moveTo>
                        <a:cubicBezTo>
                          <a:pt x="2813" y="675"/>
                          <a:pt x="3291" y="946"/>
                          <a:pt x="3538" y="1420"/>
                        </a:cubicBezTo>
                        <a:cubicBezTo>
                          <a:pt x="3856" y="2099"/>
                          <a:pt x="3623" y="2927"/>
                          <a:pt x="2944" y="3280"/>
                        </a:cubicBezTo>
                        <a:cubicBezTo>
                          <a:pt x="2749" y="3374"/>
                          <a:pt x="2545" y="3418"/>
                          <a:pt x="2345" y="3418"/>
                        </a:cubicBezTo>
                        <a:cubicBezTo>
                          <a:pt x="1847" y="3418"/>
                          <a:pt x="1371" y="3142"/>
                          <a:pt x="1119" y="2658"/>
                        </a:cubicBezTo>
                        <a:cubicBezTo>
                          <a:pt x="765" y="1979"/>
                          <a:pt x="1027" y="1158"/>
                          <a:pt x="1706" y="833"/>
                        </a:cubicBezTo>
                        <a:cubicBezTo>
                          <a:pt x="1902" y="726"/>
                          <a:pt x="2115" y="675"/>
                          <a:pt x="2326" y="675"/>
                        </a:cubicBezTo>
                        <a:close/>
                        <a:moveTo>
                          <a:pt x="2277" y="0"/>
                        </a:moveTo>
                        <a:cubicBezTo>
                          <a:pt x="1975" y="0"/>
                          <a:pt x="1669" y="68"/>
                          <a:pt x="1380" y="210"/>
                        </a:cubicBezTo>
                        <a:cubicBezTo>
                          <a:pt x="411" y="712"/>
                          <a:pt x="1" y="1950"/>
                          <a:pt x="531" y="2955"/>
                        </a:cubicBezTo>
                        <a:cubicBezTo>
                          <a:pt x="883" y="3668"/>
                          <a:pt x="1609" y="4082"/>
                          <a:pt x="2350" y="4082"/>
                        </a:cubicBezTo>
                        <a:cubicBezTo>
                          <a:pt x="2653" y="4082"/>
                          <a:pt x="2958" y="4013"/>
                          <a:pt x="3241" y="3868"/>
                        </a:cubicBezTo>
                        <a:cubicBezTo>
                          <a:pt x="4245" y="3365"/>
                          <a:pt x="4627" y="2127"/>
                          <a:pt x="4125" y="1130"/>
                        </a:cubicBezTo>
                        <a:cubicBezTo>
                          <a:pt x="3747" y="414"/>
                          <a:pt x="3025" y="0"/>
                          <a:pt x="22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7"/>
                  <p:cNvSpPr/>
                  <p:nvPr/>
                </p:nvSpPr>
                <p:spPr>
                  <a:xfrm>
                    <a:off x="2748555" y="2076121"/>
                    <a:ext cx="113719" cy="111825"/>
                  </a:xfrm>
                  <a:custGeom>
                    <a:avLst/>
                    <a:gdLst/>
                    <a:ahLst/>
                    <a:cxnLst/>
                    <a:rect l="l" t="t" r="r" b="b"/>
                    <a:pathLst>
                      <a:path w="3361" h="3305" extrusionOk="0">
                        <a:moveTo>
                          <a:pt x="1656" y="65"/>
                        </a:moveTo>
                        <a:cubicBezTo>
                          <a:pt x="2243" y="65"/>
                          <a:pt x="2802" y="418"/>
                          <a:pt x="3071" y="949"/>
                        </a:cubicBezTo>
                        <a:cubicBezTo>
                          <a:pt x="3276" y="1331"/>
                          <a:pt x="3304" y="1770"/>
                          <a:pt x="3156" y="2159"/>
                        </a:cubicBezTo>
                        <a:cubicBezTo>
                          <a:pt x="3036" y="2569"/>
                          <a:pt x="2774" y="2894"/>
                          <a:pt x="2392" y="3071"/>
                        </a:cubicBezTo>
                        <a:cubicBezTo>
                          <a:pt x="2187" y="3184"/>
                          <a:pt x="1946" y="3248"/>
                          <a:pt x="1713" y="3248"/>
                        </a:cubicBezTo>
                        <a:cubicBezTo>
                          <a:pt x="1090" y="3248"/>
                          <a:pt x="559" y="2894"/>
                          <a:pt x="269" y="2364"/>
                        </a:cubicBezTo>
                        <a:cubicBezTo>
                          <a:pt x="93" y="1982"/>
                          <a:pt x="64" y="1536"/>
                          <a:pt x="177" y="1154"/>
                        </a:cubicBezTo>
                        <a:cubicBezTo>
                          <a:pt x="298" y="744"/>
                          <a:pt x="595" y="418"/>
                          <a:pt x="949" y="242"/>
                        </a:cubicBezTo>
                        <a:cubicBezTo>
                          <a:pt x="1182" y="121"/>
                          <a:pt x="1415" y="65"/>
                          <a:pt x="1656" y="65"/>
                        </a:cubicBezTo>
                        <a:close/>
                        <a:moveTo>
                          <a:pt x="1656" y="1"/>
                        </a:moveTo>
                        <a:cubicBezTo>
                          <a:pt x="1387" y="1"/>
                          <a:pt x="1154" y="65"/>
                          <a:pt x="913" y="178"/>
                        </a:cubicBezTo>
                        <a:cubicBezTo>
                          <a:pt x="531" y="390"/>
                          <a:pt x="269" y="708"/>
                          <a:pt x="121" y="1126"/>
                        </a:cubicBezTo>
                        <a:cubicBezTo>
                          <a:pt x="1" y="1536"/>
                          <a:pt x="29" y="2010"/>
                          <a:pt x="241" y="2392"/>
                        </a:cubicBezTo>
                        <a:cubicBezTo>
                          <a:pt x="503" y="2951"/>
                          <a:pt x="1062" y="3305"/>
                          <a:pt x="1713" y="3305"/>
                        </a:cubicBezTo>
                        <a:cubicBezTo>
                          <a:pt x="1946" y="3305"/>
                          <a:pt x="2187" y="3248"/>
                          <a:pt x="2420" y="3128"/>
                        </a:cubicBezTo>
                        <a:cubicBezTo>
                          <a:pt x="2802" y="2923"/>
                          <a:pt x="3099" y="2597"/>
                          <a:pt x="3212" y="2187"/>
                        </a:cubicBezTo>
                        <a:cubicBezTo>
                          <a:pt x="3361" y="1770"/>
                          <a:pt x="3333" y="1331"/>
                          <a:pt x="3127" y="921"/>
                        </a:cubicBezTo>
                        <a:cubicBezTo>
                          <a:pt x="2830" y="355"/>
                          <a:pt x="2271" y="1"/>
                          <a:pt x="16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7" name="Google Shape;587;p37"/>
                <p:cNvSpPr/>
                <p:nvPr/>
              </p:nvSpPr>
              <p:spPr>
                <a:xfrm>
                  <a:off x="4145832" y="2621269"/>
                  <a:ext cx="174792" cy="149923"/>
                </a:xfrm>
                <a:custGeom>
                  <a:avLst/>
                  <a:gdLst/>
                  <a:ahLst/>
                  <a:cxnLst/>
                  <a:rect l="l" t="t" r="r" b="b"/>
                  <a:pathLst>
                    <a:path w="5166" h="4431" extrusionOk="0">
                      <a:moveTo>
                        <a:pt x="3247" y="0"/>
                      </a:moveTo>
                      <a:cubicBezTo>
                        <a:pt x="2927" y="0"/>
                        <a:pt x="2637" y="146"/>
                        <a:pt x="2449" y="393"/>
                      </a:cubicBezTo>
                      <a:cubicBezTo>
                        <a:pt x="2300" y="301"/>
                        <a:pt x="2123" y="244"/>
                        <a:pt x="1946" y="216"/>
                      </a:cubicBezTo>
                      <a:cubicBezTo>
                        <a:pt x="1926" y="215"/>
                        <a:pt x="1907" y="214"/>
                        <a:pt x="1887" y="214"/>
                      </a:cubicBezTo>
                      <a:cubicBezTo>
                        <a:pt x="1382" y="214"/>
                        <a:pt x="950" y="646"/>
                        <a:pt x="977" y="1157"/>
                      </a:cubicBezTo>
                      <a:cubicBezTo>
                        <a:pt x="447" y="1157"/>
                        <a:pt x="1" y="1688"/>
                        <a:pt x="241" y="2246"/>
                      </a:cubicBezTo>
                      <a:cubicBezTo>
                        <a:pt x="298" y="2423"/>
                        <a:pt x="418" y="2572"/>
                        <a:pt x="567" y="2628"/>
                      </a:cubicBezTo>
                      <a:cubicBezTo>
                        <a:pt x="704" y="2699"/>
                        <a:pt x="837" y="2729"/>
                        <a:pt x="963" y="2729"/>
                      </a:cubicBezTo>
                      <a:cubicBezTo>
                        <a:pt x="1104" y="2729"/>
                        <a:pt x="1236" y="2692"/>
                        <a:pt x="1359" y="2628"/>
                      </a:cubicBezTo>
                      <a:cubicBezTo>
                        <a:pt x="1387" y="3010"/>
                        <a:pt x="1685" y="3308"/>
                        <a:pt x="2095" y="3336"/>
                      </a:cubicBezTo>
                      <a:cubicBezTo>
                        <a:pt x="2243" y="3336"/>
                        <a:pt x="2364" y="3308"/>
                        <a:pt x="2477" y="3251"/>
                      </a:cubicBezTo>
                      <a:cubicBezTo>
                        <a:pt x="2505" y="3573"/>
                        <a:pt x="2747" y="3809"/>
                        <a:pt x="3062" y="3809"/>
                      </a:cubicBezTo>
                      <a:cubicBezTo>
                        <a:pt x="3148" y="3809"/>
                        <a:pt x="3239" y="3791"/>
                        <a:pt x="3333" y="3753"/>
                      </a:cubicBezTo>
                      <a:lnTo>
                        <a:pt x="3807" y="4397"/>
                      </a:lnTo>
                      <a:cubicBezTo>
                        <a:pt x="3818" y="4421"/>
                        <a:pt x="3832" y="4431"/>
                        <a:pt x="3846" y="4431"/>
                      </a:cubicBezTo>
                      <a:cubicBezTo>
                        <a:pt x="3870" y="4431"/>
                        <a:pt x="3892" y="4404"/>
                        <a:pt x="3892" y="4369"/>
                      </a:cubicBezTo>
                      <a:lnTo>
                        <a:pt x="3892" y="3484"/>
                      </a:lnTo>
                      <a:cubicBezTo>
                        <a:pt x="3971" y="3510"/>
                        <a:pt x="4051" y="3524"/>
                        <a:pt x="4130" y="3524"/>
                      </a:cubicBezTo>
                      <a:cubicBezTo>
                        <a:pt x="4228" y="3524"/>
                        <a:pt x="4325" y="3503"/>
                        <a:pt x="4422" y="3456"/>
                      </a:cubicBezTo>
                      <a:cubicBezTo>
                        <a:pt x="4543" y="3428"/>
                        <a:pt x="4635" y="3336"/>
                        <a:pt x="4691" y="3223"/>
                      </a:cubicBezTo>
                      <a:cubicBezTo>
                        <a:pt x="4776" y="3046"/>
                        <a:pt x="4811" y="2834"/>
                        <a:pt x="4748" y="2692"/>
                      </a:cubicBezTo>
                      <a:cubicBezTo>
                        <a:pt x="4953" y="2480"/>
                        <a:pt x="5101" y="2218"/>
                        <a:pt x="5130" y="1893"/>
                      </a:cubicBezTo>
                      <a:cubicBezTo>
                        <a:pt x="5165" y="1390"/>
                        <a:pt x="4811" y="952"/>
                        <a:pt x="4337" y="803"/>
                      </a:cubicBezTo>
                      <a:cubicBezTo>
                        <a:pt x="4281" y="358"/>
                        <a:pt x="3807" y="39"/>
                        <a:pt x="3333" y="4"/>
                      </a:cubicBezTo>
                      <a:cubicBezTo>
                        <a:pt x="3304" y="2"/>
                        <a:pt x="3276" y="0"/>
                        <a:pt x="32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7"/>
                <p:cNvSpPr/>
                <p:nvPr/>
              </p:nvSpPr>
              <p:spPr>
                <a:xfrm>
                  <a:off x="4285642" y="2696317"/>
                  <a:ext cx="20842" cy="16072"/>
                </a:xfrm>
                <a:custGeom>
                  <a:avLst/>
                  <a:gdLst/>
                  <a:ahLst/>
                  <a:cxnLst/>
                  <a:rect l="l" t="t" r="r" b="b"/>
                  <a:pathLst>
                    <a:path w="616" h="475" extrusionOk="0">
                      <a:moveTo>
                        <a:pt x="29" y="0"/>
                      </a:moveTo>
                      <a:lnTo>
                        <a:pt x="0" y="28"/>
                      </a:lnTo>
                      <a:cubicBezTo>
                        <a:pt x="0" y="57"/>
                        <a:pt x="29" y="57"/>
                        <a:pt x="29" y="57"/>
                      </a:cubicBezTo>
                      <a:cubicBezTo>
                        <a:pt x="262" y="85"/>
                        <a:pt x="467" y="234"/>
                        <a:pt x="559" y="439"/>
                      </a:cubicBezTo>
                      <a:lnTo>
                        <a:pt x="587" y="474"/>
                      </a:lnTo>
                      <a:lnTo>
                        <a:pt x="616" y="474"/>
                      </a:lnTo>
                      <a:lnTo>
                        <a:pt x="616" y="410"/>
                      </a:lnTo>
                      <a:cubicBezTo>
                        <a:pt x="531" y="177"/>
                        <a:pt x="290" y="28"/>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7"/>
                <p:cNvSpPr/>
                <p:nvPr/>
              </p:nvSpPr>
              <p:spPr>
                <a:xfrm>
                  <a:off x="4190834" y="2681226"/>
                  <a:ext cx="29978" cy="27068"/>
                </a:xfrm>
                <a:custGeom>
                  <a:avLst/>
                  <a:gdLst/>
                  <a:ahLst/>
                  <a:cxnLst/>
                  <a:rect l="l" t="t" r="r" b="b"/>
                  <a:pathLst>
                    <a:path w="886" h="800" extrusionOk="0">
                      <a:moveTo>
                        <a:pt x="857" y="0"/>
                      </a:moveTo>
                      <a:cubicBezTo>
                        <a:pt x="411" y="0"/>
                        <a:pt x="29" y="326"/>
                        <a:pt x="1" y="772"/>
                      </a:cubicBezTo>
                      <a:cubicBezTo>
                        <a:pt x="1" y="800"/>
                        <a:pt x="1" y="800"/>
                        <a:pt x="29" y="800"/>
                      </a:cubicBezTo>
                      <a:lnTo>
                        <a:pt x="57" y="800"/>
                      </a:lnTo>
                      <a:cubicBezTo>
                        <a:pt x="86" y="354"/>
                        <a:pt x="439" y="64"/>
                        <a:pt x="857" y="64"/>
                      </a:cubicBezTo>
                      <a:cubicBezTo>
                        <a:pt x="857" y="64"/>
                        <a:pt x="885" y="64"/>
                        <a:pt x="885" y="36"/>
                      </a:cubicBezTo>
                      <a:lnTo>
                        <a:pt x="8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7"/>
                <p:cNvSpPr/>
                <p:nvPr/>
              </p:nvSpPr>
              <p:spPr>
                <a:xfrm>
                  <a:off x="4174796" y="2659436"/>
                  <a:ext cx="18000" cy="6023"/>
                </a:xfrm>
                <a:custGeom>
                  <a:avLst/>
                  <a:gdLst/>
                  <a:ahLst/>
                  <a:cxnLst/>
                  <a:rect l="l" t="t" r="r" b="b"/>
                  <a:pathLst>
                    <a:path w="532" h="178" extrusionOk="0">
                      <a:moveTo>
                        <a:pt x="29" y="1"/>
                      </a:moveTo>
                      <a:cubicBezTo>
                        <a:pt x="29" y="29"/>
                        <a:pt x="1" y="29"/>
                        <a:pt x="1" y="57"/>
                      </a:cubicBezTo>
                      <a:lnTo>
                        <a:pt x="65" y="57"/>
                      </a:lnTo>
                      <a:cubicBezTo>
                        <a:pt x="206" y="57"/>
                        <a:pt x="355" y="86"/>
                        <a:pt x="475" y="177"/>
                      </a:cubicBezTo>
                      <a:lnTo>
                        <a:pt x="503" y="177"/>
                      </a:lnTo>
                      <a:cubicBezTo>
                        <a:pt x="531" y="149"/>
                        <a:pt x="531" y="114"/>
                        <a:pt x="503" y="114"/>
                      </a:cubicBezTo>
                      <a:cubicBezTo>
                        <a:pt x="355" y="29"/>
                        <a:pt x="206"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7"/>
                <p:cNvSpPr/>
                <p:nvPr/>
              </p:nvSpPr>
              <p:spPr>
                <a:xfrm>
                  <a:off x="4205688" y="2639337"/>
                  <a:ext cx="22060" cy="23955"/>
                </a:xfrm>
                <a:custGeom>
                  <a:avLst/>
                  <a:gdLst/>
                  <a:ahLst/>
                  <a:cxnLst/>
                  <a:rect l="l" t="t" r="r" b="b"/>
                  <a:pathLst>
                    <a:path w="652" h="708" extrusionOk="0">
                      <a:moveTo>
                        <a:pt x="36" y="0"/>
                      </a:moveTo>
                      <a:cubicBezTo>
                        <a:pt x="0" y="0"/>
                        <a:pt x="0" y="36"/>
                        <a:pt x="0" y="36"/>
                      </a:cubicBezTo>
                      <a:lnTo>
                        <a:pt x="0" y="64"/>
                      </a:lnTo>
                      <a:cubicBezTo>
                        <a:pt x="354" y="92"/>
                        <a:pt x="595" y="354"/>
                        <a:pt x="595" y="680"/>
                      </a:cubicBezTo>
                      <a:cubicBezTo>
                        <a:pt x="595" y="708"/>
                        <a:pt x="595" y="708"/>
                        <a:pt x="623" y="708"/>
                      </a:cubicBezTo>
                      <a:cubicBezTo>
                        <a:pt x="623" y="708"/>
                        <a:pt x="651" y="708"/>
                        <a:pt x="651" y="680"/>
                      </a:cubicBezTo>
                      <a:cubicBezTo>
                        <a:pt x="651" y="326"/>
                        <a:pt x="390" y="36"/>
                        <a:pt x="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7"/>
                <p:cNvSpPr/>
                <p:nvPr/>
              </p:nvSpPr>
              <p:spPr>
                <a:xfrm>
                  <a:off x="4203759" y="2703253"/>
                  <a:ext cx="22060" cy="18948"/>
                </a:xfrm>
                <a:custGeom>
                  <a:avLst/>
                  <a:gdLst/>
                  <a:ahLst/>
                  <a:cxnLst/>
                  <a:rect l="l" t="t" r="r" b="b"/>
                  <a:pathLst>
                    <a:path w="652" h="560" extrusionOk="0">
                      <a:moveTo>
                        <a:pt x="29" y="0"/>
                      </a:moveTo>
                      <a:cubicBezTo>
                        <a:pt x="1" y="0"/>
                        <a:pt x="1" y="29"/>
                        <a:pt x="1" y="29"/>
                      </a:cubicBezTo>
                      <a:cubicBezTo>
                        <a:pt x="1" y="177"/>
                        <a:pt x="93" y="326"/>
                        <a:pt x="206" y="446"/>
                      </a:cubicBezTo>
                      <a:cubicBezTo>
                        <a:pt x="298" y="531"/>
                        <a:pt x="447" y="559"/>
                        <a:pt x="560" y="559"/>
                      </a:cubicBezTo>
                      <a:lnTo>
                        <a:pt x="623" y="559"/>
                      </a:lnTo>
                      <a:cubicBezTo>
                        <a:pt x="652" y="559"/>
                        <a:pt x="652" y="559"/>
                        <a:pt x="652" y="531"/>
                      </a:cubicBezTo>
                      <a:cubicBezTo>
                        <a:pt x="652" y="503"/>
                        <a:pt x="652" y="503"/>
                        <a:pt x="623" y="503"/>
                      </a:cubicBezTo>
                      <a:cubicBezTo>
                        <a:pt x="597" y="508"/>
                        <a:pt x="572" y="510"/>
                        <a:pt x="548" y="510"/>
                      </a:cubicBezTo>
                      <a:cubicBezTo>
                        <a:pt x="433" y="510"/>
                        <a:pt x="333" y="458"/>
                        <a:pt x="234" y="382"/>
                      </a:cubicBezTo>
                      <a:cubicBezTo>
                        <a:pt x="121" y="297"/>
                        <a:pt x="57" y="177"/>
                        <a:pt x="57" y="29"/>
                      </a:cubicBez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7"/>
                <p:cNvSpPr/>
                <p:nvPr/>
              </p:nvSpPr>
              <p:spPr>
                <a:xfrm>
                  <a:off x="4161870" y="2671413"/>
                  <a:ext cx="15124" cy="23955"/>
                </a:xfrm>
                <a:custGeom>
                  <a:avLst/>
                  <a:gdLst/>
                  <a:ahLst/>
                  <a:cxnLst/>
                  <a:rect l="l" t="t" r="r" b="b"/>
                  <a:pathLst>
                    <a:path w="447" h="708" extrusionOk="0">
                      <a:moveTo>
                        <a:pt x="411" y="0"/>
                      </a:moveTo>
                      <a:cubicBezTo>
                        <a:pt x="149" y="85"/>
                        <a:pt x="1" y="382"/>
                        <a:pt x="93" y="679"/>
                      </a:cubicBezTo>
                      <a:cubicBezTo>
                        <a:pt x="93" y="679"/>
                        <a:pt x="93" y="708"/>
                        <a:pt x="121" y="708"/>
                      </a:cubicBezTo>
                      <a:lnTo>
                        <a:pt x="121" y="679"/>
                      </a:lnTo>
                      <a:cubicBezTo>
                        <a:pt x="149" y="679"/>
                        <a:pt x="149" y="679"/>
                        <a:pt x="149" y="644"/>
                      </a:cubicBezTo>
                      <a:cubicBezTo>
                        <a:pt x="57" y="411"/>
                        <a:pt x="178" y="149"/>
                        <a:pt x="447" y="57"/>
                      </a:cubicBezTo>
                      <a:lnTo>
                        <a:pt x="447" y="29"/>
                      </a:lnTo>
                      <a:cubicBezTo>
                        <a:pt x="447" y="0"/>
                        <a:pt x="447"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7"/>
                <p:cNvSpPr/>
                <p:nvPr/>
              </p:nvSpPr>
              <p:spPr>
                <a:xfrm>
                  <a:off x="4277488" y="2717126"/>
                  <a:ext cx="18000" cy="11030"/>
                </a:xfrm>
                <a:custGeom>
                  <a:avLst/>
                  <a:gdLst/>
                  <a:ahLst/>
                  <a:cxnLst/>
                  <a:rect l="l" t="t" r="r" b="b"/>
                  <a:pathLst>
                    <a:path w="532" h="326" extrusionOk="0">
                      <a:moveTo>
                        <a:pt x="531" y="1"/>
                      </a:moveTo>
                      <a:cubicBezTo>
                        <a:pt x="503" y="1"/>
                        <a:pt x="503" y="36"/>
                        <a:pt x="475" y="36"/>
                      </a:cubicBezTo>
                      <a:cubicBezTo>
                        <a:pt x="428" y="182"/>
                        <a:pt x="300" y="284"/>
                        <a:pt x="142" y="284"/>
                      </a:cubicBezTo>
                      <a:cubicBezTo>
                        <a:pt x="108" y="284"/>
                        <a:pt x="72" y="279"/>
                        <a:pt x="36" y="269"/>
                      </a:cubicBezTo>
                      <a:lnTo>
                        <a:pt x="1" y="269"/>
                      </a:lnTo>
                      <a:cubicBezTo>
                        <a:pt x="1" y="298"/>
                        <a:pt x="1" y="298"/>
                        <a:pt x="36" y="326"/>
                      </a:cubicBezTo>
                      <a:lnTo>
                        <a:pt x="149" y="326"/>
                      </a:lnTo>
                      <a:cubicBezTo>
                        <a:pt x="326" y="326"/>
                        <a:pt x="475" y="241"/>
                        <a:pt x="531" y="64"/>
                      </a:cubicBezTo>
                      <a:lnTo>
                        <a:pt x="5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7"/>
                <p:cNvSpPr/>
                <p:nvPr/>
              </p:nvSpPr>
              <p:spPr>
                <a:xfrm>
                  <a:off x="4262667" y="2646646"/>
                  <a:ext cx="29944" cy="7816"/>
                </a:xfrm>
                <a:custGeom>
                  <a:avLst/>
                  <a:gdLst/>
                  <a:ahLst/>
                  <a:cxnLst/>
                  <a:rect l="l" t="t" r="r" b="b"/>
                  <a:pathLst>
                    <a:path w="885" h="231" extrusionOk="0">
                      <a:moveTo>
                        <a:pt x="631" y="1"/>
                      </a:moveTo>
                      <a:cubicBezTo>
                        <a:pt x="412" y="1"/>
                        <a:pt x="203" y="70"/>
                        <a:pt x="28" y="202"/>
                      </a:cubicBezTo>
                      <a:cubicBezTo>
                        <a:pt x="0" y="202"/>
                        <a:pt x="0" y="202"/>
                        <a:pt x="28" y="230"/>
                      </a:cubicBezTo>
                      <a:lnTo>
                        <a:pt x="57" y="230"/>
                      </a:lnTo>
                      <a:cubicBezTo>
                        <a:pt x="236" y="120"/>
                        <a:pt x="426" y="60"/>
                        <a:pt x="635" y="60"/>
                      </a:cubicBezTo>
                      <a:cubicBezTo>
                        <a:pt x="706" y="60"/>
                        <a:pt x="780" y="67"/>
                        <a:pt x="856" y="82"/>
                      </a:cubicBezTo>
                      <a:cubicBezTo>
                        <a:pt x="856" y="82"/>
                        <a:pt x="884" y="82"/>
                        <a:pt x="884" y="53"/>
                      </a:cubicBezTo>
                      <a:cubicBezTo>
                        <a:pt x="884" y="53"/>
                        <a:pt x="884" y="25"/>
                        <a:pt x="856" y="25"/>
                      </a:cubicBezTo>
                      <a:cubicBezTo>
                        <a:pt x="781" y="9"/>
                        <a:pt x="705" y="1"/>
                        <a:pt x="6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7"/>
                <p:cNvSpPr/>
                <p:nvPr/>
              </p:nvSpPr>
              <p:spPr>
                <a:xfrm>
                  <a:off x="4296639" y="2663563"/>
                  <a:ext cx="10827" cy="18880"/>
                </a:xfrm>
                <a:custGeom>
                  <a:avLst/>
                  <a:gdLst/>
                  <a:ahLst/>
                  <a:cxnLst/>
                  <a:rect l="l" t="t" r="r" b="b"/>
                  <a:pathLst>
                    <a:path w="320" h="558" extrusionOk="0">
                      <a:moveTo>
                        <a:pt x="29" y="1"/>
                      </a:moveTo>
                      <a:cubicBezTo>
                        <a:pt x="22" y="1"/>
                        <a:pt x="15" y="10"/>
                        <a:pt x="1" y="27"/>
                      </a:cubicBezTo>
                      <a:cubicBezTo>
                        <a:pt x="1" y="27"/>
                        <a:pt x="1" y="55"/>
                        <a:pt x="29" y="55"/>
                      </a:cubicBezTo>
                      <a:cubicBezTo>
                        <a:pt x="178" y="169"/>
                        <a:pt x="262" y="346"/>
                        <a:pt x="262" y="558"/>
                      </a:cubicBezTo>
                      <a:lnTo>
                        <a:pt x="291" y="558"/>
                      </a:lnTo>
                      <a:cubicBezTo>
                        <a:pt x="291" y="558"/>
                        <a:pt x="319" y="558"/>
                        <a:pt x="319" y="522"/>
                      </a:cubicBezTo>
                      <a:cubicBezTo>
                        <a:pt x="319" y="317"/>
                        <a:pt x="206" y="140"/>
                        <a:pt x="57" y="27"/>
                      </a:cubicBezTo>
                      <a:cubicBezTo>
                        <a:pt x="43" y="10"/>
                        <a:pt x="36"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7"/>
                <p:cNvSpPr/>
                <p:nvPr/>
              </p:nvSpPr>
              <p:spPr>
                <a:xfrm>
                  <a:off x="4239659" y="2671853"/>
                  <a:ext cx="23042" cy="28557"/>
                </a:xfrm>
                <a:custGeom>
                  <a:avLst/>
                  <a:gdLst/>
                  <a:ahLst/>
                  <a:cxnLst/>
                  <a:rect l="l" t="t" r="r" b="b"/>
                  <a:pathLst>
                    <a:path w="681" h="844" extrusionOk="0">
                      <a:moveTo>
                        <a:pt x="142" y="1"/>
                      </a:moveTo>
                      <a:cubicBezTo>
                        <a:pt x="104" y="1"/>
                        <a:pt x="66" y="6"/>
                        <a:pt x="29" y="16"/>
                      </a:cubicBezTo>
                      <a:cubicBezTo>
                        <a:pt x="1" y="16"/>
                        <a:pt x="1" y="16"/>
                        <a:pt x="1" y="44"/>
                      </a:cubicBezTo>
                      <a:lnTo>
                        <a:pt x="29" y="72"/>
                      </a:lnTo>
                      <a:cubicBezTo>
                        <a:pt x="72" y="61"/>
                        <a:pt x="113" y="55"/>
                        <a:pt x="153" y="55"/>
                      </a:cubicBezTo>
                      <a:cubicBezTo>
                        <a:pt x="305" y="55"/>
                        <a:pt x="436" y="137"/>
                        <a:pt x="532" y="277"/>
                      </a:cubicBezTo>
                      <a:cubicBezTo>
                        <a:pt x="624" y="426"/>
                        <a:pt x="624" y="631"/>
                        <a:pt x="503" y="780"/>
                      </a:cubicBezTo>
                      <a:cubicBezTo>
                        <a:pt x="475" y="808"/>
                        <a:pt x="475" y="808"/>
                        <a:pt x="503" y="843"/>
                      </a:cubicBezTo>
                      <a:lnTo>
                        <a:pt x="532" y="843"/>
                      </a:lnTo>
                      <a:lnTo>
                        <a:pt x="532" y="808"/>
                      </a:lnTo>
                      <a:cubicBezTo>
                        <a:pt x="680" y="666"/>
                        <a:pt x="680" y="398"/>
                        <a:pt x="560" y="221"/>
                      </a:cubicBezTo>
                      <a:cubicBezTo>
                        <a:pt x="490" y="99"/>
                        <a:pt x="316" y="1"/>
                        <a:pt x="1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7"/>
                <p:cNvSpPr/>
                <p:nvPr/>
              </p:nvSpPr>
              <p:spPr>
                <a:xfrm>
                  <a:off x="4234651" y="2704200"/>
                  <a:ext cx="6970" cy="17019"/>
                </a:xfrm>
                <a:custGeom>
                  <a:avLst/>
                  <a:gdLst/>
                  <a:ahLst/>
                  <a:cxnLst/>
                  <a:rect l="l" t="t" r="r" b="b"/>
                  <a:pathLst>
                    <a:path w="206" h="503" extrusionOk="0">
                      <a:moveTo>
                        <a:pt x="92" y="1"/>
                      </a:moveTo>
                      <a:cubicBezTo>
                        <a:pt x="29" y="64"/>
                        <a:pt x="0" y="177"/>
                        <a:pt x="0" y="269"/>
                      </a:cubicBezTo>
                      <a:cubicBezTo>
                        <a:pt x="29" y="383"/>
                        <a:pt x="92" y="475"/>
                        <a:pt x="177" y="503"/>
                      </a:cubicBezTo>
                      <a:lnTo>
                        <a:pt x="206" y="503"/>
                      </a:lnTo>
                      <a:lnTo>
                        <a:pt x="206" y="446"/>
                      </a:lnTo>
                      <a:cubicBezTo>
                        <a:pt x="121" y="418"/>
                        <a:pt x="64" y="354"/>
                        <a:pt x="64" y="269"/>
                      </a:cubicBezTo>
                      <a:cubicBezTo>
                        <a:pt x="64" y="177"/>
                        <a:pt x="92" y="93"/>
                        <a:pt x="149" y="29"/>
                      </a:cubicBezTo>
                      <a:lnTo>
                        <a:pt x="1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9" name="Google Shape;599;p37"/>
                <p:cNvGrpSpPr/>
                <p:nvPr/>
              </p:nvGrpSpPr>
              <p:grpSpPr>
                <a:xfrm>
                  <a:off x="3427734" y="2323833"/>
                  <a:ext cx="175743" cy="194657"/>
                  <a:chOff x="3306034" y="1949508"/>
                  <a:chExt cx="175743" cy="194657"/>
                </a:xfrm>
              </p:grpSpPr>
              <p:sp>
                <p:nvSpPr>
                  <p:cNvPr id="600" name="Google Shape;600;p37"/>
                  <p:cNvSpPr/>
                  <p:nvPr/>
                </p:nvSpPr>
                <p:spPr>
                  <a:xfrm>
                    <a:off x="3335979" y="1979047"/>
                    <a:ext cx="113719" cy="156961"/>
                  </a:xfrm>
                  <a:custGeom>
                    <a:avLst/>
                    <a:gdLst/>
                    <a:ahLst/>
                    <a:cxnLst/>
                    <a:rect l="l" t="t" r="r" b="b"/>
                    <a:pathLst>
                      <a:path w="3361" h="4639" extrusionOk="0">
                        <a:moveTo>
                          <a:pt x="1704" y="1"/>
                        </a:moveTo>
                        <a:cubicBezTo>
                          <a:pt x="1639" y="1"/>
                          <a:pt x="1573" y="4"/>
                          <a:pt x="1507" y="12"/>
                        </a:cubicBezTo>
                        <a:cubicBezTo>
                          <a:pt x="708" y="104"/>
                          <a:pt x="92" y="748"/>
                          <a:pt x="35" y="1575"/>
                        </a:cubicBezTo>
                        <a:cubicBezTo>
                          <a:pt x="0" y="2134"/>
                          <a:pt x="269" y="2608"/>
                          <a:pt x="651" y="2934"/>
                        </a:cubicBezTo>
                        <a:cubicBezTo>
                          <a:pt x="884" y="3139"/>
                          <a:pt x="1061" y="3436"/>
                          <a:pt x="1097" y="3754"/>
                        </a:cubicBezTo>
                        <a:lnTo>
                          <a:pt x="1181" y="4405"/>
                        </a:lnTo>
                        <a:cubicBezTo>
                          <a:pt x="1181" y="4525"/>
                          <a:pt x="1302" y="4639"/>
                          <a:pt x="1450" y="4639"/>
                        </a:cubicBezTo>
                        <a:lnTo>
                          <a:pt x="1981" y="4639"/>
                        </a:lnTo>
                        <a:cubicBezTo>
                          <a:pt x="2122" y="4639"/>
                          <a:pt x="2243" y="4525"/>
                          <a:pt x="2243" y="4377"/>
                        </a:cubicBezTo>
                        <a:lnTo>
                          <a:pt x="2335" y="3754"/>
                        </a:lnTo>
                        <a:cubicBezTo>
                          <a:pt x="2363" y="3436"/>
                          <a:pt x="2511" y="3139"/>
                          <a:pt x="2745" y="2934"/>
                        </a:cubicBezTo>
                        <a:cubicBezTo>
                          <a:pt x="3127" y="2637"/>
                          <a:pt x="3360" y="2163"/>
                          <a:pt x="3360" y="1667"/>
                        </a:cubicBezTo>
                        <a:cubicBezTo>
                          <a:pt x="3334" y="729"/>
                          <a:pt x="2617" y="1"/>
                          <a:pt x="1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7"/>
                  <p:cNvSpPr/>
                  <p:nvPr/>
                </p:nvSpPr>
                <p:spPr>
                  <a:xfrm>
                    <a:off x="3371879" y="2112055"/>
                    <a:ext cx="44053" cy="32109"/>
                  </a:xfrm>
                  <a:custGeom>
                    <a:avLst/>
                    <a:gdLst/>
                    <a:ahLst/>
                    <a:cxnLst/>
                    <a:rect l="l" t="t" r="r" b="b"/>
                    <a:pathLst>
                      <a:path w="1302" h="949" extrusionOk="0">
                        <a:moveTo>
                          <a:pt x="0" y="0"/>
                        </a:moveTo>
                        <a:lnTo>
                          <a:pt x="0" y="297"/>
                        </a:lnTo>
                        <a:cubicBezTo>
                          <a:pt x="0" y="651"/>
                          <a:pt x="297" y="948"/>
                          <a:pt x="651" y="948"/>
                        </a:cubicBezTo>
                        <a:cubicBezTo>
                          <a:pt x="1005" y="920"/>
                          <a:pt x="1302" y="651"/>
                          <a:pt x="1302" y="269"/>
                        </a:cubicBezTo>
                        <a:lnTo>
                          <a:pt x="1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7"/>
                  <p:cNvSpPr/>
                  <p:nvPr/>
                </p:nvSpPr>
                <p:spPr>
                  <a:xfrm>
                    <a:off x="3363014" y="2022762"/>
                    <a:ext cx="58907" cy="95279"/>
                  </a:xfrm>
                  <a:custGeom>
                    <a:avLst/>
                    <a:gdLst/>
                    <a:ahLst/>
                    <a:cxnLst/>
                    <a:rect l="l" t="t" r="r" b="b"/>
                    <a:pathLst>
                      <a:path w="1741" h="2816" extrusionOk="0">
                        <a:moveTo>
                          <a:pt x="1210" y="163"/>
                        </a:moveTo>
                        <a:cubicBezTo>
                          <a:pt x="1238" y="198"/>
                          <a:pt x="1267" y="255"/>
                          <a:pt x="1267" y="283"/>
                        </a:cubicBezTo>
                        <a:cubicBezTo>
                          <a:pt x="1295" y="375"/>
                          <a:pt x="1295" y="432"/>
                          <a:pt x="1295" y="489"/>
                        </a:cubicBezTo>
                        <a:cubicBezTo>
                          <a:pt x="1267" y="552"/>
                          <a:pt x="1238" y="581"/>
                          <a:pt x="1182" y="581"/>
                        </a:cubicBezTo>
                        <a:cubicBezTo>
                          <a:pt x="1118" y="581"/>
                          <a:pt x="1090" y="552"/>
                          <a:pt x="1090" y="489"/>
                        </a:cubicBezTo>
                        <a:cubicBezTo>
                          <a:pt x="1062" y="460"/>
                          <a:pt x="1062" y="404"/>
                          <a:pt x="1090" y="340"/>
                        </a:cubicBezTo>
                        <a:cubicBezTo>
                          <a:pt x="1118" y="283"/>
                          <a:pt x="1147" y="227"/>
                          <a:pt x="1210" y="163"/>
                        </a:cubicBezTo>
                        <a:close/>
                        <a:moveTo>
                          <a:pt x="616" y="227"/>
                        </a:moveTo>
                        <a:cubicBezTo>
                          <a:pt x="680" y="255"/>
                          <a:pt x="708" y="340"/>
                          <a:pt x="736" y="404"/>
                        </a:cubicBezTo>
                        <a:cubicBezTo>
                          <a:pt x="736" y="489"/>
                          <a:pt x="736" y="552"/>
                          <a:pt x="680" y="609"/>
                        </a:cubicBezTo>
                        <a:cubicBezTo>
                          <a:pt x="663" y="642"/>
                          <a:pt x="625" y="656"/>
                          <a:pt x="584" y="656"/>
                        </a:cubicBezTo>
                        <a:cubicBezTo>
                          <a:pt x="556" y="656"/>
                          <a:pt x="526" y="649"/>
                          <a:pt x="503" y="637"/>
                        </a:cubicBezTo>
                        <a:cubicBezTo>
                          <a:pt x="474" y="609"/>
                          <a:pt x="474" y="581"/>
                          <a:pt x="439" y="517"/>
                        </a:cubicBezTo>
                        <a:cubicBezTo>
                          <a:pt x="439" y="432"/>
                          <a:pt x="503" y="283"/>
                          <a:pt x="616" y="227"/>
                        </a:cubicBezTo>
                        <a:close/>
                        <a:moveTo>
                          <a:pt x="995" y="0"/>
                        </a:moveTo>
                        <a:cubicBezTo>
                          <a:pt x="861" y="0"/>
                          <a:pt x="730" y="70"/>
                          <a:pt x="616" y="135"/>
                        </a:cubicBezTo>
                        <a:cubicBezTo>
                          <a:pt x="559" y="107"/>
                          <a:pt x="531" y="107"/>
                          <a:pt x="474" y="78"/>
                        </a:cubicBezTo>
                        <a:cubicBezTo>
                          <a:pt x="326" y="78"/>
                          <a:pt x="206" y="107"/>
                          <a:pt x="149" y="163"/>
                        </a:cubicBezTo>
                        <a:cubicBezTo>
                          <a:pt x="0" y="340"/>
                          <a:pt x="121" y="729"/>
                          <a:pt x="206" y="991"/>
                        </a:cubicBezTo>
                        <a:cubicBezTo>
                          <a:pt x="234" y="1047"/>
                          <a:pt x="262" y="1111"/>
                          <a:pt x="262" y="1168"/>
                        </a:cubicBezTo>
                        <a:cubicBezTo>
                          <a:pt x="382" y="1642"/>
                          <a:pt x="503" y="2109"/>
                          <a:pt x="588" y="2583"/>
                        </a:cubicBezTo>
                        <a:lnTo>
                          <a:pt x="616" y="2788"/>
                        </a:lnTo>
                        <a:cubicBezTo>
                          <a:pt x="651" y="2788"/>
                          <a:pt x="651" y="2816"/>
                          <a:pt x="651" y="2816"/>
                        </a:cubicBezTo>
                        <a:lnTo>
                          <a:pt x="680" y="2816"/>
                        </a:lnTo>
                        <a:cubicBezTo>
                          <a:pt x="680" y="2788"/>
                          <a:pt x="708" y="2788"/>
                          <a:pt x="680" y="2759"/>
                        </a:cubicBezTo>
                        <a:lnTo>
                          <a:pt x="651" y="2583"/>
                        </a:lnTo>
                        <a:cubicBezTo>
                          <a:pt x="559" y="2109"/>
                          <a:pt x="439" y="1613"/>
                          <a:pt x="326" y="1139"/>
                        </a:cubicBezTo>
                        <a:cubicBezTo>
                          <a:pt x="326" y="1111"/>
                          <a:pt x="298" y="1047"/>
                          <a:pt x="262" y="963"/>
                        </a:cubicBezTo>
                        <a:cubicBezTo>
                          <a:pt x="177" y="729"/>
                          <a:pt x="57" y="340"/>
                          <a:pt x="177" y="198"/>
                        </a:cubicBezTo>
                        <a:cubicBezTo>
                          <a:pt x="234" y="135"/>
                          <a:pt x="326" y="135"/>
                          <a:pt x="474" y="135"/>
                        </a:cubicBezTo>
                        <a:cubicBezTo>
                          <a:pt x="503" y="163"/>
                          <a:pt x="531" y="163"/>
                          <a:pt x="559" y="198"/>
                        </a:cubicBezTo>
                        <a:cubicBezTo>
                          <a:pt x="439" y="283"/>
                          <a:pt x="382" y="404"/>
                          <a:pt x="382" y="552"/>
                        </a:cubicBezTo>
                        <a:cubicBezTo>
                          <a:pt x="411" y="609"/>
                          <a:pt x="439" y="665"/>
                          <a:pt x="474" y="694"/>
                        </a:cubicBezTo>
                        <a:cubicBezTo>
                          <a:pt x="507" y="707"/>
                          <a:pt x="545" y="716"/>
                          <a:pt x="582" y="716"/>
                        </a:cubicBezTo>
                        <a:cubicBezTo>
                          <a:pt x="642" y="716"/>
                          <a:pt x="701" y="694"/>
                          <a:pt x="736" y="637"/>
                        </a:cubicBezTo>
                        <a:cubicBezTo>
                          <a:pt x="793" y="581"/>
                          <a:pt x="793" y="489"/>
                          <a:pt x="793" y="404"/>
                        </a:cubicBezTo>
                        <a:cubicBezTo>
                          <a:pt x="765" y="312"/>
                          <a:pt x="736" y="255"/>
                          <a:pt x="651" y="198"/>
                        </a:cubicBezTo>
                        <a:cubicBezTo>
                          <a:pt x="761" y="127"/>
                          <a:pt x="875" y="60"/>
                          <a:pt x="990" y="60"/>
                        </a:cubicBezTo>
                        <a:cubicBezTo>
                          <a:pt x="1023" y="60"/>
                          <a:pt x="1057" y="66"/>
                          <a:pt x="1090" y="78"/>
                        </a:cubicBezTo>
                        <a:cubicBezTo>
                          <a:pt x="1118" y="78"/>
                          <a:pt x="1147" y="107"/>
                          <a:pt x="1147" y="135"/>
                        </a:cubicBezTo>
                        <a:cubicBezTo>
                          <a:pt x="1090" y="163"/>
                          <a:pt x="1062" y="255"/>
                          <a:pt x="1033" y="312"/>
                        </a:cubicBezTo>
                        <a:cubicBezTo>
                          <a:pt x="1005" y="404"/>
                          <a:pt x="1005" y="460"/>
                          <a:pt x="1033" y="517"/>
                        </a:cubicBezTo>
                        <a:cubicBezTo>
                          <a:pt x="1033" y="581"/>
                          <a:pt x="1090" y="637"/>
                          <a:pt x="1147" y="637"/>
                        </a:cubicBezTo>
                        <a:cubicBezTo>
                          <a:pt x="1159" y="641"/>
                          <a:pt x="1171" y="643"/>
                          <a:pt x="1183" y="643"/>
                        </a:cubicBezTo>
                        <a:cubicBezTo>
                          <a:pt x="1260" y="643"/>
                          <a:pt x="1328" y="568"/>
                          <a:pt x="1359" y="489"/>
                        </a:cubicBezTo>
                        <a:cubicBezTo>
                          <a:pt x="1387" y="432"/>
                          <a:pt x="1359" y="375"/>
                          <a:pt x="1323" y="283"/>
                        </a:cubicBezTo>
                        <a:cubicBezTo>
                          <a:pt x="1295" y="227"/>
                          <a:pt x="1267" y="163"/>
                          <a:pt x="1238" y="135"/>
                        </a:cubicBezTo>
                        <a:cubicBezTo>
                          <a:pt x="1267" y="107"/>
                          <a:pt x="1295" y="78"/>
                          <a:pt x="1323" y="78"/>
                        </a:cubicBezTo>
                        <a:cubicBezTo>
                          <a:pt x="1351" y="72"/>
                          <a:pt x="1381" y="68"/>
                          <a:pt x="1410" y="68"/>
                        </a:cubicBezTo>
                        <a:cubicBezTo>
                          <a:pt x="1506" y="68"/>
                          <a:pt x="1599" y="106"/>
                          <a:pt x="1621" y="198"/>
                        </a:cubicBezTo>
                        <a:cubicBezTo>
                          <a:pt x="1677" y="255"/>
                          <a:pt x="1649" y="340"/>
                          <a:pt x="1649" y="432"/>
                        </a:cubicBezTo>
                        <a:cubicBezTo>
                          <a:pt x="1621" y="665"/>
                          <a:pt x="1564" y="906"/>
                          <a:pt x="1500" y="1111"/>
                        </a:cubicBezTo>
                        <a:cubicBezTo>
                          <a:pt x="1472" y="1288"/>
                          <a:pt x="1415" y="1465"/>
                          <a:pt x="1387" y="1613"/>
                        </a:cubicBezTo>
                        <a:lnTo>
                          <a:pt x="1182" y="2731"/>
                        </a:lnTo>
                        <a:cubicBezTo>
                          <a:pt x="1182" y="2759"/>
                          <a:pt x="1210" y="2759"/>
                          <a:pt x="1210" y="2759"/>
                        </a:cubicBezTo>
                        <a:lnTo>
                          <a:pt x="1238" y="2759"/>
                        </a:lnTo>
                        <a:lnTo>
                          <a:pt x="1444" y="1642"/>
                        </a:lnTo>
                        <a:cubicBezTo>
                          <a:pt x="1472" y="1465"/>
                          <a:pt x="1536" y="1288"/>
                          <a:pt x="1564" y="1139"/>
                        </a:cubicBezTo>
                        <a:cubicBezTo>
                          <a:pt x="1621" y="906"/>
                          <a:pt x="1677" y="665"/>
                          <a:pt x="1712" y="432"/>
                        </a:cubicBezTo>
                        <a:cubicBezTo>
                          <a:pt x="1712" y="340"/>
                          <a:pt x="1741" y="255"/>
                          <a:pt x="1677" y="163"/>
                        </a:cubicBezTo>
                        <a:cubicBezTo>
                          <a:pt x="1631" y="71"/>
                          <a:pt x="1506" y="12"/>
                          <a:pt x="1396" y="12"/>
                        </a:cubicBezTo>
                        <a:cubicBezTo>
                          <a:pt x="1370" y="12"/>
                          <a:pt x="1346" y="15"/>
                          <a:pt x="1323" y="22"/>
                        </a:cubicBezTo>
                        <a:cubicBezTo>
                          <a:pt x="1267" y="50"/>
                          <a:pt x="1238" y="50"/>
                          <a:pt x="1210" y="78"/>
                        </a:cubicBezTo>
                        <a:cubicBezTo>
                          <a:pt x="1182" y="50"/>
                          <a:pt x="1147" y="50"/>
                          <a:pt x="1118" y="22"/>
                        </a:cubicBezTo>
                        <a:cubicBezTo>
                          <a:pt x="1077" y="7"/>
                          <a:pt x="1036"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7"/>
                  <p:cNvSpPr/>
                  <p:nvPr/>
                </p:nvSpPr>
                <p:spPr>
                  <a:xfrm>
                    <a:off x="3306034" y="2019413"/>
                    <a:ext cx="19184" cy="5041"/>
                  </a:xfrm>
                  <a:custGeom>
                    <a:avLst/>
                    <a:gdLst/>
                    <a:ahLst/>
                    <a:cxnLst/>
                    <a:rect l="l" t="t" r="r" b="b"/>
                    <a:pathLst>
                      <a:path w="567" h="149" extrusionOk="0">
                        <a:moveTo>
                          <a:pt x="36" y="0"/>
                        </a:moveTo>
                        <a:lnTo>
                          <a:pt x="1" y="29"/>
                        </a:lnTo>
                        <a:cubicBezTo>
                          <a:pt x="1" y="57"/>
                          <a:pt x="1" y="57"/>
                          <a:pt x="36" y="57"/>
                        </a:cubicBezTo>
                        <a:lnTo>
                          <a:pt x="531" y="149"/>
                        </a:lnTo>
                        <a:cubicBezTo>
                          <a:pt x="567" y="149"/>
                          <a:pt x="567" y="121"/>
                          <a:pt x="567" y="121"/>
                        </a:cubicBezTo>
                        <a:cubicBezTo>
                          <a:pt x="567" y="85"/>
                          <a:pt x="567" y="85"/>
                          <a:pt x="531" y="85"/>
                        </a:cubicBezTo>
                        <a:lnTo>
                          <a:pt x="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7"/>
                  <p:cNvSpPr/>
                  <p:nvPr/>
                </p:nvSpPr>
                <p:spPr>
                  <a:xfrm>
                    <a:off x="3321125" y="1977761"/>
                    <a:ext cx="14887" cy="14617"/>
                  </a:xfrm>
                  <a:custGeom>
                    <a:avLst/>
                    <a:gdLst/>
                    <a:ahLst/>
                    <a:cxnLst/>
                    <a:rect l="l" t="t" r="r" b="b"/>
                    <a:pathLst>
                      <a:path w="440" h="432" extrusionOk="0">
                        <a:moveTo>
                          <a:pt x="29" y="0"/>
                        </a:moveTo>
                        <a:cubicBezTo>
                          <a:pt x="22" y="0"/>
                          <a:pt x="15" y="7"/>
                          <a:pt x="0" y="22"/>
                        </a:cubicBezTo>
                        <a:lnTo>
                          <a:pt x="0" y="50"/>
                        </a:lnTo>
                        <a:lnTo>
                          <a:pt x="411" y="404"/>
                        </a:lnTo>
                        <a:lnTo>
                          <a:pt x="411" y="432"/>
                        </a:lnTo>
                        <a:cubicBezTo>
                          <a:pt x="439" y="432"/>
                          <a:pt x="439" y="404"/>
                          <a:pt x="439" y="404"/>
                        </a:cubicBezTo>
                        <a:lnTo>
                          <a:pt x="439" y="375"/>
                        </a:lnTo>
                        <a:lnTo>
                          <a:pt x="57" y="22"/>
                        </a:lnTo>
                        <a:cubicBezTo>
                          <a:pt x="43" y="7"/>
                          <a:pt x="36"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7"/>
                  <p:cNvSpPr/>
                  <p:nvPr/>
                </p:nvSpPr>
                <p:spPr>
                  <a:xfrm>
                    <a:off x="3374992" y="1950455"/>
                    <a:ext cx="5041" cy="19184"/>
                  </a:xfrm>
                  <a:custGeom>
                    <a:avLst/>
                    <a:gdLst/>
                    <a:ahLst/>
                    <a:cxnLst/>
                    <a:rect l="l" t="t" r="r" b="b"/>
                    <a:pathLst>
                      <a:path w="149" h="567" extrusionOk="0">
                        <a:moveTo>
                          <a:pt x="28" y="1"/>
                        </a:moveTo>
                        <a:cubicBezTo>
                          <a:pt x="28" y="36"/>
                          <a:pt x="0" y="36"/>
                          <a:pt x="0" y="65"/>
                        </a:cubicBezTo>
                        <a:cubicBezTo>
                          <a:pt x="28" y="121"/>
                          <a:pt x="28" y="213"/>
                          <a:pt x="57" y="298"/>
                        </a:cubicBezTo>
                        <a:cubicBezTo>
                          <a:pt x="57" y="390"/>
                          <a:pt x="85" y="447"/>
                          <a:pt x="85" y="532"/>
                        </a:cubicBezTo>
                        <a:lnTo>
                          <a:pt x="120" y="567"/>
                        </a:lnTo>
                        <a:cubicBezTo>
                          <a:pt x="149" y="532"/>
                          <a:pt x="149" y="532"/>
                          <a:pt x="149" y="503"/>
                        </a:cubicBezTo>
                        <a:cubicBezTo>
                          <a:pt x="149" y="447"/>
                          <a:pt x="120" y="355"/>
                          <a:pt x="120" y="270"/>
                        </a:cubicBezTo>
                        <a:cubicBezTo>
                          <a:pt x="85" y="178"/>
                          <a:pt x="85" y="93"/>
                          <a:pt x="57" y="36"/>
                        </a:cubicBezTo>
                        <a:cubicBezTo>
                          <a:pt x="57" y="36"/>
                          <a:pt x="57"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7"/>
                  <p:cNvSpPr/>
                  <p:nvPr/>
                </p:nvSpPr>
                <p:spPr>
                  <a:xfrm>
                    <a:off x="3409944" y="1949508"/>
                    <a:ext cx="3857" cy="22060"/>
                  </a:xfrm>
                  <a:custGeom>
                    <a:avLst/>
                    <a:gdLst/>
                    <a:ahLst/>
                    <a:cxnLst/>
                    <a:rect l="l" t="t" r="r" b="b"/>
                    <a:pathLst>
                      <a:path w="114" h="652" extrusionOk="0">
                        <a:moveTo>
                          <a:pt x="85" y="1"/>
                        </a:moveTo>
                        <a:cubicBezTo>
                          <a:pt x="85" y="1"/>
                          <a:pt x="57" y="1"/>
                          <a:pt x="57" y="29"/>
                        </a:cubicBezTo>
                        <a:lnTo>
                          <a:pt x="0" y="623"/>
                        </a:lnTo>
                        <a:cubicBezTo>
                          <a:pt x="0" y="623"/>
                          <a:pt x="0" y="651"/>
                          <a:pt x="28" y="651"/>
                        </a:cubicBezTo>
                        <a:lnTo>
                          <a:pt x="57" y="623"/>
                        </a:lnTo>
                        <a:lnTo>
                          <a:pt x="113" y="29"/>
                        </a:lnTo>
                        <a:cubicBezTo>
                          <a:pt x="113" y="1"/>
                          <a:pt x="113" y="1"/>
                          <a:pt x="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7"/>
                  <p:cNvSpPr/>
                  <p:nvPr/>
                </p:nvSpPr>
                <p:spPr>
                  <a:xfrm>
                    <a:off x="3447739" y="1987573"/>
                    <a:ext cx="19895" cy="13906"/>
                  </a:xfrm>
                  <a:custGeom>
                    <a:avLst/>
                    <a:gdLst/>
                    <a:ahLst/>
                    <a:cxnLst/>
                    <a:rect l="l" t="t" r="r" b="b"/>
                    <a:pathLst>
                      <a:path w="588" h="411" extrusionOk="0">
                        <a:moveTo>
                          <a:pt x="531" y="0"/>
                        </a:moveTo>
                        <a:lnTo>
                          <a:pt x="29" y="354"/>
                        </a:lnTo>
                        <a:cubicBezTo>
                          <a:pt x="1" y="354"/>
                          <a:pt x="1" y="382"/>
                          <a:pt x="29" y="382"/>
                        </a:cubicBezTo>
                        <a:lnTo>
                          <a:pt x="29" y="411"/>
                        </a:lnTo>
                        <a:lnTo>
                          <a:pt x="57" y="411"/>
                        </a:lnTo>
                        <a:lnTo>
                          <a:pt x="560" y="57"/>
                        </a:lnTo>
                        <a:cubicBezTo>
                          <a:pt x="560" y="29"/>
                          <a:pt x="588" y="29"/>
                          <a:pt x="5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7"/>
                  <p:cNvSpPr/>
                  <p:nvPr/>
                </p:nvSpPr>
                <p:spPr>
                  <a:xfrm>
                    <a:off x="3461645" y="2026349"/>
                    <a:ext cx="20132" cy="3147"/>
                  </a:xfrm>
                  <a:custGeom>
                    <a:avLst/>
                    <a:gdLst/>
                    <a:ahLst/>
                    <a:cxnLst/>
                    <a:rect l="l" t="t" r="r" b="b"/>
                    <a:pathLst>
                      <a:path w="595" h="93" extrusionOk="0">
                        <a:moveTo>
                          <a:pt x="35" y="1"/>
                        </a:moveTo>
                        <a:cubicBezTo>
                          <a:pt x="0" y="1"/>
                          <a:pt x="0" y="1"/>
                          <a:pt x="0" y="29"/>
                        </a:cubicBezTo>
                        <a:cubicBezTo>
                          <a:pt x="0" y="29"/>
                          <a:pt x="0" y="57"/>
                          <a:pt x="35" y="57"/>
                        </a:cubicBezTo>
                        <a:lnTo>
                          <a:pt x="566" y="92"/>
                        </a:lnTo>
                        <a:cubicBezTo>
                          <a:pt x="594" y="92"/>
                          <a:pt x="594" y="57"/>
                          <a:pt x="594" y="57"/>
                        </a:cubicBezTo>
                        <a:cubicBezTo>
                          <a:pt x="594" y="29"/>
                          <a:pt x="594" y="29"/>
                          <a:pt x="566" y="29"/>
                        </a:cubicBezTo>
                        <a:lnTo>
                          <a:pt x="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7"/>
                  <p:cNvSpPr/>
                  <p:nvPr/>
                </p:nvSpPr>
                <p:spPr>
                  <a:xfrm>
                    <a:off x="3346028" y="1991397"/>
                    <a:ext cx="36880" cy="56065"/>
                  </a:xfrm>
                  <a:custGeom>
                    <a:avLst/>
                    <a:gdLst/>
                    <a:ahLst/>
                    <a:cxnLst/>
                    <a:rect l="l" t="t" r="r" b="b"/>
                    <a:pathLst>
                      <a:path w="1090" h="1657" extrusionOk="0">
                        <a:moveTo>
                          <a:pt x="1033" y="1"/>
                        </a:moveTo>
                        <a:cubicBezTo>
                          <a:pt x="708" y="64"/>
                          <a:pt x="411" y="298"/>
                          <a:pt x="234" y="623"/>
                        </a:cubicBezTo>
                        <a:cubicBezTo>
                          <a:pt x="57" y="913"/>
                          <a:pt x="0" y="1302"/>
                          <a:pt x="120" y="1621"/>
                        </a:cubicBezTo>
                        <a:cubicBezTo>
                          <a:pt x="120" y="1621"/>
                          <a:pt x="120" y="1656"/>
                          <a:pt x="149" y="1656"/>
                        </a:cubicBezTo>
                        <a:cubicBezTo>
                          <a:pt x="149" y="1656"/>
                          <a:pt x="177" y="1621"/>
                          <a:pt x="149" y="1592"/>
                        </a:cubicBezTo>
                        <a:cubicBezTo>
                          <a:pt x="57" y="1302"/>
                          <a:pt x="120" y="913"/>
                          <a:pt x="269" y="652"/>
                        </a:cubicBezTo>
                        <a:cubicBezTo>
                          <a:pt x="446" y="354"/>
                          <a:pt x="736" y="121"/>
                          <a:pt x="1061" y="64"/>
                        </a:cubicBezTo>
                        <a:cubicBezTo>
                          <a:pt x="1061" y="29"/>
                          <a:pt x="1090" y="29"/>
                          <a:pt x="10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10" name="Google Shape;610;p37"/>
              <p:cNvGrpSpPr/>
              <p:nvPr/>
            </p:nvGrpSpPr>
            <p:grpSpPr>
              <a:xfrm>
                <a:off x="6350422" y="1987207"/>
                <a:ext cx="2348411" cy="2480360"/>
                <a:chOff x="2970924" y="3808142"/>
                <a:chExt cx="996525" cy="1052516"/>
              </a:xfrm>
            </p:grpSpPr>
            <p:sp>
              <p:nvSpPr>
                <p:cNvPr id="611" name="Google Shape;611;p37"/>
                <p:cNvSpPr/>
                <p:nvPr/>
              </p:nvSpPr>
              <p:spPr>
                <a:xfrm>
                  <a:off x="3598308" y="4002867"/>
                  <a:ext cx="137675" cy="167957"/>
                </a:xfrm>
                <a:custGeom>
                  <a:avLst/>
                  <a:gdLst/>
                  <a:ahLst/>
                  <a:cxnLst/>
                  <a:rect l="l" t="t" r="r" b="b"/>
                  <a:pathLst>
                    <a:path w="4069" h="4964" extrusionOk="0">
                      <a:moveTo>
                        <a:pt x="3189" y="1"/>
                      </a:moveTo>
                      <a:cubicBezTo>
                        <a:pt x="2810" y="1"/>
                        <a:pt x="2319" y="494"/>
                        <a:pt x="2095" y="713"/>
                      </a:cubicBezTo>
                      <a:cubicBezTo>
                        <a:pt x="1918" y="925"/>
                        <a:pt x="1713" y="1159"/>
                        <a:pt x="1479" y="1364"/>
                      </a:cubicBezTo>
                      <a:cubicBezTo>
                        <a:pt x="1239" y="1569"/>
                        <a:pt x="977" y="1689"/>
                        <a:pt x="708" y="1866"/>
                      </a:cubicBezTo>
                      <a:cubicBezTo>
                        <a:pt x="503" y="2043"/>
                        <a:pt x="298" y="2220"/>
                        <a:pt x="177" y="2453"/>
                      </a:cubicBezTo>
                      <a:cubicBezTo>
                        <a:pt x="64" y="2659"/>
                        <a:pt x="29" y="2871"/>
                        <a:pt x="29" y="3104"/>
                      </a:cubicBezTo>
                      <a:cubicBezTo>
                        <a:pt x="1" y="3635"/>
                        <a:pt x="149" y="4222"/>
                        <a:pt x="595" y="4547"/>
                      </a:cubicBezTo>
                      <a:cubicBezTo>
                        <a:pt x="736" y="4668"/>
                        <a:pt x="913" y="4753"/>
                        <a:pt x="1090" y="4816"/>
                      </a:cubicBezTo>
                      <a:cubicBezTo>
                        <a:pt x="1361" y="4912"/>
                        <a:pt x="1659" y="4964"/>
                        <a:pt x="1949" y="4964"/>
                      </a:cubicBezTo>
                      <a:cubicBezTo>
                        <a:pt x="2197" y="4964"/>
                        <a:pt x="2439" y="4926"/>
                        <a:pt x="2653" y="4845"/>
                      </a:cubicBezTo>
                      <a:cubicBezTo>
                        <a:pt x="2894" y="4781"/>
                        <a:pt x="3099" y="4547"/>
                        <a:pt x="3276" y="4371"/>
                      </a:cubicBezTo>
                      <a:cubicBezTo>
                        <a:pt x="3453" y="4194"/>
                        <a:pt x="3630" y="3989"/>
                        <a:pt x="3743" y="3755"/>
                      </a:cubicBezTo>
                      <a:cubicBezTo>
                        <a:pt x="3891" y="3515"/>
                        <a:pt x="3983" y="3225"/>
                        <a:pt x="4040" y="2927"/>
                      </a:cubicBezTo>
                      <a:cubicBezTo>
                        <a:pt x="4068" y="2574"/>
                        <a:pt x="4068" y="2220"/>
                        <a:pt x="4068" y="1866"/>
                      </a:cubicBezTo>
                      <a:cubicBezTo>
                        <a:pt x="4040" y="1244"/>
                        <a:pt x="3835" y="685"/>
                        <a:pt x="3509" y="183"/>
                      </a:cubicBezTo>
                      <a:cubicBezTo>
                        <a:pt x="3423" y="53"/>
                        <a:pt x="3312" y="1"/>
                        <a:pt x="31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7"/>
                <p:cNvSpPr/>
                <p:nvPr/>
              </p:nvSpPr>
              <p:spPr>
                <a:xfrm>
                  <a:off x="2972142" y="4023405"/>
                  <a:ext cx="272169" cy="460562"/>
                </a:xfrm>
                <a:custGeom>
                  <a:avLst/>
                  <a:gdLst/>
                  <a:ahLst/>
                  <a:cxnLst/>
                  <a:rect l="l" t="t" r="r" b="b"/>
                  <a:pathLst>
                    <a:path w="8044" h="13612" extrusionOk="0">
                      <a:moveTo>
                        <a:pt x="532" y="1"/>
                      </a:moveTo>
                      <a:cubicBezTo>
                        <a:pt x="504" y="1"/>
                        <a:pt x="473" y="15"/>
                        <a:pt x="439" y="50"/>
                      </a:cubicBezTo>
                      <a:cubicBezTo>
                        <a:pt x="382" y="78"/>
                        <a:pt x="382" y="142"/>
                        <a:pt x="382" y="198"/>
                      </a:cubicBezTo>
                      <a:cubicBezTo>
                        <a:pt x="354" y="347"/>
                        <a:pt x="354" y="495"/>
                        <a:pt x="382" y="672"/>
                      </a:cubicBezTo>
                      <a:cubicBezTo>
                        <a:pt x="363" y="653"/>
                        <a:pt x="345" y="646"/>
                        <a:pt x="328" y="646"/>
                      </a:cubicBezTo>
                      <a:cubicBezTo>
                        <a:pt x="287" y="646"/>
                        <a:pt x="253" y="689"/>
                        <a:pt x="234" y="729"/>
                      </a:cubicBezTo>
                      <a:cubicBezTo>
                        <a:pt x="177" y="877"/>
                        <a:pt x="205" y="990"/>
                        <a:pt x="113" y="1111"/>
                      </a:cubicBezTo>
                      <a:cubicBezTo>
                        <a:pt x="28" y="1259"/>
                        <a:pt x="0" y="1408"/>
                        <a:pt x="28" y="1556"/>
                      </a:cubicBezTo>
                      <a:cubicBezTo>
                        <a:pt x="28" y="1670"/>
                        <a:pt x="85" y="1790"/>
                        <a:pt x="142" y="1910"/>
                      </a:cubicBezTo>
                      <a:cubicBezTo>
                        <a:pt x="318" y="2292"/>
                        <a:pt x="587" y="2794"/>
                        <a:pt x="941" y="3028"/>
                      </a:cubicBezTo>
                      <a:cubicBezTo>
                        <a:pt x="1323" y="3233"/>
                        <a:pt x="1769" y="3410"/>
                        <a:pt x="2087" y="3735"/>
                      </a:cubicBezTo>
                      <a:cubicBezTo>
                        <a:pt x="2179" y="3820"/>
                        <a:pt x="2207" y="3969"/>
                        <a:pt x="2264" y="4089"/>
                      </a:cubicBezTo>
                      <a:cubicBezTo>
                        <a:pt x="2858" y="5829"/>
                        <a:pt x="3148" y="7654"/>
                        <a:pt x="3594" y="9451"/>
                      </a:cubicBezTo>
                      <a:cubicBezTo>
                        <a:pt x="3827" y="10364"/>
                        <a:pt x="4096" y="11340"/>
                        <a:pt x="4478" y="12225"/>
                      </a:cubicBezTo>
                      <a:cubicBezTo>
                        <a:pt x="4627" y="12578"/>
                        <a:pt x="5037" y="13314"/>
                        <a:pt x="5391" y="13519"/>
                      </a:cubicBezTo>
                      <a:cubicBezTo>
                        <a:pt x="5481" y="13586"/>
                        <a:pt x="5552" y="13611"/>
                        <a:pt x="5618" y="13611"/>
                      </a:cubicBezTo>
                      <a:cubicBezTo>
                        <a:pt x="5789" y="13611"/>
                        <a:pt x="5916" y="13437"/>
                        <a:pt x="6218" y="13371"/>
                      </a:cubicBezTo>
                      <a:cubicBezTo>
                        <a:pt x="6600" y="13314"/>
                        <a:pt x="6862" y="13052"/>
                        <a:pt x="7131" y="12783"/>
                      </a:cubicBezTo>
                      <a:cubicBezTo>
                        <a:pt x="7513" y="12373"/>
                        <a:pt x="8015" y="11814"/>
                        <a:pt x="8015" y="11192"/>
                      </a:cubicBezTo>
                      <a:cubicBezTo>
                        <a:pt x="8044" y="10718"/>
                        <a:pt x="7867" y="10102"/>
                        <a:pt x="7633" y="9692"/>
                      </a:cubicBezTo>
                      <a:cubicBezTo>
                        <a:pt x="7605" y="9572"/>
                        <a:pt x="7541" y="9480"/>
                        <a:pt x="7485" y="9366"/>
                      </a:cubicBezTo>
                      <a:cubicBezTo>
                        <a:pt x="6898" y="8334"/>
                        <a:pt x="6042" y="7421"/>
                        <a:pt x="5511" y="6360"/>
                      </a:cubicBezTo>
                      <a:cubicBezTo>
                        <a:pt x="5391" y="6119"/>
                        <a:pt x="5270" y="5858"/>
                        <a:pt x="5157" y="5624"/>
                      </a:cubicBezTo>
                      <a:cubicBezTo>
                        <a:pt x="4832" y="4881"/>
                        <a:pt x="4506" y="4174"/>
                        <a:pt x="4153" y="3466"/>
                      </a:cubicBezTo>
                      <a:cubicBezTo>
                        <a:pt x="4068" y="3290"/>
                        <a:pt x="4004" y="3113"/>
                        <a:pt x="3919" y="2936"/>
                      </a:cubicBezTo>
                      <a:cubicBezTo>
                        <a:pt x="3856" y="2851"/>
                        <a:pt x="3827" y="2759"/>
                        <a:pt x="3799" y="2674"/>
                      </a:cubicBezTo>
                      <a:cubicBezTo>
                        <a:pt x="3771" y="2618"/>
                        <a:pt x="3771" y="2554"/>
                        <a:pt x="3742" y="2497"/>
                      </a:cubicBezTo>
                      <a:cubicBezTo>
                        <a:pt x="3622" y="2200"/>
                        <a:pt x="3389" y="1910"/>
                        <a:pt x="3148" y="1733"/>
                      </a:cubicBezTo>
                      <a:cubicBezTo>
                        <a:pt x="2971" y="1585"/>
                        <a:pt x="2766" y="1464"/>
                        <a:pt x="2589" y="1344"/>
                      </a:cubicBezTo>
                      <a:cubicBezTo>
                        <a:pt x="2384" y="1167"/>
                        <a:pt x="2151" y="1054"/>
                        <a:pt x="1946" y="877"/>
                      </a:cubicBezTo>
                      <a:cubicBezTo>
                        <a:pt x="1677" y="672"/>
                        <a:pt x="1443" y="495"/>
                        <a:pt x="1203" y="283"/>
                      </a:cubicBezTo>
                      <a:cubicBezTo>
                        <a:pt x="1157" y="260"/>
                        <a:pt x="1093" y="219"/>
                        <a:pt x="1036" y="219"/>
                      </a:cubicBezTo>
                      <a:cubicBezTo>
                        <a:pt x="1023" y="219"/>
                        <a:pt x="1010" y="221"/>
                        <a:pt x="998" y="226"/>
                      </a:cubicBezTo>
                      <a:cubicBezTo>
                        <a:pt x="941" y="255"/>
                        <a:pt x="913" y="318"/>
                        <a:pt x="913" y="375"/>
                      </a:cubicBezTo>
                      <a:cubicBezTo>
                        <a:pt x="849" y="608"/>
                        <a:pt x="998" y="785"/>
                        <a:pt x="1174" y="934"/>
                      </a:cubicBezTo>
                      <a:cubicBezTo>
                        <a:pt x="1380" y="1139"/>
                        <a:pt x="1620" y="1288"/>
                        <a:pt x="1769" y="1521"/>
                      </a:cubicBezTo>
                      <a:cubicBezTo>
                        <a:pt x="1928" y="1758"/>
                        <a:pt x="1846" y="1846"/>
                        <a:pt x="1695" y="1846"/>
                      </a:cubicBezTo>
                      <a:cubicBezTo>
                        <a:pt x="1544" y="1846"/>
                        <a:pt x="1323" y="1758"/>
                        <a:pt x="1203" y="1641"/>
                      </a:cubicBezTo>
                      <a:cubicBezTo>
                        <a:pt x="1090" y="1521"/>
                        <a:pt x="1026" y="1344"/>
                        <a:pt x="969" y="1203"/>
                      </a:cubicBezTo>
                      <a:cubicBezTo>
                        <a:pt x="849" y="962"/>
                        <a:pt x="821" y="700"/>
                        <a:pt x="764" y="432"/>
                      </a:cubicBezTo>
                      <a:cubicBezTo>
                        <a:pt x="741" y="361"/>
                        <a:pt x="673" y="1"/>
                        <a:pt x="532" y="1"/>
                      </a:cubicBezTo>
                      <a:close/>
                    </a:path>
                  </a:pathLst>
                </a:custGeom>
                <a:solidFill>
                  <a:srgbClr val="E958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7"/>
                <p:cNvSpPr/>
                <p:nvPr/>
              </p:nvSpPr>
              <p:spPr>
                <a:xfrm>
                  <a:off x="2970924" y="4022187"/>
                  <a:ext cx="274334" cy="462727"/>
                </a:xfrm>
                <a:custGeom>
                  <a:avLst/>
                  <a:gdLst/>
                  <a:ahLst/>
                  <a:cxnLst/>
                  <a:rect l="l" t="t" r="r" b="b"/>
                  <a:pathLst>
                    <a:path w="8108" h="13676" extrusionOk="0">
                      <a:moveTo>
                        <a:pt x="567" y="57"/>
                      </a:moveTo>
                      <a:cubicBezTo>
                        <a:pt x="652" y="57"/>
                        <a:pt x="708" y="319"/>
                        <a:pt x="743" y="439"/>
                      </a:cubicBezTo>
                      <a:cubicBezTo>
                        <a:pt x="743" y="439"/>
                        <a:pt x="743" y="468"/>
                        <a:pt x="772" y="468"/>
                      </a:cubicBezTo>
                      <a:cubicBezTo>
                        <a:pt x="772" y="560"/>
                        <a:pt x="800" y="644"/>
                        <a:pt x="828" y="736"/>
                      </a:cubicBezTo>
                      <a:cubicBezTo>
                        <a:pt x="857" y="913"/>
                        <a:pt x="885" y="1090"/>
                        <a:pt x="977" y="1267"/>
                      </a:cubicBezTo>
                      <a:cubicBezTo>
                        <a:pt x="1034" y="1416"/>
                        <a:pt x="1126" y="1557"/>
                        <a:pt x="1210" y="1706"/>
                      </a:cubicBezTo>
                      <a:cubicBezTo>
                        <a:pt x="1331" y="1826"/>
                        <a:pt x="1564" y="1911"/>
                        <a:pt x="1741" y="1911"/>
                      </a:cubicBezTo>
                      <a:cubicBezTo>
                        <a:pt x="1833" y="1911"/>
                        <a:pt x="1890" y="1882"/>
                        <a:pt x="1890" y="1854"/>
                      </a:cubicBezTo>
                      <a:cubicBezTo>
                        <a:pt x="1946" y="1769"/>
                        <a:pt x="1918" y="1677"/>
                        <a:pt x="1833" y="1557"/>
                      </a:cubicBezTo>
                      <a:cubicBezTo>
                        <a:pt x="1713" y="1380"/>
                        <a:pt x="1536" y="1239"/>
                        <a:pt x="1387" y="1090"/>
                      </a:cubicBezTo>
                      <a:cubicBezTo>
                        <a:pt x="1331" y="1062"/>
                        <a:pt x="1274" y="998"/>
                        <a:pt x="1210" y="942"/>
                      </a:cubicBezTo>
                      <a:cubicBezTo>
                        <a:pt x="1034" y="765"/>
                        <a:pt x="949" y="588"/>
                        <a:pt x="977" y="411"/>
                      </a:cubicBezTo>
                      <a:cubicBezTo>
                        <a:pt x="977" y="383"/>
                        <a:pt x="1005" y="319"/>
                        <a:pt x="1034" y="291"/>
                      </a:cubicBezTo>
                      <a:cubicBezTo>
                        <a:pt x="1097" y="291"/>
                        <a:pt x="1154" y="319"/>
                        <a:pt x="1210" y="354"/>
                      </a:cubicBezTo>
                      <a:lnTo>
                        <a:pt x="1946" y="942"/>
                      </a:lnTo>
                      <a:cubicBezTo>
                        <a:pt x="2066" y="1026"/>
                        <a:pt x="2187" y="1090"/>
                        <a:pt x="2300" y="1175"/>
                      </a:cubicBezTo>
                      <a:cubicBezTo>
                        <a:pt x="2392" y="1239"/>
                        <a:pt x="2512" y="1324"/>
                        <a:pt x="2625" y="1380"/>
                      </a:cubicBezTo>
                      <a:cubicBezTo>
                        <a:pt x="2717" y="1472"/>
                        <a:pt x="2802" y="1529"/>
                        <a:pt x="2866" y="1557"/>
                      </a:cubicBezTo>
                      <a:cubicBezTo>
                        <a:pt x="2979" y="1649"/>
                        <a:pt x="3071" y="1706"/>
                        <a:pt x="3156" y="1769"/>
                      </a:cubicBezTo>
                      <a:cubicBezTo>
                        <a:pt x="3425" y="1974"/>
                        <a:pt x="3630" y="2236"/>
                        <a:pt x="3750" y="2533"/>
                      </a:cubicBezTo>
                      <a:cubicBezTo>
                        <a:pt x="3778" y="2590"/>
                        <a:pt x="3807" y="2654"/>
                        <a:pt x="3807" y="2710"/>
                      </a:cubicBezTo>
                      <a:cubicBezTo>
                        <a:pt x="3835" y="2795"/>
                        <a:pt x="3863" y="2887"/>
                        <a:pt x="3927" y="2972"/>
                      </a:cubicBezTo>
                      <a:cubicBezTo>
                        <a:pt x="4012" y="3149"/>
                        <a:pt x="4104" y="3326"/>
                        <a:pt x="4160" y="3502"/>
                      </a:cubicBezTo>
                      <a:cubicBezTo>
                        <a:pt x="4366" y="3920"/>
                        <a:pt x="4542" y="4302"/>
                        <a:pt x="4719" y="4712"/>
                      </a:cubicBezTo>
                      <a:cubicBezTo>
                        <a:pt x="4868" y="5038"/>
                        <a:pt x="5016" y="5335"/>
                        <a:pt x="5165" y="5660"/>
                      </a:cubicBezTo>
                      <a:cubicBezTo>
                        <a:pt x="5306" y="5950"/>
                        <a:pt x="5427" y="6191"/>
                        <a:pt x="5519" y="6396"/>
                      </a:cubicBezTo>
                      <a:cubicBezTo>
                        <a:pt x="5809" y="7011"/>
                        <a:pt x="6226" y="7542"/>
                        <a:pt x="6608" y="8101"/>
                      </a:cubicBezTo>
                      <a:cubicBezTo>
                        <a:pt x="6898" y="8518"/>
                        <a:pt x="7224" y="8957"/>
                        <a:pt x="7492" y="9431"/>
                      </a:cubicBezTo>
                      <a:cubicBezTo>
                        <a:pt x="7549" y="9551"/>
                        <a:pt x="7606" y="9636"/>
                        <a:pt x="7669" y="9756"/>
                      </a:cubicBezTo>
                      <a:cubicBezTo>
                        <a:pt x="7846" y="10110"/>
                        <a:pt x="8051" y="10725"/>
                        <a:pt x="8023" y="11228"/>
                      </a:cubicBezTo>
                      <a:cubicBezTo>
                        <a:pt x="8023" y="11815"/>
                        <a:pt x="7549" y="12381"/>
                        <a:pt x="7139" y="12791"/>
                      </a:cubicBezTo>
                      <a:cubicBezTo>
                        <a:pt x="6898" y="13053"/>
                        <a:pt x="6608" y="13322"/>
                        <a:pt x="6254" y="13378"/>
                      </a:cubicBezTo>
                      <a:cubicBezTo>
                        <a:pt x="6106" y="13407"/>
                        <a:pt x="5986" y="13499"/>
                        <a:pt x="5901" y="13527"/>
                      </a:cubicBezTo>
                      <a:cubicBezTo>
                        <a:pt x="5809" y="13583"/>
                        <a:pt x="5724" y="13619"/>
                        <a:pt x="5660" y="13619"/>
                      </a:cubicBezTo>
                      <a:cubicBezTo>
                        <a:pt x="5575" y="13619"/>
                        <a:pt x="5519" y="13583"/>
                        <a:pt x="5427" y="13527"/>
                      </a:cubicBezTo>
                      <a:cubicBezTo>
                        <a:pt x="5101" y="13322"/>
                        <a:pt x="4691" y="12586"/>
                        <a:pt x="4542" y="12232"/>
                      </a:cubicBezTo>
                      <a:cubicBezTo>
                        <a:pt x="4160" y="11320"/>
                        <a:pt x="3892" y="10372"/>
                        <a:pt x="3658" y="9459"/>
                      </a:cubicBezTo>
                      <a:cubicBezTo>
                        <a:pt x="3481" y="8844"/>
                        <a:pt x="3361" y="8193"/>
                        <a:pt x="3220" y="7542"/>
                      </a:cubicBezTo>
                      <a:cubicBezTo>
                        <a:pt x="2951" y="6396"/>
                        <a:pt x="2717" y="5243"/>
                        <a:pt x="2335" y="4125"/>
                      </a:cubicBezTo>
                      <a:cubicBezTo>
                        <a:pt x="2272" y="4005"/>
                        <a:pt x="2243" y="3856"/>
                        <a:pt x="2123" y="3743"/>
                      </a:cubicBezTo>
                      <a:cubicBezTo>
                        <a:pt x="1918" y="3502"/>
                        <a:pt x="1628" y="3361"/>
                        <a:pt x="1359" y="3212"/>
                      </a:cubicBezTo>
                      <a:cubicBezTo>
                        <a:pt x="1239" y="3149"/>
                        <a:pt x="1126" y="3092"/>
                        <a:pt x="1005" y="3036"/>
                      </a:cubicBezTo>
                      <a:cubicBezTo>
                        <a:pt x="623" y="2795"/>
                        <a:pt x="326" y="2208"/>
                        <a:pt x="213" y="1946"/>
                      </a:cubicBezTo>
                      <a:cubicBezTo>
                        <a:pt x="149" y="1826"/>
                        <a:pt x="93" y="1706"/>
                        <a:pt x="93" y="1592"/>
                      </a:cubicBezTo>
                      <a:cubicBezTo>
                        <a:pt x="64" y="1444"/>
                        <a:pt x="93" y="1295"/>
                        <a:pt x="178" y="1175"/>
                      </a:cubicBezTo>
                      <a:cubicBezTo>
                        <a:pt x="241" y="1090"/>
                        <a:pt x="241" y="1026"/>
                        <a:pt x="241" y="970"/>
                      </a:cubicBezTo>
                      <a:cubicBezTo>
                        <a:pt x="270" y="913"/>
                        <a:pt x="270" y="850"/>
                        <a:pt x="298" y="793"/>
                      </a:cubicBezTo>
                      <a:cubicBezTo>
                        <a:pt x="326" y="736"/>
                        <a:pt x="354" y="708"/>
                        <a:pt x="390" y="708"/>
                      </a:cubicBezTo>
                      <a:cubicBezTo>
                        <a:pt x="404" y="722"/>
                        <a:pt x="411" y="729"/>
                        <a:pt x="415" y="729"/>
                      </a:cubicBezTo>
                      <a:cubicBezTo>
                        <a:pt x="418" y="729"/>
                        <a:pt x="418" y="722"/>
                        <a:pt x="418" y="708"/>
                      </a:cubicBezTo>
                      <a:cubicBezTo>
                        <a:pt x="446" y="708"/>
                        <a:pt x="446" y="708"/>
                        <a:pt x="446" y="673"/>
                      </a:cubicBezTo>
                      <a:cubicBezTo>
                        <a:pt x="418" y="531"/>
                        <a:pt x="418" y="383"/>
                        <a:pt x="446" y="234"/>
                      </a:cubicBezTo>
                      <a:cubicBezTo>
                        <a:pt x="446" y="178"/>
                        <a:pt x="446" y="142"/>
                        <a:pt x="475" y="114"/>
                      </a:cubicBezTo>
                      <a:cubicBezTo>
                        <a:pt x="503" y="86"/>
                        <a:pt x="531" y="57"/>
                        <a:pt x="567" y="57"/>
                      </a:cubicBezTo>
                      <a:close/>
                      <a:moveTo>
                        <a:pt x="567" y="1"/>
                      </a:moveTo>
                      <a:cubicBezTo>
                        <a:pt x="531" y="1"/>
                        <a:pt x="475" y="29"/>
                        <a:pt x="446" y="57"/>
                      </a:cubicBezTo>
                      <a:cubicBezTo>
                        <a:pt x="418" y="114"/>
                        <a:pt x="390" y="178"/>
                        <a:pt x="390" y="234"/>
                      </a:cubicBezTo>
                      <a:cubicBezTo>
                        <a:pt x="354" y="383"/>
                        <a:pt x="354" y="496"/>
                        <a:pt x="390" y="644"/>
                      </a:cubicBezTo>
                      <a:cubicBezTo>
                        <a:pt x="326" y="644"/>
                        <a:pt x="270" y="708"/>
                        <a:pt x="241" y="765"/>
                      </a:cubicBezTo>
                      <a:cubicBezTo>
                        <a:pt x="213" y="821"/>
                        <a:pt x="213" y="885"/>
                        <a:pt x="178" y="942"/>
                      </a:cubicBezTo>
                      <a:cubicBezTo>
                        <a:pt x="178" y="1026"/>
                        <a:pt x="178" y="1090"/>
                        <a:pt x="121" y="1147"/>
                      </a:cubicBezTo>
                      <a:cubicBezTo>
                        <a:pt x="36" y="1267"/>
                        <a:pt x="1" y="1444"/>
                        <a:pt x="36" y="1592"/>
                      </a:cubicBezTo>
                      <a:cubicBezTo>
                        <a:pt x="36" y="1706"/>
                        <a:pt x="93" y="1854"/>
                        <a:pt x="149" y="1974"/>
                      </a:cubicBezTo>
                      <a:cubicBezTo>
                        <a:pt x="298" y="2264"/>
                        <a:pt x="595" y="2859"/>
                        <a:pt x="977" y="3064"/>
                      </a:cubicBezTo>
                      <a:cubicBezTo>
                        <a:pt x="1097" y="3149"/>
                        <a:pt x="1210" y="3212"/>
                        <a:pt x="1331" y="3269"/>
                      </a:cubicBezTo>
                      <a:cubicBezTo>
                        <a:pt x="1592" y="3418"/>
                        <a:pt x="1890" y="3566"/>
                        <a:pt x="2095" y="3771"/>
                      </a:cubicBezTo>
                      <a:cubicBezTo>
                        <a:pt x="2187" y="3892"/>
                        <a:pt x="2215" y="4005"/>
                        <a:pt x="2272" y="4125"/>
                      </a:cubicBezTo>
                      <a:cubicBezTo>
                        <a:pt x="2654" y="5243"/>
                        <a:pt x="2894" y="6424"/>
                        <a:pt x="3156" y="7542"/>
                      </a:cubicBezTo>
                      <a:cubicBezTo>
                        <a:pt x="3304" y="8193"/>
                        <a:pt x="3425" y="8844"/>
                        <a:pt x="3602" y="9487"/>
                      </a:cubicBezTo>
                      <a:cubicBezTo>
                        <a:pt x="3835" y="10400"/>
                        <a:pt x="4104" y="11348"/>
                        <a:pt x="4486" y="12261"/>
                      </a:cubicBezTo>
                      <a:cubicBezTo>
                        <a:pt x="4634" y="12586"/>
                        <a:pt x="5045" y="13350"/>
                        <a:pt x="5398" y="13583"/>
                      </a:cubicBezTo>
                      <a:cubicBezTo>
                        <a:pt x="5483" y="13647"/>
                        <a:pt x="5575" y="13675"/>
                        <a:pt x="5660" y="13675"/>
                      </a:cubicBezTo>
                      <a:cubicBezTo>
                        <a:pt x="5752" y="13675"/>
                        <a:pt x="5837" y="13647"/>
                        <a:pt x="5929" y="13583"/>
                      </a:cubicBezTo>
                      <a:cubicBezTo>
                        <a:pt x="6014" y="13527"/>
                        <a:pt x="6106" y="13470"/>
                        <a:pt x="6283" y="13442"/>
                      </a:cubicBezTo>
                      <a:cubicBezTo>
                        <a:pt x="6636" y="13378"/>
                        <a:pt x="6934" y="13117"/>
                        <a:pt x="7195" y="12819"/>
                      </a:cubicBezTo>
                      <a:cubicBezTo>
                        <a:pt x="7606" y="12409"/>
                        <a:pt x="8080" y="11850"/>
                        <a:pt x="8080" y="11228"/>
                      </a:cubicBezTo>
                      <a:cubicBezTo>
                        <a:pt x="8108" y="10697"/>
                        <a:pt x="7903" y="10082"/>
                        <a:pt x="7698" y="9728"/>
                      </a:cubicBezTo>
                      <a:cubicBezTo>
                        <a:pt x="7669" y="9608"/>
                        <a:pt x="7606" y="9516"/>
                        <a:pt x="7549" y="9402"/>
                      </a:cubicBezTo>
                      <a:cubicBezTo>
                        <a:pt x="7287" y="8928"/>
                        <a:pt x="6962" y="8490"/>
                        <a:pt x="6636" y="8044"/>
                      </a:cubicBezTo>
                      <a:cubicBezTo>
                        <a:pt x="6254" y="7514"/>
                        <a:pt x="5872" y="6983"/>
                        <a:pt x="5575" y="6396"/>
                      </a:cubicBezTo>
                      <a:cubicBezTo>
                        <a:pt x="5455" y="6155"/>
                        <a:pt x="5342" y="5922"/>
                        <a:pt x="5222" y="5625"/>
                      </a:cubicBezTo>
                      <a:cubicBezTo>
                        <a:pt x="5073" y="5335"/>
                        <a:pt x="4924" y="5009"/>
                        <a:pt x="4776" y="4684"/>
                      </a:cubicBezTo>
                      <a:cubicBezTo>
                        <a:pt x="4599" y="4302"/>
                        <a:pt x="4422" y="3892"/>
                        <a:pt x="4217" y="3474"/>
                      </a:cubicBezTo>
                      <a:cubicBezTo>
                        <a:pt x="4132" y="3297"/>
                        <a:pt x="4068" y="3120"/>
                        <a:pt x="3984" y="2944"/>
                      </a:cubicBezTo>
                      <a:cubicBezTo>
                        <a:pt x="3927" y="2887"/>
                        <a:pt x="3892" y="2795"/>
                        <a:pt x="3863" y="2710"/>
                      </a:cubicBezTo>
                      <a:cubicBezTo>
                        <a:pt x="3835" y="2654"/>
                        <a:pt x="3835" y="2562"/>
                        <a:pt x="3807" y="2505"/>
                      </a:cubicBezTo>
                      <a:cubicBezTo>
                        <a:pt x="3686" y="2208"/>
                        <a:pt x="3453" y="1946"/>
                        <a:pt x="3184" y="1734"/>
                      </a:cubicBezTo>
                      <a:cubicBezTo>
                        <a:pt x="3099" y="1649"/>
                        <a:pt x="3007" y="1592"/>
                        <a:pt x="2894" y="1529"/>
                      </a:cubicBezTo>
                      <a:cubicBezTo>
                        <a:pt x="2830" y="1472"/>
                        <a:pt x="2746" y="1416"/>
                        <a:pt x="2654" y="1352"/>
                      </a:cubicBezTo>
                      <a:cubicBezTo>
                        <a:pt x="2540" y="1267"/>
                        <a:pt x="2448" y="1203"/>
                        <a:pt x="2335" y="1118"/>
                      </a:cubicBezTo>
                      <a:cubicBezTo>
                        <a:pt x="2215" y="1062"/>
                        <a:pt x="2095" y="970"/>
                        <a:pt x="1982" y="885"/>
                      </a:cubicBezTo>
                      <a:lnTo>
                        <a:pt x="1239" y="319"/>
                      </a:lnTo>
                      <a:cubicBezTo>
                        <a:pt x="1182" y="262"/>
                        <a:pt x="1154" y="234"/>
                        <a:pt x="1062" y="234"/>
                      </a:cubicBezTo>
                      <a:lnTo>
                        <a:pt x="1034" y="234"/>
                      </a:lnTo>
                      <a:cubicBezTo>
                        <a:pt x="977" y="262"/>
                        <a:pt x="949" y="319"/>
                        <a:pt x="920" y="411"/>
                      </a:cubicBezTo>
                      <a:cubicBezTo>
                        <a:pt x="885" y="588"/>
                        <a:pt x="977" y="793"/>
                        <a:pt x="1182" y="998"/>
                      </a:cubicBezTo>
                      <a:cubicBezTo>
                        <a:pt x="1239" y="1062"/>
                        <a:pt x="1302" y="1090"/>
                        <a:pt x="1359" y="1147"/>
                      </a:cubicBezTo>
                      <a:cubicBezTo>
                        <a:pt x="1508" y="1267"/>
                        <a:pt x="1684" y="1416"/>
                        <a:pt x="1769" y="1592"/>
                      </a:cubicBezTo>
                      <a:cubicBezTo>
                        <a:pt x="1861" y="1677"/>
                        <a:pt x="1861" y="1769"/>
                        <a:pt x="1861" y="1826"/>
                      </a:cubicBezTo>
                      <a:cubicBezTo>
                        <a:pt x="1833" y="1854"/>
                        <a:pt x="1769" y="1854"/>
                        <a:pt x="1741" y="1854"/>
                      </a:cubicBezTo>
                      <a:cubicBezTo>
                        <a:pt x="1592" y="1854"/>
                        <a:pt x="1359" y="1769"/>
                        <a:pt x="1274" y="1649"/>
                      </a:cubicBezTo>
                      <a:cubicBezTo>
                        <a:pt x="1154" y="1529"/>
                        <a:pt x="1097" y="1380"/>
                        <a:pt x="1034" y="1239"/>
                      </a:cubicBezTo>
                      <a:cubicBezTo>
                        <a:pt x="949" y="1062"/>
                        <a:pt x="920" y="885"/>
                        <a:pt x="885" y="736"/>
                      </a:cubicBezTo>
                      <a:cubicBezTo>
                        <a:pt x="857" y="644"/>
                        <a:pt x="828" y="560"/>
                        <a:pt x="828" y="468"/>
                      </a:cubicBezTo>
                      <a:cubicBezTo>
                        <a:pt x="800" y="439"/>
                        <a:pt x="800" y="439"/>
                        <a:pt x="800" y="411"/>
                      </a:cubicBezTo>
                      <a:cubicBezTo>
                        <a:pt x="772" y="262"/>
                        <a:pt x="708" y="1"/>
                        <a:pt x="5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7"/>
                <p:cNvSpPr/>
                <p:nvPr/>
              </p:nvSpPr>
              <p:spPr>
                <a:xfrm>
                  <a:off x="2984086" y="4043030"/>
                  <a:ext cx="21824" cy="48858"/>
                </a:xfrm>
                <a:custGeom>
                  <a:avLst/>
                  <a:gdLst/>
                  <a:ahLst/>
                  <a:cxnLst/>
                  <a:rect l="l" t="t" r="r" b="b"/>
                  <a:pathLst>
                    <a:path w="645" h="1444" extrusionOk="0">
                      <a:moveTo>
                        <a:pt x="29" y="0"/>
                      </a:moveTo>
                      <a:cubicBezTo>
                        <a:pt x="1" y="0"/>
                        <a:pt x="1" y="28"/>
                        <a:pt x="1" y="57"/>
                      </a:cubicBezTo>
                      <a:lnTo>
                        <a:pt x="114" y="531"/>
                      </a:lnTo>
                      <a:cubicBezTo>
                        <a:pt x="234" y="884"/>
                        <a:pt x="354" y="1210"/>
                        <a:pt x="616" y="1415"/>
                      </a:cubicBezTo>
                      <a:lnTo>
                        <a:pt x="616" y="1443"/>
                      </a:lnTo>
                      <a:lnTo>
                        <a:pt x="645" y="1415"/>
                      </a:lnTo>
                      <a:lnTo>
                        <a:pt x="645" y="1387"/>
                      </a:lnTo>
                      <a:cubicBezTo>
                        <a:pt x="383" y="1182"/>
                        <a:pt x="291" y="856"/>
                        <a:pt x="178" y="502"/>
                      </a:cubicBezTo>
                      <a:lnTo>
                        <a:pt x="57" y="28"/>
                      </a:ln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7"/>
                <p:cNvSpPr/>
                <p:nvPr/>
              </p:nvSpPr>
              <p:spPr>
                <a:xfrm>
                  <a:off x="2975966" y="4060015"/>
                  <a:ext cx="22060" cy="44798"/>
                </a:xfrm>
                <a:custGeom>
                  <a:avLst/>
                  <a:gdLst/>
                  <a:ahLst/>
                  <a:cxnLst/>
                  <a:rect l="l" t="t" r="r" b="b"/>
                  <a:pathLst>
                    <a:path w="652" h="1324" extrusionOk="0">
                      <a:moveTo>
                        <a:pt x="29" y="0"/>
                      </a:moveTo>
                      <a:cubicBezTo>
                        <a:pt x="0" y="0"/>
                        <a:pt x="0" y="0"/>
                        <a:pt x="0" y="29"/>
                      </a:cubicBezTo>
                      <a:cubicBezTo>
                        <a:pt x="92" y="439"/>
                        <a:pt x="269" y="856"/>
                        <a:pt x="531" y="1210"/>
                      </a:cubicBezTo>
                      <a:cubicBezTo>
                        <a:pt x="559" y="1267"/>
                        <a:pt x="594" y="1295"/>
                        <a:pt x="623" y="1323"/>
                      </a:cubicBezTo>
                      <a:cubicBezTo>
                        <a:pt x="651" y="1323"/>
                        <a:pt x="651" y="1323"/>
                        <a:pt x="651" y="1295"/>
                      </a:cubicBezTo>
                      <a:lnTo>
                        <a:pt x="651" y="1267"/>
                      </a:lnTo>
                      <a:cubicBezTo>
                        <a:pt x="623" y="1238"/>
                        <a:pt x="594" y="1210"/>
                        <a:pt x="594" y="1182"/>
                      </a:cubicBezTo>
                      <a:cubicBezTo>
                        <a:pt x="326" y="856"/>
                        <a:pt x="149" y="439"/>
                        <a:pt x="64" y="29"/>
                      </a:cubicBezTo>
                      <a:cubicBezTo>
                        <a:pt x="64"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7"/>
                <p:cNvSpPr/>
                <p:nvPr/>
              </p:nvSpPr>
              <p:spPr>
                <a:xfrm>
                  <a:off x="3098756" y="4110769"/>
                  <a:ext cx="1929" cy="13196"/>
                </a:xfrm>
                <a:custGeom>
                  <a:avLst/>
                  <a:gdLst/>
                  <a:ahLst/>
                  <a:cxnLst/>
                  <a:rect l="l" t="t" r="r" b="b"/>
                  <a:pathLst>
                    <a:path w="57" h="390" extrusionOk="0">
                      <a:moveTo>
                        <a:pt x="57" y="0"/>
                      </a:moveTo>
                      <a:lnTo>
                        <a:pt x="0" y="389"/>
                      </a:lnTo>
                      <a:cubicBezTo>
                        <a:pt x="29" y="269"/>
                        <a:pt x="57" y="149"/>
                        <a:pt x="5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7"/>
                <p:cNvSpPr/>
                <p:nvPr/>
              </p:nvSpPr>
              <p:spPr>
                <a:xfrm>
                  <a:off x="3097809" y="4109788"/>
                  <a:ext cx="3857" cy="15124"/>
                </a:xfrm>
                <a:custGeom>
                  <a:avLst/>
                  <a:gdLst/>
                  <a:ahLst/>
                  <a:cxnLst/>
                  <a:rect l="l" t="t" r="r" b="b"/>
                  <a:pathLst>
                    <a:path w="114" h="447" extrusionOk="0">
                      <a:moveTo>
                        <a:pt x="85" y="1"/>
                      </a:moveTo>
                      <a:cubicBezTo>
                        <a:pt x="57" y="1"/>
                        <a:pt x="57" y="29"/>
                        <a:pt x="57" y="29"/>
                      </a:cubicBezTo>
                      <a:cubicBezTo>
                        <a:pt x="57" y="149"/>
                        <a:pt x="28" y="298"/>
                        <a:pt x="0" y="418"/>
                      </a:cubicBezTo>
                      <a:cubicBezTo>
                        <a:pt x="0" y="418"/>
                        <a:pt x="0" y="447"/>
                        <a:pt x="28" y="447"/>
                      </a:cubicBezTo>
                      <a:cubicBezTo>
                        <a:pt x="28" y="447"/>
                        <a:pt x="57" y="447"/>
                        <a:pt x="57" y="418"/>
                      </a:cubicBezTo>
                      <a:cubicBezTo>
                        <a:pt x="85" y="298"/>
                        <a:pt x="113" y="178"/>
                        <a:pt x="113" y="29"/>
                      </a:cubicBezTo>
                      <a:lnTo>
                        <a:pt x="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7"/>
                <p:cNvSpPr/>
                <p:nvPr/>
              </p:nvSpPr>
              <p:spPr>
                <a:xfrm>
                  <a:off x="3508542" y="4013085"/>
                  <a:ext cx="133851" cy="156318"/>
                </a:xfrm>
                <a:custGeom>
                  <a:avLst/>
                  <a:gdLst/>
                  <a:ahLst/>
                  <a:cxnLst/>
                  <a:rect l="l" t="t" r="r" b="b"/>
                  <a:pathLst>
                    <a:path w="3956" h="4620" extrusionOk="0">
                      <a:moveTo>
                        <a:pt x="298" y="1"/>
                      </a:moveTo>
                      <a:lnTo>
                        <a:pt x="298" y="1"/>
                      </a:lnTo>
                      <a:cubicBezTo>
                        <a:pt x="326" y="1005"/>
                        <a:pt x="270" y="1946"/>
                        <a:pt x="206" y="2802"/>
                      </a:cubicBezTo>
                      <a:cubicBezTo>
                        <a:pt x="178" y="3213"/>
                        <a:pt x="149" y="3510"/>
                        <a:pt x="1" y="3863"/>
                      </a:cubicBezTo>
                      <a:cubicBezTo>
                        <a:pt x="680" y="4161"/>
                        <a:pt x="1154" y="4514"/>
                        <a:pt x="1861" y="4571"/>
                      </a:cubicBezTo>
                      <a:cubicBezTo>
                        <a:pt x="2087" y="4601"/>
                        <a:pt x="2339" y="4620"/>
                        <a:pt x="2597" y="4620"/>
                      </a:cubicBezTo>
                      <a:cubicBezTo>
                        <a:pt x="3074" y="4620"/>
                        <a:pt x="3570" y="4554"/>
                        <a:pt x="3955" y="4366"/>
                      </a:cubicBezTo>
                      <a:cubicBezTo>
                        <a:pt x="3481" y="3099"/>
                        <a:pt x="3602" y="1798"/>
                        <a:pt x="3566" y="531"/>
                      </a:cubicBezTo>
                      <a:cubicBezTo>
                        <a:pt x="3566" y="355"/>
                        <a:pt x="3566" y="178"/>
                        <a:pt x="3538" y="29"/>
                      </a:cubicBezTo>
                      <a:lnTo>
                        <a:pt x="298" y="1"/>
                      </a:lnTo>
                      <a:close/>
                    </a:path>
                  </a:pathLst>
                </a:custGeom>
                <a:solidFill>
                  <a:srgbClr val="FF4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7"/>
                <p:cNvSpPr/>
                <p:nvPr/>
              </p:nvSpPr>
              <p:spPr>
                <a:xfrm>
                  <a:off x="3314189" y="4099874"/>
                  <a:ext cx="514664" cy="610519"/>
                </a:xfrm>
                <a:custGeom>
                  <a:avLst/>
                  <a:gdLst/>
                  <a:ahLst/>
                  <a:cxnLst/>
                  <a:rect l="l" t="t" r="r" b="b"/>
                  <a:pathLst>
                    <a:path w="15211" h="18044" extrusionOk="0">
                      <a:moveTo>
                        <a:pt x="7102" y="0"/>
                      </a:moveTo>
                      <a:cubicBezTo>
                        <a:pt x="6984" y="0"/>
                        <a:pt x="6867" y="1"/>
                        <a:pt x="6749" y="4"/>
                      </a:cubicBezTo>
                      <a:cubicBezTo>
                        <a:pt x="5306" y="32"/>
                        <a:pt x="2059" y="824"/>
                        <a:pt x="1146" y="1978"/>
                      </a:cubicBezTo>
                      <a:cubicBezTo>
                        <a:pt x="0" y="3506"/>
                        <a:pt x="616" y="5748"/>
                        <a:pt x="1825" y="7043"/>
                      </a:cubicBezTo>
                      <a:cubicBezTo>
                        <a:pt x="1592" y="8281"/>
                        <a:pt x="1387" y="9491"/>
                        <a:pt x="1267" y="10729"/>
                      </a:cubicBezTo>
                      <a:cubicBezTo>
                        <a:pt x="1146" y="11818"/>
                        <a:pt x="1295" y="12971"/>
                        <a:pt x="913" y="14004"/>
                      </a:cubicBezTo>
                      <a:cubicBezTo>
                        <a:pt x="821" y="14181"/>
                        <a:pt x="736" y="14358"/>
                        <a:pt x="708" y="14563"/>
                      </a:cubicBezTo>
                      <a:cubicBezTo>
                        <a:pt x="679" y="14768"/>
                        <a:pt x="679" y="14945"/>
                        <a:pt x="708" y="15150"/>
                      </a:cubicBezTo>
                      <a:cubicBezTo>
                        <a:pt x="856" y="16155"/>
                        <a:pt x="1323" y="17187"/>
                        <a:pt x="2208" y="17654"/>
                      </a:cubicBezTo>
                      <a:cubicBezTo>
                        <a:pt x="2858" y="18043"/>
                        <a:pt x="3622" y="18043"/>
                        <a:pt x="4358" y="18043"/>
                      </a:cubicBezTo>
                      <a:cubicBezTo>
                        <a:pt x="7280" y="18008"/>
                        <a:pt x="10194" y="17718"/>
                        <a:pt x="13088" y="17393"/>
                      </a:cubicBezTo>
                      <a:cubicBezTo>
                        <a:pt x="13265" y="17393"/>
                        <a:pt x="13442" y="17364"/>
                        <a:pt x="13590" y="17336"/>
                      </a:cubicBezTo>
                      <a:cubicBezTo>
                        <a:pt x="13767" y="17301"/>
                        <a:pt x="13944" y="17272"/>
                        <a:pt x="14085" y="17187"/>
                      </a:cubicBezTo>
                      <a:cubicBezTo>
                        <a:pt x="14616" y="16982"/>
                        <a:pt x="15033" y="16452"/>
                        <a:pt x="15090" y="15886"/>
                      </a:cubicBezTo>
                      <a:cubicBezTo>
                        <a:pt x="15210" y="15037"/>
                        <a:pt x="14736" y="14266"/>
                        <a:pt x="14588" y="13445"/>
                      </a:cubicBezTo>
                      <a:cubicBezTo>
                        <a:pt x="14503" y="13056"/>
                        <a:pt x="14503" y="12646"/>
                        <a:pt x="14326" y="12292"/>
                      </a:cubicBezTo>
                      <a:cubicBezTo>
                        <a:pt x="14234" y="12115"/>
                        <a:pt x="14121" y="11967"/>
                        <a:pt x="14029" y="11818"/>
                      </a:cubicBezTo>
                      <a:cubicBezTo>
                        <a:pt x="13732" y="11231"/>
                        <a:pt x="13972" y="10700"/>
                        <a:pt x="13944" y="10113"/>
                      </a:cubicBezTo>
                      <a:cubicBezTo>
                        <a:pt x="13944" y="9554"/>
                        <a:pt x="13880" y="8988"/>
                        <a:pt x="13880" y="8401"/>
                      </a:cubicBezTo>
                      <a:cubicBezTo>
                        <a:pt x="13880" y="8047"/>
                        <a:pt x="13880" y="7665"/>
                        <a:pt x="13944" y="7283"/>
                      </a:cubicBezTo>
                      <a:cubicBezTo>
                        <a:pt x="14000" y="6901"/>
                        <a:pt x="14149" y="6512"/>
                        <a:pt x="14206" y="6130"/>
                      </a:cubicBezTo>
                      <a:cubicBezTo>
                        <a:pt x="14588" y="4213"/>
                        <a:pt x="13526" y="1829"/>
                        <a:pt x="11730" y="945"/>
                      </a:cubicBezTo>
                      <a:cubicBezTo>
                        <a:pt x="10333" y="233"/>
                        <a:pt x="8702" y="0"/>
                        <a:pt x="71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7"/>
                <p:cNvSpPr/>
                <p:nvPr/>
              </p:nvSpPr>
              <p:spPr>
                <a:xfrm>
                  <a:off x="3063804" y="4101904"/>
                  <a:ext cx="450750" cy="394009"/>
                </a:xfrm>
                <a:custGeom>
                  <a:avLst/>
                  <a:gdLst/>
                  <a:ahLst/>
                  <a:cxnLst/>
                  <a:rect l="l" t="t" r="r" b="b"/>
                  <a:pathLst>
                    <a:path w="13322" h="11645" extrusionOk="0">
                      <a:moveTo>
                        <a:pt x="13322" y="0"/>
                      </a:moveTo>
                      <a:lnTo>
                        <a:pt x="13322" y="0"/>
                      </a:lnTo>
                      <a:cubicBezTo>
                        <a:pt x="13088" y="29"/>
                        <a:pt x="12855" y="57"/>
                        <a:pt x="12614" y="85"/>
                      </a:cubicBezTo>
                      <a:cubicBezTo>
                        <a:pt x="11114" y="326"/>
                        <a:pt x="9699" y="941"/>
                        <a:pt x="8490" y="1889"/>
                      </a:cubicBezTo>
                      <a:cubicBezTo>
                        <a:pt x="7690" y="2505"/>
                        <a:pt x="6983" y="3240"/>
                        <a:pt x="6339" y="4012"/>
                      </a:cubicBezTo>
                      <a:cubicBezTo>
                        <a:pt x="5717" y="4747"/>
                        <a:pt x="5158" y="5745"/>
                        <a:pt x="4422" y="6339"/>
                      </a:cubicBezTo>
                      <a:cubicBezTo>
                        <a:pt x="4040" y="5780"/>
                        <a:pt x="3715" y="5186"/>
                        <a:pt x="3417" y="4599"/>
                      </a:cubicBezTo>
                      <a:cubicBezTo>
                        <a:pt x="3361" y="4450"/>
                        <a:pt x="3269" y="4273"/>
                        <a:pt x="3156" y="4153"/>
                      </a:cubicBezTo>
                      <a:cubicBezTo>
                        <a:pt x="3092" y="4040"/>
                        <a:pt x="2979" y="3976"/>
                        <a:pt x="2915" y="3863"/>
                      </a:cubicBezTo>
                      <a:cubicBezTo>
                        <a:pt x="2802" y="3714"/>
                        <a:pt x="2802" y="3509"/>
                        <a:pt x="2710" y="3332"/>
                      </a:cubicBezTo>
                      <a:cubicBezTo>
                        <a:pt x="2653" y="3156"/>
                        <a:pt x="2533" y="2979"/>
                        <a:pt x="2328" y="2979"/>
                      </a:cubicBezTo>
                      <a:cubicBezTo>
                        <a:pt x="1741" y="3538"/>
                        <a:pt x="765" y="3594"/>
                        <a:pt x="121" y="4096"/>
                      </a:cubicBezTo>
                      <a:cubicBezTo>
                        <a:pt x="57" y="4125"/>
                        <a:pt x="29" y="4153"/>
                        <a:pt x="29" y="4217"/>
                      </a:cubicBezTo>
                      <a:cubicBezTo>
                        <a:pt x="1" y="4245"/>
                        <a:pt x="1" y="4273"/>
                        <a:pt x="29" y="4330"/>
                      </a:cubicBezTo>
                      <a:cubicBezTo>
                        <a:pt x="149" y="4981"/>
                        <a:pt x="234" y="5660"/>
                        <a:pt x="354" y="6339"/>
                      </a:cubicBezTo>
                      <a:cubicBezTo>
                        <a:pt x="503" y="6983"/>
                        <a:pt x="531" y="7690"/>
                        <a:pt x="736" y="8313"/>
                      </a:cubicBezTo>
                      <a:cubicBezTo>
                        <a:pt x="941" y="9225"/>
                        <a:pt x="1267" y="10138"/>
                        <a:pt x="1918" y="10789"/>
                      </a:cubicBezTo>
                      <a:cubicBezTo>
                        <a:pt x="2179" y="11051"/>
                        <a:pt x="2682" y="11291"/>
                        <a:pt x="3035" y="11440"/>
                      </a:cubicBezTo>
                      <a:cubicBezTo>
                        <a:pt x="3509" y="11617"/>
                        <a:pt x="4040" y="11645"/>
                        <a:pt x="4542" y="11645"/>
                      </a:cubicBezTo>
                      <a:cubicBezTo>
                        <a:pt x="5603" y="11617"/>
                        <a:pt x="6629" y="11263"/>
                        <a:pt x="7429" y="10584"/>
                      </a:cubicBezTo>
                      <a:cubicBezTo>
                        <a:pt x="7754" y="10315"/>
                        <a:pt x="8044" y="9989"/>
                        <a:pt x="8341" y="9699"/>
                      </a:cubicBezTo>
                      <a:cubicBezTo>
                        <a:pt x="8872" y="9105"/>
                        <a:pt x="9402" y="8610"/>
                        <a:pt x="9756" y="7902"/>
                      </a:cubicBezTo>
                      <a:cubicBezTo>
                        <a:pt x="9990" y="7457"/>
                        <a:pt x="10258" y="6983"/>
                        <a:pt x="10520" y="6544"/>
                      </a:cubicBezTo>
                      <a:cubicBezTo>
                        <a:pt x="10665" y="6254"/>
                        <a:pt x="11513" y="4390"/>
                        <a:pt x="11967" y="4390"/>
                      </a:cubicBezTo>
                      <a:cubicBezTo>
                        <a:pt x="11978" y="4390"/>
                        <a:pt x="11988" y="4391"/>
                        <a:pt x="11999" y="4394"/>
                      </a:cubicBezTo>
                      <a:cubicBezTo>
                        <a:pt x="12204" y="4422"/>
                        <a:pt x="12409" y="4450"/>
                        <a:pt x="12642" y="4478"/>
                      </a:cubicBezTo>
                      <a:cubicBezTo>
                        <a:pt x="12642" y="3920"/>
                        <a:pt x="12678" y="3361"/>
                        <a:pt x="12706" y="2802"/>
                      </a:cubicBezTo>
                      <a:cubicBezTo>
                        <a:pt x="12734" y="2505"/>
                        <a:pt x="12734" y="2208"/>
                        <a:pt x="12734" y="1918"/>
                      </a:cubicBezTo>
                      <a:cubicBezTo>
                        <a:pt x="12734" y="1712"/>
                        <a:pt x="12642" y="1415"/>
                        <a:pt x="12678" y="1210"/>
                      </a:cubicBezTo>
                      <a:cubicBezTo>
                        <a:pt x="12791" y="764"/>
                        <a:pt x="13031" y="354"/>
                        <a:pt x="133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7"/>
                <p:cNvSpPr/>
                <p:nvPr/>
              </p:nvSpPr>
              <p:spPr>
                <a:xfrm>
                  <a:off x="3615294" y="4107893"/>
                  <a:ext cx="352155" cy="391031"/>
                </a:xfrm>
                <a:custGeom>
                  <a:avLst/>
                  <a:gdLst/>
                  <a:ahLst/>
                  <a:cxnLst/>
                  <a:rect l="l" t="t" r="r" b="b"/>
                  <a:pathLst>
                    <a:path w="10408" h="11557" extrusionOk="0">
                      <a:moveTo>
                        <a:pt x="1" y="0"/>
                      </a:moveTo>
                      <a:lnTo>
                        <a:pt x="1" y="4301"/>
                      </a:lnTo>
                      <a:cubicBezTo>
                        <a:pt x="206" y="4273"/>
                        <a:pt x="447" y="4245"/>
                        <a:pt x="652" y="4217"/>
                      </a:cubicBezTo>
                      <a:cubicBezTo>
                        <a:pt x="652" y="4216"/>
                        <a:pt x="652" y="4216"/>
                        <a:pt x="653" y="4216"/>
                      </a:cubicBezTo>
                      <a:cubicBezTo>
                        <a:pt x="781" y="4216"/>
                        <a:pt x="3242" y="8463"/>
                        <a:pt x="3538" y="8872"/>
                      </a:cubicBezTo>
                      <a:cubicBezTo>
                        <a:pt x="4422" y="10025"/>
                        <a:pt x="5483" y="11227"/>
                        <a:pt x="7019" y="11496"/>
                      </a:cubicBezTo>
                      <a:cubicBezTo>
                        <a:pt x="7216" y="11535"/>
                        <a:pt x="7428" y="11556"/>
                        <a:pt x="7646" y="11556"/>
                      </a:cubicBezTo>
                      <a:cubicBezTo>
                        <a:pt x="8572" y="11556"/>
                        <a:pt x="9590" y="11180"/>
                        <a:pt x="9877" y="10230"/>
                      </a:cubicBezTo>
                      <a:cubicBezTo>
                        <a:pt x="10407" y="8341"/>
                        <a:pt x="8370" y="5957"/>
                        <a:pt x="7280" y="4627"/>
                      </a:cubicBezTo>
                      <a:cubicBezTo>
                        <a:pt x="5894" y="2915"/>
                        <a:pt x="3715" y="439"/>
                        <a:pt x="1387" y="177"/>
                      </a:cubicBezTo>
                      <a:cubicBezTo>
                        <a:pt x="708" y="85"/>
                        <a:pt x="680" y="85"/>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7"/>
                <p:cNvSpPr/>
                <p:nvPr/>
              </p:nvSpPr>
              <p:spPr>
                <a:xfrm>
                  <a:off x="3438908" y="3866644"/>
                  <a:ext cx="165419" cy="192860"/>
                </a:xfrm>
                <a:custGeom>
                  <a:avLst/>
                  <a:gdLst/>
                  <a:ahLst/>
                  <a:cxnLst/>
                  <a:rect l="l" t="t" r="r" b="b"/>
                  <a:pathLst>
                    <a:path w="4889" h="5700" extrusionOk="0">
                      <a:moveTo>
                        <a:pt x="2467" y="1"/>
                      </a:moveTo>
                      <a:cubicBezTo>
                        <a:pt x="2339" y="1"/>
                        <a:pt x="2212" y="17"/>
                        <a:pt x="2087" y="56"/>
                      </a:cubicBezTo>
                      <a:cubicBezTo>
                        <a:pt x="1910" y="84"/>
                        <a:pt x="1733" y="176"/>
                        <a:pt x="1556" y="289"/>
                      </a:cubicBezTo>
                      <a:cubicBezTo>
                        <a:pt x="1443" y="353"/>
                        <a:pt x="1295" y="410"/>
                        <a:pt x="1174" y="530"/>
                      </a:cubicBezTo>
                      <a:cubicBezTo>
                        <a:pt x="884" y="792"/>
                        <a:pt x="672" y="1237"/>
                        <a:pt x="616" y="1619"/>
                      </a:cubicBezTo>
                      <a:cubicBezTo>
                        <a:pt x="531" y="1909"/>
                        <a:pt x="467" y="2235"/>
                        <a:pt x="439" y="2560"/>
                      </a:cubicBezTo>
                      <a:cubicBezTo>
                        <a:pt x="354" y="2794"/>
                        <a:pt x="234" y="3034"/>
                        <a:pt x="57" y="3239"/>
                      </a:cubicBezTo>
                      <a:cubicBezTo>
                        <a:pt x="0" y="3324"/>
                        <a:pt x="0" y="3445"/>
                        <a:pt x="85" y="3473"/>
                      </a:cubicBezTo>
                      <a:cubicBezTo>
                        <a:pt x="177" y="3501"/>
                        <a:pt x="262" y="3536"/>
                        <a:pt x="382" y="3536"/>
                      </a:cubicBezTo>
                      <a:cubicBezTo>
                        <a:pt x="354" y="3742"/>
                        <a:pt x="354" y="3947"/>
                        <a:pt x="382" y="4152"/>
                      </a:cubicBezTo>
                      <a:cubicBezTo>
                        <a:pt x="382" y="4626"/>
                        <a:pt x="467" y="5185"/>
                        <a:pt x="884" y="5482"/>
                      </a:cubicBezTo>
                      <a:cubicBezTo>
                        <a:pt x="1104" y="5635"/>
                        <a:pt x="1402" y="5699"/>
                        <a:pt x="1727" y="5699"/>
                      </a:cubicBezTo>
                      <a:cubicBezTo>
                        <a:pt x="2452" y="5699"/>
                        <a:pt x="3313" y="5383"/>
                        <a:pt x="3742" y="5036"/>
                      </a:cubicBezTo>
                      <a:cubicBezTo>
                        <a:pt x="4273" y="4598"/>
                        <a:pt x="4627" y="3947"/>
                        <a:pt x="4775" y="3268"/>
                      </a:cubicBezTo>
                      <a:cubicBezTo>
                        <a:pt x="4888" y="2652"/>
                        <a:pt x="4860" y="1973"/>
                        <a:pt x="4598" y="1414"/>
                      </a:cubicBezTo>
                      <a:cubicBezTo>
                        <a:pt x="4301" y="820"/>
                        <a:pt x="3856" y="438"/>
                        <a:pt x="3268" y="176"/>
                      </a:cubicBezTo>
                      <a:cubicBezTo>
                        <a:pt x="3009" y="75"/>
                        <a:pt x="2737" y="1"/>
                        <a:pt x="2467" y="1"/>
                      </a:cubicBezTo>
                      <a:close/>
                    </a:path>
                  </a:pathLst>
                </a:custGeom>
                <a:solidFill>
                  <a:srgbClr val="E958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7"/>
                <p:cNvSpPr/>
                <p:nvPr/>
              </p:nvSpPr>
              <p:spPr>
                <a:xfrm>
                  <a:off x="3437690" y="3865392"/>
                  <a:ext cx="167585" cy="194653"/>
                </a:xfrm>
                <a:custGeom>
                  <a:avLst/>
                  <a:gdLst/>
                  <a:ahLst/>
                  <a:cxnLst/>
                  <a:rect l="l" t="t" r="r" b="b"/>
                  <a:pathLst>
                    <a:path w="4953" h="5753" extrusionOk="0">
                      <a:moveTo>
                        <a:pt x="2512" y="65"/>
                      </a:moveTo>
                      <a:cubicBezTo>
                        <a:pt x="2746" y="65"/>
                        <a:pt x="3043" y="121"/>
                        <a:pt x="3304" y="241"/>
                      </a:cubicBezTo>
                      <a:cubicBezTo>
                        <a:pt x="3927" y="532"/>
                        <a:pt x="4337" y="921"/>
                        <a:pt x="4599" y="1451"/>
                      </a:cubicBezTo>
                      <a:cubicBezTo>
                        <a:pt x="4840" y="1982"/>
                        <a:pt x="4896" y="2626"/>
                        <a:pt x="4776" y="3276"/>
                      </a:cubicBezTo>
                      <a:cubicBezTo>
                        <a:pt x="4634" y="4012"/>
                        <a:pt x="4245" y="4635"/>
                        <a:pt x="3750" y="5073"/>
                      </a:cubicBezTo>
                      <a:cubicBezTo>
                        <a:pt x="3361" y="5370"/>
                        <a:pt x="2512" y="5696"/>
                        <a:pt x="1769" y="5696"/>
                      </a:cubicBezTo>
                      <a:cubicBezTo>
                        <a:pt x="1416" y="5696"/>
                        <a:pt x="1126" y="5632"/>
                        <a:pt x="949" y="5484"/>
                      </a:cubicBezTo>
                      <a:cubicBezTo>
                        <a:pt x="531" y="5194"/>
                        <a:pt x="446" y="4599"/>
                        <a:pt x="446" y="4189"/>
                      </a:cubicBezTo>
                      <a:cubicBezTo>
                        <a:pt x="446" y="3984"/>
                        <a:pt x="418" y="3779"/>
                        <a:pt x="446" y="3573"/>
                      </a:cubicBezTo>
                      <a:lnTo>
                        <a:pt x="418" y="3538"/>
                      </a:lnTo>
                      <a:cubicBezTo>
                        <a:pt x="326" y="3538"/>
                        <a:pt x="241" y="3510"/>
                        <a:pt x="149" y="3482"/>
                      </a:cubicBezTo>
                      <a:cubicBezTo>
                        <a:pt x="121" y="3453"/>
                        <a:pt x="93" y="3453"/>
                        <a:pt x="93" y="3397"/>
                      </a:cubicBezTo>
                      <a:cubicBezTo>
                        <a:pt x="64" y="3361"/>
                        <a:pt x="93" y="3333"/>
                        <a:pt x="121" y="3305"/>
                      </a:cubicBezTo>
                      <a:cubicBezTo>
                        <a:pt x="270" y="3128"/>
                        <a:pt x="390" y="2923"/>
                        <a:pt x="503" y="2597"/>
                      </a:cubicBezTo>
                      <a:cubicBezTo>
                        <a:pt x="531" y="2272"/>
                        <a:pt x="595" y="1982"/>
                        <a:pt x="680" y="1656"/>
                      </a:cubicBezTo>
                      <a:cubicBezTo>
                        <a:pt x="743" y="1303"/>
                        <a:pt x="949" y="857"/>
                        <a:pt x="1239" y="595"/>
                      </a:cubicBezTo>
                      <a:cubicBezTo>
                        <a:pt x="1331" y="475"/>
                        <a:pt x="1479" y="418"/>
                        <a:pt x="1628" y="326"/>
                      </a:cubicBezTo>
                      <a:cubicBezTo>
                        <a:pt x="1769" y="241"/>
                        <a:pt x="1946" y="149"/>
                        <a:pt x="2123" y="121"/>
                      </a:cubicBezTo>
                      <a:cubicBezTo>
                        <a:pt x="2243" y="65"/>
                        <a:pt x="2364" y="65"/>
                        <a:pt x="2512" y="65"/>
                      </a:cubicBezTo>
                      <a:close/>
                      <a:moveTo>
                        <a:pt x="2527" y="1"/>
                      </a:moveTo>
                      <a:cubicBezTo>
                        <a:pt x="2387" y="1"/>
                        <a:pt x="2251" y="21"/>
                        <a:pt x="2123" y="65"/>
                      </a:cubicBezTo>
                      <a:cubicBezTo>
                        <a:pt x="1918" y="93"/>
                        <a:pt x="1741" y="213"/>
                        <a:pt x="1592" y="298"/>
                      </a:cubicBezTo>
                      <a:cubicBezTo>
                        <a:pt x="1451" y="355"/>
                        <a:pt x="1302" y="447"/>
                        <a:pt x="1182" y="532"/>
                      </a:cubicBezTo>
                      <a:cubicBezTo>
                        <a:pt x="885" y="800"/>
                        <a:pt x="680" y="1303"/>
                        <a:pt x="623" y="1656"/>
                      </a:cubicBezTo>
                      <a:cubicBezTo>
                        <a:pt x="531" y="1946"/>
                        <a:pt x="475" y="2272"/>
                        <a:pt x="446" y="2569"/>
                      </a:cubicBezTo>
                      <a:cubicBezTo>
                        <a:pt x="326" y="2894"/>
                        <a:pt x="213" y="3100"/>
                        <a:pt x="64" y="3248"/>
                      </a:cubicBezTo>
                      <a:cubicBezTo>
                        <a:pt x="36" y="3305"/>
                        <a:pt x="1" y="3361"/>
                        <a:pt x="36" y="3425"/>
                      </a:cubicBezTo>
                      <a:cubicBezTo>
                        <a:pt x="36" y="3482"/>
                        <a:pt x="64" y="3510"/>
                        <a:pt x="121" y="3538"/>
                      </a:cubicBezTo>
                      <a:cubicBezTo>
                        <a:pt x="213" y="3573"/>
                        <a:pt x="298" y="3602"/>
                        <a:pt x="390" y="3602"/>
                      </a:cubicBezTo>
                      <a:cubicBezTo>
                        <a:pt x="354" y="3807"/>
                        <a:pt x="390" y="3984"/>
                        <a:pt x="390" y="4189"/>
                      </a:cubicBezTo>
                      <a:cubicBezTo>
                        <a:pt x="390" y="4599"/>
                        <a:pt x="475" y="5222"/>
                        <a:pt x="885" y="5519"/>
                      </a:cubicBezTo>
                      <a:cubicBezTo>
                        <a:pt x="1126" y="5696"/>
                        <a:pt x="1387" y="5752"/>
                        <a:pt x="1769" y="5752"/>
                      </a:cubicBezTo>
                      <a:cubicBezTo>
                        <a:pt x="2512" y="5752"/>
                        <a:pt x="3396" y="5427"/>
                        <a:pt x="3778" y="5102"/>
                      </a:cubicBezTo>
                      <a:cubicBezTo>
                        <a:pt x="4309" y="4691"/>
                        <a:pt x="4691" y="4040"/>
                        <a:pt x="4840" y="3305"/>
                      </a:cubicBezTo>
                      <a:cubicBezTo>
                        <a:pt x="4953" y="2626"/>
                        <a:pt x="4896" y="1982"/>
                        <a:pt x="4663" y="1451"/>
                      </a:cubicBezTo>
                      <a:cubicBezTo>
                        <a:pt x="4394" y="885"/>
                        <a:pt x="3955" y="475"/>
                        <a:pt x="3304" y="178"/>
                      </a:cubicBezTo>
                      <a:cubicBezTo>
                        <a:pt x="3042" y="65"/>
                        <a:pt x="2777" y="1"/>
                        <a:pt x="2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7"/>
                <p:cNvSpPr/>
                <p:nvPr/>
              </p:nvSpPr>
              <p:spPr>
                <a:xfrm>
                  <a:off x="3451833" y="3999212"/>
                  <a:ext cx="8865" cy="1624"/>
                </a:xfrm>
                <a:custGeom>
                  <a:avLst/>
                  <a:gdLst/>
                  <a:ahLst/>
                  <a:cxnLst/>
                  <a:rect l="l" t="t" r="r" b="b"/>
                  <a:pathLst>
                    <a:path w="262" h="48" extrusionOk="0">
                      <a:moveTo>
                        <a:pt x="0" y="1"/>
                      </a:moveTo>
                      <a:lnTo>
                        <a:pt x="0" y="1"/>
                      </a:lnTo>
                      <a:cubicBezTo>
                        <a:pt x="33" y="34"/>
                        <a:pt x="88" y="47"/>
                        <a:pt x="145" y="47"/>
                      </a:cubicBezTo>
                      <a:cubicBezTo>
                        <a:pt x="185" y="47"/>
                        <a:pt x="227" y="41"/>
                        <a:pt x="262" y="29"/>
                      </a:cubicBez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7"/>
                <p:cNvSpPr/>
                <p:nvPr/>
              </p:nvSpPr>
              <p:spPr>
                <a:xfrm>
                  <a:off x="3449667" y="3998265"/>
                  <a:ext cx="13196" cy="3857"/>
                </a:xfrm>
                <a:custGeom>
                  <a:avLst/>
                  <a:gdLst/>
                  <a:ahLst/>
                  <a:cxnLst/>
                  <a:rect l="l" t="t" r="r" b="b"/>
                  <a:pathLst>
                    <a:path w="390" h="114" extrusionOk="0">
                      <a:moveTo>
                        <a:pt x="36" y="0"/>
                      </a:moveTo>
                      <a:cubicBezTo>
                        <a:pt x="0" y="29"/>
                        <a:pt x="36" y="29"/>
                        <a:pt x="36" y="57"/>
                      </a:cubicBezTo>
                      <a:cubicBezTo>
                        <a:pt x="92" y="85"/>
                        <a:pt x="177" y="113"/>
                        <a:pt x="269" y="113"/>
                      </a:cubicBezTo>
                      <a:cubicBezTo>
                        <a:pt x="298" y="113"/>
                        <a:pt x="326" y="113"/>
                        <a:pt x="354" y="85"/>
                      </a:cubicBezTo>
                      <a:cubicBezTo>
                        <a:pt x="354" y="85"/>
                        <a:pt x="389" y="85"/>
                        <a:pt x="354" y="57"/>
                      </a:cubicBezTo>
                      <a:cubicBezTo>
                        <a:pt x="354" y="57"/>
                        <a:pt x="354" y="44"/>
                        <a:pt x="346" y="44"/>
                      </a:cubicBezTo>
                      <a:cubicBezTo>
                        <a:pt x="342" y="44"/>
                        <a:pt x="335" y="47"/>
                        <a:pt x="326" y="57"/>
                      </a:cubicBezTo>
                      <a:cubicBezTo>
                        <a:pt x="241" y="57"/>
                        <a:pt x="149" y="57"/>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7"/>
                <p:cNvSpPr/>
                <p:nvPr/>
              </p:nvSpPr>
              <p:spPr>
                <a:xfrm>
                  <a:off x="3451833" y="3852196"/>
                  <a:ext cx="279105" cy="301842"/>
                </a:xfrm>
                <a:custGeom>
                  <a:avLst/>
                  <a:gdLst/>
                  <a:ahLst/>
                  <a:cxnLst/>
                  <a:rect l="l" t="t" r="r" b="b"/>
                  <a:pathLst>
                    <a:path w="8249" h="8921" extrusionOk="0">
                      <a:moveTo>
                        <a:pt x="3292" y="1"/>
                      </a:moveTo>
                      <a:cubicBezTo>
                        <a:pt x="2650" y="1"/>
                        <a:pt x="1995" y="68"/>
                        <a:pt x="1415" y="334"/>
                      </a:cubicBezTo>
                      <a:cubicBezTo>
                        <a:pt x="736" y="603"/>
                        <a:pt x="177" y="1190"/>
                        <a:pt x="0" y="1869"/>
                      </a:cubicBezTo>
                      <a:cubicBezTo>
                        <a:pt x="0" y="1926"/>
                        <a:pt x="28" y="1983"/>
                        <a:pt x="85" y="1983"/>
                      </a:cubicBezTo>
                      <a:cubicBezTo>
                        <a:pt x="205" y="2018"/>
                        <a:pt x="382" y="2103"/>
                        <a:pt x="410" y="2103"/>
                      </a:cubicBezTo>
                      <a:cubicBezTo>
                        <a:pt x="587" y="2280"/>
                        <a:pt x="502" y="2372"/>
                        <a:pt x="559" y="2549"/>
                      </a:cubicBezTo>
                      <a:cubicBezTo>
                        <a:pt x="559" y="2605"/>
                        <a:pt x="587" y="2662"/>
                        <a:pt x="616" y="2725"/>
                      </a:cubicBezTo>
                      <a:cubicBezTo>
                        <a:pt x="764" y="2987"/>
                        <a:pt x="941" y="3164"/>
                        <a:pt x="969" y="3461"/>
                      </a:cubicBezTo>
                      <a:cubicBezTo>
                        <a:pt x="998" y="3815"/>
                        <a:pt x="821" y="4048"/>
                        <a:pt x="644" y="4346"/>
                      </a:cubicBezTo>
                      <a:cubicBezTo>
                        <a:pt x="439" y="4756"/>
                        <a:pt x="439" y="5230"/>
                        <a:pt x="736" y="5612"/>
                      </a:cubicBezTo>
                      <a:cubicBezTo>
                        <a:pt x="884" y="5845"/>
                        <a:pt x="1090" y="6022"/>
                        <a:pt x="1295" y="6227"/>
                      </a:cubicBezTo>
                      <a:cubicBezTo>
                        <a:pt x="1472" y="6440"/>
                        <a:pt x="1620" y="6673"/>
                        <a:pt x="1620" y="6970"/>
                      </a:cubicBezTo>
                      <a:cubicBezTo>
                        <a:pt x="1648" y="7112"/>
                        <a:pt x="1592" y="7288"/>
                        <a:pt x="1592" y="7465"/>
                      </a:cubicBezTo>
                      <a:cubicBezTo>
                        <a:pt x="1592" y="7883"/>
                        <a:pt x="1946" y="8236"/>
                        <a:pt x="2328" y="8442"/>
                      </a:cubicBezTo>
                      <a:cubicBezTo>
                        <a:pt x="2829" y="8745"/>
                        <a:pt x="3408" y="8920"/>
                        <a:pt x="3986" y="8920"/>
                      </a:cubicBezTo>
                      <a:cubicBezTo>
                        <a:pt x="4192" y="8920"/>
                        <a:pt x="4397" y="8898"/>
                        <a:pt x="4598" y="8852"/>
                      </a:cubicBezTo>
                      <a:cubicBezTo>
                        <a:pt x="5334" y="8675"/>
                        <a:pt x="5950" y="8173"/>
                        <a:pt x="6657" y="7854"/>
                      </a:cubicBezTo>
                      <a:cubicBezTo>
                        <a:pt x="7103" y="7642"/>
                        <a:pt x="7633" y="7437"/>
                        <a:pt x="7930" y="7027"/>
                      </a:cubicBezTo>
                      <a:cubicBezTo>
                        <a:pt x="8192" y="6645"/>
                        <a:pt x="8249" y="6050"/>
                        <a:pt x="8192" y="5584"/>
                      </a:cubicBezTo>
                      <a:cubicBezTo>
                        <a:pt x="8072" y="4933"/>
                        <a:pt x="7754" y="4346"/>
                        <a:pt x="7336" y="3843"/>
                      </a:cubicBezTo>
                      <a:cubicBezTo>
                        <a:pt x="6926" y="3313"/>
                        <a:pt x="6395" y="2839"/>
                        <a:pt x="6162" y="2223"/>
                      </a:cubicBezTo>
                      <a:cubicBezTo>
                        <a:pt x="5893" y="1629"/>
                        <a:pt x="5836" y="922"/>
                        <a:pt x="5362" y="483"/>
                      </a:cubicBezTo>
                      <a:cubicBezTo>
                        <a:pt x="4952" y="73"/>
                        <a:pt x="4301" y="9"/>
                        <a:pt x="3714" y="9"/>
                      </a:cubicBezTo>
                      <a:cubicBezTo>
                        <a:pt x="3575" y="4"/>
                        <a:pt x="3434" y="1"/>
                        <a:pt x="32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7"/>
                <p:cNvSpPr/>
                <p:nvPr/>
              </p:nvSpPr>
              <p:spPr>
                <a:xfrm>
                  <a:off x="3558585" y="3808142"/>
                  <a:ext cx="77990" cy="56572"/>
                </a:xfrm>
                <a:custGeom>
                  <a:avLst/>
                  <a:gdLst/>
                  <a:ahLst/>
                  <a:cxnLst/>
                  <a:rect l="l" t="t" r="r" b="b"/>
                  <a:pathLst>
                    <a:path w="2305" h="1672" extrusionOk="0">
                      <a:moveTo>
                        <a:pt x="1029" y="1"/>
                      </a:moveTo>
                      <a:cubicBezTo>
                        <a:pt x="874" y="1"/>
                        <a:pt x="724" y="26"/>
                        <a:pt x="587" y="101"/>
                      </a:cubicBezTo>
                      <a:cubicBezTo>
                        <a:pt x="29" y="490"/>
                        <a:pt x="0" y="1516"/>
                        <a:pt x="736" y="1665"/>
                      </a:cubicBezTo>
                      <a:cubicBezTo>
                        <a:pt x="769" y="1669"/>
                        <a:pt x="803" y="1672"/>
                        <a:pt x="838" y="1672"/>
                      </a:cubicBezTo>
                      <a:cubicBezTo>
                        <a:pt x="1474" y="1672"/>
                        <a:pt x="2305" y="897"/>
                        <a:pt x="1882" y="313"/>
                      </a:cubicBezTo>
                      <a:cubicBezTo>
                        <a:pt x="1733" y="101"/>
                        <a:pt x="1500" y="45"/>
                        <a:pt x="1267" y="16"/>
                      </a:cubicBezTo>
                      <a:cubicBezTo>
                        <a:pt x="1186" y="7"/>
                        <a:pt x="1107" y="1"/>
                        <a:pt x="10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7"/>
                <p:cNvSpPr/>
                <p:nvPr/>
              </p:nvSpPr>
              <p:spPr>
                <a:xfrm>
                  <a:off x="3363014" y="4317336"/>
                  <a:ext cx="32820" cy="96734"/>
                </a:xfrm>
                <a:custGeom>
                  <a:avLst/>
                  <a:gdLst/>
                  <a:ahLst/>
                  <a:cxnLst/>
                  <a:rect l="l" t="t" r="r" b="b"/>
                  <a:pathLst>
                    <a:path w="970" h="2859" extrusionOk="0">
                      <a:moveTo>
                        <a:pt x="941" y="0"/>
                      </a:moveTo>
                      <a:cubicBezTo>
                        <a:pt x="941" y="0"/>
                        <a:pt x="913" y="0"/>
                        <a:pt x="913" y="29"/>
                      </a:cubicBezTo>
                      <a:cubicBezTo>
                        <a:pt x="885" y="121"/>
                        <a:pt x="828" y="177"/>
                        <a:pt x="793" y="262"/>
                      </a:cubicBezTo>
                      <a:cubicBezTo>
                        <a:pt x="651" y="559"/>
                        <a:pt x="531" y="828"/>
                        <a:pt x="439" y="1182"/>
                      </a:cubicBezTo>
                      <a:cubicBezTo>
                        <a:pt x="382" y="1564"/>
                        <a:pt x="298" y="1769"/>
                        <a:pt x="234" y="1974"/>
                      </a:cubicBezTo>
                      <a:cubicBezTo>
                        <a:pt x="149" y="2208"/>
                        <a:pt x="85" y="2420"/>
                        <a:pt x="0" y="2830"/>
                      </a:cubicBezTo>
                      <a:cubicBezTo>
                        <a:pt x="0" y="2830"/>
                        <a:pt x="0" y="2858"/>
                        <a:pt x="29" y="2858"/>
                      </a:cubicBezTo>
                      <a:lnTo>
                        <a:pt x="57" y="2830"/>
                      </a:lnTo>
                      <a:cubicBezTo>
                        <a:pt x="149" y="2448"/>
                        <a:pt x="206" y="2208"/>
                        <a:pt x="298" y="2002"/>
                      </a:cubicBezTo>
                      <a:cubicBezTo>
                        <a:pt x="354" y="1797"/>
                        <a:pt x="439" y="1564"/>
                        <a:pt x="503" y="1182"/>
                      </a:cubicBezTo>
                      <a:cubicBezTo>
                        <a:pt x="588" y="856"/>
                        <a:pt x="708" y="588"/>
                        <a:pt x="856" y="297"/>
                      </a:cubicBezTo>
                      <a:cubicBezTo>
                        <a:pt x="885" y="205"/>
                        <a:pt x="913" y="121"/>
                        <a:pt x="970" y="57"/>
                      </a:cubicBezTo>
                      <a:cubicBezTo>
                        <a:pt x="970" y="29"/>
                        <a:pt x="970" y="29"/>
                        <a:pt x="9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7"/>
                <p:cNvSpPr/>
                <p:nvPr/>
              </p:nvSpPr>
              <p:spPr>
                <a:xfrm>
                  <a:off x="3758927" y="4344134"/>
                  <a:ext cx="27068" cy="119708"/>
                </a:xfrm>
                <a:custGeom>
                  <a:avLst/>
                  <a:gdLst/>
                  <a:ahLst/>
                  <a:cxnLst/>
                  <a:rect l="l" t="t" r="r" b="b"/>
                  <a:pathLst>
                    <a:path w="800" h="3538" extrusionOk="0">
                      <a:moveTo>
                        <a:pt x="29" y="1"/>
                      </a:moveTo>
                      <a:cubicBezTo>
                        <a:pt x="0" y="36"/>
                        <a:pt x="0" y="36"/>
                        <a:pt x="0" y="64"/>
                      </a:cubicBezTo>
                      <a:cubicBezTo>
                        <a:pt x="57" y="326"/>
                        <a:pt x="149" y="595"/>
                        <a:pt x="206" y="857"/>
                      </a:cubicBezTo>
                      <a:cubicBezTo>
                        <a:pt x="446" y="1741"/>
                        <a:pt x="680" y="2654"/>
                        <a:pt x="736" y="3510"/>
                      </a:cubicBezTo>
                      <a:cubicBezTo>
                        <a:pt x="736" y="3538"/>
                        <a:pt x="736" y="3538"/>
                        <a:pt x="764" y="3538"/>
                      </a:cubicBezTo>
                      <a:lnTo>
                        <a:pt x="800" y="3510"/>
                      </a:lnTo>
                      <a:cubicBezTo>
                        <a:pt x="736" y="2625"/>
                        <a:pt x="503" y="1713"/>
                        <a:pt x="269" y="857"/>
                      </a:cubicBezTo>
                      <a:cubicBezTo>
                        <a:pt x="206" y="567"/>
                        <a:pt x="121" y="298"/>
                        <a:pt x="57" y="36"/>
                      </a:cubicBezTo>
                      <a:cubicBezTo>
                        <a:pt x="57" y="36"/>
                        <a:pt x="57"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7"/>
                <p:cNvSpPr/>
                <p:nvPr/>
              </p:nvSpPr>
              <p:spPr>
                <a:xfrm>
                  <a:off x="3582507" y="4119295"/>
                  <a:ext cx="118524" cy="78362"/>
                </a:xfrm>
                <a:custGeom>
                  <a:avLst/>
                  <a:gdLst/>
                  <a:ahLst/>
                  <a:cxnLst/>
                  <a:rect l="l" t="t" r="r" b="b"/>
                  <a:pathLst>
                    <a:path w="3503" h="2316" extrusionOk="0">
                      <a:moveTo>
                        <a:pt x="2713" y="1"/>
                      </a:moveTo>
                      <a:cubicBezTo>
                        <a:pt x="2630" y="1"/>
                        <a:pt x="2549" y="15"/>
                        <a:pt x="2477" y="45"/>
                      </a:cubicBezTo>
                      <a:cubicBezTo>
                        <a:pt x="2088" y="222"/>
                        <a:pt x="1946" y="724"/>
                        <a:pt x="1621" y="986"/>
                      </a:cubicBezTo>
                      <a:cubicBezTo>
                        <a:pt x="1444" y="1106"/>
                        <a:pt x="1239" y="1163"/>
                        <a:pt x="998" y="1227"/>
                      </a:cubicBezTo>
                      <a:cubicBezTo>
                        <a:pt x="736" y="1283"/>
                        <a:pt x="354" y="1340"/>
                        <a:pt x="142" y="1552"/>
                      </a:cubicBezTo>
                      <a:cubicBezTo>
                        <a:pt x="1" y="1694"/>
                        <a:pt x="1" y="2019"/>
                        <a:pt x="178" y="2196"/>
                      </a:cubicBezTo>
                      <a:cubicBezTo>
                        <a:pt x="272" y="2277"/>
                        <a:pt x="412" y="2316"/>
                        <a:pt x="556" y="2316"/>
                      </a:cubicBezTo>
                      <a:cubicBezTo>
                        <a:pt x="626" y="2316"/>
                        <a:pt x="697" y="2306"/>
                        <a:pt x="765" y="2288"/>
                      </a:cubicBezTo>
                      <a:cubicBezTo>
                        <a:pt x="970" y="2260"/>
                        <a:pt x="1175" y="2196"/>
                        <a:pt x="1416" y="2196"/>
                      </a:cubicBezTo>
                      <a:cubicBezTo>
                        <a:pt x="1500" y="2196"/>
                        <a:pt x="1649" y="2224"/>
                        <a:pt x="1769" y="2224"/>
                      </a:cubicBezTo>
                      <a:cubicBezTo>
                        <a:pt x="1911" y="2224"/>
                        <a:pt x="2088" y="2224"/>
                        <a:pt x="2208" y="2139"/>
                      </a:cubicBezTo>
                      <a:cubicBezTo>
                        <a:pt x="2328" y="2047"/>
                        <a:pt x="2385" y="1934"/>
                        <a:pt x="2441" y="1814"/>
                      </a:cubicBezTo>
                      <a:cubicBezTo>
                        <a:pt x="2618" y="1580"/>
                        <a:pt x="2859" y="1432"/>
                        <a:pt x="3092" y="1255"/>
                      </a:cubicBezTo>
                      <a:cubicBezTo>
                        <a:pt x="3297" y="1078"/>
                        <a:pt x="3502" y="809"/>
                        <a:pt x="3446" y="519"/>
                      </a:cubicBezTo>
                      <a:cubicBezTo>
                        <a:pt x="3401" y="215"/>
                        <a:pt x="3038" y="1"/>
                        <a:pt x="27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7"/>
                <p:cNvSpPr/>
                <p:nvPr/>
              </p:nvSpPr>
              <p:spPr>
                <a:xfrm>
                  <a:off x="3463777" y="4049425"/>
                  <a:ext cx="230315" cy="142005"/>
                </a:xfrm>
                <a:custGeom>
                  <a:avLst/>
                  <a:gdLst/>
                  <a:ahLst/>
                  <a:cxnLst/>
                  <a:rect l="l" t="t" r="r" b="b"/>
                  <a:pathLst>
                    <a:path w="6807" h="4197" extrusionOk="0">
                      <a:moveTo>
                        <a:pt x="3225" y="1"/>
                      </a:moveTo>
                      <a:cubicBezTo>
                        <a:pt x="2550" y="1"/>
                        <a:pt x="1875" y="64"/>
                        <a:pt x="1210" y="193"/>
                      </a:cubicBezTo>
                      <a:cubicBezTo>
                        <a:pt x="970" y="221"/>
                        <a:pt x="737" y="285"/>
                        <a:pt x="531" y="434"/>
                      </a:cubicBezTo>
                      <a:cubicBezTo>
                        <a:pt x="178" y="639"/>
                        <a:pt x="1" y="1077"/>
                        <a:pt x="29" y="1495"/>
                      </a:cubicBezTo>
                      <a:cubicBezTo>
                        <a:pt x="29" y="1905"/>
                        <a:pt x="206" y="2287"/>
                        <a:pt x="439" y="2641"/>
                      </a:cubicBezTo>
                      <a:cubicBezTo>
                        <a:pt x="1171" y="3667"/>
                        <a:pt x="2335" y="4196"/>
                        <a:pt x="3548" y="4196"/>
                      </a:cubicBezTo>
                      <a:cubicBezTo>
                        <a:pt x="3907" y="4196"/>
                        <a:pt x="4270" y="4150"/>
                        <a:pt x="4627" y="4056"/>
                      </a:cubicBezTo>
                      <a:cubicBezTo>
                        <a:pt x="5809" y="3730"/>
                        <a:pt x="6806" y="2287"/>
                        <a:pt x="6750" y="1077"/>
                      </a:cubicBezTo>
                      <a:cubicBezTo>
                        <a:pt x="6750" y="901"/>
                        <a:pt x="6721" y="695"/>
                        <a:pt x="6573" y="575"/>
                      </a:cubicBezTo>
                      <a:cubicBezTo>
                        <a:pt x="6481" y="519"/>
                        <a:pt x="6368" y="462"/>
                        <a:pt x="6276" y="434"/>
                      </a:cubicBezTo>
                      <a:cubicBezTo>
                        <a:pt x="5281" y="148"/>
                        <a:pt x="4253" y="1"/>
                        <a:pt x="32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7"/>
                <p:cNvSpPr/>
                <p:nvPr/>
              </p:nvSpPr>
              <p:spPr>
                <a:xfrm>
                  <a:off x="3473589" y="4131815"/>
                  <a:ext cx="91964" cy="62764"/>
                </a:xfrm>
                <a:custGeom>
                  <a:avLst/>
                  <a:gdLst/>
                  <a:ahLst/>
                  <a:cxnLst/>
                  <a:rect l="l" t="t" r="r" b="b"/>
                  <a:pathLst>
                    <a:path w="2718" h="1855" extrusionOk="0">
                      <a:moveTo>
                        <a:pt x="36" y="1"/>
                      </a:moveTo>
                      <a:cubicBezTo>
                        <a:pt x="36" y="1"/>
                        <a:pt x="1" y="1"/>
                        <a:pt x="36" y="29"/>
                      </a:cubicBezTo>
                      <a:cubicBezTo>
                        <a:pt x="355" y="1267"/>
                        <a:pt x="1656" y="1798"/>
                        <a:pt x="2654" y="1854"/>
                      </a:cubicBezTo>
                      <a:lnTo>
                        <a:pt x="2689" y="1854"/>
                      </a:lnTo>
                      <a:cubicBezTo>
                        <a:pt x="2689" y="1854"/>
                        <a:pt x="2689" y="1826"/>
                        <a:pt x="2717" y="1826"/>
                      </a:cubicBezTo>
                      <a:cubicBezTo>
                        <a:pt x="2717" y="1798"/>
                        <a:pt x="2689" y="1798"/>
                        <a:pt x="2689" y="1798"/>
                      </a:cubicBezTo>
                      <a:cubicBezTo>
                        <a:pt x="1685" y="1741"/>
                        <a:pt x="390" y="1239"/>
                        <a:pt x="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7"/>
                <p:cNvSpPr/>
                <p:nvPr/>
              </p:nvSpPr>
              <p:spPr>
                <a:xfrm>
                  <a:off x="3189470" y="4315408"/>
                  <a:ext cx="24936" cy="84791"/>
                </a:xfrm>
                <a:custGeom>
                  <a:avLst/>
                  <a:gdLst/>
                  <a:ahLst/>
                  <a:cxnLst/>
                  <a:rect l="l" t="t" r="r" b="b"/>
                  <a:pathLst>
                    <a:path w="737" h="2506" extrusionOk="0">
                      <a:moveTo>
                        <a:pt x="708" y="1"/>
                      </a:moveTo>
                      <a:cubicBezTo>
                        <a:pt x="680" y="1"/>
                        <a:pt x="680" y="29"/>
                        <a:pt x="680" y="29"/>
                      </a:cubicBezTo>
                      <a:cubicBezTo>
                        <a:pt x="616" y="178"/>
                        <a:pt x="616" y="319"/>
                        <a:pt x="616" y="468"/>
                      </a:cubicBezTo>
                      <a:lnTo>
                        <a:pt x="616" y="560"/>
                      </a:lnTo>
                      <a:cubicBezTo>
                        <a:pt x="616" y="645"/>
                        <a:pt x="616" y="736"/>
                        <a:pt x="588" y="821"/>
                      </a:cubicBezTo>
                      <a:cubicBezTo>
                        <a:pt x="559" y="970"/>
                        <a:pt x="475" y="1119"/>
                        <a:pt x="383" y="1239"/>
                      </a:cubicBezTo>
                      <a:cubicBezTo>
                        <a:pt x="354" y="1295"/>
                        <a:pt x="326" y="1324"/>
                        <a:pt x="326" y="1352"/>
                      </a:cubicBezTo>
                      <a:cubicBezTo>
                        <a:pt x="121" y="1706"/>
                        <a:pt x="1" y="2088"/>
                        <a:pt x="1" y="2477"/>
                      </a:cubicBezTo>
                      <a:lnTo>
                        <a:pt x="29" y="2505"/>
                      </a:lnTo>
                      <a:cubicBezTo>
                        <a:pt x="57" y="2505"/>
                        <a:pt x="57" y="2477"/>
                        <a:pt x="57" y="2477"/>
                      </a:cubicBezTo>
                      <a:cubicBezTo>
                        <a:pt x="57" y="2088"/>
                        <a:pt x="177" y="1706"/>
                        <a:pt x="354" y="1380"/>
                      </a:cubicBezTo>
                      <a:cubicBezTo>
                        <a:pt x="383" y="1352"/>
                        <a:pt x="411" y="1324"/>
                        <a:pt x="439" y="1267"/>
                      </a:cubicBezTo>
                      <a:cubicBezTo>
                        <a:pt x="531" y="1147"/>
                        <a:pt x="616" y="998"/>
                        <a:pt x="651" y="821"/>
                      </a:cubicBezTo>
                      <a:cubicBezTo>
                        <a:pt x="680" y="736"/>
                        <a:pt x="680" y="645"/>
                        <a:pt x="680" y="560"/>
                      </a:cubicBezTo>
                      <a:lnTo>
                        <a:pt x="680" y="468"/>
                      </a:lnTo>
                      <a:cubicBezTo>
                        <a:pt x="680" y="319"/>
                        <a:pt x="680" y="178"/>
                        <a:pt x="736" y="57"/>
                      </a:cubicBezTo>
                      <a:cubicBezTo>
                        <a:pt x="736" y="29"/>
                        <a:pt x="708" y="29"/>
                        <a:pt x="7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7"/>
                <p:cNvSpPr/>
                <p:nvPr/>
              </p:nvSpPr>
              <p:spPr>
                <a:xfrm>
                  <a:off x="3070740" y="4229499"/>
                  <a:ext cx="92911" cy="46929"/>
                </a:xfrm>
                <a:custGeom>
                  <a:avLst/>
                  <a:gdLst/>
                  <a:ahLst/>
                  <a:cxnLst/>
                  <a:rect l="l" t="t" r="r" b="b"/>
                  <a:pathLst>
                    <a:path w="2746" h="1387" extrusionOk="0">
                      <a:moveTo>
                        <a:pt x="2746" y="0"/>
                      </a:moveTo>
                      <a:cubicBezTo>
                        <a:pt x="2710" y="0"/>
                        <a:pt x="2710" y="0"/>
                        <a:pt x="2682" y="28"/>
                      </a:cubicBezTo>
                      <a:cubicBezTo>
                        <a:pt x="2569" y="269"/>
                        <a:pt x="2272" y="382"/>
                        <a:pt x="1974" y="502"/>
                      </a:cubicBezTo>
                      <a:cubicBezTo>
                        <a:pt x="1649" y="623"/>
                        <a:pt x="1331" y="771"/>
                        <a:pt x="1005" y="913"/>
                      </a:cubicBezTo>
                      <a:cubicBezTo>
                        <a:pt x="680" y="1061"/>
                        <a:pt x="326" y="1210"/>
                        <a:pt x="1" y="1330"/>
                      </a:cubicBezTo>
                      <a:lnTo>
                        <a:pt x="1" y="1387"/>
                      </a:lnTo>
                      <a:lnTo>
                        <a:pt x="29" y="1387"/>
                      </a:lnTo>
                      <a:cubicBezTo>
                        <a:pt x="354" y="1266"/>
                        <a:pt x="680" y="1125"/>
                        <a:pt x="1005" y="976"/>
                      </a:cubicBezTo>
                      <a:cubicBezTo>
                        <a:pt x="1331" y="828"/>
                        <a:pt x="1684" y="679"/>
                        <a:pt x="2003" y="559"/>
                      </a:cubicBezTo>
                      <a:cubicBezTo>
                        <a:pt x="2300" y="446"/>
                        <a:pt x="2597" y="297"/>
                        <a:pt x="2746" y="64"/>
                      </a:cubicBezTo>
                      <a:lnTo>
                        <a:pt x="27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7"/>
                <p:cNvSpPr/>
                <p:nvPr/>
              </p:nvSpPr>
              <p:spPr>
                <a:xfrm>
                  <a:off x="3193530" y="4372150"/>
                  <a:ext cx="9846" cy="34004"/>
                </a:xfrm>
                <a:custGeom>
                  <a:avLst/>
                  <a:gdLst/>
                  <a:ahLst/>
                  <a:cxnLst/>
                  <a:rect l="l" t="t" r="r" b="b"/>
                  <a:pathLst>
                    <a:path w="291" h="1005" extrusionOk="0">
                      <a:moveTo>
                        <a:pt x="29" y="0"/>
                      </a:moveTo>
                      <a:cubicBezTo>
                        <a:pt x="1" y="0"/>
                        <a:pt x="1" y="29"/>
                        <a:pt x="1" y="29"/>
                      </a:cubicBezTo>
                      <a:cubicBezTo>
                        <a:pt x="86" y="354"/>
                        <a:pt x="206" y="651"/>
                        <a:pt x="234" y="977"/>
                      </a:cubicBezTo>
                      <a:cubicBezTo>
                        <a:pt x="234" y="977"/>
                        <a:pt x="234" y="1005"/>
                        <a:pt x="263" y="1005"/>
                      </a:cubicBezTo>
                      <a:cubicBezTo>
                        <a:pt x="291" y="1005"/>
                        <a:pt x="291" y="977"/>
                        <a:pt x="291" y="977"/>
                      </a:cubicBezTo>
                      <a:cubicBezTo>
                        <a:pt x="263" y="651"/>
                        <a:pt x="142" y="326"/>
                        <a:pt x="57" y="29"/>
                      </a:cubicBez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7"/>
                <p:cNvSpPr/>
                <p:nvPr/>
              </p:nvSpPr>
              <p:spPr>
                <a:xfrm>
                  <a:off x="3168424" y="4472913"/>
                  <a:ext cx="17019" cy="7951"/>
                </a:xfrm>
                <a:custGeom>
                  <a:avLst/>
                  <a:gdLst/>
                  <a:ahLst/>
                  <a:cxnLst/>
                  <a:rect l="l" t="t" r="r" b="b"/>
                  <a:pathLst>
                    <a:path w="503" h="235" extrusionOk="0">
                      <a:moveTo>
                        <a:pt x="64" y="1"/>
                      </a:moveTo>
                      <a:cubicBezTo>
                        <a:pt x="35" y="1"/>
                        <a:pt x="35" y="1"/>
                        <a:pt x="0" y="29"/>
                      </a:cubicBezTo>
                      <a:lnTo>
                        <a:pt x="35" y="57"/>
                      </a:lnTo>
                      <a:lnTo>
                        <a:pt x="474" y="234"/>
                      </a:lnTo>
                      <a:lnTo>
                        <a:pt x="502" y="206"/>
                      </a:lnTo>
                      <a:cubicBezTo>
                        <a:pt x="502" y="178"/>
                        <a:pt x="502" y="178"/>
                        <a:pt x="474" y="178"/>
                      </a:cubicBezTo>
                      <a:lnTo>
                        <a:pt x="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7"/>
                <p:cNvSpPr/>
                <p:nvPr/>
              </p:nvSpPr>
              <p:spPr>
                <a:xfrm>
                  <a:off x="3070740" y="4236435"/>
                  <a:ext cx="9135" cy="37117"/>
                </a:xfrm>
                <a:custGeom>
                  <a:avLst/>
                  <a:gdLst/>
                  <a:ahLst/>
                  <a:cxnLst/>
                  <a:rect l="l" t="t" r="r" b="b"/>
                  <a:pathLst>
                    <a:path w="270" h="1097" extrusionOk="0">
                      <a:moveTo>
                        <a:pt x="29" y="0"/>
                      </a:moveTo>
                      <a:cubicBezTo>
                        <a:pt x="1" y="0"/>
                        <a:pt x="1" y="36"/>
                        <a:pt x="1" y="36"/>
                      </a:cubicBezTo>
                      <a:cubicBezTo>
                        <a:pt x="93" y="389"/>
                        <a:pt x="178" y="708"/>
                        <a:pt x="206" y="1061"/>
                      </a:cubicBezTo>
                      <a:lnTo>
                        <a:pt x="234" y="1097"/>
                      </a:lnTo>
                      <a:cubicBezTo>
                        <a:pt x="270" y="1097"/>
                        <a:pt x="270" y="1061"/>
                        <a:pt x="270" y="1061"/>
                      </a:cubicBezTo>
                      <a:cubicBezTo>
                        <a:pt x="234" y="708"/>
                        <a:pt x="149" y="354"/>
                        <a:pt x="57" y="36"/>
                      </a:cubicBez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7"/>
                <p:cNvSpPr/>
                <p:nvPr/>
              </p:nvSpPr>
              <p:spPr>
                <a:xfrm>
                  <a:off x="3079842" y="4231630"/>
                  <a:ext cx="10793" cy="37861"/>
                </a:xfrm>
                <a:custGeom>
                  <a:avLst/>
                  <a:gdLst/>
                  <a:ahLst/>
                  <a:cxnLst/>
                  <a:rect l="l" t="t" r="r" b="b"/>
                  <a:pathLst>
                    <a:path w="319" h="1119" extrusionOk="0">
                      <a:moveTo>
                        <a:pt x="29" y="1"/>
                      </a:moveTo>
                      <a:cubicBezTo>
                        <a:pt x="1" y="1"/>
                        <a:pt x="1" y="1"/>
                        <a:pt x="1" y="29"/>
                      </a:cubicBezTo>
                      <a:cubicBezTo>
                        <a:pt x="114" y="383"/>
                        <a:pt x="206" y="736"/>
                        <a:pt x="262" y="1090"/>
                      </a:cubicBezTo>
                      <a:cubicBezTo>
                        <a:pt x="262" y="1118"/>
                        <a:pt x="262" y="1118"/>
                        <a:pt x="291" y="1118"/>
                      </a:cubicBezTo>
                      <a:cubicBezTo>
                        <a:pt x="291" y="1118"/>
                        <a:pt x="319" y="1118"/>
                        <a:pt x="319" y="1090"/>
                      </a:cubicBezTo>
                      <a:cubicBezTo>
                        <a:pt x="262" y="736"/>
                        <a:pt x="177" y="354"/>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7"/>
                <p:cNvSpPr/>
                <p:nvPr/>
              </p:nvSpPr>
              <p:spPr>
                <a:xfrm>
                  <a:off x="3088707" y="4227130"/>
                  <a:ext cx="11978" cy="38301"/>
                </a:xfrm>
                <a:custGeom>
                  <a:avLst/>
                  <a:gdLst/>
                  <a:ahLst/>
                  <a:cxnLst/>
                  <a:rect l="l" t="t" r="r" b="b"/>
                  <a:pathLst>
                    <a:path w="354" h="1132" extrusionOk="0">
                      <a:moveTo>
                        <a:pt x="36" y="1"/>
                      </a:moveTo>
                      <a:cubicBezTo>
                        <a:pt x="32" y="1"/>
                        <a:pt x="29" y="4"/>
                        <a:pt x="29" y="13"/>
                      </a:cubicBezTo>
                      <a:cubicBezTo>
                        <a:pt x="0" y="13"/>
                        <a:pt x="0" y="13"/>
                        <a:pt x="0" y="42"/>
                      </a:cubicBezTo>
                      <a:cubicBezTo>
                        <a:pt x="29" y="134"/>
                        <a:pt x="57" y="247"/>
                        <a:pt x="92" y="339"/>
                      </a:cubicBezTo>
                      <a:cubicBezTo>
                        <a:pt x="121" y="395"/>
                        <a:pt x="121" y="452"/>
                        <a:pt x="149" y="516"/>
                      </a:cubicBezTo>
                      <a:cubicBezTo>
                        <a:pt x="149" y="572"/>
                        <a:pt x="177" y="664"/>
                        <a:pt x="177" y="721"/>
                      </a:cubicBezTo>
                      <a:cubicBezTo>
                        <a:pt x="205" y="841"/>
                        <a:pt x="269" y="983"/>
                        <a:pt x="297" y="1103"/>
                      </a:cubicBezTo>
                      <a:lnTo>
                        <a:pt x="326" y="1131"/>
                      </a:lnTo>
                      <a:cubicBezTo>
                        <a:pt x="354" y="1103"/>
                        <a:pt x="354" y="1103"/>
                        <a:pt x="354" y="1075"/>
                      </a:cubicBezTo>
                      <a:cubicBezTo>
                        <a:pt x="326" y="954"/>
                        <a:pt x="269" y="841"/>
                        <a:pt x="234" y="693"/>
                      </a:cubicBezTo>
                      <a:cubicBezTo>
                        <a:pt x="234" y="629"/>
                        <a:pt x="205" y="572"/>
                        <a:pt x="205" y="516"/>
                      </a:cubicBezTo>
                      <a:cubicBezTo>
                        <a:pt x="177" y="452"/>
                        <a:pt x="177" y="395"/>
                        <a:pt x="149" y="339"/>
                      </a:cubicBezTo>
                      <a:cubicBezTo>
                        <a:pt x="121" y="219"/>
                        <a:pt x="92" y="134"/>
                        <a:pt x="57" y="13"/>
                      </a:cubicBezTo>
                      <a:cubicBezTo>
                        <a:pt x="57" y="13"/>
                        <a:pt x="44"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7"/>
                <p:cNvSpPr/>
                <p:nvPr/>
              </p:nvSpPr>
              <p:spPr>
                <a:xfrm>
                  <a:off x="3095643" y="4223510"/>
                  <a:ext cx="14143" cy="38098"/>
                </a:xfrm>
                <a:custGeom>
                  <a:avLst/>
                  <a:gdLst/>
                  <a:ahLst/>
                  <a:cxnLst/>
                  <a:rect l="l" t="t" r="r" b="b"/>
                  <a:pathLst>
                    <a:path w="418" h="1126" extrusionOk="0">
                      <a:moveTo>
                        <a:pt x="29" y="0"/>
                      </a:moveTo>
                      <a:cubicBezTo>
                        <a:pt x="29" y="0"/>
                        <a:pt x="0" y="0"/>
                        <a:pt x="0" y="28"/>
                      </a:cubicBezTo>
                      <a:cubicBezTo>
                        <a:pt x="0" y="64"/>
                        <a:pt x="29" y="120"/>
                        <a:pt x="29" y="149"/>
                      </a:cubicBezTo>
                      <a:cubicBezTo>
                        <a:pt x="121" y="326"/>
                        <a:pt x="177" y="502"/>
                        <a:pt x="241" y="679"/>
                      </a:cubicBezTo>
                      <a:cubicBezTo>
                        <a:pt x="269" y="828"/>
                        <a:pt x="298" y="976"/>
                        <a:pt x="354" y="1090"/>
                      </a:cubicBezTo>
                      <a:cubicBezTo>
                        <a:pt x="354" y="1125"/>
                        <a:pt x="382" y="1125"/>
                        <a:pt x="382" y="1125"/>
                      </a:cubicBezTo>
                      <a:lnTo>
                        <a:pt x="418" y="1125"/>
                      </a:lnTo>
                      <a:lnTo>
                        <a:pt x="418" y="1061"/>
                      </a:lnTo>
                      <a:cubicBezTo>
                        <a:pt x="354" y="948"/>
                        <a:pt x="326" y="800"/>
                        <a:pt x="298" y="679"/>
                      </a:cubicBezTo>
                      <a:cubicBezTo>
                        <a:pt x="241" y="474"/>
                        <a:pt x="177" y="297"/>
                        <a:pt x="92" y="120"/>
                      </a:cubicBezTo>
                      <a:cubicBezTo>
                        <a:pt x="64" y="92"/>
                        <a:pt x="64" y="64"/>
                        <a:pt x="64" y="28"/>
                      </a:cubicBezTo>
                      <a:cubicBezTo>
                        <a:pt x="64" y="28"/>
                        <a:pt x="64"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7"/>
                <p:cNvSpPr/>
                <p:nvPr/>
              </p:nvSpPr>
              <p:spPr>
                <a:xfrm>
                  <a:off x="3110734" y="4218062"/>
                  <a:ext cx="13906" cy="36339"/>
                </a:xfrm>
                <a:custGeom>
                  <a:avLst/>
                  <a:gdLst/>
                  <a:ahLst/>
                  <a:cxnLst/>
                  <a:rect l="l" t="t" r="r" b="b"/>
                  <a:pathLst>
                    <a:path w="411" h="1074" extrusionOk="0">
                      <a:moveTo>
                        <a:pt x="27" y="0"/>
                      </a:moveTo>
                      <a:cubicBezTo>
                        <a:pt x="19" y="0"/>
                        <a:pt x="10" y="3"/>
                        <a:pt x="0" y="13"/>
                      </a:cubicBezTo>
                      <a:lnTo>
                        <a:pt x="0" y="48"/>
                      </a:lnTo>
                      <a:lnTo>
                        <a:pt x="354" y="1045"/>
                      </a:lnTo>
                      <a:lnTo>
                        <a:pt x="354" y="1074"/>
                      </a:lnTo>
                      <a:lnTo>
                        <a:pt x="382" y="1074"/>
                      </a:lnTo>
                      <a:cubicBezTo>
                        <a:pt x="382" y="1074"/>
                        <a:pt x="410" y="1045"/>
                        <a:pt x="382" y="1045"/>
                      </a:cubicBezTo>
                      <a:lnTo>
                        <a:pt x="57" y="13"/>
                      </a:lnTo>
                      <a:cubicBezTo>
                        <a:pt x="57" y="13"/>
                        <a:pt x="44" y="0"/>
                        <a:pt x="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7"/>
                <p:cNvSpPr/>
                <p:nvPr/>
              </p:nvSpPr>
              <p:spPr>
                <a:xfrm>
                  <a:off x="3116689" y="4215592"/>
                  <a:ext cx="17053" cy="35933"/>
                </a:xfrm>
                <a:custGeom>
                  <a:avLst/>
                  <a:gdLst/>
                  <a:ahLst/>
                  <a:cxnLst/>
                  <a:rect l="l" t="t" r="r" b="b"/>
                  <a:pathLst>
                    <a:path w="504" h="1062" extrusionOk="0">
                      <a:moveTo>
                        <a:pt x="1" y="1"/>
                      </a:moveTo>
                      <a:lnTo>
                        <a:pt x="1" y="29"/>
                      </a:lnTo>
                      <a:cubicBezTo>
                        <a:pt x="114" y="206"/>
                        <a:pt x="206" y="354"/>
                        <a:pt x="263" y="531"/>
                      </a:cubicBezTo>
                      <a:cubicBezTo>
                        <a:pt x="291" y="588"/>
                        <a:pt x="291" y="652"/>
                        <a:pt x="326" y="708"/>
                      </a:cubicBezTo>
                      <a:cubicBezTo>
                        <a:pt x="355" y="828"/>
                        <a:pt x="383" y="942"/>
                        <a:pt x="440" y="1034"/>
                      </a:cubicBezTo>
                      <a:cubicBezTo>
                        <a:pt x="440" y="1062"/>
                        <a:pt x="468" y="1062"/>
                        <a:pt x="468" y="1062"/>
                      </a:cubicBezTo>
                      <a:cubicBezTo>
                        <a:pt x="503" y="1062"/>
                        <a:pt x="503" y="1034"/>
                        <a:pt x="503" y="1005"/>
                      </a:cubicBezTo>
                      <a:cubicBezTo>
                        <a:pt x="440" y="913"/>
                        <a:pt x="411" y="793"/>
                        <a:pt x="383" y="708"/>
                      </a:cubicBezTo>
                      <a:cubicBezTo>
                        <a:pt x="355" y="652"/>
                        <a:pt x="355" y="588"/>
                        <a:pt x="326" y="531"/>
                      </a:cubicBezTo>
                      <a:cubicBezTo>
                        <a:pt x="263" y="326"/>
                        <a:pt x="178" y="178"/>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7"/>
                <p:cNvSpPr/>
                <p:nvPr/>
              </p:nvSpPr>
              <p:spPr>
                <a:xfrm>
                  <a:off x="3127720" y="4209603"/>
                  <a:ext cx="21824" cy="34038"/>
                </a:xfrm>
                <a:custGeom>
                  <a:avLst/>
                  <a:gdLst/>
                  <a:ahLst/>
                  <a:cxnLst/>
                  <a:rect l="l" t="t" r="r" b="b"/>
                  <a:pathLst>
                    <a:path w="645" h="1006" extrusionOk="0">
                      <a:moveTo>
                        <a:pt x="29" y="1"/>
                      </a:moveTo>
                      <a:cubicBezTo>
                        <a:pt x="29" y="1"/>
                        <a:pt x="0" y="29"/>
                        <a:pt x="29" y="29"/>
                      </a:cubicBezTo>
                      <a:cubicBezTo>
                        <a:pt x="57" y="121"/>
                        <a:pt x="114" y="178"/>
                        <a:pt x="177" y="234"/>
                      </a:cubicBezTo>
                      <a:cubicBezTo>
                        <a:pt x="234" y="298"/>
                        <a:pt x="262" y="355"/>
                        <a:pt x="290" y="411"/>
                      </a:cubicBezTo>
                      <a:cubicBezTo>
                        <a:pt x="319" y="475"/>
                        <a:pt x="354" y="503"/>
                        <a:pt x="354" y="531"/>
                      </a:cubicBezTo>
                      <a:cubicBezTo>
                        <a:pt x="382" y="560"/>
                        <a:pt x="382" y="588"/>
                        <a:pt x="411" y="616"/>
                      </a:cubicBezTo>
                      <a:cubicBezTo>
                        <a:pt x="411" y="652"/>
                        <a:pt x="439" y="680"/>
                        <a:pt x="467" y="708"/>
                      </a:cubicBezTo>
                      <a:cubicBezTo>
                        <a:pt x="496" y="793"/>
                        <a:pt x="531" y="857"/>
                        <a:pt x="559" y="913"/>
                      </a:cubicBezTo>
                      <a:cubicBezTo>
                        <a:pt x="559" y="942"/>
                        <a:pt x="559" y="1005"/>
                        <a:pt x="616" y="1005"/>
                      </a:cubicBezTo>
                      <a:cubicBezTo>
                        <a:pt x="616" y="1005"/>
                        <a:pt x="644" y="1005"/>
                        <a:pt x="644" y="970"/>
                      </a:cubicBezTo>
                      <a:cubicBezTo>
                        <a:pt x="644" y="970"/>
                        <a:pt x="644" y="942"/>
                        <a:pt x="616" y="942"/>
                      </a:cubicBezTo>
                      <a:lnTo>
                        <a:pt x="616" y="913"/>
                      </a:lnTo>
                      <a:cubicBezTo>
                        <a:pt x="588" y="829"/>
                        <a:pt x="559" y="765"/>
                        <a:pt x="496" y="680"/>
                      </a:cubicBezTo>
                      <a:cubicBezTo>
                        <a:pt x="496" y="652"/>
                        <a:pt x="467" y="616"/>
                        <a:pt x="467" y="588"/>
                      </a:cubicBezTo>
                      <a:cubicBezTo>
                        <a:pt x="439" y="560"/>
                        <a:pt x="439" y="531"/>
                        <a:pt x="411" y="503"/>
                      </a:cubicBezTo>
                      <a:cubicBezTo>
                        <a:pt x="411" y="475"/>
                        <a:pt x="382" y="439"/>
                        <a:pt x="354" y="383"/>
                      </a:cubicBezTo>
                      <a:cubicBezTo>
                        <a:pt x="319" y="326"/>
                        <a:pt x="262" y="263"/>
                        <a:pt x="206" y="206"/>
                      </a:cubicBezTo>
                      <a:cubicBezTo>
                        <a:pt x="142" y="149"/>
                        <a:pt x="114" y="86"/>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7"/>
                <p:cNvSpPr/>
                <p:nvPr/>
              </p:nvSpPr>
              <p:spPr>
                <a:xfrm>
                  <a:off x="3135603" y="4204596"/>
                  <a:ext cx="20876" cy="34985"/>
                </a:xfrm>
                <a:custGeom>
                  <a:avLst/>
                  <a:gdLst/>
                  <a:ahLst/>
                  <a:cxnLst/>
                  <a:rect l="l" t="t" r="r" b="b"/>
                  <a:pathLst>
                    <a:path w="617" h="1034" extrusionOk="0">
                      <a:moveTo>
                        <a:pt x="29" y="0"/>
                      </a:moveTo>
                      <a:cubicBezTo>
                        <a:pt x="1" y="29"/>
                        <a:pt x="29" y="57"/>
                        <a:pt x="29" y="57"/>
                      </a:cubicBezTo>
                      <a:cubicBezTo>
                        <a:pt x="86" y="149"/>
                        <a:pt x="149" y="234"/>
                        <a:pt x="206" y="326"/>
                      </a:cubicBezTo>
                      <a:cubicBezTo>
                        <a:pt x="355" y="531"/>
                        <a:pt x="503" y="736"/>
                        <a:pt x="560" y="1005"/>
                      </a:cubicBezTo>
                      <a:lnTo>
                        <a:pt x="588" y="1033"/>
                      </a:lnTo>
                      <a:cubicBezTo>
                        <a:pt x="616" y="1005"/>
                        <a:pt x="616" y="1005"/>
                        <a:pt x="616" y="977"/>
                      </a:cubicBezTo>
                      <a:cubicBezTo>
                        <a:pt x="560" y="736"/>
                        <a:pt x="411" y="503"/>
                        <a:pt x="263" y="269"/>
                      </a:cubicBezTo>
                      <a:cubicBezTo>
                        <a:pt x="206" y="205"/>
                        <a:pt x="149" y="121"/>
                        <a:pt x="86" y="29"/>
                      </a:cubicBezTo>
                      <a:cubicBezTo>
                        <a:pt x="86" y="29"/>
                        <a:pt x="86"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7"/>
                <p:cNvSpPr/>
                <p:nvPr/>
              </p:nvSpPr>
              <p:spPr>
                <a:xfrm>
                  <a:off x="3887706" y="4455928"/>
                  <a:ext cx="25884" cy="13906"/>
                </a:xfrm>
                <a:custGeom>
                  <a:avLst/>
                  <a:gdLst/>
                  <a:ahLst/>
                  <a:cxnLst/>
                  <a:rect l="l" t="t" r="r" b="b"/>
                  <a:pathLst>
                    <a:path w="765" h="411" extrusionOk="0">
                      <a:moveTo>
                        <a:pt x="736" y="0"/>
                      </a:moveTo>
                      <a:cubicBezTo>
                        <a:pt x="736" y="0"/>
                        <a:pt x="708" y="0"/>
                        <a:pt x="708" y="29"/>
                      </a:cubicBezTo>
                      <a:cubicBezTo>
                        <a:pt x="581" y="204"/>
                        <a:pt x="366" y="338"/>
                        <a:pt x="161" y="338"/>
                      </a:cubicBezTo>
                      <a:cubicBezTo>
                        <a:pt x="126" y="338"/>
                        <a:pt x="91" y="334"/>
                        <a:pt x="57" y="326"/>
                      </a:cubicBezTo>
                      <a:cubicBezTo>
                        <a:pt x="29" y="326"/>
                        <a:pt x="0" y="354"/>
                        <a:pt x="0" y="354"/>
                      </a:cubicBezTo>
                      <a:cubicBezTo>
                        <a:pt x="0" y="382"/>
                        <a:pt x="29" y="382"/>
                        <a:pt x="29" y="382"/>
                      </a:cubicBezTo>
                      <a:cubicBezTo>
                        <a:pt x="57" y="382"/>
                        <a:pt x="85" y="411"/>
                        <a:pt x="142" y="411"/>
                      </a:cubicBezTo>
                      <a:cubicBezTo>
                        <a:pt x="382" y="411"/>
                        <a:pt x="616" y="269"/>
                        <a:pt x="764" y="57"/>
                      </a:cubicBezTo>
                      <a:cubicBezTo>
                        <a:pt x="764" y="29"/>
                        <a:pt x="764" y="29"/>
                        <a:pt x="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7"/>
                <p:cNvSpPr/>
                <p:nvPr/>
              </p:nvSpPr>
              <p:spPr>
                <a:xfrm>
                  <a:off x="3562408" y="3847459"/>
                  <a:ext cx="53899" cy="11030"/>
                </a:xfrm>
                <a:custGeom>
                  <a:avLst/>
                  <a:gdLst/>
                  <a:ahLst/>
                  <a:cxnLst/>
                  <a:rect l="l" t="t" r="r" b="b"/>
                  <a:pathLst>
                    <a:path w="1593" h="326" extrusionOk="0">
                      <a:moveTo>
                        <a:pt x="92" y="0"/>
                      </a:moveTo>
                      <a:cubicBezTo>
                        <a:pt x="64" y="0"/>
                        <a:pt x="29" y="36"/>
                        <a:pt x="29" y="64"/>
                      </a:cubicBezTo>
                      <a:cubicBezTo>
                        <a:pt x="0" y="92"/>
                        <a:pt x="29" y="121"/>
                        <a:pt x="64" y="121"/>
                      </a:cubicBezTo>
                      <a:cubicBezTo>
                        <a:pt x="382" y="213"/>
                        <a:pt x="736" y="326"/>
                        <a:pt x="1125" y="326"/>
                      </a:cubicBezTo>
                      <a:cubicBezTo>
                        <a:pt x="1267" y="326"/>
                        <a:pt x="1415" y="297"/>
                        <a:pt x="1564" y="269"/>
                      </a:cubicBezTo>
                      <a:cubicBezTo>
                        <a:pt x="1592" y="269"/>
                        <a:pt x="1592" y="213"/>
                        <a:pt x="1592" y="177"/>
                      </a:cubicBezTo>
                      <a:cubicBezTo>
                        <a:pt x="1592" y="149"/>
                        <a:pt x="1564" y="149"/>
                        <a:pt x="1507" y="149"/>
                      </a:cubicBezTo>
                      <a:cubicBezTo>
                        <a:pt x="1383" y="180"/>
                        <a:pt x="1256" y="193"/>
                        <a:pt x="1127" y="193"/>
                      </a:cubicBezTo>
                      <a:cubicBezTo>
                        <a:pt x="764" y="193"/>
                        <a:pt x="395" y="89"/>
                        <a:pt x="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7"/>
                <p:cNvSpPr/>
                <p:nvPr/>
              </p:nvSpPr>
              <p:spPr>
                <a:xfrm>
                  <a:off x="3306034" y="4282858"/>
                  <a:ext cx="553676" cy="577800"/>
                </a:xfrm>
                <a:custGeom>
                  <a:avLst/>
                  <a:gdLst/>
                  <a:ahLst/>
                  <a:cxnLst/>
                  <a:rect l="l" t="t" r="r" b="b"/>
                  <a:pathLst>
                    <a:path w="16364" h="17077" extrusionOk="0">
                      <a:moveTo>
                        <a:pt x="8076" y="0"/>
                      </a:moveTo>
                      <a:cubicBezTo>
                        <a:pt x="6531" y="0"/>
                        <a:pt x="5025" y="643"/>
                        <a:pt x="4012" y="1904"/>
                      </a:cubicBezTo>
                      <a:cubicBezTo>
                        <a:pt x="2335" y="3906"/>
                        <a:pt x="3220" y="6941"/>
                        <a:pt x="1239" y="9006"/>
                      </a:cubicBezTo>
                      <a:cubicBezTo>
                        <a:pt x="977" y="9240"/>
                        <a:pt x="708" y="9480"/>
                        <a:pt x="531" y="9770"/>
                      </a:cubicBezTo>
                      <a:cubicBezTo>
                        <a:pt x="213" y="10244"/>
                        <a:pt x="93" y="10832"/>
                        <a:pt x="64" y="11426"/>
                      </a:cubicBezTo>
                      <a:cubicBezTo>
                        <a:pt x="1" y="12487"/>
                        <a:pt x="64" y="13548"/>
                        <a:pt x="298" y="14581"/>
                      </a:cubicBezTo>
                      <a:cubicBezTo>
                        <a:pt x="680" y="16434"/>
                        <a:pt x="2335" y="16463"/>
                        <a:pt x="4012" y="16732"/>
                      </a:cubicBezTo>
                      <a:cubicBezTo>
                        <a:pt x="5249" y="16904"/>
                        <a:pt x="6492" y="17077"/>
                        <a:pt x="7731" y="17077"/>
                      </a:cubicBezTo>
                      <a:cubicBezTo>
                        <a:pt x="7965" y="17077"/>
                        <a:pt x="8199" y="17070"/>
                        <a:pt x="8433" y="17057"/>
                      </a:cubicBezTo>
                      <a:cubicBezTo>
                        <a:pt x="10230" y="16937"/>
                        <a:pt x="11971" y="16378"/>
                        <a:pt x="13683" y="15819"/>
                      </a:cubicBezTo>
                      <a:cubicBezTo>
                        <a:pt x="13767" y="15784"/>
                        <a:pt x="13888" y="15755"/>
                        <a:pt x="13973" y="15727"/>
                      </a:cubicBezTo>
                      <a:cubicBezTo>
                        <a:pt x="14390" y="15578"/>
                        <a:pt x="14772" y="15430"/>
                        <a:pt x="15097" y="15168"/>
                      </a:cubicBezTo>
                      <a:cubicBezTo>
                        <a:pt x="16364" y="14192"/>
                        <a:pt x="16364" y="11688"/>
                        <a:pt x="15685" y="10365"/>
                      </a:cubicBezTo>
                      <a:cubicBezTo>
                        <a:pt x="15479" y="9947"/>
                        <a:pt x="15126" y="9593"/>
                        <a:pt x="14829" y="9211"/>
                      </a:cubicBezTo>
                      <a:cubicBezTo>
                        <a:pt x="13654" y="7648"/>
                        <a:pt x="13711" y="5879"/>
                        <a:pt x="13442" y="4083"/>
                      </a:cubicBezTo>
                      <a:cubicBezTo>
                        <a:pt x="13209" y="2491"/>
                        <a:pt x="11942" y="1253"/>
                        <a:pt x="10556" y="574"/>
                      </a:cubicBezTo>
                      <a:cubicBezTo>
                        <a:pt x="9766" y="190"/>
                        <a:pt x="8915" y="0"/>
                        <a:pt x="80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8" name="Google Shape;648;p37"/>
                <p:cNvSpPr/>
                <p:nvPr/>
              </p:nvSpPr>
              <p:spPr>
                <a:xfrm>
                  <a:off x="3583450" y="4300352"/>
                  <a:ext cx="20878" cy="548655"/>
                </a:xfrm>
                <a:custGeom>
                  <a:avLst/>
                  <a:gdLst/>
                  <a:ahLst/>
                  <a:cxnLst/>
                  <a:rect l="l" t="t" r="r" b="b"/>
                  <a:pathLst>
                    <a:path w="617" h="19370" extrusionOk="0">
                      <a:moveTo>
                        <a:pt x="29" y="0"/>
                      </a:moveTo>
                      <a:cubicBezTo>
                        <a:pt x="1" y="0"/>
                        <a:pt x="1" y="28"/>
                        <a:pt x="1" y="28"/>
                      </a:cubicBezTo>
                      <a:lnTo>
                        <a:pt x="560" y="19334"/>
                      </a:lnTo>
                      <a:lnTo>
                        <a:pt x="588" y="19370"/>
                      </a:lnTo>
                      <a:cubicBezTo>
                        <a:pt x="616" y="19334"/>
                        <a:pt x="616" y="19334"/>
                        <a:pt x="616" y="19306"/>
                      </a:cubicBezTo>
                      <a:lnTo>
                        <a:pt x="58" y="28"/>
                      </a:lnTo>
                      <a:cubicBezTo>
                        <a:pt x="58" y="28"/>
                        <a:pt x="58" y="0"/>
                        <a:pt x="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7"/>
                <p:cNvSpPr/>
                <p:nvPr/>
              </p:nvSpPr>
              <p:spPr>
                <a:xfrm>
                  <a:off x="3328061" y="4302246"/>
                  <a:ext cx="509623" cy="548668"/>
                </a:xfrm>
                <a:custGeom>
                  <a:avLst/>
                  <a:gdLst/>
                  <a:ahLst/>
                  <a:cxnLst/>
                  <a:rect l="l" t="t" r="r" b="b"/>
                  <a:pathLst>
                    <a:path w="15062" h="16216" extrusionOk="0">
                      <a:moveTo>
                        <a:pt x="7429" y="64"/>
                      </a:moveTo>
                      <a:cubicBezTo>
                        <a:pt x="8193" y="64"/>
                        <a:pt x="8992" y="241"/>
                        <a:pt x="9671" y="595"/>
                      </a:cubicBezTo>
                      <a:cubicBezTo>
                        <a:pt x="11143" y="1331"/>
                        <a:pt x="12147" y="2569"/>
                        <a:pt x="12324" y="3892"/>
                      </a:cubicBezTo>
                      <a:cubicBezTo>
                        <a:pt x="12381" y="4245"/>
                        <a:pt x="12409" y="4599"/>
                        <a:pt x="12437" y="4953"/>
                      </a:cubicBezTo>
                      <a:cubicBezTo>
                        <a:pt x="12586" y="6311"/>
                        <a:pt x="12734" y="7577"/>
                        <a:pt x="13590" y="8759"/>
                      </a:cubicBezTo>
                      <a:cubicBezTo>
                        <a:pt x="13675" y="8879"/>
                        <a:pt x="13767" y="8992"/>
                        <a:pt x="13852" y="9112"/>
                      </a:cubicBezTo>
                      <a:cubicBezTo>
                        <a:pt x="14029" y="9346"/>
                        <a:pt x="14241" y="9586"/>
                        <a:pt x="14383" y="9848"/>
                      </a:cubicBezTo>
                      <a:cubicBezTo>
                        <a:pt x="14977" y="11030"/>
                        <a:pt x="15005" y="13414"/>
                        <a:pt x="13852" y="14362"/>
                      </a:cubicBezTo>
                      <a:cubicBezTo>
                        <a:pt x="13534" y="14595"/>
                        <a:pt x="13180" y="14744"/>
                        <a:pt x="12826" y="14857"/>
                      </a:cubicBezTo>
                      <a:cubicBezTo>
                        <a:pt x="12734" y="14892"/>
                        <a:pt x="12650" y="14921"/>
                        <a:pt x="12558" y="14949"/>
                      </a:cubicBezTo>
                      <a:cubicBezTo>
                        <a:pt x="11022" y="15479"/>
                        <a:pt x="9402" y="16010"/>
                        <a:pt x="7754" y="16130"/>
                      </a:cubicBezTo>
                      <a:cubicBezTo>
                        <a:pt x="7549" y="16159"/>
                        <a:pt x="7308" y="16159"/>
                        <a:pt x="7075" y="16159"/>
                      </a:cubicBezTo>
                      <a:cubicBezTo>
                        <a:pt x="5957" y="16159"/>
                        <a:pt x="4804" y="15982"/>
                        <a:pt x="3715" y="15805"/>
                      </a:cubicBezTo>
                      <a:cubicBezTo>
                        <a:pt x="3566" y="15805"/>
                        <a:pt x="3418" y="15777"/>
                        <a:pt x="3276" y="15741"/>
                      </a:cubicBezTo>
                      <a:cubicBezTo>
                        <a:pt x="1861" y="15564"/>
                        <a:pt x="651" y="15387"/>
                        <a:pt x="326" y="13796"/>
                      </a:cubicBezTo>
                      <a:cubicBezTo>
                        <a:pt x="121" y="12826"/>
                        <a:pt x="57" y="11822"/>
                        <a:pt x="121" y="10853"/>
                      </a:cubicBezTo>
                      <a:cubicBezTo>
                        <a:pt x="149" y="10322"/>
                        <a:pt x="234" y="9763"/>
                        <a:pt x="531" y="9289"/>
                      </a:cubicBezTo>
                      <a:cubicBezTo>
                        <a:pt x="651" y="9084"/>
                        <a:pt x="828" y="8936"/>
                        <a:pt x="977" y="8759"/>
                      </a:cubicBezTo>
                      <a:cubicBezTo>
                        <a:pt x="1033" y="8702"/>
                        <a:pt x="1118" y="8638"/>
                        <a:pt x="1182" y="8554"/>
                      </a:cubicBezTo>
                      <a:cubicBezTo>
                        <a:pt x="2123" y="7521"/>
                        <a:pt x="2356" y="6226"/>
                        <a:pt x="2597" y="4988"/>
                      </a:cubicBezTo>
                      <a:cubicBezTo>
                        <a:pt x="2802" y="3835"/>
                        <a:pt x="3007" y="2746"/>
                        <a:pt x="3715" y="1833"/>
                      </a:cubicBezTo>
                      <a:cubicBezTo>
                        <a:pt x="4599" y="708"/>
                        <a:pt x="5957" y="64"/>
                        <a:pt x="7429" y="64"/>
                      </a:cubicBezTo>
                      <a:close/>
                      <a:moveTo>
                        <a:pt x="7429" y="1"/>
                      </a:moveTo>
                      <a:cubicBezTo>
                        <a:pt x="5957" y="1"/>
                        <a:pt x="4571" y="651"/>
                        <a:pt x="3658" y="1805"/>
                      </a:cubicBezTo>
                      <a:cubicBezTo>
                        <a:pt x="2951" y="2717"/>
                        <a:pt x="2745" y="3863"/>
                        <a:pt x="2533" y="4953"/>
                      </a:cubicBezTo>
                      <a:cubicBezTo>
                        <a:pt x="2300" y="6226"/>
                        <a:pt x="2066" y="7492"/>
                        <a:pt x="1118" y="8525"/>
                      </a:cubicBezTo>
                      <a:cubicBezTo>
                        <a:pt x="1062" y="8582"/>
                        <a:pt x="1005" y="8667"/>
                        <a:pt x="942" y="8730"/>
                      </a:cubicBezTo>
                      <a:cubicBezTo>
                        <a:pt x="765" y="8879"/>
                        <a:pt x="623" y="9056"/>
                        <a:pt x="475" y="9261"/>
                      </a:cubicBezTo>
                      <a:cubicBezTo>
                        <a:pt x="177" y="9728"/>
                        <a:pt x="93" y="10322"/>
                        <a:pt x="57" y="10824"/>
                      </a:cubicBezTo>
                      <a:cubicBezTo>
                        <a:pt x="1" y="11822"/>
                        <a:pt x="57" y="12855"/>
                        <a:pt x="269" y="13831"/>
                      </a:cubicBezTo>
                      <a:cubicBezTo>
                        <a:pt x="588" y="15451"/>
                        <a:pt x="1889" y="15628"/>
                        <a:pt x="3276" y="15805"/>
                      </a:cubicBezTo>
                      <a:cubicBezTo>
                        <a:pt x="3418" y="15833"/>
                        <a:pt x="3538" y="15861"/>
                        <a:pt x="3686" y="15861"/>
                      </a:cubicBezTo>
                      <a:cubicBezTo>
                        <a:pt x="4804" y="16038"/>
                        <a:pt x="5929" y="16215"/>
                        <a:pt x="7075" y="16215"/>
                      </a:cubicBezTo>
                      <a:cubicBezTo>
                        <a:pt x="7308" y="16215"/>
                        <a:pt x="7549" y="16215"/>
                        <a:pt x="7754" y="16187"/>
                      </a:cubicBezTo>
                      <a:cubicBezTo>
                        <a:pt x="9431" y="16067"/>
                        <a:pt x="11022" y="15536"/>
                        <a:pt x="12586" y="15005"/>
                      </a:cubicBezTo>
                      <a:cubicBezTo>
                        <a:pt x="12678" y="14977"/>
                        <a:pt x="12763" y="14949"/>
                        <a:pt x="12855" y="14921"/>
                      </a:cubicBezTo>
                      <a:cubicBezTo>
                        <a:pt x="13208" y="14800"/>
                        <a:pt x="13562" y="14652"/>
                        <a:pt x="13888" y="14390"/>
                      </a:cubicBezTo>
                      <a:cubicBezTo>
                        <a:pt x="15062" y="13442"/>
                        <a:pt x="15034" y="11001"/>
                        <a:pt x="14446" y="9820"/>
                      </a:cubicBezTo>
                      <a:cubicBezTo>
                        <a:pt x="14298" y="9551"/>
                        <a:pt x="14093" y="9289"/>
                        <a:pt x="13916" y="9056"/>
                      </a:cubicBezTo>
                      <a:cubicBezTo>
                        <a:pt x="13824" y="8964"/>
                        <a:pt x="13711" y="8844"/>
                        <a:pt x="13647" y="8730"/>
                      </a:cubicBezTo>
                      <a:cubicBezTo>
                        <a:pt x="12763" y="7577"/>
                        <a:pt x="12650" y="6283"/>
                        <a:pt x="12501" y="4953"/>
                      </a:cubicBezTo>
                      <a:cubicBezTo>
                        <a:pt x="12473" y="4599"/>
                        <a:pt x="12437" y="4245"/>
                        <a:pt x="12381" y="3892"/>
                      </a:cubicBezTo>
                      <a:cubicBezTo>
                        <a:pt x="12204" y="2540"/>
                        <a:pt x="11199" y="1302"/>
                        <a:pt x="9700" y="567"/>
                      </a:cubicBezTo>
                      <a:cubicBezTo>
                        <a:pt x="8992" y="213"/>
                        <a:pt x="8228" y="1"/>
                        <a:pt x="74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7"/>
                <p:cNvSpPr/>
                <p:nvPr/>
              </p:nvSpPr>
              <p:spPr>
                <a:xfrm>
                  <a:off x="3734024" y="4439890"/>
                  <a:ext cx="7951" cy="38098"/>
                </a:xfrm>
                <a:custGeom>
                  <a:avLst/>
                  <a:gdLst/>
                  <a:ahLst/>
                  <a:cxnLst/>
                  <a:rect l="l" t="t" r="r" b="b"/>
                  <a:pathLst>
                    <a:path w="235" h="1126" extrusionOk="0">
                      <a:moveTo>
                        <a:pt x="29" y="0"/>
                      </a:moveTo>
                      <a:cubicBezTo>
                        <a:pt x="1" y="0"/>
                        <a:pt x="1" y="36"/>
                        <a:pt x="1" y="36"/>
                      </a:cubicBezTo>
                      <a:cubicBezTo>
                        <a:pt x="121" y="390"/>
                        <a:pt x="178" y="743"/>
                        <a:pt x="149" y="1097"/>
                      </a:cubicBezTo>
                      <a:lnTo>
                        <a:pt x="178" y="1125"/>
                      </a:lnTo>
                      <a:cubicBezTo>
                        <a:pt x="206" y="1125"/>
                        <a:pt x="206" y="1097"/>
                        <a:pt x="206" y="1097"/>
                      </a:cubicBezTo>
                      <a:cubicBezTo>
                        <a:pt x="234" y="708"/>
                        <a:pt x="178" y="354"/>
                        <a:pt x="57" y="36"/>
                      </a:cubicBezTo>
                      <a:cubicBezTo>
                        <a:pt x="57" y="0"/>
                        <a:pt x="29" y="0"/>
                        <a:pt x="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7"/>
                <p:cNvSpPr/>
                <p:nvPr/>
              </p:nvSpPr>
              <p:spPr>
                <a:xfrm>
                  <a:off x="3740960" y="4494940"/>
                  <a:ext cx="31873" cy="91727"/>
                </a:xfrm>
                <a:custGeom>
                  <a:avLst/>
                  <a:gdLst/>
                  <a:ahLst/>
                  <a:cxnLst/>
                  <a:rect l="l" t="t" r="r" b="b"/>
                  <a:pathLst>
                    <a:path w="942" h="2711" extrusionOk="0">
                      <a:moveTo>
                        <a:pt x="57" y="1"/>
                      </a:moveTo>
                      <a:lnTo>
                        <a:pt x="29" y="29"/>
                      </a:lnTo>
                      <a:cubicBezTo>
                        <a:pt x="1" y="970"/>
                        <a:pt x="298" y="1946"/>
                        <a:pt x="913" y="2682"/>
                      </a:cubicBezTo>
                      <a:lnTo>
                        <a:pt x="913" y="2710"/>
                      </a:lnTo>
                      <a:lnTo>
                        <a:pt x="942" y="2710"/>
                      </a:lnTo>
                      <a:lnTo>
                        <a:pt x="942" y="2653"/>
                      </a:lnTo>
                      <a:cubicBezTo>
                        <a:pt x="355" y="1911"/>
                        <a:pt x="57" y="970"/>
                        <a:pt x="93" y="29"/>
                      </a:cubicBezTo>
                      <a:cubicBezTo>
                        <a:pt x="93" y="29"/>
                        <a:pt x="93" y="1"/>
                        <a:pt x="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7"/>
                <p:cNvSpPr/>
                <p:nvPr/>
              </p:nvSpPr>
              <p:spPr>
                <a:xfrm>
                  <a:off x="3433866" y="4522720"/>
                  <a:ext cx="9846" cy="38064"/>
                </a:xfrm>
                <a:custGeom>
                  <a:avLst/>
                  <a:gdLst/>
                  <a:ahLst/>
                  <a:cxnLst/>
                  <a:rect l="l" t="t" r="r" b="b"/>
                  <a:pathLst>
                    <a:path w="291" h="1125" extrusionOk="0">
                      <a:moveTo>
                        <a:pt x="262" y="0"/>
                      </a:moveTo>
                      <a:cubicBezTo>
                        <a:pt x="234" y="0"/>
                        <a:pt x="234" y="0"/>
                        <a:pt x="234" y="28"/>
                      </a:cubicBezTo>
                      <a:cubicBezTo>
                        <a:pt x="206" y="382"/>
                        <a:pt x="149" y="736"/>
                        <a:pt x="0" y="1061"/>
                      </a:cubicBezTo>
                      <a:lnTo>
                        <a:pt x="0" y="1125"/>
                      </a:lnTo>
                      <a:lnTo>
                        <a:pt x="29" y="1125"/>
                      </a:lnTo>
                      <a:cubicBezTo>
                        <a:pt x="29" y="1125"/>
                        <a:pt x="29" y="1090"/>
                        <a:pt x="57" y="1090"/>
                      </a:cubicBezTo>
                      <a:cubicBezTo>
                        <a:pt x="206" y="771"/>
                        <a:pt x="262" y="382"/>
                        <a:pt x="291" y="28"/>
                      </a:cubicBezTo>
                      <a:cubicBezTo>
                        <a:pt x="291" y="0"/>
                        <a:pt x="291" y="0"/>
                        <a:pt x="2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7"/>
                <p:cNvSpPr/>
                <p:nvPr/>
              </p:nvSpPr>
              <p:spPr>
                <a:xfrm>
                  <a:off x="3446791" y="4559567"/>
                  <a:ext cx="5075" cy="21113"/>
                </a:xfrm>
                <a:custGeom>
                  <a:avLst/>
                  <a:gdLst/>
                  <a:ahLst/>
                  <a:cxnLst/>
                  <a:rect l="l" t="t" r="r" b="b"/>
                  <a:pathLst>
                    <a:path w="150" h="624" extrusionOk="0">
                      <a:moveTo>
                        <a:pt x="121" y="1"/>
                      </a:moveTo>
                      <a:cubicBezTo>
                        <a:pt x="121" y="1"/>
                        <a:pt x="85" y="1"/>
                        <a:pt x="85" y="36"/>
                      </a:cubicBezTo>
                      <a:lnTo>
                        <a:pt x="1" y="595"/>
                      </a:lnTo>
                      <a:cubicBezTo>
                        <a:pt x="1" y="623"/>
                        <a:pt x="29" y="623"/>
                        <a:pt x="29" y="623"/>
                      </a:cubicBezTo>
                      <a:lnTo>
                        <a:pt x="57" y="623"/>
                      </a:lnTo>
                      <a:lnTo>
                        <a:pt x="149" y="36"/>
                      </a:lnTo>
                      <a:cubicBezTo>
                        <a:pt x="149" y="36"/>
                        <a:pt x="149" y="1"/>
                        <a:pt x="1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54" name="Google Shape;654;p37"/>
            <p:cNvGrpSpPr/>
            <p:nvPr/>
          </p:nvGrpSpPr>
          <p:grpSpPr>
            <a:xfrm>
              <a:off x="8567590" y="4153050"/>
              <a:ext cx="360758" cy="258297"/>
              <a:chOff x="4992850" y="4345375"/>
              <a:chExt cx="607336" cy="638400"/>
            </a:xfrm>
          </p:grpSpPr>
          <p:sp>
            <p:nvSpPr>
              <p:cNvPr id="655" name="Google Shape;655;p37"/>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7"/>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657" name="Google Shape;657;p37"/>
          <p:cNvCxnSpPr>
            <a:cxnSpLocks/>
          </p:cNvCxnSpPr>
          <p:nvPr/>
        </p:nvCxnSpPr>
        <p:spPr>
          <a:xfrm>
            <a:off x="646317" y="3071764"/>
            <a:ext cx="4162336" cy="0"/>
          </a:xfrm>
          <a:prstGeom prst="straightConnector1">
            <a:avLst/>
          </a:prstGeom>
          <a:noFill/>
          <a:ln w="28575" cap="flat" cmpd="sng">
            <a:solidFill>
              <a:schemeClr val="accent4"/>
            </a:solidFill>
            <a:prstDash val="solid"/>
            <a:round/>
            <a:headEnd type="none" w="med" len="med"/>
            <a:tailEnd type="none" w="med" len="med"/>
          </a:ln>
        </p:spPr>
      </p:cxnSp>
    </p:spTree>
  </p:cSld>
  <p:clrMapOvr>
    <a:masterClrMapping/>
  </p:clrMapOvr>
  <p:transition spd="slow">
    <p:comb/>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grpSp>
        <p:nvGrpSpPr>
          <p:cNvPr id="677" name="Google Shape;677;p39"/>
          <p:cNvGrpSpPr/>
          <p:nvPr/>
        </p:nvGrpSpPr>
        <p:grpSpPr>
          <a:xfrm flipH="1">
            <a:off x="6293833" y="840029"/>
            <a:ext cx="2697874" cy="3765515"/>
            <a:chOff x="-5808398" y="445034"/>
            <a:chExt cx="2883268" cy="4024276"/>
          </a:xfrm>
        </p:grpSpPr>
        <p:sp>
          <p:nvSpPr>
            <p:cNvPr id="678" name="Google Shape;678;p39"/>
            <p:cNvSpPr/>
            <p:nvPr/>
          </p:nvSpPr>
          <p:spPr>
            <a:xfrm rot="2744938">
              <a:off x="-3819530" y="1542726"/>
              <a:ext cx="754654" cy="708578"/>
            </a:xfrm>
            <a:custGeom>
              <a:avLst/>
              <a:gdLst/>
              <a:ahLst/>
              <a:cxnLst/>
              <a:rect l="l" t="t" r="r" b="b"/>
              <a:pathLst>
                <a:path w="13414" h="12595" extrusionOk="0">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9"/>
            <p:cNvSpPr/>
            <p:nvPr/>
          </p:nvSpPr>
          <p:spPr>
            <a:xfrm rot="6300017">
              <a:off x="-5588098" y="1340012"/>
              <a:ext cx="2259327" cy="2189777"/>
            </a:xfrm>
            <a:custGeom>
              <a:avLst/>
              <a:gdLst/>
              <a:ahLst/>
              <a:cxnLst/>
              <a:rect l="l" t="t" r="r" b="b"/>
              <a:pathLst>
                <a:path w="34694" h="33626" extrusionOk="0">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0" name="Google Shape;680;p39"/>
            <p:cNvGrpSpPr/>
            <p:nvPr/>
          </p:nvGrpSpPr>
          <p:grpSpPr>
            <a:xfrm>
              <a:off x="-5163380" y="1291096"/>
              <a:ext cx="1547505" cy="3178214"/>
              <a:chOff x="-2207555" y="876296"/>
              <a:chExt cx="1547505" cy="3178214"/>
            </a:xfrm>
          </p:grpSpPr>
          <p:grpSp>
            <p:nvGrpSpPr>
              <p:cNvPr id="681" name="Google Shape;681;p39"/>
              <p:cNvGrpSpPr/>
              <p:nvPr/>
            </p:nvGrpSpPr>
            <p:grpSpPr>
              <a:xfrm>
                <a:off x="-2207555" y="876296"/>
                <a:ext cx="1547505" cy="3178214"/>
                <a:chOff x="-6810083" y="-1297691"/>
                <a:chExt cx="5037450" cy="10345749"/>
              </a:xfrm>
            </p:grpSpPr>
            <p:sp>
              <p:nvSpPr>
                <p:cNvPr id="682" name="Google Shape;682;p39"/>
                <p:cNvSpPr/>
                <p:nvPr/>
              </p:nvSpPr>
              <p:spPr>
                <a:xfrm>
                  <a:off x="-5891066" y="-605503"/>
                  <a:ext cx="3025992" cy="1331357"/>
                </a:xfrm>
                <a:custGeom>
                  <a:avLst/>
                  <a:gdLst/>
                  <a:ahLst/>
                  <a:cxnLst/>
                  <a:rect l="l" t="t" r="r" b="b"/>
                  <a:pathLst>
                    <a:path w="6457" h="2841" extrusionOk="0">
                      <a:moveTo>
                        <a:pt x="3104" y="1"/>
                      </a:moveTo>
                      <a:cubicBezTo>
                        <a:pt x="2964" y="175"/>
                        <a:pt x="2740" y="226"/>
                        <a:pt x="2506" y="226"/>
                      </a:cubicBezTo>
                      <a:cubicBezTo>
                        <a:pt x="2448" y="226"/>
                        <a:pt x="2390" y="223"/>
                        <a:pt x="2332" y="218"/>
                      </a:cubicBezTo>
                      <a:cubicBezTo>
                        <a:pt x="2068" y="175"/>
                        <a:pt x="1804" y="64"/>
                        <a:pt x="1518" y="64"/>
                      </a:cubicBezTo>
                      <a:cubicBezTo>
                        <a:pt x="1495" y="63"/>
                        <a:pt x="1472" y="63"/>
                        <a:pt x="1449" y="63"/>
                      </a:cubicBezTo>
                      <a:cubicBezTo>
                        <a:pt x="1098" y="63"/>
                        <a:pt x="756" y="213"/>
                        <a:pt x="508" y="461"/>
                      </a:cubicBezTo>
                      <a:cubicBezTo>
                        <a:pt x="22" y="947"/>
                        <a:pt x="1" y="1804"/>
                        <a:pt x="440" y="2311"/>
                      </a:cubicBezTo>
                      <a:cubicBezTo>
                        <a:pt x="709" y="2606"/>
                        <a:pt x="1111" y="2760"/>
                        <a:pt x="1503" y="2760"/>
                      </a:cubicBezTo>
                      <a:cubicBezTo>
                        <a:pt x="1788" y="2760"/>
                        <a:pt x="2068" y="2679"/>
                        <a:pt x="2290" y="2512"/>
                      </a:cubicBezTo>
                      <a:lnTo>
                        <a:pt x="5372" y="2840"/>
                      </a:lnTo>
                      <a:cubicBezTo>
                        <a:pt x="5880" y="2819"/>
                        <a:pt x="6345" y="2380"/>
                        <a:pt x="6409" y="1851"/>
                      </a:cubicBezTo>
                      <a:cubicBezTo>
                        <a:pt x="6456" y="1344"/>
                        <a:pt x="6060" y="815"/>
                        <a:pt x="5552" y="704"/>
                      </a:cubicBezTo>
                      <a:cubicBezTo>
                        <a:pt x="5351" y="662"/>
                        <a:pt x="5156" y="683"/>
                        <a:pt x="4955" y="593"/>
                      </a:cubicBezTo>
                      <a:cubicBezTo>
                        <a:pt x="4759" y="530"/>
                        <a:pt x="4558" y="350"/>
                        <a:pt x="4648" y="175"/>
                      </a:cubicBezTo>
                      <a:cubicBezTo>
                        <a:pt x="4119" y="86"/>
                        <a:pt x="3633" y="64"/>
                        <a:pt x="31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9"/>
                <p:cNvSpPr/>
                <p:nvPr/>
              </p:nvSpPr>
              <p:spPr>
                <a:xfrm>
                  <a:off x="-4661805" y="-429293"/>
                  <a:ext cx="805588" cy="1217013"/>
                </a:xfrm>
                <a:custGeom>
                  <a:avLst/>
                  <a:gdLst/>
                  <a:ahLst/>
                  <a:cxnLst/>
                  <a:rect l="l" t="t" r="r" b="b"/>
                  <a:pathLst>
                    <a:path w="1719" h="2597" extrusionOk="0">
                      <a:moveTo>
                        <a:pt x="571" y="0"/>
                      </a:moveTo>
                      <a:lnTo>
                        <a:pt x="0" y="1803"/>
                      </a:lnTo>
                      <a:lnTo>
                        <a:pt x="85" y="2464"/>
                      </a:lnTo>
                      <a:lnTo>
                        <a:pt x="1718" y="2596"/>
                      </a:lnTo>
                      <a:lnTo>
                        <a:pt x="1718" y="2596"/>
                      </a:lnTo>
                      <a:lnTo>
                        <a:pt x="1586" y="2068"/>
                      </a:lnTo>
                      <a:lnTo>
                        <a:pt x="1607" y="878"/>
                      </a:lnTo>
                      <a:lnTo>
                        <a:pt x="571" y="0"/>
                      </a:ln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9"/>
                <p:cNvSpPr/>
                <p:nvPr/>
              </p:nvSpPr>
              <p:spPr>
                <a:xfrm>
                  <a:off x="-4218476" y="-119525"/>
                  <a:ext cx="359900" cy="463475"/>
                </a:xfrm>
                <a:custGeom>
                  <a:avLst/>
                  <a:gdLst/>
                  <a:ahLst/>
                  <a:cxnLst/>
                  <a:rect l="l" t="t" r="r" b="b"/>
                  <a:pathLst>
                    <a:path w="662" h="989" extrusionOk="0">
                      <a:moveTo>
                        <a:pt x="349" y="0"/>
                      </a:moveTo>
                      <a:cubicBezTo>
                        <a:pt x="244" y="43"/>
                        <a:pt x="133" y="85"/>
                        <a:pt x="0" y="132"/>
                      </a:cubicBezTo>
                      <a:cubicBezTo>
                        <a:pt x="85" y="481"/>
                        <a:pt x="328" y="814"/>
                        <a:pt x="640" y="989"/>
                      </a:cubicBezTo>
                      <a:lnTo>
                        <a:pt x="661" y="265"/>
                      </a:lnTo>
                      <a:lnTo>
                        <a:pt x="3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9"/>
                <p:cNvSpPr/>
                <p:nvPr/>
              </p:nvSpPr>
              <p:spPr>
                <a:xfrm>
                  <a:off x="-5777185" y="415673"/>
                  <a:ext cx="2961320" cy="743704"/>
                </a:xfrm>
                <a:custGeom>
                  <a:avLst/>
                  <a:gdLst/>
                  <a:ahLst/>
                  <a:cxnLst/>
                  <a:rect l="l" t="t" r="r" b="b"/>
                  <a:pathLst>
                    <a:path w="6319" h="1587" extrusionOk="0">
                      <a:moveTo>
                        <a:pt x="2380" y="0"/>
                      </a:moveTo>
                      <a:cubicBezTo>
                        <a:pt x="2380" y="0"/>
                        <a:pt x="1455" y="90"/>
                        <a:pt x="1058" y="265"/>
                      </a:cubicBezTo>
                      <a:cubicBezTo>
                        <a:pt x="746" y="397"/>
                        <a:pt x="1" y="1586"/>
                        <a:pt x="1" y="1586"/>
                      </a:cubicBezTo>
                      <a:lnTo>
                        <a:pt x="6319" y="1586"/>
                      </a:lnTo>
                      <a:cubicBezTo>
                        <a:pt x="6319" y="1586"/>
                        <a:pt x="5595" y="619"/>
                        <a:pt x="5351" y="465"/>
                      </a:cubicBezTo>
                      <a:cubicBezTo>
                        <a:pt x="5087" y="312"/>
                        <a:pt x="3966" y="265"/>
                        <a:pt x="3966" y="265"/>
                      </a:cubicBezTo>
                      <a:cubicBezTo>
                        <a:pt x="3827" y="438"/>
                        <a:pt x="3651" y="503"/>
                        <a:pt x="3468" y="503"/>
                      </a:cubicBezTo>
                      <a:cubicBezTo>
                        <a:pt x="2954" y="503"/>
                        <a:pt x="2380" y="0"/>
                        <a:pt x="23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9"/>
                <p:cNvSpPr/>
                <p:nvPr/>
              </p:nvSpPr>
              <p:spPr>
                <a:xfrm>
                  <a:off x="-4446227" y="-1297691"/>
                  <a:ext cx="1095206" cy="1449449"/>
                </a:xfrm>
                <a:custGeom>
                  <a:avLst/>
                  <a:gdLst/>
                  <a:ahLst/>
                  <a:cxnLst/>
                  <a:rect l="l" t="t" r="r" b="b"/>
                  <a:pathLst>
                    <a:path w="2337" h="3093" extrusionOk="0">
                      <a:moveTo>
                        <a:pt x="1228" y="0"/>
                      </a:moveTo>
                      <a:cubicBezTo>
                        <a:pt x="842" y="0"/>
                        <a:pt x="583" y="151"/>
                        <a:pt x="397" y="352"/>
                      </a:cubicBezTo>
                      <a:cubicBezTo>
                        <a:pt x="174" y="595"/>
                        <a:pt x="69" y="928"/>
                        <a:pt x="21" y="1124"/>
                      </a:cubicBezTo>
                      <a:lnTo>
                        <a:pt x="21" y="1166"/>
                      </a:lnTo>
                      <a:lnTo>
                        <a:pt x="21" y="1192"/>
                      </a:lnTo>
                      <a:lnTo>
                        <a:pt x="0" y="1192"/>
                      </a:lnTo>
                      <a:lnTo>
                        <a:pt x="0" y="1214"/>
                      </a:lnTo>
                      <a:lnTo>
                        <a:pt x="0" y="1256"/>
                      </a:lnTo>
                      <a:lnTo>
                        <a:pt x="0" y="1298"/>
                      </a:lnTo>
                      <a:lnTo>
                        <a:pt x="21" y="1367"/>
                      </a:lnTo>
                      <a:lnTo>
                        <a:pt x="418" y="2710"/>
                      </a:lnTo>
                      <a:cubicBezTo>
                        <a:pt x="418" y="2710"/>
                        <a:pt x="742" y="3093"/>
                        <a:pt x="1197" y="3093"/>
                      </a:cubicBezTo>
                      <a:cubicBezTo>
                        <a:pt x="1369" y="3093"/>
                        <a:pt x="1561" y="3037"/>
                        <a:pt x="1761" y="2884"/>
                      </a:cubicBezTo>
                      <a:cubicBezTo>
                        <a:pt x="2157" y="2578"/>
                        <a:pt x="2337" y="1721"/>
                        <a:pt x="2205" y="992"/>
                      </a:cubicBezTo>
                      <a:cubicBezTo>
                        <a:pt x="2184" y="970"/>
                        <a:pt x="2184" y="949"/>
                        <a:pt x="2184" y="928"/>
                      </a:cubicBezTo>
                      <a:lnTo>
                        <a:pt x="2184" y="902"/>
                      </a:lnTo>
                      <a:cubicBezTo>
                        <a:pt x="2157" y="881"/>
                        <a:pt x="2157" y="859"/>
                        <a:pt x="2157" y="838"/>
                      </a:cubicBezTo>
                      <a:lnTo>
                        <a:pt x="2157" y="817"/>
                      </a:lnTo>
                      <a:cubicBezTo>
                        <a:pt x="2136" y="796"/>
                        <a:pt x="2136" y="796"/>
                        <a:pt x="2136" y="770"/>
                      </a:cubicBezTo>
                      <a:cubicBezTo>
                        <a:pt x="2136" y="748"/>
                        <a:pt x="2115" y="727"/>
                        <a:pt x="2115" y="706"/>
                      </a:cubicBezTo>
                      <a:cubicBezTo>
                        <a:pt x="2025" y="463"/>
                        <a:pt x="1919" y="267"/>
                        <a:pt x="1739" y="156"/>
                      </a:cubicBezTo>
                      <a:cubicBezTo>
                        <a:pt x="1697" y="109"/>
                        <a:pt x="1655" y="88"/>
                        <a:pt x="1607" y="66"/>
                      </a:cubicBezTo>
                      <a:cubicBezTo>
                        <a:pt x="1586" y="66"/>
                        <a:pt x="1565" y="66"/>
                        <a:pt x="1544" y="45"/>
                      </a:cubicBezTo>
                      <a:cubicBezTo>
                        <a:pt x="1523" y="45"/>
                        <a:pt x="1496" y="45"/>
                        <a:pt x="1496" y="24"/>
                      </a:cubicBezTo>
                      <a:cubicBezTo>
                        <a:pt x="1433" y="24"/>
                        <a:pt x="1390" y="24"/>
                        <a:pt x="1343" y="3"/>
                      </a:cubicBezTo>
                      <a:lnTo>
                        <a:pt x="1322" y="3"/>
                      </a:lnTo>
                      <a:cubicBezTo>
                        <a:pt x="1290" y="1"/>
                        <a:pt x="1258" y="0"/>
                        <a:pt x="1228"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9"/>
                <p:cNvSpPr/>
                <p:nvPr/>
              </p:nvSpPr>
              <p:spPr>
                <a:xfrm>
                  <a:off x="-4622438" y="-781245"/>
                  <a:ext cx="332733" cy="428321"/>
                </a:xfrm>
                <a:custGeom>
                  <a:avLst/>
                  <a:gdLst/>
                  <a:ahLst/>
                  <a:cxnLst/>
                  <a:rect l="l" t="t" r="r" b="b"/>
                  <a:pathLst>
                    <a:path w="710" h="914" extrusionOk="0">
                      <a:moveTo>
                        <a:pt x="487" y="1"/>
                      </a:moveTo>
                      <a:cubicBezTo>
                        <a:pt x="397" y="1"/>
                        <a:pt x="313" y="22"/>
                        <a:pt x="223" y="90"/>
                      </a:cubicBezTo>
                      <a:cubicBezTo>
                        <a:pt x="69" y="223"/>
                        <a:pt x="1" y="461"/>
                        <a:pt x="91" y="661"/>
                      </a:cubicBezTo>
                      <a:cubicBezTo>
                        <a:pt x="167" y="811"/>
                        <a:pt x="353" y="914"/>
                        <a:pt x="531" y="914"/>
                      </a:cubicBezTo>
                      <a:cubicBezTo>
                        <a:pt x="561" y="914"/>
                        <a:pt x="590" y="911"/>
                        <a:pt x="619" y="905"/>
                      </a:cubicBezTo>
                      <a:lnTo>
                        <a:pt x="709" y="154"/>
                      </a:lnTo>
                      <a:cubicBezTo>
                        <a:pt x="662" y="64"/>
                        <a:pt x="577" y="22"/>
                        <a:pt x="487" y="1"/>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9"/>
                <p:cNvSpPr/>
                <p:nvPr/>
              </p:nvSpPr>
              <p:spPr>
                <a:xfrm>
                  <a:off x="-4436385" y="-1297691"/>
                  <a:ext cx="1001478" cy="565627"/>
                </a:xfrm>
                <a:custGeom>
                  <a:avLst/>
                  <a:gdLst/>
                  <a:ahLst/>
                  <a:cxnLst/>
                  <a:rect l="l" t="t" r="r" b="b"/>
                  <a:pathLst>
                    <a:path w="2137" h="1207" extrusionOk="0">
                      <a:moveTo>
                        <a:pt x="1207" y="0"/>
                      </a:moveTo>
                      <a:cubicBezTo>
                        <a:pt x="821" y="0"/>
                        <a:pt x="562" y="151"/>
                        <a:pt x="376" y="352"/>
                      </a:cubicBezTo>
                      <a:cubicBezTo>
                        <a:pt x="153" y="595"/>
                        <a:pt x="48" y="928"/>
                        <a:pt x="0" y="1124"/>
                      </a:cubicBezTo>
                      <a:cubicBezTo>
                        <a:pt x="92" y="1178"/>
                        <a:pt x="201" y="1207"/>
                        <a:pt x="311" y="1207"/>
                      </a:cubicBezTo>
                      <a:cubicBezTo>
                        <a:pt x="385" y="1207"/>
                        <a:pt x="459" y="1194"/>
                        <a:pt x="529" y="1166"/>
                      </a:cubicBezTo>
                      <a:cubicBezTo>
                        <a:pt x="751" y="1103"/>
                        <a:pt x="904" y="949"/>
                        <a:pt x="1058" y="770"/>
                      </a:cubicBezTo>
                      <a:cubicBezTo>
                        <a:pt x="1211" y="595"/>
                        <a:pt x="1343" y="373"/>
                        <a:pt x="1433" y="156"/>
                      </a:cubicBezTo>
                      <a:cubicBezTo>
                        <a:pt x="1454" y="241"/>
                        <a:pt x="1502" y="331"/>
                        <a:pt x="1544" y="421"/>
                      </a:cubicBezTo>
                      <a:cubicBezTo>
                        <a:pt x="1655" y="616"/>
                        <a:pt x="1851" y="796"/>
                        <a:pt x="2073" y="817"/>
                      </a:cubicBezTo>
                      <a:lnTo>
                        <a:pt x="2136" y="817"/>
                      </a:lnTo>
                      <a:cubicBezTo>
                        <a:pt x="2115" y="796"/>
                        <a:pt x="2115" y="796"/>
                        <a:pt x="2115" y="770"/>
                      </a:cubicBezTo>
                      <a:cubicBezTo>
                        <a:pt x="2115" y="748"/>
                        <a:pt x="2094" y="727"/>
                        <a:pt x="2094" y="706"/>
                      </a:cubicBezTo>
                      <a:cubicBezTo>
                        <a:pt x="2004" y="463"/>
                        <a:pt x="1898" y="267"/>
                        <a:pt x="1718" y="156"/>
                      </a:cubicBezTo>
                      <a:cubicBezTo>
                        <a:pt x="1676" y="109"/>
                        <a:pt x="1634" y="88"/>
                        <a:pt x="1586" y="66"/>
                      </a:cubicBezTo>
                      <a:cubicBezTo>
                        <a:pt x="1565" y="66"/>
                        <a:pt x="1544" y="66"/>
                        <a:pt x="1523" y="45"/>
                      </a:cubicBezTo>
                      <a:cubicBezTo>
                        <a:pt x="1502" y="45"/>
                        <a:pt x="1475" y="45"/>
                        <a:pt x="1475" y="24"/>
                      </a:cubicBezTo>
                      <a:cubicBezTo>
                        <a:pt x="1412" y="24"/>
                        <a:pt x="1369" y="24"/>
                        <a:pt x="1322" y="3"/>
                      </a:cubicBezTo>
                      <a:lnTo>
                        <a:pt x="1301" y="3"/>
                      </a:lnTo>
                      <a:cubicBezTo>
                        <a:pt x="1269" y="1"/>
                        <a:pt x="1237" y="0"/>
                        <a:pt x="12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9"/>
                <p:cNvSpPr/>
                <p:nvPr/>
              </p:nvSpPr>
              <p:spPr>
                <a:xfrm>
                  <a:off x="-3608755" y="8096285"/>
                  <a:ext cx="1836122" cy="951772"/>
                </a:xfrm>
                <a:custGeom>
                  <a:avLst/>
                  <a:gdLst/>
                  <a:ahLst/>
                  <a:cxnLst/>
                  <a:rect l="l" t="t" r="r" b="b"/>
                  <a:pathLst>
                    <a:path w="3918" h="2031" extrusionOk="0">
                      <a:moveTo>
                        <a:pt x="0" y="1"/>
                      </a:moveTo>
                      <a:lnTo>
                        <a:pt x="217" y="2031"/>
                      </a:lnTo>
                      <a:lnTo>
                        <a:pt x="3918" y="2031"/>
                      </a:lnTo>
                      <a:cubicBezTo>
                        <a:pt x="3918" y="1740"/>
                        <a:pt x="3764" y="1502"/>
                        <a:pt x="3542" y="1370"/>
                      </a:cubicBezTo>
                      <a:cubicBezTo>
                        <a:pt x="3347" y="1212"/>
                        <a:pt x="3082" y="1169"/>
                        <a:pt x="2860" y="1106"/>
                      </a:cubicBezTo>
                      <a:cubicBezTo>
                        <a:pt x="2617" y="1058"/>
                        <a:pt x="2379" y="974"/>
                        <a:pt x="2178" y="815"/>
                      </a:cubicBezTo>
                      <a:cubicBezTo>
                        <a:pt x="1956" y="619"/>
                        <a:pt x="1850" y="334"/>
                        <a:pt x="1824" y="22"/>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9"/>
                <p:cNvSpPr/>
                <p:nvPr/>
              </p:nvSpPr>
              <p:spPr>
                <a:xfrm>
                  <a:off x="-6128670" y="8096285"/>
                  <a:ext cx="1900794" cy="951772"/>
                </a:xfrm>
                <a:custGeom>
                  <a:avLst/>
                  <a:gdLst/>
                  <a:ahLst/>
                  <a:cxnLst/>
                  <a:rect l="l" t="t" r="r" b="b"/>
                  <a:pathLst>
                    <a:path w="4056" h="2031" extrusionOk="0">
                      <a:moveTo>
                        <a:pt x="460" y="1"/>
                      </a:moveTo>
                      <a:lnTo>
                        <a:pt x="0" y="2031"/>
                      </a:lnTo>
                      <a:lnTo>
                        <a:pt x="4029" y="2031"/>
                      </a:lnTo>
                      <a:cubicBezTo>
                        <a:pt x="4055" y="1740"/>
                        <a:pt x="3876" y="1502"/>
                        <a:pt x="3680" y="1370"/>
                      </a:cubicBezTo>
                      <a:cubicBezTo>
                        <a:pt x="3458" y="1212"/>
                        <a:pt x="3215" y="1169"/>
                        <a:pt x="2971" y="1106"/>
                      </a:cubicBezTo>
                      <a:cubicBezTo>
                        <a:pt x="2734" y="1058"/>
                        <a:pt x="2490" y="974"/>
                        <a:pt x="2311" y="815"/>
                      </a:cubicBezTo>
                      <a:cubicBezTo>
                        <a:pt x="2094" y="619"/>
                        <a:pt x="1962" y="334"/>
                        <a:pt x="1962" y="22"/>
                      </a:cubicBezTo>
                      <a:lnTo>
                        <a:pt x="46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9"/>
                <p:cNvSpPr/>
                <p:nvPr/>
              </p:nvSpPr>
              <p:spPr>
                <a:xfrm>
                  <a:off x="-6170848" y="2377887"/>
                  <a:ext cx="3778624" cy="5812793"/>
                </a:xfrm>
                <a:custGeom>
                  <a:avLst/>
                  <a:gdLst/>
                  <a:ahLst/>
                  <a:cxnLst/>
                  <a:rect l="l" t="t" r="r" b="b"/>
                  <a:pathLst>
                    <a:path w="8063" h="12404" extrusionOk="0">
                      <a:moveTo>
                        <a:pt x="2776" y="0"/>
                      </a:moveTo>
                      <a:cubicBezTo>
                        <a:pt x="682" y="2929"/>
                        <a:pt x="0" y="12404"/>
                        <a:pt x="0" y="12404"/>
                      </a:cubicBezTo>
                      <a:lnTo>
                        <a:pt x="2998" y="12404"/>
                      </a:lnTo>
                      <a:lnTo>
                        <a:pt x="3590" y="8460"/>
                      </a:lnTo>
                      <a:lnTo>
                        <a:pt x="3791" y="6985"/>
                      </a:lnTo>
                      <a:lnTo>
                        <a:pt x="4098" y="8814"/>
                      </a:lnTo>
                      <a:lnTo>
                        <a:pt x="4716" y="12404"/>
                      </a:lnTo>
                      <a:lnTo>
                        <a:pt x="8063" y="12404"/>
                      </a:lnTo>
                      <a:lnTo>
                        <a:pt x="581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2" name="Google Shape;692;p39"/>
                <p:cNvSpPr/>
                <p:nvPr/>
              </p:nvSpPr>
              <p:spPr>
                <a:xfrm>
                  <a:off x="-5851231" y="2563939"/>
                  <a:ext cx="1065682" cy="5636591"/>
                </a:xfrm>
                <a:custGeom>
                  <a:avLst/>
                  <a:gdLst/>
                  <a:ahLst/>
                  <a:cxnLst/>
                  <a:rect l="l" t="t" r="r" b="b"/>
                  <a:pathLst>
                    <a:path w="2274" h="12028" extrusionOk="0">
                      <a:moveTo>
                        <a:pt x="2163" y="0"/>
                      </a:moveTo>
                      <a:cubicBezTo>
                        <a:pt x="1655" y="1475"/>
                        <a:pt x="952" y="4055"/>
                        <a:pt x="423" y="7952"/>
                      </a:cubicBezTo>
                      <a:cubicBezTo>
                        <a:pt x="111" y="10288"/>
                        <a:pt x="0" y="11986"/>
                        <a:pt x="0" y="12007"/>
                      </a:cubicBezTo>
                      <a:lnTo>
                        <a:pt x="111" y="12028"/>
                      </a:lnTo>
                      <a:cubicBezTo>
                        <a:pt x="111" y="12007"/>
                        <a:pt x="222" y="10288"/>
                        <a:pt x="529" y="7973"/>
                      </a:cubicBezTo>
                      <a:cubicBezTo>
                        <a:pt x="1058" y="4076"/>
                        <a:pt x="1766" y="1496"/>
                        <a:pt x="2274" y="42"/>
                      </a:cubicBezTo>
                      <a:lnTo>
                        <a:pt x="21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9"/>
                <p:cNvSpPr/>
                <p:nvPr/>
              </p:nvSpPr>
              <p:spPr>
                <a:xfrm>
                  <a:off x="-6810083" y="1139260"/>
                  <a:ext cx="5027543" cy="3530602"/>
                </a:xfrm>
                <a:custGeom>
                  <a:avLst/>
                  <a:gdLst/>
                  <a:ahLst/>
                  <a:cxnLst/>
                  <a:rect l="l" t="t" r="r" b="b"/>
                  <a:pathLst>
                    <a:path w="10728" h="7534" extrusionOk="0">
                      <a:moveTo>
                        <a:pt x="0" y="0"/>
                      </a:moveTo>
                      <a:lnTo>
                        <a:pt x="0" y="7534"/>
                      </a:lnTo>
                      <a:lnTo>
                        <a:pt x="10728" y="7534"/>
                      </a:lnTo>
                      <a:lnTo>
                        <a:pt x="107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4" name="Google Shape;694;p39"/>
                <p:cNvSpPr/>
                <p:nvPr/>
              </p:nvSpPr>
              <p:spPr>
                <a:xfrm>
                  <a:off x="-6170848" y="999604"/>
                  <a:ext cx="528154" cy="459719"/>
                </a:xfrm>
                <a:custGeom>
                  <a:avLst/>
                  <a:gdLst/>
                  <a:ahLst/>
                  <a:cxnLst/>
                  <a:rect l="l" t="t" r="r" b="b"/>
                  <a:pathLst>
                    <a:path w="1127" h="981" extrusionOk="0">
                      <a:moveTo>
                        <a:pt x="635" y="1"/>
                      </a:moveTo>
                      <a:cubicBezTo>
                        <a:pt x="360" y="1"/>
                        <a:pt x="31" y="102"/>
                        <a:pt x="0" y="229"/>
                      </a:cubicBezTo>
                      <a:cubicBezTo>
                        <a:pt x="0" y="388"/>
                        <a:pt x="418" y="938"/>
                        <a:pt x="508" y="938"/>
                      </a:cubicBezTo>
                      <a:cubicBezTo>
                        <a:pt x="619" y="938"/>
                        <a:pt x="619" y="848"/>
                        <a:pt x="619" y="848"/>
                      </a:cubicBezTo>
                      <a:cubicBezTo>
                        <a:pt x="619" y="848"/>
                        <a:pt x="682" y="980"/>
                        <a:pt x="751" y="980"/>
                      </a:cubicBezTo>
                      <a:cubicBezTo>
                        <a:pt x="841" y="980"/>
                        <a:pt x="862" y="917"/>
                        <a:pt x="862" y="917"/>
                      </a:cubicBezTo>
                      <a:cubicBezTo>
                        <a:pt x="862" y="917"/>
                        <a:pt x="896" y="961"/>
                        <a:pt x="948" y="961"/>
                      </a:cubicBezTo>
                      <a:cubicBezTo>
                        <a:pt x="968" y="961"/>
                        <a:pt x="991" y="955"/>
                        <a:pt x="1015" y="938"/>
                      </a:cubicBezTo>
                      <a:cubicBezTo>
                        <a:pt x="1126" y="869"/>
                        <a:pt x="1126" y="229"/>
                        <a:pt x="973" y="97"/>
                      </a:cubicBezTo>
                      <a:cubicBezTo>
                        <a:pt x="911" y="29"/>
                        <a:pt x="780" y="1"/>
                        <a:pt x="635" y="1"/>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9"/>
                <p:cNvSpPr/>
                <p:nvPr/>
              </p:nvSpPr>
              <p:spPr>
                <a:xfrm>
                  <a:off x="-5809053" y="1149101"/>
                  <a:ext cx="62329" cy="280236"/>
                </a:xfrm>
                <a:custGeom>
                  <a:avLst/>
                  <a:gdLst/>
                  <a:ahLst/>
                  <a:cxnLst/>
                  <a:rect l="l" t="t" r="r" b="b"/>
                  <a:pathLst>
                    <a:path w="133" h="598" extrusionOk="0">
                      <a:moveTo>
                        <a:pt x="69" y="0"/>
                      </a:moveTo>
                      <a:lnTo>
                        <a:pt x="0" y="42"/>
                      </a:lnTo>
                      <a:cubicBezTo>
                        <a:pt x="69" y="333"/>
                        <a:pt x="69" y="571"/>
                        <a:pt x="69" y="598"/>
                      </a:cubicBezTo>
                      <a:lnTo>
                        <a:pt x="132" y="598"/>
                      </a:lnTo>
                      <a:cubicBezTo>
                        <a:pt x="132" y="571"/>
                        <a:pt x="132" y="307"/>
                        <a:pt x="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9"/>
                <p:cNvSpPr/>
                <p:nvPr/>
              </p:nvSpPr>
              <p:spPr>
                <a:xfrm>
                  <a:off x="-5923403" y="1180969"/>
                  <a:ext cx="62797" cy="225876"/>
                </a:xfrm>
                <a:custGeom>
                  <a:avLst/>
                  <a:gdLst/>
                  <a:ahLst/>
                  <a:cxnLst/>
                  <a:rect l="l" t="t" r="r" b="b"/>
                  <a:pathLst>
                    <a:path w="134" h="482" extrusionOk="0">
                      <a:moveTo>
                        <a:pt x="70" y="1"/>
                      </a:moveTo>
                      <a:lnTo>
                        <a:pt x="1" y="43"/>
                      </a:lnTo>
                      <a:cubicBezTo>
                        <a:pt x="49" y="239"/>
                        <a:pt x="70" y="482"/>
                        <a:pt x="70" y="482"/>
                      </a:cubicBezTo>
                      <a:lnTo>
                        <a:pt x="133" y="461"/>
                      </a:lnTo>
                      <a:cubicBezTo>
                        <a:pt x="133" y="440"/>
                        <a:pt x="112" y="218"/>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9"/>
                <p:cNvSpPr/>
                <p:nvPr/>
              </p:nvSpPr>
              <p:spPr>
                <a:xfrm>
                  <a:off x="-2939995" y="999604"/>
                  <a:ext cx="528154" cy="459719"/>
                </a:xfrm>
                <a:custGeom>
                  <a:avLst/>
                  <a:gdLst/>
                  <a:ahLst/>
                  <a:cxnLst/>
                  <a:rect l="l" t="t" r="r" b="b"/>
                  <a:pathLst>
                    <a:path w="1127" h="981" extrusionOk="0">
                      <a:moveTo>
                        <a:pt x="642" y="1"/>
                      </a:moveTo>
                      <a:cubicBezTo>
                        <a:pt x="363" y="1"/>
                        <a:pt x="41" y="102"/>
                        <a:pt x="27" y="229"/>
                      </a:cubicBezTo>
                      <a:cubicBezTo>
                        <a:pt x="0" y="388"/>
                        <a:pt x="423" y="938"/>
                        <a:pt x="508" y="938"/>
                      </a:cubicBezTo>
                      <a:cubicBezTo>
                        <a:pt x="619" y="938"/>
                        <a:pt x="619" y="848"/>
                        <a:pt x="619" y="848"/>
                      </a:cubicBezTo>
                      <a:cubicBezTo>
                        <a:pt x="619" y="848"/>
                        <a:pt x="688" y="980"/>
                        <a:pt x="772" y="980"/>
                      </a:cubicBezTo>
                      <a:cubicBezTo>
                        <a:pt x="841" y="980"/>
                        <a:pt x="862" y="917"/>
                        <a:pt x="862" y="917"/>
                      </a:cubicBezTo>
                      <a:cubicBezTo>
                        <a:pt x="862" y="917"/>
                        <a:pt x="896" y="961"/>
                        <a:pt x="949" y="961"/>
                      </a:cubicBezTo>
                      <a:cubicBezTo>
                        <a:pt x="969" y="961"/>
                        <a:pt x="991" y="955"/>
                        <a:pt x="1016" y="938"/>
                      </a:cubicBezTo>
                      <a:cubicBezTo>
                        <a:pt x="1127" y="869"/>
                        <a:pt x="1127" y="229"/>
                        <a:pt x="994" y="97"/>
                      </a:cubicBezTo>
                      <a:cubicBezTo>
                        <a:pt x="925" y="29"/>
                        <a:pt x="790" y="1"/>
                        <a:pt x="642" y="1"/>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9"/>
                <p:cNvSpPr/>
                <p:nvPr/>
              </p:nvSpPr>
              <p:spPr>
                <a:xfrm>
                  <a:off x="-2588041" y="1149101"/>
                  <a:ext cx="62329" cy="280236"/>
                </a:xfrm>
                <a:custGeom>
                  <a:avLst/>
                  <a:gdLst/>
                  <a:ahLst/>
                  <a:cxnLst/>
                  <a:rect l="l" t="t" r="r" b="b"/>
                  <a:pathLst>
                    <a:path w="133" h="598" extrusionOk="0">
                      <a:moveTo>
                        <a:pt x="69" y="0"/>
                      </a:moveTo>
                      <a:lnTo>
                        <a:pt x="0" y="42"/>
                      </a:lnTo>
                      <a:cubicBezTo>
                        <a:pt x="69" y="333"/>
                        <a:pt x="69" y="571"/>
                        <a:pt x="69" y="598"/>
                      </a:cubicBezTo>
                      <a:lnTo>
                        <a:pt x="132" y="598"/>
                      </a:lnTo>
                      <a:cubicBezTo>
                        <a:pt x="132" y="571"/>
                        <a:pt x="132" y="307"/>
                        <a:pt x="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9"/>
                <p:cNvSpPr/>
                <p:nvPr/>
              </p:nvSpPr>
              <p:spPr>
                <a:xfrm>
                  <a:off x="-2701922" y="1180969"/>
                  <a:ext cx="52487" cy="225876"/>
                </a:xfrm>
                <a:custGeom>
                  <a:avLst/>
                  <a:gdLst/>
                  <a:ahLst/>
                  <a:cxnLst/>
                  <a:rect l="l" t="t" r="r" b="b"/>
                  <a:pathLst>
                    <a:path w="112" h="482" extrusionOk="0">
                      <a:moveTo>
                        <a:pt x="48" y="1"/>
                      </a:moveTo>
                      <a:lnTo>
                        <a:pt x="0" y="43"/>
                      </a:lnTo>
                      <a:cubicBezTo>
                        <a:pt x="48" y="239"/>
                        <a:pt x="69" y="482"/>
                        <a:pt x="69" y="482"/>
                      </a:cubicBezTo>
                      <a:lnTo>
                        <a:pt x="111" y="461"/>
                      </a:lnTo>
                      <a:cubicBezTo>
                        <a:pt x="111" y="440"/>
                        <a:pt x="90" y="218"/>
                        <a:pt x="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9"/>
                <p:cNvSpPr/>
                <p:nvPr/>
              </p:nvSpPr>
              <p:spPr>
                <a:xfrm>
                  <a:off x="-4488405" y="-729226"/>
                  <a:ext cx="146684" cy="124185"/>
                </a:xfrm>
                <a:custGeom>
                  <a:avLst/>
                  <a:gdLst/>
                  <a:ahLst/>
                  <a:cxnLst/>
                  <a:rect l="l" t="t" r="r" b="b"/>
                  <a:pathLst>
                    <a:path w="313" h="265" extrusionOk="0">
                      <a:moveTo>
                        <a:pt x="0" y="1"/>
                      </a:moveTo>
                      <a:lnTo>
                        <a:pt x="0" y="43"/>
                      </a:lnTo>
                      <a:cubicBezTo>
                        <a:pt x="69" y="43"/>
                        <a:pt x="132" y="64"/>
                        <a:pt x="180" y="112"/>
                      </a:cubicBezTo>
                      <a:cubicBezTo>
                        <a:pt x="243" y="133"/>
                        <a:pt x="264" y="196"/>
                        <a:pt x="264" y="265"/>
                      </a:cubicBezTo>
                      <a:lnTo>
                        <a:pt x="312" y="265"/>
                      </a:lnTo>
                      <a:cubicBezTo>
                        <a:pt x="312" y="196"/>
                        <a:pt x="264" y="112"/>
                        <a:pt x="222" y="64"/>
                      </a:cubicBezTo>
                      <a:cubicBezTo>
                        <a:pt x="159" y="22"/>
                        <a:pt x="90"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9"/>
                <p:cNvSpPr/>
                <p:nvPr/>
              </p:nvSpPr>
              <p:spPr>
                <a:xfrm>
                  <a:off x="-3980860" y="-233400"/>
                  <a:ext cx="359914" cy="162612"/>
                </a:xfrm>
                <a:custGeom>
                  <a:avLst/>
                  <a:gdLst/>
                  <a:ahLst/>
                  <a:cxnLst/>
                  <a:rect l="l" t="t" r="r" b="b"/>
                  <a:pathLst>
                    <a:path w="768" h="347" extrusionOk="0">
                      <a:moveTo>
                        <a:pt x="1" y="0"/>
                      </a:moveTo>
                      <a:lnTo>
                        <a:pt x="1" y="0"/>
                      </a:lnTo>
                      <a:cubicBezTo>
                        <a:pt x="22" y="153"/>
                        <a:pt x="154" y="307"/>
                        <a:pt x="308" y="328"/>
                      </a:cubicBezTo>
                      <a:cubicBezTo>
                        <a:pt x="348" y="340"/>
                        <a:pt x="391" y="346"/>
                        <a:pt x="435" y="346"/>
                      </a:cubicBezTo>
                      <a:cubicBezTo>
                        <a:pt x="559" y="346"/>
                        <a:pt x="689" y="299"/>
                        <a:pt x="768" y="217"/>
                      </a:cubicBez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2" name="Google Shape;702;p39"/>
              <p:cNvGrpSpPr/>
              <p:nvPr/>
            </p:nvGrpSpPr>
            <p:grpSpPr>
              <a:xfrm>
                <a:off x="-1949281" y="1820326"/>
                <a:ext cx="1051808" cy="229363"/>
                <a:chOff x="4002795" y="1877329"/>
                <a:chExt cx="345546" cy="75352"/>
              </a:xfrm>
            </p:grpSpPr>
            <p:sp>
              <p:nvSpPr>
                <p:cNvPr id="703" name="Google Shape;703;p39"/>
                <p:cNvSpPr/>
                <p:nvPr/>
              </p:nvSpPr>
              <p:spPr>
                <a:xfrm>
                  <a:off x="4002795" y="1877329"/>
                  <a:ext cx="345546" cy="75352"/>
                </a:xfrm>
                <a:custGeom>
                  <a:avLst/>
                  <a:gdLst/>
                  <a:ahLst/>
                  <a:cxnLst/>
                  <a:rect l="l" t="t" r="r" b="b"/>
                  <a:pathLst>
                    <a:path w="9997" h="2180" extrusionOk="0">
                      <a:moveTo>
                        <a:pt x="0" y="0"/>
                      </a:moveTo>
                      <a:lnTo>
                        <a:pt x="0" y="2179"/>
                      </a:lnTo>
                      <a:lnTo>
                        <a:pt x="9996" y="2179"/>
                      </a:lnTo>
                      <a:lnTo>
                        <a:pt x="99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9"/>
                <p:cNvSpPr/>
                <p:nvPr/>
              </p:nvSpPr>
              <p:spPr>
                <a:xfrm>
                  <a:off x="4270785" y="1897619"/>
                  <a:ext cx="21569" cy="34738"/>
                </a:xfrm>
                <a:custGeom>
                  <a:avLst/>
                  <a:gdLst/>
                  <a:ahLst/>
                  <a:cxnLst/>
                  <a:rect l="l" t="t" r="r" b="b"/>
                  <a:pathLst>
                    <a:path w="624" h="1005" extrusionOk="0">
                      <a:moveTo>
                        <a:pt x="559" y="0"/>
                      </a:moveTo>
                      <a:lnTo>
                        <a:pt x="1" y="595"/>
                      </a:lnTo>
                      <a:lnTo>
                        <a:pt x="559" y="1005"/>
                      </a:lnTo>
                      <a:lnTo>
                        <a:pt x="623" y="948"/>
                      </a:lnTo>
                      <a:lnTo>
                        <a:pt x="121" y="595"/>
                      </a:lnTo>
                      <a:lnTo>
                        <a:pt x="623" y="64"/>
                      </a:lnTo>
                      <a:lnTo>
                        <a:pt x="5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9"/>
                <p:cNvSpPr/>
                <p:nvPr/>
              </p:nvSpPr>
              <p:spPr>
                <a:xfrm>
                  <a:off x="4254401" y="1897619"/>
                  <a:ext cx="22536" cy="34738"/>
                </a:xfrm>
                <a:custGeom>
                  <a:avLst/>
                  <a:gdLst/>
                  <a:ahLst/>
                  <a:cxnLst/>
                  <a:rect l="l" t="t" r="r" b="b"/>
                  <a:pathLst>
                    <a:path w="652" h="1005" extrusionOk="0">
                      <a:moveTo>
                        <a:pt x="595" y="0"/>
                      </a:moveTo>
                      <a:lnTo>
                        <a:pt x="1" y="595"/>
                      </a:lnTo>
                      <a:lnTo>
                        <a:pt x="595" y="1005"/>
                      </a:lnTo>
                      <a:lnTo>
                        <a:pt x="651" y="948"/>
                      </a:lnTo>
                      <a:lnTo>
                        <a:pt x="149" y="595"/>
                      </a:lnTo>
                      <a:lnTo>
                        <a:pt x="651" y="64"/>
                      </a:lnTo>
                      <a:lnTo>
                        <a:pt x="5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9"/>
                <p:cNvSpPr/>
                <p:nvPr/>
              </p:nvSpPr>
              <p:spPr>
                <a:xfrm>
                  <a:off x="4055854" y="1885970"/>
                  <a:ext cx="19356" cy="57654"/>
                </a:xfrm>
                <a:custGeom>
                  <a:avLst/>
                  <a:gdLst/>
                  <a:ahLst/>
                  <a:cxnLst/>
                  <a:rect l="l" t="t" r="r" b="b"/>
                  <a:pathLst>
                    <a:path w="560" h="1668" extrusionOk="0">
                      <a:moveTo>
                        <a:pt x="305" y="0"/>
                      </a:moveTo>
                      <a:cubicBezTo>
                        <a:pt x="264" y="0"/>
                        <a:pt x="226" y="22"/>
                        <a:pt x="205" y="47"/>
                      </a:cubicBezTo>
                      <a:cubicBezTo>
                        <a:pt x="149" y="76"/>
                        <a:pt x="85" y="160"/>
                        <a:pt x="85" y="252"/>
                      </a:cubicBezTo>
                      <a:cubicBezTo>
                        <a:pt x="57" y="309"/>
                        <a:pt x="85" y="401"/>
                        <a:pt x="85" y="458"/>
                      </a:cubicBezTo>
                      <a:cubicBezTo>
                        <a:pt x="120" y="514"/>
                        <a:pt x="120" y="542"/>
                        <a:pt x="120" y="578"/>
                      </a:cubicBezTo>
                      <a:cubicBezTo>
                        <a:pt x="120" y="691"/>
                        <a:pt x="85" y="783"/>
                        <a:pt x="0" y="811"/>
                      </a:cubicBezTo>
                      <a:lnTo>
                        <a:pt x="28" y="896"/>
                      </a:lnTo>
                      <a:lnTo>
                        <a:pt x="57" y="896"/>
                      </a:lnTo>
                      <a:cubicBezTo>
                        <a:pt x="85" y="932"/>
                        <a:pt x="120" y="932"/>
                        <a:pt x="120" y="960"/>
                      </a:cubicBezTo>
                      <a:lnTo>
                        <a:pt x="120" y="1108"/>
                      </a:lnTo>
                      <a:lnTo>
                        <a:pt x="120" y="1137"/>
                      </a:lnTo>
                      <a:cubicBezTo>
                        <a:pt x="85" y="1314"/>
                        <a:pt x="120" y="1427"/>
                        <a:pt x="177" y="1519"/>
                      </a:cubicBezTo>
                      <a:cubicBezTo>
                        <a:pt x="234" y="1604"/>
                        <a:pt x="326" y="1667"/>
                        <a:pt x="439" y="1667"/>
                      </a:cubicBezTo>
                      <a:cubicBezTo>
                        <a:pt x="474" y="1667"/>
                        <a:pt x="531" y="1667"/>
                        <a:pt x="559" y="1639"/>
                      </a:cubicBezTo>
                      <a:lnTo>
                        <a:pt x="531" y="1547"/>
                      </a:lnTo>
                      <a:cubicBezTo>
                        <a:pt x="498" y="1567"/>
                        <a:pt x="459" y="1576"/>
                        <a:pt x="421" y="1576"/>
                      </a:cubicBezTo>
                      <a:cubicBezTo>
                        <a:pt x="352" y="1576"/>
                        <a:pt x="285" y="1545"/>
                        <a:pt x="262" y="1490"/>
                      </a:cubicBezTo>
                      <a:cubicBezTo>
                        <a:pt x="205" y="1398"/>
                        <a:pt x="177" y="1285"/>
                        <a:pt x="205" y="1137"/>
                      </a:cubicBezTo>
                      <a:lnTo>
                        <a:pt x="205" y="932"/>
                      </a:lnTo>
                      <a:cubicBezTo>
                        <a:pt x="177" y="896"/>
                        <a:pt x="149" y="868"/>
                        <a:pt x="120" y="840"/>
                      </a:cubicBezTo>
                      <a:cubicBezTo>
                        <a:pt x="177" y="783"/>
                        <a:pt x="205" y="663"/>
                        <a:pt x="205" y="578"/>
                      </a:cubicBezTo>
                      <a:cubicBezTo>
                        <a:pt x="205" y="542"/>
                        <a:pt x="205" y="486"/>
                        <a:pt x="177" y="458"/>
                      </a:cubicBezTo>
                      <a:cubicBezTo>
                        <a:pt x="177" y="366"/>
                        <a:pt x="149" y="309"/>
                        <a:pt x="177" y="252"/>
                      </a:cubicBezTo>
                      <a:cubicBezTo>
                        <a:pt x="177" y="189"/>
                        <a:pt x="205" y="132"/>
                        <a:pt x="262" y="104"/>
                      </a:cubicBezTo>
                      <a:cubicBezTo>
                        <a:pt x="262" y="90"/>
                        <a:pt x="271" y="83"/>
                        <a:pt x="283" y="83"/>
                      </a:cubicBezTo>
                      <a:cubicBezTo>
                        <a:pt x="296" y="83"/>
                        <a:pt x="311" y="90"/>
                        <a:pt x="326" y="104"/>
                      </a:cubicBezTo>
                      <a:lnTo>
                        <a:pt x="354" y="12"/>
                      </a:lnTo>
                      <a:cubicBezTo>
                        <a:pt x="338" y="4"/>
                        <a:pt x="321" y="0"/>
                        <a:pt x="3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9"/>
                <p:cNvSpPr/>
                <p:nvPr/>
              </p:nvSpPr>
              <p:spPr>
                <a:xfrm>
                  <a:off x="4034319" y="1888563"/>
                  <a:ext cx="9333" cy="51882"/>
                </a:xfrm>
                <a:custGeom>
                  <a:avLst/>
                  <a:gdLst/>
                  <a:ahLst/>
                  <a:cxnLst/>
                  <a:rect l="l" t="t" r="r" b="b"/>
                  <a:pathLst>
                    <a:path w="270" h="1501" extrusionOk="0">
                      <a:moveTo>
                        <a:pt x="213" y="1"/>
                      </a:moveTo>
                      <a:cubicBezTo>
                        <a:pt x="1" y="467"/>
                        <a:pt x="1" y="1033"/>
                        <a:pt x="177" y="1500"/>
                      </a:cubicBezTo>
                      <a:lnTo>
                        <a:pt x="269" y="1472"/>
                      </a:lnTo>
                      <a:cubicBezTo>
                        <a:pt x="93" y="1033"/>
                        <a:pt x="93" y="503"/>
                        <a:pt x="269" y="29"/>
                      </a:cubicBezTo>
                      <a:lnTo>
                        <a:pt x="2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9"/>
                <p:cNvSpPr/>
                <p:nvPr/>
              </p:nvSpPr>
              <p:spPr>
                <a:xfrm>
                  <a:off x="4303311" y="1885970"/>
                  <a:ext cx="19598" cy="57654"/>
                </a:xfrm>
                <a:custGeom>
                  <a:avLst/>
                  <a:gdLst/>
                  <a:ahLst/>
                  <a:cxnLst/>
                  <a:rect l="l" t="t" r="r" b="b"/>
                  <a:pathLst>
                    <a:path w="567" h="1668" extrusionOk="0">
                      <a:moveTo>
                        <a:pt x="256" y="0"/>
                      </a:moveTo>
                      <a:cubicBezTo>
                        <a:pt x="243" y="0"/>
                        <a:pt x="229" y="4"/>
                        <a:pt x="213" y="12"/>
                      </a:cubicBezTo>
                      <a:lnTo>
                        <a:pt x="241" y="104"/>
                      </a:lnTo>
                      <a:cubicBezTo>
                        <a:pt x="255" y="90"/>
                        <a:pt x="262" y="83"/>
                        <a:pt x="269" y="83"/>
                      </a:cubicBezTo>
                      <a:cubicBezTo>
                        <a:pt x="276" y="83"/>
                        <a:pt x="283" y="90"/>
                        <a:pt x="298" y="104"/>
                      </a:cubicBezTo>
                      <a:cubicBezTo>
                        <a:pt x="354" y="132"/>
                        <a:pt x="390" y="189"/>
                        <a:pt x="390" y="252"/>
                      </a:cubicBezTo>
                      <a:lnTo>
                        <a:pt x="390" y="458"/>
                      </a:lnTo>
                      <a:cubicBezTo>
                        <a:pt x="354" y="486"/>
                        <a:pt x="354" y="542"/>
                        <a:pt x="354" y="578"/>
                      </a:cubicBezTo>
                      <a:cubicBezTo>
                        <a:pt x="354" y="663"/>
                        <a:pt x="390" y="783"/>
                        <a:pt x="446" y="840"/>
                      </a:cubicBezTo>
                      <a:cubicBezTo>
                        <a:pt x="390" y="868"/>
                        <a:pt x="390" y="896"/>
                        <a:pt x="354" y="932"/>
                      </a:cubicBezTo>
                      <a:cubicBezTo>
                        <a:pt x="326" y="988"/>
                        <a:pt x="354" y="1073"/>
                        <a:pt x="354" y="1137"/>
                      </a:cubicBezTo>
                      <a:cubicBezTo>
                        <a:pt x="390" y="1285"/>
                        <a:pt x="354" y="1398"/>
                        <a:pt x="298" y="1490"/>
                      </a:cubicBezTo>
                      <a:cubicBezTo>
                        <a:pt x="261" y="1545"/>
                        <a:pt x="198" y="1576"/>
                        <a:pt x="135" y="1576"/>
                      </a:cubicBezTo>
                      <a:cubicBezTo>
                        <a:pt x="100" y="1576"/>
                        <a:pt x="66" y="1567"/>
                        <a:pt x="36" y="1547"/>
                      </a:cubicBezTo>
                      <a:lnTo>
                        <a:pt x="0" y="1639"/>
                      </a:lnTo>
                      <a:cubicBezTo>
                        <a:pt x="36" y="1667"/>
                        <a:pt x="92" y="1667"/>
                        <a:pt x="121" y="1667"/>
                      </a:cubicBezTo>
                      <a:cubicBezTo>
                        <a:pt x="213" y="1667"/>
                        <a:pt x="326" y="1604"/>
                        <a:pt x="390" y="1519"/>
                      </a:cubicBezTo>
                      <a:cubicBezTo>
                        <a:pt x="446" y="1427"/>
                        <a:pt x="474" y="1314"/>
                        <a:pt x="446" y="1137"/>
                      </a:cubicBezTo>
                      <a:lnTo>
                        <a:pt x="446" y="1108"/>
                      </a:lnTo>
                      <a:lnTo>
                        <a:pt x="446" y="960"/>
                      </a:lnTo>
                      <a:cubicBezTo>
                        <a:pt x="446" y="932"/>
                        <a:pt x="474" y="932"/>
                        <a:pt x="503" y="896"/>
                      </a:cubicBezTo>
                      <a:lnTo>
                        <a:pt x="531" y="896"/>
                      </a:lnTo>
                      <a:lnTo>
                        <a:pt x="566" y="811"/>
                      </a:lnTo>
                      <a:lnTo>
                        <a:pt x="531" y="811"/>
                      </a:lnTo>
                      <a:cubicBezTo>
                        <a:pt x="474" y="783"/>
                        <a:pt x="446" y="691"/>
                        <a:pt x="446" y="578"/>
                      </a:cubicBezTo>
                      <a:cubicBezTo>
                        <a:pt x="446" y="542"/>
                        <a:pt x="446" y="514"/>
                        <a:pt x="474" y="458"/>
                      </a:cubicBezTo>
                      <a:lnTo>
                        <a:pt x="474" y="252"/>
                      </a:lnTo>
                      <a:cubicBezTo>
                        <a:pt x="474" y="160"/>
                        <a:pt x="418" y="76"/>
                        <a:pt x="354" y="47"/>
                      </a:cubicBezTo>
                      <a:cubicBezTo>
                        <a:pt x="314" y="22"/>
                        <a:pt x="288" y="0"/>
                        <a:pt x="2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9"/>
                <p:cNvSpPr/>
                <p:nvPr/>
              </p:nvSpPr>
              <p:spPr>
                <a:xfrm>
                  <a:off x="4167847" y="1898587"/>
                  <a:ext cx="21534" cy="31834"/>
                </a:xfrm>
                <a:custGeom>
                  <a:avLst/>
                  <a:gdLst/>
                  <a:ahLst/>
                  <a:cxnLst/>
                  <a:rect l="l" t="t" r="r" b="b"/>
                  <a:pathLst>
                    <a:path w="623" h="921" extrusionOk="0">
                      <a:moveTo>
                        <a:pt x="531" y="93"/>
                      </a:moveTo>
                      <a:lnTo>
                        <a:pt x="531" y="828"/>
                      </a:lnTo>
                      <a:lnTo>
                        <a:pt x="92" y="828"/>
                      </a:lnTo>
                      <a:lnTo>
                        <a:pt x="92" y="93"/>
                      </a:lnTo>
                      <a:close/>
                      <a:moveTo>
                        <a:pt x="0" y="1"/>
                      </a:moveTo>
                      <a:lnTo>
                        <a:pt x="0" y="920"/>
                      </a:lnTo>
                      <a:lnTo>
                        <a:pt x="623" y="920"/>
                      </a:lnTo>
                      <a:lnTo>
                        <a:pt x="6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9"/>
                <p:cNvSpPr/>
                <p:nvPr/>
              </p:nvSpPr>
              <p:spPr>
                <a:xfrm>
                  <a:off x="4128235" y="1898587"/>
                  <a:ext cx="29622" cy="31834"/>
                </a:xfrm>
                <a:custGeom>
                  <a:avLst/>
                  <a:gdLst/>
                  <a:ahLst/>
                  <a:cxnLst/>
                  <a:rect l="l" t="t" r="r" b="b"/>
                  <a:pathLst>
                    <a:path w="857" h="921" extrusionOk="0">
                      <a:moveTo>
                        <a:pt x="764" y="93"/>
                      </a:moveTo>
                      <a:lnTo>
                        <a:pt x="764" y="828"/>
                      </a:lnTo>
                      <a:lnTo>
                        <a:pt x="85" y="828"/>
                      </a:lnTo>
                      <a:lnTo>
                        <a:pt x="85" y="93"/>
                      </a:lnTo>
                      <a:close/>
                      <a:moveTo>
                        <a:pt x="0" y="1"/>
                      </a:moveTo>
                      <a:lnTo>
                        <a:pt x="0" y="920"/>
                      </a:lnTo>
                      <a:lnTo>
                        <a:pt x="856" y="920"/>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9"/>
                <p:cNvSpPr/>
                <p:nvPr/>
              </p:nvSpPr>
              <p:spPr>
                <a:xfrm>
                  <a:off x="4086410" y="1898587"/>
                  <a:ext cx="32560" cy="31834"/>
                </a:xfrm>
                <a:custGeom>
                  <a:avLst/>
                  <a:gdLst/>
                  <a:ahLst/>
                  <a:cxnLst/>
                  <a:rect l="l" t="t" r="r" b="b"/>
                  <a:pathLst>
                    <a:path w="942" h="921" extrusionOk="0">
                      <a:moveTo>
                        <a:pt x="856" y="93"/>
                      </a:moveTo>
                      <a:lnTo>
                        <a:pt x="856" y="828"/>
                      </a:lnTo>
                      <a:lnTo>
                        <a:pt x="85" y="828"/>
                      </a:lnTo>
                      <a:lnTo>
                        <a:pt x="85" y="93"/>
                      </a:lnTo>
                      <a:close/>
                      <a:moveTo>
                        <a:pt x="0" y="1"/>
                      </a:moveTo>
                      <a:lnTo>
                        <a:pt x="0" y="920"/>
                      </a:lnTo>
                      <a:lnTo>
                        <a:pt x="941" y="920"/>
                      </a:lnTo>
                      <a:lnTo>
                        <a:pt x="94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9"/>
                <p:cNvSpPr/>
                <p:nvPr/>
              </p:nvSpPr>
              <p:spPr>
                <a:xfrm>
                  <a:off x="4223844" y="1897619"/>
                  <a:ext cx="22536" cy="34738"/>
                </a:xfrm>
                <a:custGeom>
                  <a:avLst/>
                  <a:gdLst/>
                  <a:ahLst/>
                  <a:cxnLst/>
                  <a:rect l="l" t="t" r="r" b="b"/>
                  <a:pathLst>
                    <a:path w="652" h="1005" extrusionOk="0">
                      <a:moveTo>
                        <a:pt x="326" y="92"/>
                      </a:moveTo>
                      <a:cubicBezTo>
                        <a:pt x="446" y="92"/>
                        <a:pt x="566" y="269"/>
                        <a:pt x="566" y="503"/>
                      </a:cubicBezTo>
                      <a:cubicBezTo>
                        <a:pt x="566" y="708"/>
                        <a:pt x="446" y="913"/>
                        <a:pt x="326" y="913"/>
                      </a:cubicBezTo>
                      <a:cubicBezTo>
                        <a:pt x="177" y="913"/>
                        <a:pt x="92" y="708"/>
                        <a:pt x="92" y="503"/>
                      </a:cubicBezTo>
                      <a:cubicBezTo>
                        <a:pt x="92" y="269"/>
                        <a:pt x="177" y="92"/>
                        <a:pt x="326" y="92"/>
                      </a:cubicBezTo>
                      <a:close/>
                      <a:moveTo>
                        <a:pt x="326" y="0"/>
                      </a:moveTo>
                      <a:cubicBezTo>
                        <a:pt x="149" y="0"/>
                        <a:pt x="0" y="205"/>
                        <a:pt x="0" y="503"/>
                      </a:cubicBezTo>
                      <a:cubicBezTo>
                        <a:pt x="0" y="771"/>
                        <a:pt x="149" y="1005"/>
                        <a:pt x="326" y="1005"/>
                      </a:cubicBezTo>
                      <a:cubicBezTo>
                        <a:pt x="503" y="1005"/>
                        <a:pt x="651" y="771"/>
                        <a:pt x="651" y="503"/>
                      </a:cubicBezTo>
                      <a:cubicBezTo>
                        <a:pt x="651" y="205"/>
                        <a:pt x="503" y="0"/>
                        <a:pt x="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9"/>
                <p:cNvSpPr/>
                <p:nvPr/>
              </p:nvSpPr>
              <p:spPr>
                <a:xfrm>
                  <a:off x="4200616" y="1899831"/>
                  <a:ext cx="2973" cy="30590"/>
                </a:xfrm>
                <a:custGeom>
                  <a:avLst/>
                  <a:gdLst/>
                  <a:ahLst/>
                  <a:cxnLst/>
                  <a:rect l="l" t="t" r="r" b="b"/>
                  <a:pathLst>
                    <a:path w="86" h="885" extrusionOk="0">
                      <a:moveTo>
                        <a:pt x="0" y="0"/>
                      </a:moveTo>
                      <a:lnTo>
                        <a:pt x="0" y="884"/>
                      </a:lnTo>
                      <a:lnTo>
                        <a:pt x="85" y="884"/>
                      </a:lnTo>
                      <a:lnTo>
                        <a:pt x="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4" name="Google Shape;714;p39"/>
              <p:cNvGrpSpPr/>
              <p:nvPr/>
            </p:nvGrpSpPr>
            <p:grpSpPr>
              <a:xfrm>
                <a:off x="-2025807" y="2235105"/>
                <a:ext cx="1184014" cy="258193"/>
                <a:chOff x="3734768" y="858742"/>
                <a:chExt cx="1184014" cy="258193"/>
              </a:xfrm>
            </p:grpSpPr>
            <p:grpSp>
              <p:nvGrpSpPr>
                <p:cNvPr id="715" name="Google Shape;715;p39"/>
                <p:cNvGrpSpPr/>
                <p:nvPr/>
              </p:nvGrpSpPr>
              <p:grpSpPr>
                <a:xfrm>
                  <a:off x="3734768" y="858742"/>
                  <a:ext cx="1184014" cy="258193"/>
                  <a:chOff x="4002795" y="1877329"/>
                  <a:chExt cx="345546" cy="75352"/>
                </a:xfrm>
              </p:grpSpPr>
              <p:sp>
                <p:nvSpPr>
                  <p:cNvPr id="716" name="Google Shape;716;p39"/>
                  <p:cNvSpPr/>
                  <p:nvPr/>
                </p:nvSpPr>
                <p:spPr>
                  <a:xfrm>
                    <a:off x="4002795" y="1877329"/>
                    <a:ext cx="345546" cy="75352"/>
                  </a:xfrm>
                  <a:custGeom>
                    <a:avLst/>
                    <a:gdLst/>
                    <a:ahLst/>
                    <a:cxnLst/>
                    <a:rect l="l" t="t" r="r" b="b"/>
                    <a:pathLst>
                      <a:path w="9997" h="2180" extrusionOk="0">
                        <a:moveTo>
                          <a:pt x="0" y="0"/>
                        </a:moveTo>
                        <a:lnTo>
                          <a:pt x="0" y="2179"/>
                        </a:lnTo>
                        <a:lnTo>
                          <a:pt x="9996" y="2179"/>
                        </a:lnTo>
                        <a:lnTo>
                          <a:pt x="99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7" name="Google Shape;717;p39"/>
                  <p:cNvSpPr/>
                  <p:nvPr/>
                </p:nvSpPr>
                <p:spPr>
                  <a:xfrm>
                    <a:off x="4270785" y="1897619"/>
                    <a:ext cx="21569" cy="34738"/>
                  </a:xfrm>
                  <a:custGeom>
                    <a:avLst/>
                    <a:gdLst/>
                    <a:ahLst/>
                    <a:cxnLst/>
                    <a:rect l="l" t="t" r="r" b="b"/>
                    <a:pathLst>
                      <a:path w="624" h="1005" extrusionOk="0">
                        <a:moveTo>
                          <a:pt x="559" y="0"/>
                        </a:moveTo>
                        <a:lnTo>
                          <a:pt x="1" y="595"/>
                        </a:lnTo>
                        <a:lnTo>
                          <a:pt x="559" y="1005"/>
                        </a:lnTo>
                        <a:lnTo>
                          <a:pt x="623" y="948"/>
                        </a:lnTo>
                        <a:lnTo>
                          <a:pt x="121" y="595"/>
                        </a:lnTo>
                        <a:lnTo>
                          <a:pt x="623" y="64"/>
                        </a:lnTo>
                        <a:lnTo>
                          <a:pt x="5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9"/>
                  <p:cNvSpPr/>
                  <p:nvPr/>
                </p:nvSpPr>
                <p:spPr>
                  <a:xfrm>
                    <a:off x="4254401" y="1897619"/>
                    <a:ext cx="22536" cy="34738"/>
                  </a:xfrm>
                  <a:custGeom>
                    <a:avLst/>
                    <a:gdLst/>
                    <a:ahLst/>
                    <a:cxnLst/>
                    <a:rect l="l" t="t" r="r" b="b"/>
                    <a:pathLst>
                      <a:path w="652" h="1005" extrusionOk="0">
                        <a:moveTo>
                          <a:pt x="595" y="0"/>
                        </a:moveTo>
                        <a:lnTo>
                          <a:pt x="1" y="595"/>
                        </a:lnTo>
                        <a:lnTo>
                          <a:pt x="595" y="1005"/>
                        </a:lnTo>
                        <a:lnTo>
                          <a:pt x="651" y="948"/>
                        </a:lnTo>
                        <a:lnTo>
                          <a:pt x="149" y="595"/>
                        </a:lnTo>
                        <a:lnTo>
                          <a:pt x="651" y="64"/>
                        </a:lnTo>
                        <a:lnTo>
                          <a:pt x="5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9"/>
                  <p:cNvSpPr/>
                  <p:nvPr/>
                </p:nvSpPr>
                <p:spPr>
                  <a:xfrm>
                    <a:off x="4055854" y="1885970"/>
                    <a:ext cx="19356" cy="57654"/>
                  </a:xfrm>
                  <a:custGeom>
                    <a:avLst/>
                    <a:gdLst/>
                    <a:ahLst/>
                    <a:cxnLst/>
                    <a:rect l="l" t="t" r="r" b="b"/>
                    <a:pathLst>
                      <a:path w="560" h="1668" extrusionOk="0">
                        <a:moveTo>
                          <a:pt x="305" y="0"/>
                        </a:moveTo>
                        <a:cubicBezTo>
                          <a:pt x="264" y="0"/>
                          <a:pt x="226" y="22"/>
                          <a:pt x="205" y="47"/>
                        </a:cubicBezTo>
                        <a:cubicBezTo>
                          <a:pt x="149" y="76"/>
                          <a:pt x="85" y="160"/>
                          <a:pt x="85" y="252"/>
                        </a:cubicBezTo>
                        <a:cubicBezTo>
                          <a:pt x="57" y="309"/>
                          <a:pt x="85" y="401"/>
                          <a:pt x="85" y="458"/>
                        </a:cubicBezTo>
                        <a:cubicBezTo>
                          <a:pt x="120" y="514"/>
                          <a:pt x="120" y="542"/>
                          <a:pt x="120" y="578"/>
                        </a:cubicBezTo>
                        <a:cubicBezTo>
                          <a:pt x="120" y="691"/>
                          <a:pt x="85" y="783"/>
                          <a:pt x="0" y="811"/>
                        </a:cubicBezTo>
                        <a:lnTo>
                          <a:pt x="28" y="896"/>
                        </a:lnTo>
                        <a:lnTo>
                          <a:pt x="57" y="896"/>
                        </a:lnTo>
                        <a:cubicBezTo>
                          <a:pt x="85" y="932"/>
                          <a:pt x="120" y="932"/>
                          <a:pt x="120" y="960"/>
                        </a:cubicBezTo>
                        <a:lnTo>
                          <a:pt x="120" y="1108"/>
                        </a:lnTo>
                        <a:lnTo>
                          <a:pt x="120" y="1137"/>
                        </a:lnTo>
                        <a:cubicBezTo>
                          <a:pt x="85" y="1314"/>
                          <a:pt x="120" y="1427"/>
                          <a:pt x="177" y="1519"/>
                        </a:cubicBezTo>
                        <a:cubicBezTo>
                          <a:pt x="234" y="1604"/>
                          <a:pt x="326" y="1667"/>
                          <a:pt x="439" y="1667"/>
                        </a:cubicBezTo>
                        <a:cubicBezTo>
                          <a:pt x="474" y="1667"/>
                          <a:pt x="531" y="1667"/>
                          <a:pt x="559" y="1639"/>
                        </a:cubicBezTo>
                        <a:lnTo>
                          <a:pt x="531" y="1547"/>
                        </a:lnTo>
                        <a:cubicBezTo>
                          <a:pt x="498" y="1567"/>
                          <a:pt x="459" y="1576"/>
                          <a:pt x="421" y="1576"/>
                        </a:cubicBezTo>
                        <a:cubicBezTo>
                          <a:pt x="352" y="1576"/>
                          <a:pt x="285" y="1545"/>
                          <a:pt x="262" y="1490"/>
                        </a:cubicBezTo>
                        <a:cubicBezTo>
                          <a:pt x="205" y="1398"/>
                          <a:pt x="177" y="1285"/>
                          <a:pt x="205" y="1137"/>
                        </a:cubicBezTo>
                        <a:lnTo>
                          <a:pt x="205" y="932"/>
                        </a:lnTo>
                        <a:cubicBezTo>
                          <a:pt x="177" y="896"/>
                          <a:pt x="149" y="868"/>
                          <a:pt x="120" y="840"/>
                        </a:cubicBezTo>
                        <a:cubicBezTo>
                          <a:pt x="177" y="783"/>
                          <a:pt x="205" y="663"/>
                          <a:pt x="205" y="578"/>
                        </a:cubicBezTo>
                        <a:cubicBezTo>
                          <a:pt x="205" y="542"/>
                          <a:pt x="205" y="486"/>
                          <a:pt x="177" y="458"/>
                        </a:cubicBezTo>
                        <a:cubicBezTo>
                          <a:pt x="177" y="366"/>
                          <a:pt x="149" y="309"/>
                          <a:pt x="177" y="252"/>
                        </a:cubicBezTo>
                        <a:cubicBezTo>
                          <a:pt x="177" y="189"/>
                          <a:pt x="205" y="132"/>
                          <a:pt x="262" y="104"/>
                        </a:cubicBezTo>
                        <a:cubicBezTo>
                          <a:pt x="262" y="90"/>
                          <a:pt x="271" y="83"/>
                          <a:pt x="283" y="83"/>
                        </a:cubicBezTo>
                        <a:cubicBezTo>
                          <a:pt x="296" y="83"/>
                          <a:pt x="311" y="90"/>
                          <a:pt x="326" y="104"/>
                        </a:cubicBezTo>
                        <a:lnTo>
                          <a:pt x="354" y="12"/>
                        </a:lnTo>
                        <a:cubicBezTo>
                          <a:pt x="338" y="4"/>
                          <a:pt x="321" y="0"/>
                          <a:pt x="3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9"/>
                  <p:cNvSpPr/>
                  <p:nvPr/>
                </p:nvSpPr>
                <p:spPr>
                  <a:xfrm>
                    <a:off x="4034319" y="1888563"/>
                    <a:ext cx="9333" cy="51882"/>
                  </a:xfrm>
                  <a:custGeom>
                    <a:avLst/>
                    <a:gdLst/>
                    <a:ahLst/>
                    <a:cxnLst/>
                    <a:rect l="l" t="t" r="r" b="b"/>
                    <a:pathLst>
                      <a:path w="270" h="1501" extrusionOk="0">
                        <a:moveTo>
                          <a:pt x="213" y="1"/>
                        </a:moveTo>
                        <a:cubicBezTo>
                          <a:pt x="1" y="467"/>
                          <a:pt x="1" y="1033"/>
                          <a:pt x="177" y="1500"/>
                        </a:cubicBezTo>
                        <a:lnTo>
                          <a:pt x="269" y="1472"/>
                        </a:lnTo>
                        <a:cubicBezTo>
                          <a:pt x="93" y="1033"/>
                          <a:pt x="93" y="503"/>
                          <a:pt x="269" y="29"/>
                        </a:cubicBezTo>
                        <a:lnTo>
                          <a:pt x="2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9"/>
                  <p:cNvSpPr/>
                  <p:nvPr/>
                </p:nvSpPr>
                <p:spPr>
                  <a:xfrm>
                    <a:off x="4303311" y="1885970"/>
                    <a:ext cx="19598" cy="57654"/>
                  </a:xfrm>
                  <a:custGeom>
                    <a:avLst/>
                    <a:gdLst/>
                    <a:ahLst/>
                    <a:cxnLst/>
                    <a:rect l="l" t="t" r="r" b="b"/>
                    <a:pathLst>
                      <a:path w="567" h="1668" extrusionOk="0">
                        <a:moveTo>
                          <a:pt x="256" y="0"/>
                        </a:moveTo>
                        <a:cubicBezTo>
                          <a:pt x="243" y="0"/>
                          <a:pt x="229" y="4"/>
                          <a:pt x="213" y="12"/>
                        </a:cubicBezTo>
                        <a:lnTo>
                          <a:pt x="241" y="104"/>
                        </a:lnTo>
                        <a:cubicBezTo>
                          <a:pt x="255" y="90"/>
                          <a:pt x="262" y="83"/>
                          <a:pt x="269" y="83"/>
                        </a:cubicBezTo>
                        <a:cubicBezTo>
                          <a:pt x="276" y="83"/>
                          <a:pt x="283" y="90"/>
                          <a:pt x="298" y="104"/>
                        </a:cubicBezTo>
                        <a:cubicBezTo>
                          <a:pt x="354" y="132"/>
                          <a:pt x="390" y="189"/>
                          <a:pt x="390" y="252"/>
                        </a:cubicBezTo>
                        <a:lnTo>
                          <a:pt x="390" y="458"/>
                        </a:lnTo>
                        <a:cubicBezTo>
                          <a:pt x="354" y="486"/>
                          <a:pt x="354" y="542"/>
                          <a:pt x="354" y="578"/>
                        </a:cubicBezTo>
                        <a:cubicBezTo>
                          <a:pt x="354" y="663"/>
                          <a:pt x="390" y="783"/>
                          <a:pt x="446" y="840"/>
                        </a:cubicBezTo>
                        <a:cubicBezTo>
                          <a:pt x="390" y="868"/>
                          <a:pt x="390" y="896"/>
                          <a:pt x="354" y="932"/>
                        </a:cubicBezTo>
                        <a:cubicBezTo>
                          <a:pt x="326" y="988"/>
                          <a:pt x="354" y="1073"/>
                          <a:pt x="354" y="1137"/>
                        </a:cubicBezTo>
                        <a:cubicBezTo>
                          <a:pt x="390" y="1285"/>
                          <a:pt x="354" y="1398"/>
                          <a:pt x="298" y="1490"/>
                        </a:cubicBezTo>
                        <a:cubicBezTo>
                          <a:pt x="261" y="1545"/>
                          <a:pt x="198" y="1576"/>
                          <a:pt x="135" y="1576"/>
                        </a:cubicBezTo>
                        <a:cubicBezTo>
                          <a:pt x="100" y="1576"/>
                          <a:pt x="66" y="1567"/>
                          <a:pt x="36" y="1547"/>
                        </a:cubicBezTo>
                        <a:lnTo>
                          <a:pt x="0" y="1639"/>
                        </a:lnTo>
                        <a:cubicBezTo>
                          <a:pt x="36" y="1667"/>
                          <a:pt x="92" y="1667"/>
                          <a:pt x="121" y="1667"/>
                        </a:cubicBezTo>
                        <a:cubicBezTo>
                          <a:pt x="213" y="1667"/>
                          <a:pt x="326" y="1604"/>
                          <a:pt x="390" y="1519"/>
                        </a:cubicBezTo>
                        <a:cubicBezTo>
                          <a:pt x="446" y="1427"/>
                          <a:pt x="474" y="1314"/>
                          <a:pt x="446" y="1137"/>
                        </a:cubicBezTo>
                        <a:lnTo>
                          <a:pt x="446" y="1108"/>
                        </a:lnTo>
                        <a:lnTo>
                          <a:pt x="446" y="960"/>
                        </a:lnTo>
                        <a:cubicBezTo>
                          <a:pt x="446" y="932"/>
                          <a:pt x="474" y="932"/>
                          <a:pt x="503" y="896"/>
                        </a:cubicBezTo>
                        <a:lnTo>
                          <a:pt x="531" y="896"/>
                        </a:lnTo>
                        <a:lnTo>
                          <a:pt x="566" y="811"/>
                        </a:lnTo>
                        <a:lnTo>
                          <a:pt x="531" y="811"/>
                        </a:lnTo>
                        <a:cubicBezTo>
                          <a:pt x="474" y="783"/>
                          <a:pt x="446" y="691"/>
                          <a:pt x="446" y="578"/>
                        </a:cubicBezTo>
                        <a:cubicBezTo>
                          <a:pt x="446" y="542"/>
                          <a:pt x="446" y="514"/>
                          <a:pt x="474" y="458"/>
                        </a:cubicBezTo>
                        <a:lnTo>
                          <a:pt x="474" y="252"/>
                        </a:lnTo>
                        <a:cubicBezTo>
                          <a:pt x="474" y="160"/>
                          <a:pt x="418" y="76"/>
                          <a:pt x="354" y="47"/>
                        </a:cubicBezTo>
                        <a:cubicBezTo>
                          <a:pt x="314" y="22"/>
                          <a:pt x="288" y="0"/>
                          <a:pt x="2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2" name="Google Shape;722;p39"/>
                <p:cNvGrpSpPr/>
                <p:nvPr/>
              </p:nvGrpSpPr>
              <p:grpSpPr>
                <a:xfrm>
                  <a:off x="3990034" y="875479"/>
                  <a:ext cx="568881" cy="224795"/>
                  <a:chOff x="300879" y="4170864"/>
                  <a:chExt cx="505357" cy="199693"/>
                </a:xfrm>
              </p:grpSpPr>
              <p:sp>
                <p:nvSpPr>
                  <p:cNvPr id="723" name="Google Shape;723;p39"/>
                  <p:cNvSpPr/>
                  <p:nvPr/>
                </p:nvSpPr>
                <p:spPr>
                  <a:xfrm>
                    <a:off x="518149" y="4197063"/>
                    <a:ext cx="71544" cy="111736"/>
                  </a:xfrm>
                  <a:custGeom>
                    <a:avLst/>
                    <a:gdLst/>
                    <a:ahLst/>
                    <a:cxnLst/>
                    <a:rect l="l" t="t" r="r" b="b"/>
                    <a:pathLst>
                      <a:path w="680" h="1062" extrusionOk="0">
                        <a:moveTo>
                          <a:pt x="57" y="0"/>
                        </a:moveTo>
                        <a:lnTo>
                          <a:pt x="1" y="57"/>
                        </a:lnTo>
                        <a:lnTo>
                          <a:pt x="531" y="616"/>
                        </a:lnTo>
                        <a:lnTo>
                          <a:pt x="1" y="1005"/>
                        </a:lnTo>
                        <a:lnTo>
                          <a:pt x="57" y="1061"/>
                        </a:lnTo>
                        <a:lnTo>
                          <a:pt x="680" y="651"/>
                        </a:lnTo>
                        <a:lnTo>
                          <a:pt x="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9"/>
                  <p:cNvSpPr/>
                  <p:nvPr/>
                </p:nvSpPr>
                <p:spPr>
                  <a:xfrm>
                    <a:off x="568021" y="4197063"/>
                    <a:ext cx="71544" cy="111736"/>
                  </a:xfrm>
                  <a:custGeom>
                    <a:avLst/>
                    <a:gdLst/>
                    <a:ahLst/>
                    <a:cxnLst/>
                    <a:rect l="l" t="t" r="r" b="b"/>
                    <a:pathLst>
                      <a:path w="680" h="1062" extrusionOk="0">
                        <a:moveTo>
                          <a:pt x="57" y="0"/>
                        </a:moveTo>
                        <a:lnTo>
                          <a:pt x="1" y="57"/>
                        </a:lnTo>
                        <a:lnTo>
                          <a:pt x="531" y="616"/>
                        </a:lnTo>
                        <a:lnTo>
                          <a:pt x="1" y="1005"/>
                        </a:lnTo>
                        <a:lnTo>
                          <a:pt x="57" y="1061"/>
                        </a:lnTo>
                        <a:lnTo>
                          <a:pt x="680" y="651"/>
                        </a:lnTo>
                        <a:lnTo>
                          <a:pt x="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9"/>
                  <p:cNvSpPr/>
                  <p:nvPr/>
                </p:nvSpPr>
                <p:spPr>
                  <a:xfrm>
                    <a:off x="623794" y="4170864"/>
                    <a:ext cx="64811" cy="187804"/>
                  </a:xfrm>
                  <a:custGeom>
                    <a:avLst/>
                    <a:gdLst/>
                    <a:ahLst/>
                    <a:cxnLst/>
                    <a:rect l="l" t="t" r="r" b="b"/>
                    <a:pathLst>
                      <a:path w="616" h="1785" extrusionOk="0">
                        <a:moveTo>
                          <a:pt x="286" y="1"/>
                        </a:moveTo>
                        <a:cubicBezTo>
                          <a:pt x="268" y="1"/>
                          <a:pt x="251" y="5"/>
                          <a:pt x="234" y="16"/>
                        </a:cubicBezTo>
                        <a:lnTo>
                          <a:pt x="262" y="101"/>
                        </a:lnTo>
                        <a:lnTo>
                          <a:pt x="354" y="101"/>
                        </a:lnTo>
                        <a:cubicBezTo>
                          <a:pt x="383" y="157"/>
                          <a:pt x="411" y="221"/>
                          <a:pt x="439" y="278"/>
                        </a:cubicBezTo>
                        <a:cubicBezTo>
                          <a:pt x="439" y="334"/>
                          <a:pt x="411" y="398"/>
                          <a:pt x="411" y="483"/>
                        </a:cubicBezTo>
                        <a:cubicBezTo>
                          <a:pt x="411" y="511"/>
                          <a:pt x="383" y="575"/>
                          <a:pt x="383" y="631"/>
                        </a:cubicBezTo>
                        <a:cubicBezTo>
                          <a:pt x="383" y="723"/>
                          <a:pt x="411" y="836"/>
                          <a:pt x="467" y="900"/>
                        </a:cubicBezTo>
                        <a:cubicBezTo>
                          <a:pt x="439" y="928"/>
                          <a:pt x="411" y="957"/>
                          <a:pt x="411" y="985"/>
                        </a:cubicBezTo>
                        <a:cubicBezTo>
                          <a:pt x="383" y="1077"/>
                          <a:pt x="383" y="1134"/>
                          <a:pt x="383" y="1190"/>
                        </a:cubicBezTo>
                        <a:lnTo>
                          <a:pt x="411" y="1218"/>
                        </a:lnTo>
                        <a:cubicBezTo>
                          <a:pt x="411" y="1367"/>
                          <a:pt x="411" y="1487"/>
                          <a:pt x="354" y="1572"/>
                        </a:cubicBezTo>
                        <a:cubicBezTo>
                          <a:pt x="308" y="1639"/>
                          <a:pt x="218" y="1687"/>
                          <a:pt x="139" y="1687"/>
                        </a:cubicBezTo>
                        <a:cubicBezTo>
                          <a:pt x="109" y="1687"/>
                          <a:pt x="81" y="1680"/>
                          <a:pt x="57" y="1664"/>
                        </a:cubicBezTo>
                        <a:lnTo>
                          <a:pt x="1" y="1721"/>
                        </a:lnTo>
                        <a:cubicBezTo>
                          <a:pt x="57" y="1749"/>
                          <a:pt x="85" y="1784"/>
                          <a:pt x="142" y="1784"/>
                        </a:cubicBezTo>
                        <a:cubicBezTo>
                          <a:pt x="234" y="1784"/>
                          <a:pt x="354" y="1721"/>
                          <a:pt x="411" y="1636"/>
                        </a:cubicBezTo>
                        <a:cubicBezTo>
                          <a:pt x="467" y="1516"/>
                          <a:pt x="496" y="1395"/>
                          <a:pt x="467" y="1218"/>
                        </a:cubicBezTo>
                        <a:lnTo>
                          <a:pt x="467" y="1190"/>
                        </a:lnTo>
                        <a:lnTo>
                          <a:pt x="467" y="1013"/>
                        </a:lnTo>
                        <a:cubicBezTo>
                          <a:pt x="496" y="985"/>
                          <a:pt x="496" y="985"/>
                          <a:pt x="531" y="957"/>
                        </a:cubicBezTo>
                        <a:lnTo>
                          <a:pt x="588" y="957"/>
                        </a:lnTo>
                        <a:lnTo>
                          <a:pt x="616" y="865"/>
                        </a:lnTo>
                        <a:lnTo>
                          <a:pt x="588" y="865"/>
                        </a:lnTo>
                        <a:cubicBezTo>
                          <a:pt x="496" y="836"/>
                          <a:pt x="467" y="723"/>
                          <a:pt x="467" y="631"/>
                        </a:cubicBezTo>
                        <a:cubicBezTo>
                          <a:pt x="467" y="575"/>
                          <a:pt x="496" y="546"/>
                          <a:pt x="496" y="483"/>
                        </a:cubicBezTo>
                        <a:cubicBezTo>
                          <a:pt x="496" y="426"/>
                          <a:pt x="531" y="334"/>
                          <a:pt x="531" y="249"/>
                        </a:cubicBezTo>
                        <a:cubicBezTo>
                          <a:pt x="496" y="193"/>
                          <a:pt x="467" y="101"/>
                          <a:pt x="383" y="44"/>
                        </a:cubicBezTo>
                        <a:cubicBezTo>
                          <a:pt x="363" y="24"/>
                          <a:pt x="32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9"/>
                  <p:cNvSpPr/>
                  <p:nvPr/>
                </p:nvSpPr>
                <p:spPr>
                  <a:xfrm>
                    <a:off x="725748" y="4178439"/>
                    <a:ext cx="31353" cy="167604"/>
                  </a:xfrm>
                  <a:custGeom>
                    <a:avLst/>
                    <a:gdLst/>
                    <a:ahLst/>
                    <a:cxnLst/>
                    <a:rect l="l" t="t" r="r" b="b"/>
                    <a:pathLst>
                      <a:path w="298" h="1593" extrusionOk="0">
                        <a:moveTo>
                          <a:pt x="93" y="0"/>
                        </a:moveTo>
                        <a:lnTo>
                          <a:pt x="1" y="29"/>
                        </a:lnTo>
                        <a:cubicBezTo>
                          <a:pt x="206" y="531"/>
                          <a:pt x="206" y="1090"/>
                          <a:pt x="1" y="1564"/>
                        </a:cubicBezTo>
                        <a:lnTo>
                          <a:pt x="93" y="1592"/>
                        </a:lnTo>
                        <a:cubicBezTo>
                          <a:pt x="298" y="1090"/>
                          <a:pt x="298" y="503"/>
                          <a:pt x="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9"/>
                  <p:cNvSpPr/>
                  <p:nvPr/>
                </p:nvSpPr>
                <p:spPr>
                  <a:xfrm>
                    <a:off x="765940" y="4175493"/>
                    <a:ext cx="40296" cy="195064"/>
                  </a:xfrm>
                  <a:custGeom>
                    <a:avLst/>
                    <a:gdLst/>
                    <a:ahLst/>
                    <a:cxnLst/>
                    <a:rect l="l" t="t" r="r" b="b"/>
                    <a:pathLst>
                      <a:path w="383" h="1854" extrusionOk="0">
                        <a:moveTo>
                          <a:pt x="121" y="0"/>
                        </a:moveTo>
                        <a:lnTo>
                          <a:pt x="29" y="28"/>
                        </a:lnTo>
                        <a:cubicBezTo>
                          <a:pt x="298" y="587"/>
                          <a:pt x="270" y="1266"/>
                          <a:pt x="1" y="1825"/>
                        </a:cubicBezTo>
                        <a:lnTo>
                          <a:pt x="64" y="1854"/>
                        </a:lnTo>
                        <a:cubicBezTo>
                          <a:pt x="383" y="1295"/>
                          <a:pt x="383" y="587"/>
                          <a:pt x="1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9"/>
                  <p:cNvSpPr/>
                  <p:nvPr/>
                </p:nvSpPr>
                <p:spPr>
                  <a:xfrm>
                    <a:off x="419141" y="4170864"/>
                    <a:ext cx="64916" cy="187804"/>
                  </a:xfrm>
                  <a:custGeom>
                    <a:avLst/>
                    <a:gdLst/>
                    <a:ahLst/>
                    <a:cxnLst/>
                    <a:rect l="l" t="t" r="r" b="b"/>
                    <a:pathLst>
                      <a:path w="617" h="1785" extrusionOk="0">
                        <a:moveTo>
                          <a:pt x="331" y="1"/>
                        </a:moveTo>
                        <a:cubicBezTo>
                          <a:pt x="291" y="1"/>
                          <a:pt x="254" y="24"/>
                          <a:pt x="234" y="44"/>
                        </a:cubicBezTo>
                        <a:cubicBezTo>
                          <a:pt x="149" y="101"/>
                          <a:pt x="114" y="193"/>
                          <a:pt x="86" y="249"/>
                        </a:cubicBezTo>
                        <a:cubicBezTo>
                          <a:pt x="86" y="334"/>
                          <a:pt x="114" y="426"/>
                          <a:pt x="114" y="483"/>
                        </a:cubicBezTo>
                        <a:cubicBezTo>
                          <a:pt x="114" y="546"/>
                          <a:pt x="149" y="575"/>
                          <a:pt x="149" y="631"/>
                        </a:cubicBezTo>
                        <a:cubicBezTo>
                          <a:pt x="149" y="723"/>
                          <a:pt x="114" y="836"/>
                          <a:pt x="29" y="865"/>
                        </a:cubicBezTo>
                        <a:lnTo>
                          <a:pt x="1" y="865"/>
                        </a:lnTo>
                        <a:lnTo>
                          <a:pt x="29" y="957"/>
                        </a:lnTo>
                        <a:lnTo>
                          <a:pt x="86" y="957"/>
                        </a:lnTo>
                        <a:cubicBezTo>
                          <a:pt x="114" y="985"/>
                          <a:pt x="114" y="985"/>
                          <a:pt x="149" y="1013"/>
                        </a:cubicBezTo>
                        <a:lnTo>
                          <a:pt x="149" y="1190"/>
                        </a:lnTo>
                        <a:lnTo>
                          <a:pt x="114" y="1218"/>
                        </a:lnTo>
                        <a:cubicBezTo>
                          <a:pt x="114" y="1395"/>
                          <a:pt x="149" y="1516"/>
                          <a:pt x="206" y="1636"/>
                        </a:cubicBezTo>
                        <a:cubicBezTo>
                          <a:pt x="263" y="1721"/>
                          <a:pt x="383" y="1784"/>
                          <a:pt x="468" y="1784"/>
                        </a:cubicBezTo>
                        <a:cubicBezTo>
                          <a:pt x="531" y="1784"/>
                          <a:pt x="560" y="1749"/>
                          <a:pt x="616" y="1721"/>
                        </a:cubicBezTo>
                        <a:lnTo>
                          <a:pt x="560" y="1664"/>
                        </a:lnTo>
                        <a:cubicBezTo>
                          <a:pt x="534" y="1680"/>
                          <a:pt x="505" y="1687"/>
                          <a:pt x="475" y="1687"/>
                        </a:cubicBezTo>
                        <a:cubicBezTo>
                          <a:pt x="396" y="1687"/>
                          <a:pt x="309" y="1639"/>
                          <a:pt x="263" y="1572"/>
                        </a:cubicBezTo>
                        <a:cubicBezTo>
                          <a:pt x="206" y="1487"/>
                          <a:pt x="206" y="1367"/>
                          <a:pt x="206" y="1218"/>
                        </a:cubicBezTo>
                        <a:lnTo>
                          <a:pt x="234" y="1190"/>
                        </a:lnTo>
                        <a:cubicBezTo>
                          <a:pt x="234" y="1134"/>
                          <a:pt x="234" y="1077"/>
                          <a:pt x="206" y="985"/>
                        </a:cubicBezTo>
                        <a:cubicBezTo>
                          <a:pt x="206" y="957"/>
                          <a:pt x="178" y="928"/>
                          <a:pt x="149" y="900"/>
                        </a:cubicBezTo>
                        <a:cubicBezTo>
                          <a:pt x="206" y="836"/>
                          <a:pt x="234" y="723"/>
                          <a:pt x="234" y="631"/>
                        </a:cubicBezTo>
                        <a:cubicBezTo>
                          <a:pt x="234" y="575"/>
                          <a:pt x="206" y="511"/>
                          <a:pt x="206" y="483"/>
                        </a:cubicBezTo>
                        <a:cubicBezTo>
                          <a:pt x="206" y="398"/>
                          <a:pt x="178" y="334"/>
                          <a:pt x="178" y="278"/>
                        </a:cubicBezTo>
                        <a:cubicBezTo>
                          <a:pt x="206" y="221"/>
                          <a:pt x="234" y="157"/>
                          <a:pt x="263" y="101"/>
                        </a:cubicBezTo>
                        <a:lnTo>
                          <a:pt x="355" y="101"/>
                        </a:lnTo>
                        <a:lnTo>
                          <a:pt x="383" y="16"/>
                        </a:lnTo>
                        <a:cubicBezTo>
                          <a:pt x="366" y="5"/>
                          <a:pt x="348" y="1"/>
                          <a:pt x="3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9"/>
                  <p:cNvSpPr/>
                  <p:nvPr/>
                </p:nvSpPr>
                <p:spPr>
                  <a:xfrm>
                    <a:off x="350751" y="4178439"/>
                    <a:ext cx="31353" cy="167604"/>
                  </a:xfrm>
                  <a:custGeom>
                    <a:avLst/>
                    <a:gdLst/>
                    <a:ahLst/>
                    <a:cxnLst/>
                    <a:rect l="l" t="t" r="r" b="b"/>
                    <a:pathLst>
                      <a:path w="298" h="1593" extrusionOk="0">
                        <a:moveTo>
                          <a:pt x="205" y="0"/>
                        </a:moveTo>
                        <a:cubicBezTo>
                          <a:pt x="0" y="503"/>
                          <a:pt x="0" y="1090"/>
                          <a:pt x="205" y="1592"/>
                        </a:cubicBezTo>
                        <a:lnTo>
                          <a:pt x="297" y="1564"/>
                        </a:lnTo>
                        <a:cubicBezTo>
                          <a:pt x="92" y="1090"/>
                          <a:pt x="92" y="531"/>
                          <a:pt x="297" y="29"/>
                        </a:cubicBezTo>
                        <a:lnTo>
                          <a:pt x="2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9"/>
                  <p:cNvSpPr/>
                  <p:nvPr/>
                </p:nvSpPr>
                <p:spPr>
                  <a:xfrm>
                    <a:off x="300879" y="4175493"/>
                    <a:ext cx="41033" cy="195064"/>
                  </a:xfrm>
                  <a:custGeom>
                    <a:avLst/>
                    <a:gdLst/>
                    <a:ahLst/>
                    <a:cxnLst/>
                    <a:rect l="l" t="t" r="r" b="b"/>
                    <a:pathLst>
                      <a:path w="390" h="1854" extrusionOk="0">
                        <a:moveTo>
                          <a:pt x="269" y="0"/>
                        </a:moveTo>
                        <a:lnTo>
                          <a:pt x="269" y="0"/>
                        </a:lnTo>
                        <a:cubicBezTo>
                          <a:pt x="0" y="587"/>
                          <a:pt x="0" y="1295"/>
                          <a:pt x="325" y="1854"/>
                        </a:cubicBezTo>
                        <a:lnTo>
                          <a:pt x="389" y="1825"/>
                        </a:lnTo>
                        <a:cubicBezTo>
                          <a:pt x="120" y="1266"/>
                          <a:pt x="92" y="587"/>
                          <a:pt x="354" y="28"/>
                        </a:cubicBezTo>
                        <a:lnTo>
                          <a:pt x="2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731" name="Google Shape;731;p39"/>
            <p:cNvGrpSpPr/>
            <p:nvPr/>
          </p:nvGrpSpPr>
          <p:grpSpPr>
            <a:xfrm>
              <a:off x="-5163370" y="445034"/>
              <a:ext cx="1789390" cy="838699"/>
              <a:chOff x="-4182420" y="20059"/>
              <a:chExt cx="1789390" cy="838699"/>
            </a:xfrm>
          </p:grpSpPr>
          <p:grpSp>
            <p:nvGrpSpPr>
              <p:cNvPr id="732" name="Google Shape;732;p39"/>
              <p:cNvGrpSpPr/>
              <p:nvPr/>
            </p:nvGrpSpPr>
            <p:grpSpPr>
              <a:xfrm>
                <a:off x="-3554488" y="20059"/>
                <a:ext cx="688617" cy="567202"/>
                <a:chOff x="4646862" y="1815214"/>
                <a:chExt cx="226229" cy="186341"/>
              </a:xfrm>
            </p:grpSpPr>
            <p:sp>
              <p:nvSpPr>
                <p:cNvPr id="733" name="Google Shape;733;p39"/>
                <p:cNvSpPr/>
                <p:nvPr/>
              </p:nvSpPr>
              <p:spPr>
                <a:xfrm>
                  <a:off x="4646862" y="1841622"/>
                  <a:ext cx="199578" cy="159932"/>
                </a:xfrm>
                <a:custGeom>
                  <a:avLst/>
                  <a:gdLst/>
                  <a:ahLst/>
                  <a:cxnLst/>
                  <a:rect l="l" t="t" r="r" b="b"/>
                  <a:pathLst>
                    <a:path w="5774" h="4627" extrusionOk="0">
                      <a:moveTo>
                        <a:pt x="1" y="0"/>
                      </a:moveTo>
                      <a:lnTo>
                        <a:pt x="1" y="4627"/>
                      </a:lnTo>
                      <a:lnTo>
                        <a:pt x="5774" y="4627"/>
                      </a:lnTo>
                      <a:lnTo>
                        <a:pt x="577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9"/>
                <p:cNvSpPr/>
                <p:nvPr/>
              </p:nvSpPr>
              <p:spPr>
                <a:xfrm>
                  <a:off x="4673271" y="1815214"/>
                  <a:ext cx="199820" cy="159932"/>
                </a:xfrm>
                <a:custGeom>
                  <a:avLst/>
                  <a:gdLst/>
                  <a:ahLst/>
                  <a:cxnLst/>
                  <a:rect l="l" t="t" r="r" b="b"/>
                  <a:pathLst>
                    <a:path w="5781" h="4627" extrusionOk="0">
                      <a:moveTo>
                        <a:pt x="1" y="0"/>
                      </a:moveTo>
                      <a:lnTo>
                        <a:pt x="1" y="4627"/>
                      </a:lnTo>
                      <a:lnTo>
                        <a:pt x="5781" y="4627"/>
                      </a:lnTo>
                      <a:lnTo>
                        <a:pt x="57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9"/>
                <p:cNvSpPr/>
                <p:nvPr/>
              </p:nvSpPr>
              <p:spPr>
                <a:xfrm>
                  <a:off x="4844441" y="1827415"/>
                  <a:ext cx="16418" cy="3975"/>
                </a:xfrm>
                <a:custGeom>
                  <a:avLst/>
                  <a:gdLst/>
                  <a:ahLst/>
                  <a:cxnLst/>
                  <a:rect l="l" t="t" r="r" b="b"/>
                  <a:pathLst>
                    <a:path w="475" h="115" extrusionOk="0">
                      <a:moveTo>
                        <a:pt x="1" y="1"/>
                      </a:moveTo>
                      <a:lnTo>
                        <a:pt x="1" y="114"/>
                      </a:lnTo>
                      <a:lnTo>
                        <a:pt x="475" y="114"/>
                      </a:lnTo>
                      <a:lnTo>
                        <a:pt x="4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9"/>
                <p:cNvSpPr/>
                <p:nvPr/>
              </p:nvSpPr>
              <p:spPr>
                <a:xfrm>
                  <a:off x="4735386" y="1827415"/>
                  <a:ext cx="90768" cy="3975"/>
                </a:xfrm>
                <a:custGeom>
                  <a:avLst/>
                  <a:gdLst/>
                  <a:ahLst/>
                  <a:cxnLst/>
                  <a:rect l="l" t="t" r="r" b="b"/>
                  <a:pathLst>
                    <a:path w="2626" h="115" extrusionOk="0">
                      <a:moveTo>
                        <a:pt x="1" y="1"/>
                      </a:moveTo>
                      <a:lnTo>
                        <a:pt x="1" y="114"/>
                      </a:lnTo>
                      <a:lnTo>
                        <a:pt x="2625" y="114"/>
                      </a:lnTo>
                      <a:lnTo>
                        <a:pt x="26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9"/>
                <p:cNvSpPr/>
                <p:nvPr/>
              </p:nvSpPr>
              <p:spPr>
                <a:xfrm>
                  <a:off x="4843473" y="1847740"/>
                  <a:ext cx="3940" cy="26442"/>
                </a:xfrm>
                <a:custGeom>
                  <a:avLst/>
                  <a:gdLst/>
                  <a:ahLst/>
                  <a:cxnLst/>
                  <a:rect l="l" t="t" r="r" b="b"/>
                  <a:pathLst>
                    <a:path w="114" h="765" extrusionOk="0">
                      <a:moveTo>
                        <a:pt x="1" y="0"/>
                      </a:moveTo>
                      <a:lnTo>
                        <a:pt x="1" y="764"/>
                      </a:lnTo>
                      <a:lnTo>
                        <a:pt x="114" y="764"/>
                      </a:lnTo>
                      <a:lnTo>
                        <a:pt x="1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9"/>
                <p:cNvSpPr/>
                <p:nvPr/>
              </p:nvSpPr>
              <p:spPr>
                <a:xfrm>
                  <a:off x="4843473" y="1886350"/>
                  <a:ext cx="3940" cy="54094"/>
                </a:xfrm>
                <a:custGeom>
                  <a:avLst/>
                  <a:gdLst/>
                  <a:ahLst/>
                  <a:cxnLst/>
                  <a:rect l="l" t="t" r="r" b="b"/>
                  <a:pathLst>
                    <a:path w="114" h="1565" extrusionOk="0">
                      <a:moveTo>
                        <a:pt x="1" y="1"/>
                      </a:moveTo>
                      <a:lnTo>
                        <a:pt x="1" y="1564"/>
                      </a:lnTo>
                      <a:lnTo>
                        <a:pt x="114" y="1564"/>
                      </a:lnTo>
                      <a:lnTo>
                        <a:pt x="11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9"/>
                <p:cNvSpPr/>
                <p:nvPr/>
              </p:nvSpPr>
              <p:spPr>
                <a:xfrm>
                  <a:off x="4855710" y="1904705"/>
                  <a:ext cx="3940" cy="18389"/>
                </a:xfrm>
                <a:custGeom>
                  <a:avLst/>
                  <a:gdLst/>
                  <a:ahLst/>
                  <a:cxnLst/>
                  <a:rect l="l" t="t" r="r" b="b"/>
                  <a:pathLst>
                    <a:path w="114" h="532" extrusionOk="0">
                      <a:moveTo>
                        <a:pt x="0" y="0"/>
                      </a:moveTo>
                      <a:lnTo>
                        <a:pt x="0" y="531"/>
                      </a:lnTo>
                      <a:lnTo>
                        <a:pt x="114" y="531"/>
                      </a:lnTo>
                      <a:lnTo>
                        <a:pt x="1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0" name="Google Shape;740;p39"/>
              <p:cNvGrpSpPr/>
              <p:nvPr/>
            </p:nvGrpSpPr>
            <p:grpSpPr>
              <a:xfrm>
                <a:off x="-4182420" y="71225"/>
                <a:ext cx="1789390" cy="787533"/>
                <a:chOff x="4802651" y="2120880"/>
                <a:chExt cx="587861" cy="258725"/>
              </a:xfrm>
            </p:grpSpPr>
            <p:sp>
              <p:nvSpPr>
                <p:cNvPr id="741" name="Google Shape;741;p39"/>
                <p:cNvSpPr/>
                <p:nvPr/>
              </p:nvSpPr>
              <p:spPr>
                <a:xfrm>
                  <a:off x="4820971" y="2152404"/>
                  <a:ext cx="538972" cy="223048"/>
                </a:xfrm>
                <a:custGeom>
                  <a:avLst/>
                  <a:gdLst/>
                  <a:ahLst/>
                  <a:cxnLst/>
                  <a:rect l="l" t="t" r="r" b="b"/>
                  <a:pathLst>
                    <a:path w="15593" h="6453" extrusionOk="0">
                      <a:moveTo>
                        <a:pt x="15388" y="1"/>
                      </a:moveTo>
                      <a:lnTo>
                        <a:pt x="11235" y="6042"/>
                      </a:lnTo>
                      <a:lnTo>
                        <a:pt x="8228" y="2180"/>
                      </a:lnTo>
                      <a:lnTo>
                        <a:pt x="5101" y="6071"/>
                      </a:lnTo>
                      <a:lnTo>
                        <a:pt x="2420" y="2774"/>
                      </a:lnTo>
                      <a:lnTo>
                        <a:pt x="1" y="5865"/>
                      </a:lnTo>
                      <a:lnTo>
                        <a:pt x="178" y="6014"/>
                      </a:lnTo>
                      <a:lnTo>
                        <a:pt x="2420" y="3156"/>
                      </a:lnTo>
                      <a:lnTo>
                        <a:pt x="5101" y="6424"/>
                      </a:lnTo>
                      <a:lnTo>
                        <a:pt x="8228" y="2562"/>
                      </a:lnTo>
                      <a:lnTo>
                        <a:pt x="11235" y="6453"/>
                      </a:lnTo>
                      <a:lnTo>
                        <a:pt x="15593" y="121"/>
                      </a:lnTo>
                      <a:lnTo>
                        <a:pt x="1538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2" name="Google Shape;742;p39"/>
                <p:cNvSpPr/>
                <p:nvPr/>
              </p:nvSpPr>
              <p:spPr>
                <a:xfrm>
                  <a:off x="4802651" y="2335811"/>
                  <a:ext cx="42826" cy="43794"/>
                </a:xfrm>
                <a:custGeom>
                  <a:avLst/>
                  <a:gdLst/>
                  <a:ahLst/>
                  <a:cxnLst/>
                  <a:rect l="l" t="t" r="r" b="b"/>
                  <a:pathLst>
                    <a:path w="1239" h="1267" extrusionOk="0">
                      <a:moveTo>
                        <a:pt x="623" y="1"/>
                      </a:moveTo>
                      <a:cubicBezTo>
                        <a:pt x="269" y="1"/>
                        <a:pt x="0" y="262"/>
                        <a:pt x="0" y="616"/>
                      </a:cubicBezTo>
                      <a:cubicBezTo>
                        <a:pt x="0" y="970"/>
                        <a:pt x="269" y="1267"/>
                        <a:pt x="623" y="1267"/>
                      </a:cubicBezTo>
                      <a:cubicBezTo>
                        <a:pt x="977" y="1267"/>
                        <a:pt x="1238" y="970"/>
                        <a:pt x="1238" y="616"/>
                      </a:cubicBezTo>
                      <a:cubicBezTo>
                        <a:pt x="1238" y="262"/>
                        <a:pt x="977" y="1"/>
                        <a:pt x="6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9"/>
                <p:cNvSpPr/>
                <p:nvPr/>
              </p:nvSpPr>
              <p:spPr>
                <a:xfrm>
                  <a:off x="4981875" y="2346077"/>
                  <a:ext cx="33805" cy="33528"/>
                </a:xfrm>
                <a:custGeom>
                  <a:avLst/>
                  <a:gdLst/>
                  <a:ahLst/>
                  <a:cxnLst/>
                  <a:rect l="l" t="t" r="r" b="b"/>
                  <a:pathLst>
                    <a:path w="978" h="970" extrusionOk="0">
                      <a:moveTo>
                        <a:pt x="475" y="1"/>
                      </a:moveTo>
                      <a:cubicBezTo>
                        <a:pt x="213" y="1"/>
                        <a:pt x="1" y="206"/>
                        <a:pt x="1" y="468"/>
                      </a:cubicBezTo>
                      <a:cubicBezTo>
                        <a:pt x="1" y="736"/>
                        <a:pt x="213" y="970"/>
                        <a:pt x="475" y="970"/>
                      </a:cubicBezTo>
                      <a:cubicBezTo>
                        <a:pt x="744" y="970"/>
                        <a:pt x="977" y="736"/>
                        <a:pt x="977" y="468"/>
                      </a:cubicBezTo>
                      <a:cubicBezTo>
                        <a:pt x="977" y="206"/>
                        <a:pt x="744" y="1"/>
                        <a:pt x="4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9"/>
                <p:cNvSpPr/>
                <p:nvPr/>
              </p:nvSpPr>
              <p:spPr>
                <a:xfrm>
                  <a:off x="5191932" y="2346077"/>
                  <a:ext cx="33528" cy="33528"/>
                </a:xfrm>
                <a:custGeom>
                  <a:avLst/>
                  <a:gdLst/>
                  <a:ahLst/>
                  <a:cxnLst/>
                  <a:rect l="l" t="t" r="r" b="b"/>
                  <a:pathLst>
                    <a:path w="970" h="970" extrusionOk="0">
                      <a:moveTo>
                        <a:pt x="468" y="1"/>
                      </a:moveTo>
                      <a:cubicBezTo>
                        <a:pt x="206" y="1"/>
                        <a:pt x="1" y="206"/>
                        <a:pt x="1" y="468"/>
                      </a:cubicBezTo>
                      <a:cubicBezTo>
                        <a:pt x="1" y="736"/>
                        <a:pt x="206" y="970"/>
                        <a:pt x="468" y="970"/>
                      </a:cubicBezTo>
                      <a:cubicBezTo>
                        <a:pt x="736" y="970"/>
                        <a:pt x="970" y="736"/>
                        <a:pt x="970" y="468"/>
                      </a:cubicBezTo>
                      <a:cubicBezTo>
                        <a:pt x="970" y="206"/>
                        <a:pt x="736" y="1"/>
                        <a:pt x="4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9"/>
                <p:cNvSpPr/>
                <p:nvPr/>
              </p:nvSpPr>
              <p:spPr>
                <a:xfrm>
                  <a:off x="5340600" y="2138232"/>
                  <a:ext cx="33805" cy="33528"/>
                </a:xfrm>
                <a:custGeom>
                  <a:avLst/>
                  <a:gdLst/>
                  <a:ahLst/>
                  <a:cxnLst/>
                  <a:rect l="l" t="t" r="r" b="b"/>
                  <a:pathLst>
                    <a:path w="978" h="970" extrusionOk="0">
                      <a:moveTo>
                        <a:pt x="475" y="1"/>
                      </a:moveTo>
                      <a:cubicBezTo>
                        <a:pt x="206" y="1"/>
                        <a:pt x="1" y="206"/>
                        <a:pt x="1" y="467"/>
                      </a:cubicBezTo>
                      <a:cubicBezTo>
                        <a:pt x="1" y="736"/>
                        <a:pt x="206" y="970"/>
                        <a:pt x="475" y="970"/>
                      </a:cubicBezTo>
                      <a:cubicBezTo>
                        <a:pt x="737" y="970"/>
                        <a:pt x="977" y="736"/>
                        <a:pt x="977" y="467"/>
                      </a:cubicBezTo>
                      <a:cubicBezTo>
                        <a:pt x="977" y="206"/>
                        <a:pt x="737" y="1"/>
                        <a:pt x="4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9"/>
                <p:cNvSpPr/>
                <p:nvPr/>
              </p:nvSpPr>
              <p:spPr>
                <a:xfrm>
                  <a:off x="4882118" y="2231906"/>
                  <a:ext cx="44796" cy="44762"/>
                </a:xfrm>
                <a:custGeom>
                  <a:avLst/>
                  <a:gdLst/>
                  <a:ahLst/>
                  <a:cxnLst/>
                  <a:rect l="l" t="t" r="r" b="b"/>
                  <a:pathLst>
                    <a:path w="1296" h="1295" extrusionOk="0">
                      <a:moveTo>
                        <a:pt x="651" y="0"/>
                      </a:moveTo>
                      <a:cubicBezTo>
                        <a:pt x="298" y="0"/>
                        <a:pt x="0" y="297"/>
                        <a:pt x="0" y="651"/>
                      </a:cubicBezTo>
                      <a:cubicBezTo>
                        <a:pt x="0" y="1005"/>
                        <a:pt x="298" y="1295"/>
                        <a:pt x="651" y="1295"/>
                      </a:cubicBezTo>
                      <a:cubicBezTo>
                        <a:pt x="1005" y="1295"/>
                        <a:pt x="1295" y="1005"/>
                        <a:pt x="1295" y="651"/>
                      </a:cubicBezTo>
                      <a:cubicBezTo>
                        <a:pt x="1295" y="297"/>
                        <a:pt x="1005" y="0"/>
                        <a:pt x="6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9"/>
                <p:cNvSpPr/>
                <p:nvPr/>
              </p:nvSpPr>
              <p:spPr>
                <a:xfrm>
                  <a:off x="5088995" y="2213551"/>
                  <a:ext cx="38678" cy="38678"/>
                </a:xfrm>
                <a:custGeom>
                  <a:avLst/>
                  <a:gdLst/>
                  <a:ahLst/>
                  <a:cxnLst/>
                  <a:rect l="l" t="t" r="r" b="b"/>
                  <a:pathLst>
                    <a:path w="1119" h="1119" extrusionOk="0">
                      <a:moveTo>
                        <a:pt x="559" y="0"/>
                      </a:moveTo>
                      <a:cubicBezTo>
                        <a:pt x="234" y="0"/>
                        <a:pt x="0" y="262"/>
                        <a:pt x="0" y="559"/>
                      </a:cubicBezTo>
                      <a:cubicBezTo>
                        <a:pt x="0" y="885"/>
                        <a:pt x="234" y="1118"/>
                        <a:pt x="559" y="1118"/>
                      </a:cubicBezTo>
                      <a:cubicBezTo>
                        <a:pt x="856" y="1118"/>
                        <a:pt x="1118" y="885"/>
                        <a:pt x="1118" y="559"/>
                      </a:cubicBezTo>
                      <a:cubicBezTo>
                        <a:pt x="1118" y="262"/>
                        <a:pt x="856" y="0"/>
                        <a:pt x="5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9"/>
                <p:cNvSpPr/>
                <p:nvPr/>
              </p:nvSpPr>
              <p:spPr>
                <a:xfrm>
                  <a:off x="5323248" y="2120880"/>
                  <a:ext cx="67263" cy="67263"/>
                </a:xfrm>
                <a:custGeom>
                  <a:avLst/>
                  <a:gdLst/>
                  <a:ahLst/>
                  <a:cxnLst/>
                  <a:rect l="l" t="t" r="r" b="b"/>
                  <a:pathLst>
                    <a:path w="1946" h="1946" extrusionOk="0">
                      <a:moveTo>
                        <a:pt x="977" y="113"/>
                      </a:moveTo>
                      <a:cubicBezTo>
                        <a:pt x="1444" y="113"/>
                        <a:pt x="1833" y="503"/>
                        <a:pt x="1833" y="969"/>
                      </a:cubicBezTo>
                      <a:cubicBezTo>
                        <a:pt x="1833" y="1443"/>
                        <a:pt x="1444" y="1825"/>
                        <a:pt x="977" y="1825"/>
                      </a:cubicBezTo>
                      <a:cubicBezTo>
                        <a:pt x="503" y="1825"/>
                        <a:pt x="121" y="1443"/>
                        <a:pt x="121" y="969"/>
                      </a:cubicBezTo>
                      <a:cubicBezTo>
                        <a:pt x="121" y="503"/>
                        <a:pt x="503" y="113"/>
                        <a:pt x="977" y="113"/>
                      </a:cubicBezTo>
                      <a:close/>
                      <a:moveTo>
                        <a:pt x="977" y="0"/>
                      </a:moveTo>
                      <a:cubicBezTo>
                        <a:pt x="446" y="0"/>
                        <a:pt x="1" y="439"/>
                        <a:pt x="1" y="969"/>
                      </a:cubicBezTo>
                      <a:cubicBezTo>
                        <a:pt x="1" y="1500"/>
                        <a:pt x="446" y="1946"/>
                        <a:pt x="977" y="1946"/>
                      </a:cubicBezTo>
                      <a:cubicBezTo>
                        <a:pt x="1507" y="1946"/>
                        <a:pt x="1946" y="1500"/>
                        <a:pt x="1946" y="969"/>
                      </a:cubicBezTo>
                      <a:cubicBezTo>
                        <a:pt x="1946" y="439"/>
                        <a:pt x="1507" y="0"/>
                        <a:pt x="9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749" name="Google Shape;749;p39"/>
          <p:cNvSpPr txBox="1">
            <a:spLocks noGrp="1"/>
          </p:cNvSpPr>
          <p:nvPr>
            <p:ph type="title"/>
          </p:nvPr>
        </p:nvSpPr>
        <p:spPr>
          <a:xfrm>
            <a:off x="1399134" y="437966"/>
            <a:ext cx="3244297"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Team Members</a:t>
            </a:r>
            <a:endParaRPr dirty="0"/>
          </a:p>
        </p:txBody>
      </p:sp>
      <p:sp>
        <p:nvSpPr>
          <p:cNvPr id="750" name="Google Shape;750;p39"/>
          <p:cNvSpPr txBox="1">
            <a:spLocks noGrp="1"/>
          </p:cNvSpPr>
          <p:nvPr>
            <p:ph type="subTitle" idx="3"/>
          </p:nvPr>
        </p:nvSpPr>
        <p:spPr>
          <a:xfrm>
            <a:off x="4628498" y="2736794"/>
            <a:ext cx="1311852" cy="33266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 &amp; B++ Tree</a:t>
            </a:r>
            <a:endParaRPr sz="1600" dirty="0"/>
          </a:p>
        </p:txBody>
      </p:sp>
      <p:sp>
        <p:nvSpPr>
          <p:cNvPr id="751" name="Google Shape;751;p39"/>
          <p:cNvSpPr txBox="1">
            <a:spLocks noGrp="1"/>
          </p:cNvSpPr>
          <p:nvPr>
            <p:ph type="subTitle" idx="1"/>
          </p:nvPr>
        </p:nvSpPr>
        <p:spPr>
          <a:xfrm>
            <a:off x="1176095" y="1860821"/>
            <a:ext cx="1945038" cy="40417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Introduction &amp; N-Tree</a:t>
            </a:r>
            <a:endParaRPr dirty="0"/>
          </a:p>
        </p:txBody>
      </p:sp>
      <p:sp>
        <p:nvSpPr>
          <p:cNvPr id="752" name="Google Shape;752;p39"/>
          <p:cNvSpPr txBox="1">
            <a:spLocks noGrp="1"/>
          </p:cNvSpPr>
          <p:nvPr>
            <p:ph type="subTitle" idx="2"/>
          </p:nvPr>
        </p:nvSpPr>
        <p:spPr>
          <a:xfrm>
            <a:off x="4247812" y="1840009"/>
            <a:ext cx="1733336" cy="35432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Binary Tree</a:t>
            </a:r>
            <a:endParaRPr dirty="0"/>
          </a:p>
        </p:txBody>
      </p:sp>
      <p:sp>
        <p:nvSpPr>
          <p:cNvPr id="753" name="Google Shape;753;p39"/>
          <p:cNvSpPr txBox="1">
            <a:spLocks noGrp="1"/>
          </p:cNvSpPr>
          <p:nvPr>
            <p:ph type="subTitle" idx="4"/>
          </p:nvPr>
        </p:nvSpPr>
        <p:spPr>
          <a:xfrm>
            <a:off x="1363017" y="2741703"/>
            <a:ext cx="1586439" cy="316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Exponential Tree</a:t>
            </a:r>
            <a:endParaRPr dirty="0"/>
          </a:p>
        </p:txBody>
      </p:sp>
      <p:sp>
        <p:nvSpPr>
          <p:cNvPr id="754" name="Google Shape;754;p39"/>
          <p:cNvSpPr txBox="1">
            <a:spLocks noGrp="1"/>
          </p:cNvSpPr>
          <p:nvPr>
            <p:ph type="title" idx="5"/>
          </p:nvPr>
        </p:nvSpPr>
        <p:spPr>
          <a:xfrm>
            <a:off x="788849" y="1313914"/>
            <a:ext cx="609087"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01</a:t>
            </a:r>
            <a:endParaRPr dirty="0"/>
          </a:p>
        </p:txBody>
      </p:sp>
      <p:sp>
        <p:nvSpPr>
          <p:cNvPr id="755" name="Google Shape;755;p39"/>
          <p:cNvSpPr txBox="1">
            <a:spLocks noGrp="1"/>
          </p:cNvSpPr>
          <p:nvPr>
            <p:ph type="title" idx="6"/>
          </p:nvPr>
        </p:nvSpPr>
        <p:spPr>
          <a:xfrm>
            <a:off x="778975" y="2153735"/>
            <a:ext cx="734700" cy="540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03</a:t>
            </a:r>
            <a:endParaRPr dirty="0"/>
          </a:p>
        </p:txBody>
      </p:sp>
      <p:sp>
        <p:nvSpPr>
          <p:cNvPr id="756" name="Google Shape;756;p39"/>
          <p:cNvSpPr txBox="1">
            <a:spLocks noGrp="1"/>
          </p:cNvSpPr>
          <p:nvPr>
            <p:ph type="title" idx="7"/>
          </p:nvPr>
        </p:nvSpPr>
        <p:spPr>
          <a:xfrm>
            <a:off x="3805203" y="1217759"/>
            <a:ext cx="734700" cy="540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02</a:t>
            </a:r>
            <a:endParaRPr dirty="0"/>
          </a:p>
        </p:txBody>
      </p:sp>
      <p:sp>
        <p:nvSpPr>
          <p:cNvPr id="759" name="Google Shape;759;p39"/>
          <p:cNvSpPr txBox="1">
            <a:spLocks noGrp="1"/>
          </p:cNvSpPr>
          <p:nvPr>
            <p:ph type="subTitle" idx="13"/>
          </p:nvPr>
        </p:nvSpPr>
        <p:spPr>
          <a:xfrm>
            <a:off x="4052840" y="1581610"/>
            <a:ext cx="3178826"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Harish K</a:t>
            </a:r>
            <a:endParaRPr dirty="0"/>
          </a:p>
        </p:txBody>
      </p:sp>
      <p:sp>
        <p:nvSpPr>
          <p:cNvPr id="760" name="Google Shape;760;p39"/>
          <p:cNvSpPr txBox="1">
            <a:spLocks noGrp="1"/>
          </p:cNvSpPr>
          <p:nvPr>
            <p:ph type="subTitle" idx="14"/>
          </p:nvPr>
        </p:nvSpPr>
        <p:spPr>
          <a:xfrm>
            <a:off x="4049102" y="2451919"/>
            <a:ext cx="2975767"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Parthasarathy G</a:t>
            </a:r>
            <a:endParaRPr dirty="0">
              <a:solidFill>
                <a:srgbClr val="1C1C1B"/>
              </a:solidFill>
            </a:endParaRPr>
          </a:p>
        </p:txBody>
      </p:sp>
      <p:sp>
        <p:nvSpPr>
          <p:cNvPr id="761" name="Google Shape;761;p39"/>
          <p:cNvSpPr txBox="1">
            <a:spLocks noGrp="1"/>
          </p:cNvSpPr>
          <p:nvPr>
            <p:ph type="subTitle" idx="15"/>
          </p:nvPr>
        </p:nvSpPr>
        <p:spPr>
          <a:xfrm>
            <a:off x="1001533" y="2450252"/>
            <a:ext cx="2915671"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Jayanthan S</a:t>
            </a:r>
            <a:endParaRPr dirty="0"/>
          </a:p>
        </p:txBody>
      </p:sp>
      <p:sp>
        <p:nvSpPr>
          <p:cNvPr id="2" name="Google Shape;753;p39">
            <a:extLst>
              <a:ext uri="{FF2B5EF4-FFF2-40B4-BE49-F238E27FC236}">
                <a16:creationId xmlns:a16="http://schemas.microsoft.com/office/drawing/2014/main" id="{F636BCB8-1A7D-E0F4-4F5C-9A029FDB9E21}"/>
              </a:ext>
            </a:extLst>
          </p:cNvPr>
          <p:cNvSpPr txBox="1">
            <a:spLocks/>
          </p:cNvSpPr>
          <p:nvPr/>
        </p:nvSpPr>
        <p:spPr>
          <a:xfrm>
            <a:off x="1538686" y="3610861"/>
            <a:ext cx="1441393" cy="484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marL="0" indent="0"/>
            <a:r>
              <a:rPr lang="en-IN" dirty="0" err="1"/>
              <a:t>Sequencial</a:t>
            </a:r>
            <a:r>
              <a:rPr lang="en-IN" dirty="0"/>
              <a:t> Tree</a:t>
            </a:r>
          </a:p>
        </p:txBody>
      </p:sp>
      <p:sp>
        <p:nvSpPr>
          <p:cNvPr id="3" name="Google Shape;761;p39">
            <a:extLst>
              <a:ext uri="{FF2B5EF4-FFF2-40B4-BE49-F238E27FC236}">
                <a16:creationId xmlns:a16="http://schemas.microsoft.com/office/drawing/2014/main" id="{4DC5BB95-40AC-B12A-7C27-977497B16E96}"/>
              </a:ext>
            </a:extLst>
          </p:cNvPr>
          <p:cNvSpPr txBox="1">
            <a:spLocks/>
          </p:cNvSpPr>
          <p:nvPr/>
        </p:nvSpPr>
        <p:spPr>
          <a:xfrm>
            <a:off x="998407" y="3347044"/>
            <a:ext cx="2975767" cy="484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Bebas Neue"/>
              <a:buNone/>
              <a:defRPr sz="2400" b="1"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endParaRPr lang="en-IN" dirty="0"/>
          </a:p>
          <a:p>
            <a:pPr marL="0" indent="0"/>
            <a:r>
              <a:rPr lang="en-IN" dirty="0" err="1"/>
              <a:t>Udhaya</a:t>
            </a:r>
            <a:r>
              <a:rPr lang="en-IN" dirty="0"/>
              <a:t> Kumar K</a:t>
            </a:r>
          </a:p>
        </p:txBody>
      </p:sp>
      <p:sp>
        <p:nvSpPr>
          <p:cNvPr id="4" name="Google Shape;757;p39">
            <a:extLst>
              <a:ext uri="{FF2B5EF4-FFF2-40B4-BE49-F238E27FC236}">
                <a16:creationId xmlns:a16="http://schemas.microsoft.com/office/drawing/2014/main" id="{F6AB458A-3E05-7143-FE41-124006419AC1}"/>
              </a:ext>
            </a:extLst>
          </p:cNvPr>
          <p:cNvSpPr txBox="1">
            <a:spLocks/>
          </p:cNvSpPr>
          <p:nvPr/>
        </p:nvSpPr>
        <p:spPr>
          <a:xfrm>
            <a:off x="3782781" y="2110672"/>
            <a:ext cx="734700" cy="540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Poppins"/>
              <a:buNone/>
              <a:defRPr sz="3000" b="1" i="0" u="none" strike="noStrike" cap="none">
                <a:solidFill>
                  <a:schemeClr val="accent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r>
              <a:rPr lang="en" dirty="0"/>
              <a:t>04</a:t>
            </a:r>
          </a:p>
        </p:txBody>
      </p:sp>
      <p:sp>
        <p:nvSpPr>
          <p:cNvPr id="5" name="Google Shape;757;p39">
            <a:extLst>
              <a:ext uri="{FF2B5EF4-FFF2-40B4-BE49-F238E27FC236}">
                <a16:creationId xmlns:a16="http://schemas.microsoft.com/office/drawing/2014/main" id="{498C18DF-8EF3-9DD8-CC17-6EAE7877DAD1}"/>
              </a:ext>
            </a:extLst>
          </p:cNvPr>
          <p:cNvSpPr txBox="1">
            <a:spLocks/>
          </p:cNvSpPr>
          <p:nvPr/>
        </p:nvSpPr>
        <p:spPr>
          <a:xfrm>
            <a:off x="788849" y="2997290"/>
            <a:ext cx="734700" cy="540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Poppins"/>
              <a:buNone/>
              <a:defRPr sz="3000" b="1" i="0" u="none" strike="noStrike" cap="none">
                <a:solidFill>
                  <a:schemeClr val="accent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r>
              <a:rPr lang="en" dirty="0"/>
              <a:t>05</a:t>
            </a:r>
          </a:p>
        </p:txBody>
      </p:sp>
      <p:grpSp>
        <p:nvGrpSpPr>
          <p:cNvPr id="6" name="Google Shape;670;p38">
            <a:extLst>
              <a:ext uri="{FF2B5EF4-FFF2-40B4-BE49-F238E27FC236}">
                <a16:creationId xmlns:a16="http://schemas.microsoft.com/office/drawing/2014/main" id="{9E5C8AC6-6F6D-FE06-A888-FBE1FC61BEBA}"/>
              </a:ext>
            </a:extLst>
          </p:cNvPr>
          <p:cNvGrpSpPr/>
          <p:nvPr/>
        </p:nvGrpSpPr>
        <p:grpSpPr>
          <a:xfrm>
            <a:off x="4768860" y="606999"/>
            <a:ext cx="234788" cy="188409"/>
            <a:chOff x="4424582" y="1819850"/>
            <a:chExt cx="98427" cy="78984"/>
          </a:xfrm>
        </p:grpSpPr>
        <p:sp>
          <p:nvSpPr>
            <p:cNvPr id="7" name="Google Shape;671;p38">
              <a:extLst>
                <a:ext uri="{FF2B5EF4-FFF2-40B4-BE49-F238E27FC236}">
                  <a16:creationId xmlns:a16="http://schemas.microsoft.com/office/drawing/2014/main" id="{636769D4-9162-162D-EB29-58CB0E74A4D8}"/>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72;p38">
              <a:extLst>
                <a:ext uri="{FF2B5EF4-FFF2-40B4-BE49-F238E27FC236}">
                  <a16:creationId xmlns:a16="http://schemas.microsoft.com/office/drawing/2014/main" id="{87580B21-2C2D-9744-93F3-D3AB02DEF3F1}"/>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Subtitle 9">
            <a:extLst>
              <a:ext uri="{FF2B5EF4-FFF2-40B4-BE49-F238E27FC236}">
                <a16:creationId xmlns:a16="http://schemas.microsoft.com/office/drawing/2014/main" id="{6482EDED-8A6D-DFCC-F9B6-527C3080861F}"/>
              </a:ext>
            </a:extLst>
          </p:cNvPr>
          <p:cNvSpPr>
            <a:spLocks noGrp="1"/>
          </p:cNvSpPr>
          <p:nvPr>
            <p:ph type="subTitle" idx="9"/>
          </p:nvPr>
        </p:nvSpPr>
        <p:spPr>
          <a:xfrm>
            <a:off x="880138" y="1592720"/>
            <a:ext cx="2305500" cy="484800"/>
          </a:xfrm>
        </p:spPr>
        <p:txBody>
          <a:bodyPr/>
          <a:lstStyle/>
          <a:p>
            <a:r>
              <a:rPr lang="en-IN" dirty="0"/>
              <a:t>Syed Sami U</a:t>
            </a:r>
          </a:p>
        </p:txBody>
      </p:sp>
      <p:sp>
        <p:nvSpPr>
          <p:cNvPr id="9" name="Google Shape;757;p39">
            <a:extLst>
              <a:ext uri="{FF2B5EF4-FFF2-40B4-BE49-F238E27FC236}">
                <a16:creationId xmlns:a16="http://schemas.microsoft.com/office/drawing/2014/main" id="{E6D7E52A-F128-84D4-C943-2BF03FAE5B98}"/>
              </a:ext>
            </a:extLst>
          </p:cNvPr>
          <p:cNvSpPr txBox="1">
            <a:spLocks/>
          </p:cNvSpPr>
          <p:nvPr/>
        </p:nvSpPr>
        <p:spPr>
          <a:xfrm>
            <a:off x="3780803" y="2946384"/>
            <a:ext cx="734700" cy="540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Poppins"/>
              <a:buNone/>
              <a:defRPr sz="3000" b="1" i="0" u="none" strike="noStrike" cap="none">
                <a:solidFill>
                  <a:schemeClr val="accent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r>
              <a:rPr lang="en" dirty="0"/>
              <a:t>06</a:t>
            </a:r>
          </a:p>
        </p:txBody>
      </p:sp>
      <p:sp>
        <p:nvSpPr>
          <p:cNvPr id="11" name="Google Shape;761;p39">
            <a:extLst>
              <a:ext uri="{FF2B5EF4-FFF2-40B4-BE49-F238E27FC236}">
                <a16:creationId xmlns:a16="http://schemas.microsoft.com/office/drawing/2014/main" id="{BC47DD9C-0D60-36BA-E4D3-D28A1758EFD1}"/>
              </a:ext>
            </a:extLst>
          </p:cNvPr>
          <p:cNvSpPr txBox="1">
            <a:spLocks/>
          </p:cNvSpPr>
          <p:nvPr/>
        </p:nvSpPr>
        <p:spPr>
          <a:xfrm>
            <a:off x="4054870" y="3336785"/>
            <a:ext cx="2975767" cy="484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Bebas Neue"/>
              <a:buNone/>
              <a:defRPr sz="2400" b="1"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IN" dirty="0" err="1"/>
              <a:t>Muthuram</a:t>
            </a:r>
            <a:r>
              <a:rPr lang="en-IN" dirty="0"/>
              <a:t> S</a:t>
            </a:r>
          </a:p>
        </p:txBody>
      </p:sp>
      <p:sp>
        <p:nvSpPr>
          <p:cNvPr id="13" name="Google Shape;753;p39">
            <a:extLst>
              <a:ext uri="{FF2B5EF4-FFF2-40B4-BE49-F238E27FC236}">
                <a16:creationId xmlns:a16="http://schemas.microsoft.com/office/drawing/2014/main" id="{A80B7E29-268F-5F76-CC6E-AAD5E1583338}"/>
              </a:ext>
            </a:extLst>
          </p:cNvPr>
          <p:cNvSpPr txBox="1">
            <a:spLocks/>
          </p:cNvSpPr>
          <p:nvPr/>
        </p:nvSpPr>
        <p:spPr>
          <a:xfrm>
            <a:off x="4093720" y="3586353"/>
            <a:ext cx="2187919" cy="484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marL="0" indent="0"/>
            <a:r>
              <a:rPr lang="en-IN" dirty="0"/>
              <a:t>Heap Tree &amp; </a:t>
            </a:r>
            <a:r>
              <a:rPr lang="en-IN" dirty="0" err="1"/>
              <a:t>Conclution</a:t>
            </a:r>
            <a:endParaRPr lang="en-IN" dirty="0"/>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750">
                                            <p:txEl>
                                              <p:pRg st="0" end="0"/>
                                            </p:txEl>
                                          </p:spTgt>
                                        </p:tgtEl>
                                        <p:attrNameLst>
                                          <p:attrName>r</p:attrName>
                                        </p:attrNameLst>
                                      </p:cBhvr>
                                    </p:animRot>
                                    <p:animRot by="-240000">
                                      <p:cBhvr>
                                        <p:cTn id="7" dur="200" fill="hold">
                                          <p:stCondLst>
                                            <p:cond delay="200"/>
                                          </p:stCondLst>
                                        </p:cTn>
                                        <p:tgtEl>
                                          <p:spTgt spid="750">
                                            <p:txEl>
                                              <p:pRg st="0" end="0"/>
                                            </p:txEl>
                                          </p:spTgt>
                                        </p:tgtEl>
                                        <p:attrNameLst>
                                          <p:attrName>r</p:attrName>
                                        </p:attrNameLst>
                                      </p:cBhvr>
                                    </p:animRot>
                                    <p:animRot by="240000">
                                      <p:cBhvr>
                                        <p:cTn id="8" dur="200" fill="hold">
                                          <p:stCondLst>
                                            <p:cond delay="400"/>
                                          </p:stCondLst>
                                        </p:cTn>
                                        <p:tgtEl>
                                          <p:spTgt spid="750">
                                            <p:txEl>
                                              <p:pRg st="0" end="0"/>
                                            </p:txEl>
                                          </p:spTgt>
                                        </p:tgtEl>
                                        <p:attrNameLst>
                                          <p:attrName>r</p:attrName>
                                        </p:attrNameLst>
                                      </p:cBhvr>
                                    </p:animRot>
                                    <p:animRot by="-240000">
                                      <p:cBhvr>
                                        <p:cTn id="9" dur="200" fill="hold">
                                          <p:stCondLst>
                                            <p:cond delay="600"/>
                                          </p:stCondLst>
                                        </p:cTn>
                                        <p:tgtEl>
                                          <p:spTgt spid="750">
                                            <p:txEl>
                                              <p:pRg st="0" end="0"/>
                                            </p:txEl>
                                          </p:spTgt>
                                        </p:tgtEl>
                                        <p:attrNameLst>
                                          <p:attrName>r</p:attrName>
                                        </p:attrNameLst>
                                      </p:cBhvr>
                                    </p:animRot>
                                    <p:animRot by="120000">
                                      <p:cBhvr>
                                        <p:cTn id="10" dur="200" fill="hold">
                                          <p:stCondLst>
                                            <p:cond delay="800"/>
                                          </p:stCondLst>
                                        </p:cTn>
                                        <p:tgtEl>
                                          <p:spTgt spid="750">
                                            <p:txEl>
                                              <p:pRg st="0" end="0"/>
                                            </p:txEl>
                                          </p:spTgt>
                                        </p:tgtEl>
                                        <p:attrNameLst>
                                          <p:attrName>r</p:attrName>
                                        </p:attrNameLst>
                                      </p:cBhvr>
                                    </p:animRot>
                                  </p:childTnLst>
                                </p:cTn>
                              </p:par>
                              <p:par>
                                <p:cTn id="11" presetID="32" presetClass="emph" presetSubtype="0" fill="hold" grpId="0" nodeType="withEffect">
                                  <p:stCondLst>
                                    <p:cond delay="0"/>
                                  </p:stCondLst>
                                  <p:childTnLst>
                                    <p:animRot by="120000">
                                      <p:cBhvr>
                                        <p:cTn id="12" dur="100" fill="hold">
                                          <p:stCondLst>
                                            <p:cond delay="0"/>
                                          </p:stCondLst>
                                        </p:cTn>
                                        <p:tgtEl>
                                          <p:spTgt spid="751">
                                            <p:txEl>
                                              <p:pRg st="0" end="0"/>
                                            </p:txEl>
                                          </p:spTgt>
                                        </p:tgtEl>
                                        <p:attrNameLst>
                                          <p:attrName>r</p:attrName>
                                        </p:attrNameLst>
                                      </p:cBhvr>
                                    </p:animRot>
                                    <p:animRot by="-240000">
                                      <p:cBhvr>
                                        <p:cTn id="13" dur="200" fill="hold">
                                          <p:stCondLst>
                                            <p:cond delay="200"/>
                                          </p:stCondLst>
                                        </p:cTn>
                                        <p:tgtEl>
                                          <p:spTgt spid="751">
                                            <p:txEl>
                                              <p:pRg st="0" end="0"/>
                                            </p:txEl>
                                          </p:spTgt>
                                        </p:tgtEl>
                                        <p:attrNameLst>
                                          <p:attrName>r</p:attrName>
                                        </p:attrNameLst>
                                      </p:cBhvr>
                                    </p:animRot>
                                    <p:animRot by="240000">
                                      <p:cBhvr>
                                        <p:cTn id="14" dur="200" fill="hold">
                                          <p:stCondLst>
                                            <p:cond delay="400"/>
                                          </p:stCondLst>
                                        </p:cTn>
                                        <p:tgtEl>
                                          <p:spTgt spid="751">
                                            <p:txEl>
                                              <p:pRg st="0" end="0"/>
                                            </p:txEl>
                                          </p:spTgt>
                                        </p:tgtEl>
                                        <p:attrNameLst>
                                          <p:attrName>r</p:attrName>
                                        </p:attrNameLst>
                                      </p:cBhvr>
                                    </p:animRot>
                                    <p:animRot by="-240000">
                                      <p:cBhvr>
                                        <p:cTn id="15" dur="200" fill="hold">
                                          <p:stCondLst>
                                            <p:cond delay="600"/>
                                          </p:stCondLst>
                                        </p:cTn>
                                        <p:tgtEl>
                                          <p:spTgt spid="751">
                                            <p:txEl>
                                              <p:pRg st="0" end="0"/>
                                            </p:txEl>
                                          </p:spTgt>
                                        </p:tgtEl>
                                        <p:attrNameLst>
                                          <p:attrName>r</p:attrName>
                                        </p:attrNameLst>
                                      </p:cBhvr>
                                    </p:animRot>
                                    <p:animRot by="120000">
                                      <p:cBhvr>
                                        <p:cTn id="16" dur="200" fill="hold">
                                          <p:stCondLst>
                                            <p:cond delay="800"/>
                                          </p:stCondLst>
                                        </p:cTn>
                                        <p:tgtEl>
                                          <p:spTgt spid="751">
                                            <p:txEl>
                                              <p:pRg st="0" end="0"/>
                                            </p:txEl>
                                          </p:spTgt>
                                        </p:tgtEl>
                                        <p:attrNameLst>
                                          <p:attrName>r</p:attrName>
                                        </p:attrNameLst>
                                      </p:cBhvr>
                                    </p:animRot>
                                  </p:childTnLst>
                                </p:cTn>
                              </p:par>
                              <p:par>
                                <p:cTn id="17" presetID="32" presetClass="emph" presetSubtype="0" fill="hold" grpId="0" nodeType="withEffect">
                                  <p:stCondLst>
                                    <p:cond delay="0"/>
                                  </p:stCondLst>
                                  <p:childTnLst>
                                    <p:animRot by="120000">
                                      <p:cBhvr>
                                        <p:cTn id="18" dur="100" fill="hold">
                                          <p:stCondLst>
                                            <p:cond delay="0"/>
                                          </p:stCondLst>
                                        </p:cTn>
                                        <p:tgtEl>
                                          <p:spTgt spid="752">
                                            <p:txEl>
                                              <p:pRg st="0" end="0"/>
                                            </p:txEl>
                                          </p:spTgt>
                                        </p:tgtEl>
                                        <p:attrNameLst>
                                          <p:attrName>r</p:attrName>
                                        </p:attrNameLst>
                                      </p:cBhvr>
                                    </p:animRot>
                                    <p:animRot by="-240000">
                                      <p:cBhvr>
                                        <p:cTn id="19" dur="200" fill="hold">
                                          <p:stCondLst>
                                            <p:cond delay="200"/>
                                          </p:stCondLst>
                                        </p:cTn>
                                        <p:tgtEl>
                                          <p:spTgt spid="752">
                                            <p:txEl>
                                              <p:pRg st="0" end="0"/>
                                            </p:txEl>
                                          </p:spTgt>
                                        </p:tgtEl>
                                        <p:attrNameLst>
                                          <p:attrName>r</p:attrName>
                                        </p:attrNameLst>
                                      </p:cBhvr>
                                    </p:animRot>
                                    <p:animRot by="240000">
                                      <p:cBhvr>
                                        <p:cTn id="20" dur="200" fill="hold">
                                          <p:stCondLst>
                                            <p:cond delay="400"/>
                                          </p:stCondLst>
                                        </p:cTn>
                                        <p:tgtEl>
                                          <p:spTgt spid="752">
                                            <p:txEl>
                                              <p:pRg st="0" end="0"/>
                                            </p:txEl>
                                          </p:spTgt>
                                        </p:tgtEl>
                                        <p:attrNameLst>
                                          <p:attrName>r</p:attrName>
                                        </p:attrNameLst>
                                      </p:cBhvr>
                                    </p:animRot>
                                    <p:animRot by="-240000">
                                      <p:cBhvr>
                                        <p:cTn id="21" dur="200" fill="hold">
                                          <p:stCondLst>
                                            <p:cond delay="600"/>
                                          </p:stCondLst>
                                        </p:cTn>
                                        <p:tgtEl>
                                          <p:spTgt spid="752">
                                            <p:txEl>
                                              <p:pRg st="0" end="0"/>
                                            </p:txEl>
                                          </p:spTgt>
                                        </p:tgtEl>
                                        <p:attrNameLst>
                                          <p:attrName>r</p:attrName>
                                        </p:attrNameLst>
                                      </p:cBhvr>
                                    </p:animRot>
                                    <p:animRot by="120000">
                                      <p:cBhvr>
                                        <p:cTn id="22" dur="200" fill="hold">
                                          <p:stCondLst>
                                            <p:cond delay="800"/>
                                          </p:stCondLst>
                                        </p:cTn>
                                        <p:tgtEl>
                                          <p:spTgt spid="752">
                                            <p:txEl>
                                              <p:pRg st="0" end="0"/>
                                            </p:txEl>
                                          </p:spTgt>
                                        </p:tgtEl>
                                        <p:attrNameLst>
                                          <p:attrName>r</p:attrName>
                                        </p:attrNameLst>
                                      </p:cBhvr>
                                    </p:animRot>
                                  </p:childTnLst>
                                </p:cTn>
                              </p:par>
                              <p:par>
                                <p:cTn id="23" presetID="32" presetClass="emph" presetSubtype="0" fill="hold" grpId="0" nodeType="withEffect">
                                  <p:stCondLst>
                                    <p:cond delay="0"/>
                                  </p:stCondLst>
                                  <p:childTnLst>
                                    <p:animRot by="120000">
                                      <p:cBhvr>
                                        <p:cTn id="24" dur="100" fill="hold">
                                          <p:stCondLst>
                                            <p:cond delay="0"/>
                                          </p:stCondLst>
                                        </p:cTn>
                                        <p:tgtEl>
                                          <p:spTgt spid="753">
                                            <p:txEl>
                                              <p:pRg st="0" end="0"/>
                                            </p:txEl>
                                          </p:spTgt>
                                        </p:tgtEl>
                                        <p:attrNameLst>
                                          <p:attrName>r</p:attrName>
                                        </p:attrNameLst>
                                      </p:cBhvr>
                                    </p:animRot>
                                    <p:animRot by="-240000">
                                      <p:cBhvr>
                                        <p:cTn id="25" dur="200" fill="hold">
                                          <p:stCondLst>
                                            <p:cond delay="200"/>
                                          </p:stCondLst>
                                        </p:cTn>
                                        <p:tgtEl>
                                          <p:spTgt spid="753">
                                            <p:txEl>
                                              <p:pRg st="0" end="0"/>
                                            </p:txEl>
                                          </p:spTgt>
                                        </p:tgtEl>
                                        <p:attrNameLst>
                                          <p:attrName>r</p:attrName>
                                        </p:attrNameLst>
                                      </p:cBhvr>
                                    </p:animRot>
                                    <p:animRot by="240000">
                                      <p:cBhvr>
                                        <p:cTn id="26" dur="200" fill="hold">
                                          <p:stCondLst>
                                            <p:cond delay="400"/>
                                          </p:stCondLst>
                                        </p:cTn>
                                        <p:tgtEl>
                                          <p:spTgt spid="753">
                                            <p:txEl>
                                              <p:pRg st="0" end="0"/>
                                            </p:txEl>
                                          </p:spTgt>
                                        </p:tgtEl>
                                        <p:attrNameLst>
                                          <p:attrName>r</p:attrName>
                                        </p:attrNameLst>
                                      </p:cBhvr>
                                    </p:animRot>
                                    <p:animRot by="-240000">
                                      <p:cBhvr>
                                        <p:cTn id="27" dur="200" fill="hold">
                                          <p:stCondLst>
                                            <p:cond delay="600"/>
                                          </p:stCondLst>
                                        </p:cTn>
                                        <p:tgtEl>
                                          <p:spTgt spid="753">
                                            <p:txEl>
                                              <p:pRg st="0" end="0"/>
                                            </p:txEl>
                                          </p:spTgt>
                                        </p:tgtEl>
                                        <p:attrNameLst>
                                          <p:attrName>r</p:attrName>
                                        </p:attrNameLst>
                                      </p:cBhvr>
                                    </p:animRot>
                                    <p:animRot by="120000">
                                      <p:cBhvr>
                                        <p:cTn id="28" dur="200" fill="hold">
                                          <p:stCondLst>
                                            <p:cond delay="800"/>
                                          </p:stCondLst>
                                        </p:cTn>
                                        <p:tgtEl>
                                          <p:spTgt spid="753">
                                            <p:txEl>
                                              <p:pRg st="0" end="0"/>
                                            </p:txEl>
                                          </p:spTgt>
                                        </p:tgtEl>
                                        <p:attrNameLst>
                                          <p:attrName>r</p:attrName>
                                        </p:attrNameLst>
                                      </p:cBhvr>
                                    </p:animRot>
                                  </p:childTnLst>
                                </p:cTn>
                              </p:par>
                              <p:par>
                                <p:cTn id="29" presetID="32" presetClass="emph" presetSubtype="0" fill="hold" grpId="0" nodeType="withEffect">
                                  <p:stCondLst>
                                    <p:cond delay="0"/>
                                  </p:stCondLst>
                                  <p:childTnLst>
                                    <p:animRot by="120000">
                                      <p:cBhvr>
                                        <p:cTn id="30" dur="100" fill="hold">
                                          <p:stCondLst>
                                            <p:cond delay="0"/>
                                          </p:stCondLst>
                                        </p:cTn>
                                        <p:tgtEl>
                                          <p:spTgt spid="754"/>
                                        </p:tgtEl>
                                        <p:attrNameLst>
                                          <p:attrName>r</p:attrName>
                                        </p:attrNameLst>
                                      </p:cBhvr>
                                    </p:animRot>
                                    <p:animRot by="-240000">
                                      <p:cBhvr>
                                        <p:cTn id="31" dur="200" fill="hold">
                                          <p:stCondLst>
                                            <p:cond delay="200"/>
                                          </p:stCondLst>
                                        </p:cTn>
                                        <p:tgtEl>
                                          <p:spTgt spid="754"/>
                                        </p:tgtEl>
                                        <p:attrNameLst>
                                          <p:attrName>r</p:attrName>
                                        </p:attrNameLst>
                                      </p:cBhvr>
                                    </p:animRot>
                                    <p:animRot by="240000">
                                      <p:cBhvr>
                                        <p:cTn id="32" dur="200" fill="hold">
                                          <p:stCondLst>
                                            <p:cond delay="400"/>
                                          </p:stCondLst>
                                        </p:cTn>
                                        <p:tgtEl>
                                          <p:spTgt spid="754"/>
                                        </p:tgtEl>
                                        <p:attrNameLst>
                                          <p:attrName>r</p:attrName>
                                        </p:attrNameLst>
                                      </p:cBhvr>
                                    </p:animRot>
                                    <p:animRot by="-240000">
                                      <p:cBhvr>
                                        <p:cTn id="33" dur="200" fill="hold">
                                          <p:stCondLst>
                                            <p:cond delay="600"/>
                                          </p:stCondLst>
                                        </p:cTn>
                                        <p:tgtEl>
                                          <p:spTgt spid="754"/>
                                        </p:tgtEl>
                                        <p:attrNameLst>
                                          <p:attrName>r</p:attrName>
                                        </p:attrNameLst>
                                      </p:cBhvr>
                                    </p:animRot>
                                    <p:animRot by="120000">
                                      <p:cBhvr>
                                        <p:cTn id="34" dur="200" fill="hold">
                                          <p:stCondLst>
                                            <p:cond delay="800"/>
                                          </p:stCondLst>
                                        </p:cTn>
                                        <p:tgtEl>
                                          <p:spTgt spid="754"/>
                                        </p:tgtEl>
                                        <p:attrNameLst>
                                          <p:attrName>r</p:attrName>
                                        </p:attrNameLst>
                                      </p:cBhvr>
                                    </p:animRot>
                                  </p:childTnLst>
                                </p:cTn>
                              </p:par>
                              <p:par>
                                <p:cTn id="35" presetID="32" presetClass="emph" presetSubtype="0" fill="hold" grpId="0" nodeType="withEffect">
                                  <p:stCondLst>
                                    <p:cond delay="0"/>
                                  </p:stCondLst>
                                  <p:childTnLst>
                                    <p:animRot by="120000">
                                      <p:cBhvr>
                                        <p:cTn id="36" dur="100" fill="hold">
                                          <p:stCondLst>
                                            <p:cond delay="0"/>
                                          </p:stCondLst>
                                        </p:cTn>
                                        <p:tgtEl>
                                          <p:spTgt spid="755"/>
                                        </p:tgtEl>
                                        <p:attrNameLst>
                                          <p:attrName>r</p:attrName>
                                        </p:attrNameLst>
                                      </p:cBhvr>
                                    </p:animRot>
                                    <p:animRot by="-240000">
                                      <p:cBhvr>
                                        <p:cTn id="37" dur="200" fill="hold">
                                          <p:stCondLst>
                                            <p:cond delay="200"/>
                                          </p:stCondLst>
                                        </p:cTn>
                                        <p:tgtEl>
                                          <p:spTgt spid="755"/>
                                        </p:tgtEl>
                                        <p:attrNameLst>
                                          <p:attrName>r</p:attrName>
                                        </p:attrNameLst>
                                      </p:cBhvr>
                                    </p:animRot>
                                    <p:animRot by="240000">
                                      <p:cBhvr>
                                        <p:cTn id="38" dur="200" fill="hold">
                                          <p:stCondLst>
                                            <p:cond delay="400"/>
                                          </p:stCondLst>
                                        </p:cTn>
                                        <p:tgtEl>
                                          <p:spTgt spid="755"/>
                                        </p:tgtEl>
                                        <p:attrNameLst>
                                          <p:attrName>r</p:attrName>
                                        </p:attrNameLst>
                                      </p:cBhvr>
                                    </p:animRot>
                                    <p:animRot by="-240000">
                                      <p:cBhvr>
                                        <p:cTn id="39" dur="200" fill="hold">
                                          <p:stCondLst>
                                            <p:cond delay="600"/>
                                          </p:stCondLst>
                                        </p:cTn>
                                        <p:tgtEl>
                                          <p:spTgt spid="755"/>
                                        </p:tgtEl>
                                        <p:attrNameLst>
                                          <p:attrName>r</p:attrName>
                                        </p:attrNameLst>
                                      </p:cBhvr>
                                    </p:animRot>
                                    <p:animRot by="120000">
                                      <p:cBhvr>
                                        <p:cTn id="40" dur="200" fill="hold">
                                          <p:stCondLst>
                                            <p:cond delay="800"/>
                                          </p:stCondLst>
                                        </p:cTn>
                                        <p:tgtEl>
                                          <p:spTgt spid="755"/>
                                        </p:tgtEl>
                                        <p:attrNameLst>
                                          <p:attrName>r</p:attrName>
                                        </p:attrNameLst>
                                      </p:cBhvr>
                                    </p:animRot>
                                  </p:childTnLst>
                                </p:cTn>
                              </p:par>
                              <p:par>
                                <p:cTn id="41" presetID="32" presetClass="emph" presetSubtype="0" fill="hold" grpId="0" nodeType="withEffect">
                                  <p:stCondLst>
                                    <p:cond delay="0"/>
                                  </p:stCondLst>
                                  <p:childTnLst>
                                    <p:animRot by="120000">
                                      <p:cBhvr>
                                        <p:cTn id="42" dur="100" fill="hold">
                                          <p:stCondLst>
                                            <p:cond delay="0"/>
                                          </p:stCondLst>
                                        </p:cTn>
                                        <p:tgtEl>
                                          <p:spTgt spid="756"/>
                                        </p:tgtEl>
                                        <p:attrNameLst>
                                          <p:attrName>r</p:attrName>
                                        </p:attrNameLst>
                                      </p:cBhvr>
                                    </p:animRot>
                                    <p:animRot by="-240000">
                                      <p:cBhvr>
                                        <p:cTn id="43" dur="200" fill="hold">
                                          <p:stCondLst>
                                            <p:cond delay="200"/>
                                          </p:stCondLst>
                                        </p:cTn>
                                        <p:tgtEl>
                                          <p:spTgt spid="756"/>
                                        </p:tgtEl>
                                        <p:attrNameLst>
                                          <p:attrName>r</p:attrName>
                                        </p:attrNameLst>
                                      </p:cBhvr>
                                    </p:animRot>
                                    <p:animRot by="240000">
                                      <p:cBhvr>
                                        <p:cTn id="44" dur="200" fill="hold">
                                          <p:stCondLst>
                                            <p:cond delay="400"/>
                                          </p:stCondLst>
                                        </p:cTn>
                                        <p:tgtEl>
                                          <p:spTgt spid="756"/>
                                        </p:tgtEl>
                                        <p:attrNameLst>
                                          <p:attrName>r</p:attrName>
                                        </p:attrNameLst>
                                      </p:cBhvr>
                                    </p:animRot>
                                    <p:animRot by="-240000">
                                      <p:cBhvr>
                                        <p:cTn id="45" dur="200" fill="hold">
                                          <p:stCondLst>
                                            <p:cond delay="600"/>
                                          </p:stCondLst>
                                        </p:cTn>
                                        <p:tgtEl>
                                          <p:spTgt spid="756"/>
                                        </p:tgtEl>
                                        <p:attrNameLst>
                                          <p:attrName>r</p:attrName>
                                        </p:attrNameLst>
                                      </p:cBhvr>
                                    </p:animRot>
                                    <p:animRot by="120000">
                                      <p:cBhvr>
                                        <p:cTn id="46" dur="200" fill="hold">
                                          <p:stCondLst>
                                            <p:cond delay="800"/>
                                          </p:stCondLst>
                                        </p:cTn>
                                        <p:tgtEl>
                                          <p:spTgt spid="756"/>
                                        </p:tgtEl>
                                        <p:attrNameLst>
                                          <p:attrName>r</p:attrName>
                                        </p:attrNameLst>
                                      </p:cBhvr>
                                    </p:animRot>
                                  </p:childTnLst>
                                </p:cTn>
                              </p:par>
                              <p:par>
                                <p:cTn id="47" presetID="32" presetClass="emph" presetSubtype="0" fill="hold" grpId="0" nodeType="withEffect">
                                  <p:stCondLst>
                                    <p:cond delay="0"/>
                                  </p:stCondLst>
                                  <p:childTnLst>
                                    <p:animRot by="120000">
                                      <p:cBhvr>
                                        <p:cTn id="48" dur="100" fill="hold">
                                          <p:stCondLst>
                                            <p:cond delay="0"/>
                                          </p:stCondLst>
                                        </p:cTn>
                                        <p:tgtEl>
                                          <p:spTgt spid="760">
                                            <p:txEl>
                                              <p:pRg st="0" end="0"/>
                                            </p:txEl>
                                          </p:spTgt>
                                        </p:tgtEl>
                                        <p:attrNameLst>
                                          <p:attrName>r</p:attrName>
                                        </p:attrNameLst>
                                      </p:cBhvr>
                                    </p:animRot>
                                    <p:animRot by="-240000">
                                      <p:cBhvr>
                                        <p:cTn id="49" dur="200" fill="hold">
                                          <p:stCondLst>
                                            <p:cond delay="200"/>
                                          </p:stCondLst>
                                        </p:cTn>
                                        <p:tgtEl>
                                          <p:spTgt spid="760">
                                            <p:txEl>
                                              <p:pRg st="0" end="0"/>
                                            </p:txEl>
                                          </p:spTgt>
                                        </p:tgtEl>
                                        <p:attrNameLst>
                                          <p:attrName>r</p:attrName>
                                        </p:attrNameLst>
                                      </p:cBhvr>
                                    </p:animRot>
                                    <p:animRot by="240000">
                                      <p:cBhvr>
                                        <p:cTn id="50" dur="200" fill="hold">
                                          <p:stCondLst>
                                            <p:cond delay="400"/>
                                          </p:stCondLst>
                                        </p:cTn>
                                        <p:tgtEl>
                                          <p:spTgt spid="760">
                                            <p:txEl>
                                              <p:pRg st="0" end="0"/>
                                            </p:txEl>
                                          </p:spTgt>
                                        </p:tgtEl>
                                        <p:attrNameLst>
                                          <p:attrName>r</p:attrName>
                                        </p:attrNameLst>
                                      </p:cBhvr>
                                    </p:animRot>
                                    <p:animRot by="-240000">
                                      <p:cBhvr>
                                        <p:cTn id="51" dur="200" fill="hold">
                                          <p:stCondLst>
                                            <p:cond delay="600"/>
                                          </p:stCondLst>
                                        </p:cTn>
                                        <p:tgtEl>
                                          <p:spTgt spid="760">
                                            <p:txEl>
                                              <p:pRg st="0" end="0"/>
                                            </p:txEl>
                                          </p:spTgt>
                                        </p:tgtEl>
                                        <p:attrNameLst>
                                          <p:attrName>r</p:attrName>
                                        </p:attrNameLst>
                                      </p:cBhvr>
                                    </p:animRot>
                                    <p:animRot by="120000">
                                      <p:cBhvr>
                                        <p:cTn id="52" dur="200" fill="hold">
                                          <p:stCondLst>
                                            <p:cond delay="800"/>
                                          </p:stCondLst>
                                        </p:cTn>
                                        <p:tgtEl>
                                          <p:spTgt spid="760">
                                            <p:txEl>
                                              <p:pRg st="0" end="0"/>
                                            </p:txEl>
                                          </p:spTgt>
                                        </p:tgtEl>
                                        <p:attrNameLst>
                                          <p:attrName>r</p:attrName>
                                        </p:attrNameLst>
                                      </p:cBhvr>
                                    </p:animRot>
                                  </p:childTnLst>
                                </p:cTn>
                              </p:par>
                              <p:par>
                                <p:cTn id="53" presetID="32" presetClass="emph" presetSubtype="0" fill="hold" grpId="0" nodeType="withEffect">
                                  <p:stCondLst>
                                    <p:cond delay="0"/>
                                  </p:stCondLst>
                                  <p:childTnLst>
                                    <p:animRot by="120000">
                                      <p:cBhvr>
                                        <p:cTn id="54" dur="100" fill="hold">
                                          <p:stCondLst>
                                            <p:cond delay="0"/>
                                          </p:stCondLst>
                                        </p:cTn>
                                        <p:tgtEl>
                                          <p:spTgt spid="761">
                                            <p:txEl>
                                              <p:pRg st="0" end="0"/>
                                            </p:txEl>
                                          </p:spTgt>
                                        </p:tgtEl>
                                        <p:attrNameLst>
                                          <p:attrName>r</p:attrName>
                                        </p:attrNameLst>
                                      </p:cBhvr>
                                    </p:animRot>
                                    <p:animRot by="-240000">
                                      <p:cBhvr>
                                        <p:cTn id="55" dur="200" fill="hold">
                                          <p:stCondLst>
                                            <p:cond delay="200"/>
                                          </p:stCondLst>
                                        </p:cTn>
                                        <p:tgtEl>
                                          <p:spTgt spid="761">
                                            <p:txEl>
                                              <p:pRg st="0" end="0"/>
                                            </p:txEl>
                                          </p:spTgt>
                                        </p:tgtEl>
                                        <p:attrNameLst>
                                          <p:attrName>r</p:attrName>
                                        </p:attrNameLst>
                                      </p:cBhvr>
                                    </p:animRot>
                                    <p:animRot by="240000">
                                      <p:cBhvr>
                                        <p:cTn id="56" dur="200" fill="hold">
                                          <p:stCondLst>
                                            <p:cond delay="400"/>
                                          </p:stCondLst>
                                        </p:cTn>
                                        <p:tgtEl>
                                          <p:spTgt spid="761">
                                            <p:txEl>
                                              <p:pRg st="0" end="0"/>
                                            </p:txEl>
                                          </p:spTgt>
                                        </p:tgtEl>
                                        <p:attrNameLst>
                                          <p:attrName>r</p:attrName>
                                        </p:attrNameLst>
                                      </p:cBhvr>
                                    </p:animRot>
                                    <p:animRot by="-240000">
                                      <p:cBhvr>
                                        <p:cTn id="57" dur="200" fill="hold">
                                          <p:stCondLst>
                                            <p:cond delay="600"/>
                                          </p:stCondLst>
                                        </p:cTn>
                                        <p:tgtEl>
                                          <p:spTgt spid="761">
                                            <p:txEl>
                                              <p:pRg st="0" end="0"/>
                                            </p:txEl>
                                          </p:spTgt>
                                        </p:tgtEl>
                                        <p:attrNameLst>
                                          <p:attrName>r</p:attrName>
                                        </p:attrNameLst>
                                      </p:cBhvr>
                                    </p:animRot>
                                    <p:animRot by="120000">
                                      <p:cBhvr>
                                        <p:cTn id="58" dur="200" fill="hold">
                                          <p:stCondLst>
                                            <p:cond delay="800"/>
                                          </p:stCondLst>
                                        </p:cTn>
                                        <p:tgtEl>
                                          <p:spTgt spid="761">
                                            <p:txEl>
                                              <p:pRg st="0" end="0"/>
                                            </p:txEl>
                                          </p:spTgt>
                                        </p:tgtEl>
                                        <p:attrNameLst>
                                          <p:attrName>r</p:attrName>
                                        </p:attrNameLst>
                                      </p:cBhvr>
                                    </p:animRot>
                                  </p:childTnLst>
                                </p:cTn>
                              </p:par>
                              <p:par>
                                <p:cTn id="59" presetID="32" presetClass="emph" presetSubtype="0" fill="hold" grpId="0" nodeType="withEffect">
                                  <p:stCondLst>
                                    <p:cond delay="0"/>
                                  </p:stCondLst>
                                  <p:childTnLst>
                                    <p:animRot by="120000">
                                      <p:cBhvr>
                                        <p:cTn id="60" dur="100" fill="hold">
                                          <p:stCondLst>
                                            <p:cond delay="0"/>
                                          </p:stCondLst>
                                        </p:cTn>
                                        <p:tgtEl>
                                          <p:spTgt spid="2"/>
                                        </p:tgtEl>
                                        <p:attrNameLst>
                                          <p:attrName>r</p:attrName>
                                        </p:attrNameLst>
                                      </p:cBhvr>
                                    </p:animRot>
                                    <p:animRot by="-240000">
                                      <p:cBhvr>
                                        <p:cTn id="61" dur="200" fill="hold">
                                          <p:stCondLst>
                                            <p:cond delay="200"/>
                                          </p:stCondLst>
                                        </p:cTn>
                                        <p:tgtEl>
                                          <p:spTgt spid="2"/>
                                        </p:tgtEl>
                                        <p:attrNameLst>
                                          <p:attrName>r</p:attrName>
                                        </p:attrNameLst>
                                      </p:cBhvr>
                                    </p:animRot>
                                    <p:animRot by="240000">
                                      <p:cBhvr>
                                        <p:cTn id="62" dur="200" fill="hold">
                                          <p:stCondLst>
                                            <p:cond delay="400"/>
                                          </p:stCondLst>
                                        </p:cTn>
                                        <p:tgtEl>
                                          <p:spTgt spid="2"/>
                                        </p:tgtEl>
                                        <p:attrNameLst>
                                          <p:attrName>r</p:attrName>
                                        </p:attrNameLst>
                                      </p:cBhvr>
                                    </p:animRot>
                                    <p:animRot by="-240000">
                                      <p:cBhvr>
                                        <p:cTn id="63" dur="200" fill="hold">
                                          <p:stCondLst>
                                            <p:cond delay="600"/>
                                          </p:stCondLst>
                                        </p:cTn>
                                        <p:tgtEl>
                                          <p:spTgt spid="2"/>
                                        </p:tgtEl>
                                        <p:attrNameLst>
                                          <p:attrName>r</p:attrName>
                                        </p:attrNameLst>
                                      </p:cBhvr>
                                    </p:animRot>
                                    <p:animRot by="120000">
                                      <p:cBhvr>
                                        <p:cTn id="64" dur="200" fill="hold">
                                          <p:stCondLst>
                                            <p:cond delay="800"/>
                                          </p:stCondLst>
                                        </p:cTn>
                                        <p:tgtEl>
                                          <p:spTgt spid="2"/>
                                        </p:tgtEl>
                                        <p:attrNameLst>
                                          <p:attrName>r</p:attrName>
                                        </p:attrNameLst>
                                      </p:cBhvr>
                                    </p:animRot>
                                  </p:childTnLst>
                                </p:cTn>
                              </p:par>
                              <p:par>
                                <p:cTn id="65" presetID="32" presetClass="emph" presetSubtype="0" fill="hold" grpId="0" nodeType="withEffect">
                                  <p:stCondLst>
                                    <p:cond delay="0"/>
                                  </p:stCondLst>
                                  <p:childTnLst>
                                    <p:animRot by="120000">
                                      <p:cBhvr>
                                        <p:cTn id="66" dur="100" fill="hold">
                                          <p:stCondLst>
                                            <p:cond delay="0"/>
                                          </p:stCondLst>
                                        </p:cTn>
                                        <p:tgtEl>
                                          <p:spTgt spid="3"/>
                                        </p:tgtEl>
                                        <p:attrNameLst>
                                          <p:attrName>r</p:attrName>
                                        </p:attrNameLst>
                                      </p:cBhvr>
                                    </p:animRot>
                                    <p:animRot by="-240000">
                                      <p:cBhvr>
                                        <p:cTn id="67" dur="200" fill="hold">
                                          <p:stCondLst>
                                            <p:cond delay="200"/>
                                          </p:stCondLst>
                                        </p:cTn>
                                        <p:tgtEl>
                                          <p:spTgt spid="3"/>
                                        </p:tgtEl>
                                        <p:attrNameLst>
                                          <p:attrName>r</p:attrName>
                                        </p:attrNameLst>
                                      </p:cBhvr>
                                    </p:animRot>
                                    <p:animRot by="240000">
                                      <p:cBhvr>
                                        <p:cTn id="68" dur="200" fill="hold">
                                          <p:stCondLst>
                                            <p:cond delay="400"/>
                                          </p:stCondLst>
                                        </p:cTn>
                                        <p:tgtEl>
                                          <p:spTgt spid="3"/>
                                        </p:tgtEl>
                                        <p:attrNameLst>
                                          <p:attrName>r</p:attrName>
                                        </p:attrNameLst>
                                      </p:cBhvr>
                                    </p:animRot>
                                    <p:animRot by="-240000">
                                      <p:cBhvr>
                                        <p:cTn id="69" dur="200" fill="hold">
                                          <p:stCondLst>
                                            <p:cond delay="600"/>
                                          </p:stCondLst>
                                        </p:cTn>
                                        <p:tgtEl>
                                          <p:spTgt spid="3"/>
                                        </p:tgtEl>
                                        <p:attrNameLst>
                                          <p:attrName>r</p:attrName>
                                        </p:attrNameLst>
                                      </p:cBhvr>
                                    </p:animRot>
                                    <p:animRot by="120000">
                                      <p:cBhvr>
                                        <p:cTn id="70" dur="200" fill="hold">
                                          <p:stCondLst>
                                            <p:cond delay="800"/>
                                          </p:stCondLst>
                                        </p:cTn>
                                        <p:tgtEl>
                                          <p:spTgt spid="3"/>
                                        </p:tgtEl>
                                        <p:attrNameLst>
                                          <p:attrName>r</p:attrName>
                                        </p:attrNameLst>
                                      </p:cBhvr>
                                    </p:animRot>
                                  </p:childTnLst>
                                </p:cTn>
                              </p:par>
                              <p:par>
                                <p:cTn id="71" presetID="32" presetClass="emph" presetSubtype="0" fill="hold" grpId="0" nodeType="withEffect">
                                  <p:stCondLst>
                                    <p:cond delay="0"/>
                                  </p:stCondLst>
                                  <p:childTnLst>
                                    <p:animRot by="120000">
                                      <p:cBhvr>
                                        <p:cTn id="72" dur="100" fill="hold">
                                          <p:stCondLst>
                                            <p:cond delay="0"/>
                                          </p:stCondLst>
                                        </p:cTn>
                                        <p:tgtEl>
                                          <p:spTgt spid="4"/>
                                        </p:tgtEl>
                                        <p:attrNameLst>
                                          <p:attrName>r</p:attrName>
                                        </p:attrNameLst>
                                      </p:cBhvr>
                                    </p:animRot>
                                    <p:animRot by="-240000">
                                      <p:cBhvr>
                                        <p:cTn id="73" dur="200" fill="hold">
                                          <p:stCondLst>
                                            <p:cond delay="200"/>
                                          </p:stCondLst>
                                        </p:cTn>
                                        <p:tgtEl>
                                          <p:spTgt spid="4"/>
                                        </p:tgtEl>
                                        <p:attrNameLst>
                                          <p:attrName>r</p:attrName>
                                        </p:attrNameLst>
                                      </p:cBhvr>
                                    </p:animRot>
                                    <p:animRot by="240000">
                                      <p:cBhvr>
                                        <p:cTn id="74" dur="200" fill="hold">
                                          <p:stCondLst>
                                            <p:cond delay="400"/>
                                          </p:stCondLst>
                                        </p:cTn>
                                        <p:tgtEl>
                                          <p:spTgt spid="4"/>
                                        </p:tgtEl>
                                        <p:attrNameLst>
                                          <p:attrName>r</p:attrName>
                                        </p:attrNameLst>
                                      </p:cBhvr>
                                    </p:animRot>
                                    <p:animRot by="-240000">
                                      <p:cBhvr>
                                        <p:cTn id="75" dur="200" fill="hold">
                                          <p:stCondLst>
                                            <p:cond delay="600"/>
                                          </p:stCondLst>
                                        </p:cTn>
                                        <p:tgtEl>
                                          <p:spTgt spid="4"/>
                                        </p:tgtEl>
                                        <p:attrNameLst>
                                          <p:attrName>r</p:attrName>
                                        </p:attrNameLst>
                                      </p:cBhvr>
                                    </p:animRot>
                                    <p:animRot by="120000">
                                      <p:cBhvr>
                                        <p:cTn id="76" dur="200" fill="hold">
                                          <p:stCondLst>
                                            <p:cond delay="800"/>
                                          </p:stCondLst>
                                        </p:cTn>
                                        <p:tgtEl>
                                          <p:spTgt spid="4"/>
                                        </p:tgtEl>
                                        <p:attrNameLst>
                                          <p:attrName>r</p:attrName>
                                        </p:attrNameLst>
                                      </p:cBhvr>
                                    </p:animRot>
                                  </p:childTnLst>
                                </p:cTn>
                              </p:par>
                              <p:par>
                                <p:cTn id="77" presetID="32" presetClass="emph" presetSubtype="0" fill="hold" grpId="0" nodeType="withEffect">
                                  <p:stCondLst>
                                    <p:cond delay="0"/>
                                  </p:stCondLst>
                                  <p:childTnLst>
                                    <p:animRot by="120000">
                                      <p:cBhvr>
                                        <p:cTn id="78" dur="100" fill="hold">
                                          <p:stCondLst>
                                            <p:cond delay="0"/>
                                          </p:stCondLst>
                                        </p:cTn>
                                        <p:tgtEl>
                                          <p:spTgt spid="5"/>
                                        </p:tgtEl>
                                        <p:attrNameLst>
                                          <p:attrName>r</p:attrName>
                                        </p:attrNameLst>
                                      </p:cBhvr>
                                    </p:animRot>
                                    <p:animRot by="-240000">
                                      <p:cBhvr>
                                        <p:cTn id="79" dur="200" fill="hold">
                                          <p:stCondLst>
                                            <p:cond delay="200"/>
                                          </p:stCondLst>
                                        </p:cTn>
                                        <p:tgtEl>
                                          <p:spTgt spid="5"/>
                                        </p:tgtEl>
                                        <p:attrNameLst>
                                          <p:attrName>r</p:attrName>
                                        </p:attrNameLst>
                                      </p:cBhvr>
                                    </p:animRot>
                                    <p:animRot by="240000">
                                      <p:cBhvr>
                                        <p:cTn id="80" dur="200" fill="hold">
                                          <p:stCondLst>
                                            <p:cond delay="400"/>
                                          </p:stCondLst>
                                        </p:cTn>
                                        <p:tgtEl>
                                          <p:spTgt spid="5"/>
                                        </p:tgtEl>
                                        <p:attrNameLst>
                                          <p:attrName>r</p:attrName>
                                        </p:attrNameLst>
                                      </p:cBhvr>
                                    </p:animRot>
                                    <p:animRot by="-240000">
                                      <p:cBhvr>
                                        <p:cTn id="81" dur="200" fill="hold">
                                          <p:stCondLst>
                                            <p:cond delay="600"/>
                                          </p:stCondLst>
                                        </p:cTn>
                                        <p:tgtEl>
                                          <p:spTgt spid="5"/>
                                        </p:tgtEl>
                                        <p:attrNameLst>
                                          <p:attrName>r</p:attrName>
                                        </p:attrNameLst>
                                      </p:cBhvr>
                                    </p:animRot>
                                    <p:animRot by="120000">
                                      <p:cBhvr>
                                        <p:cTn id="82" dur="200" fill="hold">
                                          <p:stCondLst>
                                            <p:cond delay="800"/>
                                          </p:stCondLst>
                                        </p:cTn>
                                        <p:tgtEl>
                                          <p:spTgt spid="5"/>
                                        </p:tgtEl>
                                        <p:attrNameLst>
                                          <p:attrName>r</p:attrName>
                                        </p:attrNameLst>
                                      </p:cBhvr>
                                    </p:animRot>
                                  </p:childTnLst>
                                </p:cTn>
                              </p:par>
                              <p:par>
                                <p:cTn id="83" presetID="32" presetClass="emph" presetSubtype="0" fill="hold" nodeType="withEffect">
                                  <p:stCondLst>
                                    <p:cond delay="0"/>
                                  </p:stCondLst>
                                  <p:childTnLst>
                                    <p:animRot by="120000">
                                      <p:cBhvr>
                                        <p:cTn id="84" dur="100" fill="hold">
                                          <p:stCondLst>
                                            <p:cond delay="0"/>
                                          </p:stCondLst>
                                        </p:cTn>
                                        <p:tgtEl>
                                          <p:spTgt spid="6"/>
                                        </p:tgtEl>
                                        <p:attrNameLst>
                                          <p:attrName>r</p:attrName>
                                        </p:attrNameLst>
                                      </p:cBhvr>
                                    </p:animRot>
                                    <p:animRot by="-240000">
                                      <p:cBhvr>
                                        <p:cTn id="85" dur="200" fill="hold">
                                          <p:stCondLst>
                                            <p:cond delay="200"/>
                                          </p:stCondLst>
                                        </p:cTn>
                                        <p:tgtEl>
                                          <p:spTgt spid="6"/>
                                        </p:tgtEl>
                                        <p:attrNameLst>
                                          <p:attrName>r</p:attrName>
                                        </p:attrNameLst>
                                      </p:cBhvr>
                                    </p:animRot>
                                    <p:animRot by="240000">
                                      <p:cBhvr>
                                        <p:cTn id="86" dur="200" fill="hold">
                                          <p:stCondLst>
                                            <p:cond delay="400"/>
                                          </p:stCondLst>
                                        </p:cTn>
                                        <p:tgtEl>
                                          <p:spTgt spid="6"/>
                                        </p:tgtEl>
                                        <p:attrNameLst>
                                          <p:attrName>r</p:attrName>
                                        </p:attrNameLst>
                                      </p:cBhvr>
                                    </p:animRot>
                                    <p:animRot by="-240000">
                                      <p:cBhvr>
                                        <p:cTn id="87" dur="200" fill="hold">
                                          <p:stCondLst>
                                            <p:cond delay="600"/>
                                          </p:stCondLst>
                                        </p:cTn>
                                        <p:tgtEl>
                                          <p:spTgt spid="6"/>
                                        </p:tgtEl>
                                        <p:attrNameLst>
                                          <p:attrName>r</p:attrName>
                                        </p:attrNameLst>
                                      </p:cBhvr>
                                    </p:animRot>
                                    <p:animRot by="120000">
                                      <p:cBhvr>
                                        <p:cTn id="88" dur="200" fill="hold">
                                          <p:stCondLst>
                                            <p:cond delay="800"/>
                                          </p:stCondLst>
                                        </p:cTn>
                                        <p:tgtEl>
                                          <p:spTgt spid="6"/>
                                        </p:tgtEl>
                                        <p:attrNameLst>
                                          <p:attrName>r</p:attrName>
                                        </p:attrNameLst>
                                      </p:cBhvr>
                                    </p:animRot>
                                  </p:childTnLst>
                                </p:cTn>
                              </p:par>
                              <p:par>
                                <p:cTn id="89" presetID="32" presetClass="emph" presetSubtype="0" fill="hold" grpId="0" nodeType="withEffect">
                                  <p:stCondLst>
                                    <p:cond delay="0"/>
                                  </p:stCondLst>
                                  <p:childTnLst>
                                    <p:animRot by="120000">
                                      <p:cBhvr>
                                        <p:cTn id="90" dur="100" fill="hold">
                                          <p:stCondLst>
                                            <p:cond delay="0"/>
                                          </p:stCondLst>
                                        </p:cTn>
                                        <p:tgtEl>
                                          <p:spTgt spid="759">
                                            <p:txEl>
                                              <p:pRg st="0" end="0"/>
                                            </p:txEl>
                                          </p:spTgt>
                                        </p:tgtEl>
                                        <p:attrNameLst>
                                          <p:attrName>r</p:attrName>
                                        </p:attrNameLst>
                                      </p:cBhvr>
                                    </p:animRot>
                                    <p:animRot by="-240000">
                                      <p:cBhvr>
                                        <p:cTn id="91" dur="200" fill="hold">
                                          <p:stCondLst>
                                            <p:cond delay="200"/>
                                          </p:stCondLst>
                                        </p:cTn>
                                        <p:tgtEl>
                                          <p:spTgt spid="759">
                                            <p:txEl>
                                              <p:pRg st="0" end="0"/>
                                            </p:txEl>
                                          </p:spTgt>
                                        </p:tgtEl>
                                        <p:attrNameLst>
                                          <p:attrName>r</p:attrName>
                                        </p:attrNameLst>
                                      </p:cBhvr>
                                    </p:animRot>
                                    <p:animRot by="240000">
                                      <p:cBhvr>
                                        <p:cTn id="92" dur="200" fill="hold">
                                          <p:stCondLst>
                                            <p:cond delay="400"/>
                                          </p:stCondLst>
                                        </p:cTn>
                                        <p:tgtEl>
                                          <p:spTgt spid="759">
                                            <p:txEl>
                                              <p:pRg st="0" end="0"/>
                                            </p:txEl>
                                          </p:spTgt>
                                        </p:tgtEl>
                                        <p:attrNameLst>
                                          <p:attrName>r</p:attrName>
                                        </p:attrNameLst>
                                      </p:cBhvr>
                                    </p:animRot>
                                    <p:animRot by="-240000">
                                      <p:cBhvr>
                                        <p:cTn id="93" dur="200" fill="hold">
                                          <p:stCondLst>
                                            <p:cond delay="600"/>
                                          </p:stCondLst>
                                        </p:cTn>
                                        <p:tgtEl>
                                          <p:spTgt spid="759">
                                            <p:txEl>
                                              <p:pRg st="0" end="0"/>
                                            </p:txEl>
                                          </p:spTgt>
                                        </p:tgtEl>
                                        <p:attrNameLst>
                                          <p:attrName>r</p:attrName>
                                        </p:attrNameLst>
                                      </p:cBhvr>
                                    </p:animRot>
                                    <p:animRot by="120000">
                                      <p:cBhvr>
                                        <p:cTn id="94" dur="200" fill="hold">
                                          <p:stCondLst>
                                            <p:cond delay="800"/>
                                          </p:stCondLst>
                                        </p:cTn>
                                        <p:tgtEl>
                                          <p:spTgt spid="759">
                                            <p:txEl>
                                              <p:pRg st="0" end="0"/>
                                            </p:txEl>
                                          </p:spTgt>
                                        </p:tgtEl>
                                        <p:attrNameLst>
                                          <p:attrName>r</p:attrName>
                                        </p:attrNameLst>
                                      </p:cBhvr>
                                    </p:animRot>
                                  </p:childTnLst>
                                </p:cTn>
                              </p:par>
                              <p:par>
                                <p:cTn id="95" presetID="32" presetClass="emph" presetSubtype="0" fill="hold" grpId="0" nodeType="withEffect">
                                  <p:stCondLst>
                                    <p:cond delay="0"/>
                                  </p:stCondLst>
                                  <p:childTnLst>
                                    <p:animRot by="120000">
                                      <p:cBhvr>
                                        <p:cTn id="96" dur="100" fill="hold">
                                          <p:stCondLst>
                                            <p:cond delay="0"/>
                                          </p:stCondLst>
                                        </p:cTn>
                                        <p:tgtEl>
                                          <p:spTgt spid="749"/>
                                        </p:tgtEl>
                                        <p:attrNameLst>
                                          <p:attrName>r</p:attrName>
                                        </p:attrNameLst>
                                      </p:cBhvr>
                                    </p:animRot>
                                    <p:animRot by="-240000">
                                      <p:cBhvr>
                                        <p:cTn id="97" dur="200" fill="hold">
                                          <p:stCondLst>
                                            <p:cond delay="200"/>
                                          </p:stCondLst>
                                        </p:cTn>
                                        <p:tgtEl>
                                          <p:spTgt spid="749"/>
                                        </p:tgtEl>
                                        <p:attrNameLst>
                                          <p:attrName>r</p:attrName>
                                        </p:attrNameLst>
                                      </p:cBhvr>
                                    </p:animRot>
                                    <p:animRot by="240000">
                                      <p:cBhvr>
                                        <p:cTn id="98" dur="200" fill="hold">
                                          <p:stCondLst>
                                            <p:cond delay="400"/>
                                          </p:stCondLst>
                                        </p:cTn>
                                        <p:tgtEl>
                                          <p:spTgt spid="749"/>
                                        </p:tgtEl>
                                        <p:attrNameLst>
                                          <p:attrName>r</p:attrName>
                                        </p:attrNameLst>
                                      </p:cBhvr>
                                    </p:animRot>
                                    <p:animRot by="-240000">
                                      <p:cBhvr>
                                        <p:cTn id="99" dur="200" fill="hold">
                                          <p:stCondLst>
                                            <p:cond delay="600"/>
                                          </p:stCondLst>
                                        </p:cTn>
                                        <p:tgtEl>
                                          <p:spTgt spid="749"/>
                                        </p:tgtEl>
                                        <p:attrNameLst>
                                          <p:attrName>r</p:attrName>
                                        </p:attrNameLst>
                                      </p:cBhvr>
                                    </p:animRot>
                                    <p:animRot by="120000">
                                      <p:cBhvr>
                                        <p:cTn id="100" dur="200" fill="hold">
                                          <p:stCondLst>
                                            <p:cond delay="800"/>
                                          </p:stCondLst>
                                        </p:cTn>
                                        <p:tgtEl>
                                          <p:spTgt spid="749"/>
                                        </p:tgtEl>
                                        <p:attrNameLst>
                                          <p:attrName>r</p:attrName>
                                        </p:attrNameLst>
                                      </p:cBhvr>
                                    </p:animRot>
                                  </p:childTnLst>
                                </p:cTn>
                              </p:par>
                              <p:par>
                                <p:cTn id="101" presetID="32" presetClass="emph" presetSubtype="0" fill="hold" grpId="0" nodeType="withEffect">
                                  <p:stCondLst>
                                    <p:cond delay="0"/>
                                  </p:stCondLst>
                                  <p:childTnLst>
                                    <p:animRot by="120000">
                                      <p:cBhvr>
                                        <p:cTn id="102" dur="100" fill="hold">
                                          <p:stCondLst>
                                            <p:cond delay="0"/>
                                          </p:stCondLst>
                                        </p:cTn>
                                        <p:tgtEl>
                                          <p:spTgt spid="9"/>
                                        </p:tgtEl>
                                        <p:attrNameLst>
                                          <p:attrName>r</p:attrName>
                                        </p:attrNameLst>
                                      </p:cBhvr>
                                    </p:animRot>
                                    <p:animRot by="-240000">
                                      <p:cBhvr>
                                        <p:cTn id="103" dur="200" fill="hold">
                                          <p:stCondLst>
                                            <p:cond delay="200"/>
                                          </p:stCondLst>
                                        </p:cTn>
                                        <p:tgtEl>
                                          <p:spTgt spid="9"/>
                                        </p:tgtEl>
                                        <p:attrNameLst>
                                          <p:attrName>r</p:attrName>
                                        </p:attrNameLst>
                                      </p:cBhvr>
                                    </p:animRot>
                                    <p:animRot by="240000">
                                      <p:cBhvr>
                                        <p:cTn id="104" dur="200" fill="hold">
                                          <p:stCondLst>
                                            <p:cond delay="400"/>
                                          </p:stCondLst>
                                        </p:cTn>
                                        <p:tgtEl>
                                          <p:spTgt spid="9"/>
                                        </p:tgtEl>
                                        <p:attrNameLst>
                                          <p:attrName>r</p:attrName>
                                        </p:attrNameLst>
                                      </p:cBhvr>
                                    </p:animRot>
                                    <p:animRot by="-240000">
                                      <p:cBhvr>
                                        <p:cTn id="105" dur="200" fill="hold">
                                          <p:stCondLst>
                                            <p:cond delay="600"/>
                                          </p:stCondLst>
                                        </p:cTn>
                                        <p:tgtEl>
                                          <p:spTgt spid="9"/>
                                        </p:tgtEl>
                                        <p:attrNameLst>
                                          <p:attrName>r</p:attrName>
                                        </p:attrNameLst>
                                      </p:cBhvr>
                                    </p:animRot>
                                    <p:animRot by="120000">
                                      <p:cBhvr>
                                        <p:cTn id="106" dur="200" fill="hold">
                                          <p:stCondLst>
                                            <p:cond delay="800"/>
                                          </p:stCondLst>
                                        </p:cTn>
                                        <p:tgtEl>
                                          <p:spTgt spid="9"/>
                                        </p:tgtEl>
                                        <p:attrNameLst>
                                          <p:attrName>r</p:attrName>
                                        </p:attrNameLst>
                                      </p:cBhvr>
                                    </p:animRot>
                                  </p:childTnLst>
                                </p:cTn>
                              </p:par>
                              <p:par>
                                <p:cTn id="107" presetID="32" presetClass="emph" presetSubtype="0" fill="hold" grpId="0" nodeType="withEffect">
                                  <p:stCondLst>
                                    <p:cond delay="0"/>
                                  </p:stCondLst>
                                  <p:childTnLst>
                                    <p:animRot by="120000">
                                      <p:cBhvr>
                                        <p:cTn id="108" dur="100" fill="hold">
                                          <p:stCondLst>
                                            <p:cond delay="0"/>
                                          </p:stCondLst>
                                        </p:cTn>
                                        <p:tgtEl>
                                          <p:spTgt spid="11"/>
                                        </p:tgtEl>
                                        <p:attrNameLst>
                                          <p:attrName>r</p:attrName>
                                        </p:attrNameLst>
                                      </p:cBhvr>
                                    </p:animRot>
                                    <p:animRot by="-240000">
                                      <p:cBhvr>
                                        <p:cTn id="109" dur="200" fill="hold">
                                          <p:stCondLst>
                                            <p:cond delay="200"/>
                                          </p:stCondLst>
                                        </p:cTn>
                                        <p:tgtEl>
                                          <p:spTgt spid="11"/>
                                        </p:tgtEl>
                                        <p:attrNameLst>
                                          <p:attrName>r</p:attrName>
                                        </p:attrNameLst>
                                      </p:cBhvr>
                                    </p:animRot>
                                    <p:animRot by="240000">
                                      <p:cBhvr>
                                        <p:cTn id="110" dur="200" fill="hold">
                                          <p:stCondLst>
                                            <p:cond delay="400"/>
                                          </p:stCondLst>
                                        </p:cTn>
                                        <p:tgtEl>
                                          <p:spTgt spid="11"/>
                                        </p:tgtEl>
                                        <p:attrNameLst>
                                          <p:attrName>r</p:attrName>
                                        </p:attrNameLst>
                                      </p:cBhvr>
                                    </p:animRot>
                                    <p:animRot by="-240000">
                                      <p:cBhvr>
                                        <p:cTn id="111" dur="200" fill="hold">
                                          <p:stCondLst>
                                            <p:cond delay="600"/>
                                          </p:stCondLst>
                                        </p:cTn>
                                        <p:tgtEl>
                                          <p:spTgt spid="11"/>
                                        </p:tgtEl>
                                        <p:attrNameLst>
                                          <p:attrName>r</p:attrName>
                                        </p:attrNameLst>
                                      </p:cBhvr>
                                    </p:animRot>
                                    <p:animRot by="120000">
                                      <p:cBhvr>
                                        <p:cTn id="112" dur="200" fill="hold">
                                          <p:stCondLst>
                                            <p:cond delay="800"/>
                                          </p:stCondLst>
                                        </p:cTn>
                                        <p:tgtEl>
                                          <p:spTgt spid="11"/>
                                        </p:tgtEl>
                                        <p:attrNameLst>
                                          <p:attrName>r</p:attrName>
                                        </p:attrNameLst>
                                      </p:cBhvr>
                                    </p:animRot>
                                  </p:childTnLst>
                                </p:cTn>
                              </p:par>
                              <p:par>
                                <p:cTn id="113" presetID="32" presetClass="emph" presetSubtype="0" fill="hold" grpId="0" nodeType="withEffect">
                                  <p:stCondLst>
                                    <p:cond delay="0"/>
                                  </p:stCondLst>
                                  <p:childTnLst>
                                    <p:animRot by="120000">
                                      <p:cBhvr>
                                        <p:cTn id="114" dur="100" fill="hold">
                                          <p:stCondLst>
                                            <p:cond delay="0"/>
                                          </p:stCondLst>
                                        </p:cTn>
                                        <p:tgtEl>
                                          <p:spTgt spid="13"/>
                                        </p:tgtEl>
                                        <p:attrNameLst>
                                          <p:attrName>r</p:attrName>
                                        </p:attrNameLst>
                                      </p:cBhvr>
                                    </p:animRot>
                                    <p:animRot by="-240000">
                                      <p:cBhvr>
                                        <p:cTn id="115" dur="200" fill="hold">
                                          <p:stCondLst>
                                            <p:cond delay="200"/>
                                          </p:stCondLst>
                                        </p:cTn>
                                        <p:tgtEl>
                                          <p:spTgt spid="13"/>
                                        </p:tgtEl>
                                        <p:attrNameLst>
                                          <p:attrName>r</p:attrName>
                                        </p:attrNameLst>
                                      </p:cBhvr>
                                    </p:animRot>
                                    <p:animRot by="240000">
                                      <p:cBhvr>
                                        <p:cTn id="116" dur="200" fill="hold">
                                          <p:stCondLst>
                                            <p:cond delay="400"/>
                                          </p:stCondLst>
                                        </p:cTn>
                                        <p:tgtEl>
                                          <p:spTgt spid="13"/>
                                        </p:tgtEl>
                                        <p:attrNameLst>
                                          <p:attrName>r</p:attrName>
                                        </p:attrNameLst>
                                      </p:cBhvr>
                                    </p:animRot>
                                    <p:animRot by="-240000">
                                      <p:cBhvr>
                                        <p:cTn id="117" dur="200" fill="hold">
                                          <p:stCondLst>
                                            <p:cond delay="600"/>
                                          </p:stCondLst>
                                        </p:cTn>
                                        <p:tgtEl>
                                          <p:spTgt spid="13"/>
                                        </p:tgtEl>
                                        <p:attrNameLst>
                                          <p:attrName>r</p:attrName>
                                        </p:attrNameLst>
                                      </p:cBhvr>
                                    </p:animRot>
                                    <p:animRot by="120000">
                                      <p:cBhvr>
                                        <p:cTn id="118" dur="200" fill="hold">
                                          <p:stCondLst>
                                            <p:cond delay="800"/>
                                          </p:stCondLst>
                                        </p:cTn>
                                        <p:tgtEl>
                                          <p:spTgt spid="1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9" grpId="0"/>
      <p:bldP spid="750" grpId="0" build="p"/>
      <p:bldP spid="751" grpId="0" build="p"/>
      <p:bldP spid="752" grpId="0" build="p"/>
      <p:bldP spid="753" grpId="0" build="p"/>
      <p:bldP spid="754" grpId="0"/>
      <p:bldP spid="755" grpId="0"/>
      <p:bldP spid="756" grpId="0"/>
      <p:bldP spid="759" grpId="0" build="p"/>
      <p:bldP spid="760" grpId="0" build="p"/>
      <p:bldP spid="761" grpId="0" build="p"/>
      <p:bldP spid="2" grpId="0"/>
      <p:bldP spid="3" grpId="0"/>
      <p:bldP spid="4" grpId="0"/>
      <p:bldP spid="5" grpId="0"/>
      <p:bldP spid="9" grpId="0"/>
      <p:bldP spid="11" grpId="0"/>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p41"/>
          <p:cNvSpPr txBox="1">
            <a:spLocks noGrp="1"/>
          </p:cNvSpPr>
          <p:nvPr>
            <p:ph type="title"/>
          </p:nvPr>
        </p:nvSpPr>
        <p:spPr>
          <a:xfrm>
            <a:off x="713225" y="2254513"/>
            <a:ext cx="44445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Introduction</a:t>
            </a:r>
          </a:p>
        </p:txBody>
      </p:sp>
      <p:sp>
        <p:nvSpPr>
          <p:cNvPr id="911" name="Google Shape;911;p41"/>
          <p:cNvSpPr txBox="1">
            <a:spLocks noGrp="1"/>
          </p:cNvSpPr>
          <p:nvPr>
            <p:ph type="subTitle" idx="1"/>
          </p:nvPr>
        </p:nvSpPr>
        <p:spPr>
          <a:xfrm>
            <a:off x="700459" y="2900435"/>
            <a:ext cx="44445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000" dirty="0"/>
              <a:t>To Trees</a:t>
            </a:r>
          </a:p>
        </p:txBody>
      </p:sp>
      <p:sp>
        <p:nvSpPr>
          <p:cNvPr id="912" name="Google Shape;912;p41"/>
          <p:cNvSpPr/>
          <p:nvPr/>
        </p:nvSpPr>
        <p:spPr>
          <a:xfrm>
            <a:off x="5294150" y="101292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3" name="Google Shape;913;p41"/>
          <p:cNvGrpSpPr/>
          <p:nvPr/>
        </p:nvGrpSpPr>
        <p:grpSpPr>
          <a:xfrm>
            <a:off x="4091402" y="4414375"/>
            <a:ext cx="367931" cy="258297"/>
            <a:chOff x="4992850" y="4345375"/>
            <a:chExt cx="619413" cy="638400"/>
          </a:xfrm>
        </p:grpSpPr>
        <p:sp>
          <p:nvSpPr>
            <p:cNvPr id="914" name="Google Shape;914;p41"/>
            <p:cNvSpPr/>
            <p:nvPr/>
          </p:nvSpPr>
          <p:spPr>
            <a:xfrm>
              <a:off x="4992850" y="4345375"/>
              <a:ext cx="225900" cy="638400"/>
            </a:xfrm>
            <a:prstGeom prst="leftBrace">
              <a:avLst>
                <a:gd name="adj1" fmla="val 2174"/>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1"/>
            <p:cNvSpPr/>
            <p:nvPr/>
          </p:nvSpPr>
          <p:spPr>
            <a:xfrm rot="10800000">
              <a:off x="5386363" y="4345375"/>
              <a:ext cx="225900" cy="638400"/>
            </a:xfrm>
            <a:prstGeom prst="leftBrace">
              <a:avLst>
                <a:gd name="adj1" fmla="val 2174"/>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6" name="Google Shape;916;p41"/>
          <p:cNvSpPr/>
          <p:nvPr/>
        </p:nvSpPr>
        <p:spPr>
          <a:xfrm>
            <a:off x="6956400" y="414450"/>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7" name="Google Shape;917;p41"/>
          <p:cNvGrpSpPr/>
          <p:nvPr/>
        </p:nvGrpSpPr>
        <p:grpSpPr>
          <a:xfrm>
            <a:off x="5293908" y="1087072"/>
            <a:ext cx="3381870" cy="3516739"/>
            <a:chOff x="5222815" y="1012953"/>
            <a:chExt cx="3453354" cy="3591074"/>
          </a:xfrm>
        </p:grpSpPr>
        <p:sp>
          <p:nvSpPr>
            <p:cNvPr id="918" name="Google Shape;918;p41"/>
            <p:cNvSpPr/>
            <p:nvPr/>
          </p:nvSpPr>
          <p:spPr>
            <a:xfrm>
              <a:off x="5222815" y="1012953"/>
              <a:ext cx="3453354" cy="3346964"/>
            </a:xfrm>
            <a:custGeom>
              <a:avLst/>
              <a:gdLst/>
              <a:ahLst/>
              <a:cxnLst/>
              <a:rect l="l" t="t" r="r" b="b"/>
              <a:pathLst>
                <a:path w="34694" h="33626" extrusionOk="0">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9" name="Google Shape;919;p41"/>
            <p:cNvGrpSpPr/>
            <p:nvPr/>
          </p:nvGrpSpPr>
          <p:grpSpPr>
            <a:xfrm>
              <a:off x="6352264" y="1624259"/>
              <a:ext cx="378942" cy="384502"/>
              <a:chOff x="5033016" y="2415353"/>
              <a:chExt cx="132303" cy="134249"/>
            </a:xfrm>
          </p:grpSpPr>
          <p:sp>
            <p:nvSpPr>
              <p:cNvPr id="920" name="Google Shape;920;p41"/>
              <p:cNvSpPr/>
              <p:nvPr/>
            </p:nvSpPr>
            <p:spPr>
              <a:xfrm>
                <a:off x="5033016" y="2415353"/>
                <a:ext cx="132303" cy="134249"/>
              </a:xfrm>
              <a:custGeom>
                <a:avLst/>
                <a:gdLst/>
                <a:ahLst/>
                <a:cxnLst/>
                <a:rect l="l" t="t" r="r" b="b"/>
                <a:pathLst>
                  <a:path w="3807" h="3863" extrusionOk="0">
                    <a:moveTo>
                      <a:pt x="1925" y="963"/>
                    </a:moveTo>
                    <a:cubicBezTo>
                      <a:pt x="2394" y="963"/>
                      <a:pt x="2807" y="1326"/>
                      <a:pt x="2858" y="1804"/>
                    </a:cubicBezTo>
                    <a:cubicBezTo>
                      <a:pt x="2922" y="2335"/>
                      <a:pt x="2568" y="2830"/>
                      <a:pt x="2038" y="2922"/>
                    </a:cubicBezTo>
                    <a:cubicBezTo>
                      <a:pt x="2003" y="2926"/>
                      <a:pt x="1968" y="2927"/>
                      <a:pt x="1933" y="2927"/>
                    </a:cubicBezTo>
                    <a:cubicBezTo>
                      <a:pt x="1446" y="2927"/>
                      <a:pt x="1027" y="2562"/>
                      <a:pt x="948" y="2066"/>
                    </a:cubicBezTo>
                    <a:cubicBezTo>
                      <a:pt x="884" y="1535"/>
                      <a:pt x="1238" y="1033"/>
                      <a:pt x="1769" y="976"/>
                    </a:cubicBezTo>
                    <a:cubicBezTo>
                      <a:pt x="1821" y="967"/>
                      <a:pt x="1874" y="963"/>
                      <a:pt x="1925" y="963"/>
                    </a:cubicBezTo>
                    <a:close/>
                    <a:moveTo>
                      <a:pt x="1974" y="0"/>
                    </a:moveTo>
                    <a:lnTo>
                      <a:pt x="1974" y="36"/>
                    </a:lnTo>
                    <a:cubicBezTo>
                      <a:pt x="2009" y="212"/>
                      <a:pt x="1889" y="389"/>
                      <a:pt x="1712" y="389"/>
                    </a:cubicBezTo>
                    <a:cubicBezTo>
                      <a:pt x="1695" y="392"/>
                      <a:pt x="1678" y="393"/>
                      <a:pt x="1661" y="393"/>
                    </a:cubicBezTo>
                    <a:cubicBezTo>
                      <a:pt x="1507" y="393"/>
                      <a:pt x="1384" y="280"/>
                      <a:pt x="1358" y="120"/>
                    </a:cubicBezTo>
                    <a:lnTo>
                      <a:pt x="1358" y="92"/>
                    </a:lnTo>
                    <a:cubicBezTo>
                      <a:pt x="1238" y="120"/>
                      <a:pt x="1125" y="177"/>
                      <a:pt x="1005" y="241"/>
                    </a:cubicBezTo>
                    <a:cubicBezTo>
                      <a:pt x="1033" y="241"/>
                      <a:pt x="1033" y="241"/>
                      <a:pt x="1033" y="269"/>
                    </a:cubicBezTo>
                    <a:cubicBezTo>
                      <a:pt x="1153" y="389"/>
                      <a:pt x="1125" y="594"/>
                      <a:pt x="976" y="708"/>
                    </a:cubicBezTo>
                    <a:cubicBezTo>
                      <a:pt x="923" y="748"/>
                      <a:pt x="854" y="771"/>
                      <a:pt x="783" y="771"/>
                    </a:cubicBezTo>
                    <a:cubicBezTo>
                      <a:pt x="692" y="771"/>
                      <a:pt x="598" y="734"/>
                      <a:pt x="531" y="651"/>
                    </a:cubicBezTo>
                    <a:lnTo>
                      <a:pt x="531" y="623"/>
                    </a:lnTo>
                    <a:cubicBezTo>
                      <a:pt x="446" y="708"/>
                      <a:pt x="354" y="800"/>
                      <a:pt x="297" y="920"/>
                    </a:cubicBezTo>
                    <a:lnTo>
                      <a:pt x="326" y="920"/>
                    </a:lnTo>
                    <a:cubicBezTo>
                      <a:pt x="502" y="976"/>
                      <a:pt x="559" y="1182"/>
                      <a:pt x="502" y="1330"/>
                    </a:cubicBezTo>
                    <a:cubicBezTo>
                      <a:pt x="460" y="1463"/>
                      <a:pt x="349" y="1528"/>
                      <a:pt x="222" y="1528"/>
                    </a:cubicBezTo>
                    <a:cubicBezTo>
                      <a:pt x="180" y="1528"/>
                      <a:pt x="136" y="1521"/>
                      <a:pt x="92" y="1507"/>
                    </a:cubicBezTo>
                    <a:lnTo>
                      <a:pt x="64" y="1507"/>
                    </a:lnTo>
                    <a:cubicBezTo>
                      <a:pt x="28" y="1627"/>
                      <a:pt x="0" y="1741"/>
                      <a:pt x="0" y="1861"/>
                    </a:cubicBezTo>
                    <a:lnTo>
                      <a:pt x="64" y="1861"/>
                    </a:lnTo>
                    <a:cubicBezTo>
                      <a:pt x="78" y="1858"/>
                      <a:pt x="93" y="1856"/>
                      <a:pt x="108" y="1856"/>
                    </a:cubicBezTo>
                    <a:cubicBezTo>
                      <a:pt x="240" y="1856"/>
                      <a:pt x="382" y="1964"/>
                      <a:pt x="382" y="2123"/>
                    </a:cubicBezTo>
                    <a:cubicBezTo>
                      <a:pt x="417" y="2299"/>
                      <a:pt x="297" y="2476"/>
                      <a:pt x="120" y="2476"/>
                    </a:cubicBezTo>
                    <a:lnTo>
                      <a:pt x="92" y="2476"/>
                    </a:lnTo>
                    <a:cubicBezTo>
                      <a:pt x="120" y="2625"/>
                      <a:pt x="177" y="2745"/>
                      <a:pt x="241" y="2830"/>
                    </a:cubicBezTo>
                    <a:lnTo>
                      <a:pt x="269" y="2802"/>
                    </a:lnTo>
                    <a:cubicBezTo>
                      <a:pt x="318" y="2765"/>
                      <a:pt x="385" y="2744"/>
                      <a:pt x="454" y="2744"/>
                    </a:cubicBezTo>
                    <a:cubicBezTo>
                      <a:pt x="546" y="2744"/>
                      <a:pt x="643" y="2781"/>
                      <a:pt x="708" y="2865"/>
                    </a:cubicBezTo>
                    <a:cubicBezTo>
                      <a:pt x="800" y="3007"/>
                      <a:pt x="771" y="3219"/>
                      <a:pt x="651" y="3304"/>
                    </a:cubicBezTo>
                    <a:cubicBezTo>
                      <a:pt x="623" y="3332"/>
                      <a:pt x="623" y="3332"/>
                      <a:pt x="594" y="3332"/>
                    </a:cubicBezTo>
                    <a:cubicBezTo>
                      <a:pt x="708" y="3424"/>
                      <a:pt x="800" y="3509"/>
                      <a:pt x="913" y="3573"/>
                    </a:cubicBezTo>
                    <a:lnTo>
                      <a:pt x="913" y="3537"/>
                    </a:lnTo>
                    <a:cubicBezTo>
                      <a:pt x="959" y="3408"/>
                      <a:pt x="1067" y="3327"/>
                      <a:pt x="1191" y="3327"/>
                    </a:cubicBezTo>
                    <a:cubicBezTo>
                      <a:pt x="1236" y="3327"/>
                      <a:pt x="1283" y="3338"/>
                      <a:pt x="1330" y="3361"/>
                    </a:cubicBezTo>
                    <a:cubicBezTo>
                      <a:pt x="1479" y="3424"/>
                      <a:pt x="1564" y="3601"/>
                      <a:pt x="1507" y="3778"/>
                    </a:cubicBezTo>
                    <a:lnTo>
                      <a:pt x="1479" y="3806"/>
                    </a:lnTo>
                    <a:cubicBezTo>
                      <a:pt x="1592" y="3835"/>
                      <a:pt x="1712" y="3863"/>
                      <a:pt x="1861" y="3863"/>
                    </a:cubicBezTo>
                    <a:cubicBezTo>
                      <a:pt x="1861" y="3835"/>
                      <a:pt x="1832" y="3835"/>
                      <a:pt x="1832" y="3806"/>
                    </a:cubicBezTo>
                    <a:cubicBezTo>
                      <a:pt x="1797" y="3629"/>
                      <a:pt x="1946" y="3481"/>
                      <a:pt x="2094" y="3453"/>
                    </a:cubicBezTo>
                    <a:cubicBezTo>
                      <a:pt x="2112" y="3450"/>
                      <a:pt x="2131" y="3448"/>
                      <a:pt x="2149" y="3448"/>
                    </a:cubicBezTo>
                    <a:cubicBezTo>
                      <a:pt x="2305" y="3448"/>
                      <a:pt x="2448" y="3556"/>
                      <a:pt x="2448" y="3714"/>
                    </a:cubicBezTo>
                    <a:lnTo>
                      <a:pt x="2448" y="3778"/>
                    </a:lnTo>
                    <a:cubicBezTo>
                      <a:pt x="2596" y="3750"/>
                      <a:pt x="2717" y="3686"/>
                      <a:pt x="2802" y="3629"/>
                    </a:cubicBezTo>
                    <a:lnTo>
                      <a:pt x="2773" y="3601"/>
                    </a:lnTo>
                    <a:cubicBezTo>
                      <a:pt x="2681" y="3453"/>
                      <a:pt x="2681" y="3247"/>
                      <a:pt x="2830" y="3155"/>
                    </a:cubicBezTo>
                    <a:cubicBezTo>
                      <a:pt x="2891" y="3109"/>
                      <a:pt x="2957" y="3086"/>
                      <a:pt x="3022" y="3086"/>
                    </a:cubicBezTo>
                    <a:cubicBezTo>
                      <a:pt x="3115" y="3086"/>
                      <a:pt x="3205" y="3132"/>
                      <a:pt x="3276" y="3219"/>
                    </a:cubicBezTo>
                    <a:lnTo>
                      <a:pt x="3304" y="3247"/>
                    </a:lnTo>
                    <a:cubicBezTo>
                      <a:pt x="3389" y="3155"/>
                      <a:pt x="3452" y="3042"/>
                      <a:pt x="3537" y="2950"/>
                    </a:cubicBezTo>
                    <a:cubicBezTo>
                      <a:pt x="3509" y="2950"/>
                      <a:pt x="3509" y="2950"/>
                      <a:pt x="3481" y="2922"/>
                    </a:cubicBezTo>
                    <a:cubicBezTo>
                      <a:pt x="3332" y="2865"/>
                      <a:pt x="3247" y="2688"/>
                      <a:pt x="3304" y="2512"/>
                    </a:cubicBezTo>
                    <a:cubicBezTo>
                      <a:pt x="3348" y="2396"/>
                      <a:pt x="3483" y="2314"/>
                      <a:pt x="3610" y="2314"/>
                    </a:cubicBezTo>
                    <a:cubicBezTo>
                      <a:pt x="3646" y="2314"/>
                      <a:pt x="3681" y="2321"/>
                      <a:pt x="3714" y="2335"/>
                    </a:cubicBezTo>
                    <a:lnTo>
                      <a:pt x="3742" y="2363"/>
                    </a:lnTo>
                    <a:cubicBezTo>
                      <a:pt x="3778" y="2243"/>
                      <a:pt x="3806" y="2123"/>
                      <a:pt x="3806" y="1981"/>
                    </a:cubicBezTo>
                    <a:lnTo>
                      <a:pt x="3806" y="1981"/>
                    </a:lnTo>
                    <a:lnTo>
                      <a:pt x="3778" y="2009"/>
                    </a:lnTo>
                    <a:cubicBezTo>
                      <a:pt x="3601" y="2009"/>
                      <a:pt x="3424" y="1889"/>
                      <a:pt x="3424" y="1712"/>
                    </a:cubicBezTo>
                    <a:cubicBezTo>
                      <a:pt x="3389" y="1535"/>
                      <a:pt x="3509" y="1387"/>
                      <a:pt x="3686" y="1359"/>
                    </a:cubicBezTo>
                    <a:lnTo>
                      <a:pt x="3714" y="1359"/>
                    </a:lnTo>
                    <a:cubicBezTo>
                      <a:pt x="3686" y="1238"/>
                      <a:pt x="3629" y="1125"/>
                      <a:pt x="3566" y="1005"/>
                    </a:cubicBezTo>
                    <a:cubicBezTo>
                      <a:pt x="3566" y="1033"/>
                      <a:pt x="3566" y="1033"/>
                      <a:pt x="3537" y="1033"/>
                    </a:cubicBezTo>
                    <a:cubicBezTo>
                      <a:pt x="3490" y="1084"/>
                      <a:pt x="3424" y="1108"/>
                      <a:pt x="3356" y="1108"/>
                    </a:cubicBezTo>
                    <a:cubicBezTo>
                      <a:pt x="3263" y="1108"/>
                      <a:pt x="3164" y="1062"/>
                      <a:pt x="3099" y="976"/>
                    </a:cubicBezTo>
                    <a:cubicBezTo>
                      <a:pt x="3007" y="856"/>
                      <a:pt x="3035" y="651"/>
                      <a:pt x="3155" y="531"/>
                    </a:cubicBezTo>
                    <a:lnTo>
                      <a:pt x="3184" y="531"/>
                    </a:lnTo>
                    <a:cubicBezTo>
                      <a:pt x="3099" y="446"/>
                      <a:pt x="3007" y="354"/>
                      <a:pt x="2894" y="297"/>
                    </a:cubicBezTo>
                    <a:lnTo>
                      <a:pt x="2894" y="326"/>
                    </a:lnTo>
                    <a:cubicBezTo>
                      <a:pt x="2844" y="442"/>
                      <a:pt x="2725" y="523"/>
                      <a:pt x="2592" y="523"/>
                    </a:cubicBezTo>
                    <a:cubicBezTo>
                      <a:pt x="2554" y="523"/>
                      <a:pt x="2515" y="517"/>
                      <a:pt x="2476" y="503"/>
                    </a:cubicBezTo>
                    <a:cubicBezTo>
                      <a:pt x="2328" y="446"/>
                      <a:pt x="2243" y="241"/>
                      <a:pt x="2299" y="92"/>
                    </a:cubicBezTo>
                    <a:lnTo>
                      <a:pt x="2328" y="64"/>
                    </a:lnTo>
                    <a:cubicBezTo>
                      <a:pt x="2214" y="36"/>
                      <a:pt x="2094" y="0"/>
                      <a:pt x="19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1"/>
              <p:cNvSpPr/>
              <p:nvPr/>
            </p:nvSpPr>
            <p:spPr>
              <a:xfrm>
                <a:off x="5056613" y="2442148"/>
                <a:ext cx="85074" cy="80904"/>
              </a:xfrm>
              <a:custGeom>
                <a:avLst/>
                <a:gdLst/>
                <a:ahLst/>
                <a:cxnLst/>
                <a:rect l="l" t="t" r="r" b="b"/>
                <a:pathLst>
                  <a:path w="2448" h="2328" extrusionOk="0">
                    <a:moveTo>
                      <a:pt x="1238" y="57"/>
                    </a:moveTo>
                    <a:cubicBezTo>
                      <a:pt x="1769" y="57"/>
                      <a:pt x="2243" y="467"/>
                      <a:pt x="2299" y="998"/>
                    </a:cubicBezTo>
                    <a:cubicBezTo>
                      <a:pt x="2391" y="1620"/>
                      <a:pt x="1974" y="2179"/>
                      <a:pt x="1387" y="2271"/>
                    </a:cubicBezTo>
                    <a:lnTo>
                      <a:pt x="1238" y="2271"/>
                    </a:lnTo>
                    <a:cubicBezTo>
                      <a:pt x="679" y="2271"/>
                      <a:pt x="205" y="1854"/>
                      <a:pt x="149" y="1323"/>
                    </a:cubicBezTo>
                    <a:cubicBezTo>
                      <a:pt x="57" y="708"/>
                      <a:pt x="474" y="149"/>
                      <a:pt x="1090" y="57"/>
                    </a:cubicBezTo>
                    <a:close/>
                    <a:moveTo>
                      <a:pt x="1061" y="0"/>
                    </a:moveTo>
                    <a:cubicBezTo>
                      <a:pt x="446" y="85"/>
                      <a:pt x="0" y="679"/>
                      <a:pt x="92" y="1323"/>
                    </a:cubicBezTo>
                    <a:cubicBezTo>
                      <a:pt x="177" y="1882"/>
                      <a:pt x="651" y="2328"/>
                      <a:pt x="1238" y="2328"/>
                    </a:cubicBezTo>
                    <a:lnTo>
                      <a:pt x="1387" y="2328"/>
                    </a:lnTo>
                    <a:cubicBezTo>
                      <a:pt x="2002" y="2236"/>
                      <a:pt x="2448" y="1649"/>
                      <a:pt x="2356" y="998"/>
                    </a:cubicBezTo>
                    <a:cubicBezTo>
                      <a:pt x="2299" y="439"/>
                      <a:pt x="1797" y="0"/>
                      <a:pt x="1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2" name="Google Shape;922;p41"/>
            <p:cNvGrpSpPr/>
            <p:nvPr/>
          </p:nvGrpSpPr>
          <p:grpSpPr>
            <a:xfrm>
              <a:off x="8150729" y="2571746"/>
              <a:ext cx="461359" cy="469107"/>
              <a:chOff x="5894466" y="2926705"/>
              <a:chExt cx="161078" cy="163789"/>
            </a:xfrm>
          </p:grpSpPr>
          <p:sp>
            <p:nvSpPr>
              <p:cNvPr id="923" name="Google Shape;923;p41"/>
              <p:cNvSpPr/>
              <p:nvPr/>
            </p:nvSpPr>
            <p:spPr>
              <a:xfrm>
                <a:off x="5894466" y="2926705"/>
                <a:ext cx="161078" cy="163789"/>
              </a:xfrm>
              <a:custGeom>
                <a:avLst/>
                <a:gdLst/>
                <a:ahLst/>
                <a:cxnLst/>
                <a:rect l="l" t="t" r="r" b="b"/>
                <a:pathLst>
                  <a:path w="4635" h="4713" extrusionOk="0">
                    <a:moveTo>
                      <a:pt x="2310" y="1165"/>
                    </a:moveTo>
                    <a:cubicBezTo>
                      <a:pt x="2893" y="1165"/>
                      <a:pt x="3403" y="1609"/>
                      <a:pt x="3481" y="2208"/>
                    </a:cubicBezTo>
                    <a:cubicBezTo>
                      <a:pt x="3573" y="2859"/>
                      <a:pt x="3128" y="3446"/>
                      <a:pt x="2477" y="3566"/>
                    </a:cubicBezTo>
                    <a:cubicBezTo>
                      <a:pt x="2426" y="3573"/>
                      <a:pt x="2375" y="3576"/>
                      <a:pt x="2325" y="3576"/>
                    </a:cubicBezTo>
                    <a:cubicBezTo>
                      <a:pt x="1742" y="3576"/>
                      <a:pt x="1232" y="3133"/>
                      <a:pt x="1154" y="2534"/>
                    </a:cubicBezTo>
                    <a:cubicBezTo>
                      <a:pt x="1062" y="1883"/>
                      <a:pt x="1507" y="1267"/>
                      <a:pt x="2158" y="1175"/>
                    </a:cubicBezTo>
                    <a:cubicBezTo>
                      <a:pt x="2209" y="1169"/>
                      <a:pt x="2260" y="1165"/>
                      <a:pt x="2310" y="1165"/>
                    </a:cubicBezTo>
                    <a:close/>
                    <a:moveTo>
                      <a:pt x="2392" y="1"/>
                    </a:moveTo>
                    <a:lnTo>
                      <a:pt x="2392" y="58"/>
                    </a:lnTo>
                    <a:cubicBezTo>
                      <a:pt x="2420" y="263"/>
                      <a:pt x="2272" y="468"/>
                      <a:pt x="2066" y="496"/>
                    </a:cubicBezTo>
                    <a:cubicBezTo>
                      <a:pt x="2046" y="500"/>
                      <a:pt x="2026" y="501"/>
                      <a:pt x="2007" y="501"/>
                    </a:cubicBezTo>
                    <a:cubicBezTo>
                      <a:pt x="1828" y="501"/>
                      <a:pt x="1682" y="359"/>
                      <a:pt x="1656" y="142"/>
                    </a:cubicBezTo>
                    <a:cubicBezTo>
                      <a:pt x="1628" y="142"/>
                      <a:pt x="1628" y="114"/>
                      <a:pt x="1628" y="114"/>
                    </a:cubicBezTo>
                    <a:cubicBezTo>
                      <a:pt x="1507" y="142"/>
                      <a:pt x="1359" y="206"/>
                      <a:pt x="1210" y="291"/>
                    </a:cubicBezTo>
                    <a:cubicBezTo>
                      <a:pt x="1239" y="291"/>
                      <a:pt x="1239" y="291"/>
                      <a:pt x="1239" y="319"/>
                    </a:cubicBezTo>
                    <a:cubicBezTo>
                      <a:pt x="1387" y="496"/>
                      <a:pt x="1359" y="737"/>
                      <a:pt x="1182" y="850"/>
                    </a:cubicBezTo>
                    <a:cubicBezTo>
                      <a:pt x="1105" y="914"/>
                      <a:pt x="1017" y="946"/>
                      <a:pt x="933" y="946"/>
                    </a:cubicBezTo>
                    <a:cubicBezTo>
                      <a:pt x="823" y="946"/>
                      <a:pt x="719" y="893"/>
                      <a:pt x="651" y="793"/>
                    </a:cubicBezTo>
                    <a:lnTo>
                      <a:pt x="623" y="765"/>
                    </a:lnTo>
                    <a:cubicBezTo>
                      <a:pt x="531" y="850"/>
                      <a:pt x="418" y="998"/>
                      <a:pt x="354" y="1119"/>
                    </a:cubicBezTo>
                    <a:lnTo>
                      <a:pt x="390" y="1119"/>
                    </a:lnTo>
                    <a:cubicBezTo>
                      <a:pt x="595" y="1204"/>
                      <a:pt x="680" y="1444"/>
                      <a:pt x="595" y="1649"/>
                    </a:cubicBezTo>
                    <a:cubicBezTo>
                      <a:pt x="546" y="1784"/>
                      <a:pt x="399" y="1886"/>
                      <a:pt x="241" y="1886"/>
                    </a:cubicBezTo>
                    <a:cubicBezTo>
                      <a:pt x="192" y="1886"/>
                      <a:pt x="141" y="1876"/>
                      <a:pt x="93" y="1854"/>
                    </a:cubicBezTo>
                    <a:lnTo>
                      <a:pt x="64" y="1826"/>
                    </a:lnTo>
                    <a:cubicBezTo>
                      <a:pt x="36" y="1975"/>
                      <a:pt x="1" y="2123"/>
                      <a:pt x="1" y="2265"/>
                    </a:cubicBezTo>
                    <a:lnTo>
                      <a:pt x="36" y="2265"/>
                    </a:lnTo>
                    <a:cubicBezTo>
                      <a:pt x="55" y="2262"/>
                      <a:pt x="74" y="2261"/>
                      <a:pt x="92" y="2261"/>
                    </a:cubicBezTo>
                    <a:cubicBezTo>
                      <a:pt x="298" y="2261"/>
                      <a:pt x="449" y="2402"/>
                      <a:pt x="475" y="2590"/>
                    </a:cubicBezTo>
                    <a:cubicBezTo>
                      <a:pt x="503" y="2831"/>
                      <a:pt x="354" y="3008"/>
                      <a:pt x="149" y="3036"/>
                    </a:cubicBezTo>
                    <a:lnTo>
                      <a:pt x="93" y="3036"/>
                    </a:lnTo>
                    <a:cubicBezTo>
                      <a:pt x="149" y="3184"/>
                      <a:pt x="213" y="3326"/>
                      <a:pt x="269" y="3474"/>
                    </a:cubicBezTo>
                    <a:cubicBezTo>
                      <a:pt x="269" y="3446"/>
                      <a:pt x="298" y="3446"/>
                      <a:pt x="298" y="3446"/>
                    </a:cubicBezTo>
                    <a:cubicBezTo>
                      <a:pt x="375" y="3381"/>
                      <a:pt x="462" y="3350"/>
                      <a:pt x="549" y="3350"/>
                    </a:cubicBezTo>
                    <a:cubicBezTo>
                      <a:pt x="662" y="3350"/>
                      <a:pt x="773" y="3403"/>
                      <a:pt x="857" y="3503"/>
                    </a:cubicBezTo>
                    <a:cubicBezTo>
                      <a:pt x="977" y="3680"/>
                      <a:pt x="949" y="3920"/>
                      <a:pt x="772" y="4033"/>
                    </a:cubicBezTo>
                    <a:cubicBezTo>
                      <a:pt x="772" y="4069"/>
                      <a:pt x="743" y="4069"/>
                      <a:pt x="743" y="4097"/>
                    </a:cubicBezTo>
                    <a:cubicBezTo>
                      <a:pt x="828" y="4182"/>
                      <a:pt x="977" y="4274"/>
                      <a:pt x="1097" y="4359"/>
                    </a:cubicBezTo>
                    <a:cubicBezTo>
                      <a:pt x="1097" y="4359"/>
                      <a:pt x="1097" y="4330"/>
                      <a:pt x="1125" y="4302"/>
                    </a:cubicBezTo>
                    <a:cubicBezTo>
                      <a:pt x="1169" y="4167"/>
                      <a:pt x="1315" y="4065"/>
                      <a:pt x="1460" y="4065"/>
                    </a:cubicBezTo>
                    <a:cubicBezTo>
                      <a:pt x="1505" y="4065"/>
                      <a:pt x="1550" y="4075"/>
                      <a:pt x="1592" y="4097"/>
                    </a:cubicBezTo>
                    <a:cubicBezTo>
                      <a:pt x="1805" y="4182"/>
                      <a:pt x="1889" y="4387"/>
                      <a:pt x="1833" y="4599"/>
                    </a:cubicBezTo>
                    <a:cubicBezTo>
                      <a:pt x="1805" y="4628"/>
                      <a:pt x="1805" y="4656"/>
                      <a:pt x="1805" y="4656"/>
                    </a:cubicBezTo>
                    <a:cubicBezTo>
                      <a:pt x="1946" y="4684"/>
                      <a:pt x="2095" y="4712"/>
                      <a:pt x="2243" y="4712"/>
                    </a:cubicBezTo>
                    <a:lnTo>
                      <a:pt x="2243" y="4656"/>
                    </a:lnTo>
                    <a:cubicBezTo>
                      <a:pt x="2215" y="4451"/>
                      <a:pt x="2363" y="4246"/>
                      <a:pt x="2569" y="4210"/>
                    </a:cubicBezTo>
                    <a:cubicBezTo>
                      <a:pt x="2585" y="4208"/>
                      <a:pt x="2602" y="4207"/>
                      <a:pt x="2618" y="4207"/>
                    </a:cubicBezTo>
                    <a:cubicBezTo>
                      <a:pt x="2802" y="4207"/>
                      <a:pt x="2953" y="4350"/>
                      <a:pt x="2979" y="4564"/>
                    </a:cubicBezTo>
                    <a:cubicBezTo>
                      <a:pt x="3007" y="4564"/>
                      <a:pt x="3007" y="4599"/>
                      <a:pt x="2979" y="4628"/>
                    </a:cubicBezTo>
                    <a:cubicBezTo>
                      <a:pt x="3156" y="4564"/>
                      <a:pt x="3276" y="4507"/>
                      <a:pt x="3425" y="4451"/>
                    </a:cubicBezTo>
                    <a:cubicBezTo>
                      <a:pt x="3396" y="4422"/>
                      <a:pt x="3396" y="4422"/>
                      <a:pt x="3396" y="4387"/>
                    </a:cubicBezTo>
                    <a:cubicBezTo>
                      <a:pt x="3248" y="4210"/>
                      <a:pt x="3276" y="3977"/>
                      <a:pt x="3453" y="3856"/>
                    </a:cubicBezTo>
                    <a:cubicBezTo>
                      <a:pt x="3529" y="3796"/>
                      <a:pt x="3615" y="3766"/>
                      <a:pt x="3698" y="3766"/>
                    </a:cubicBezTo>
                    <a:cubicBezTo>
                      <a:pt x="3809" y="3766"/>
                      <a:pt x="3915" y="3819"/>
                      <a:pt x="3984" y="3920"/>
                    </a:cubicBezTo>
                    <a:cubicBezTo>
                      <a:pt x="4012" y="3948"/>
                      <a:pt x="4012" y="3948"/>
                      <a:pt x="4012" y="3977"/>
                    </a:cubicBezTo>
                    <a:cubicBezTo>
                      <a:pt x="4132" y="3856"/>
                      <a:pt x="4217" y="3743"/>
                      <a:pt x="4309" y="3595"/>
                    </a:cubicBezTo>
                    <a:lnTo>
                      <a:pt x="4245" y="3595"/>
                    </a:lnTo>
                    <a:cubicBezTo>
                      <a:pt x="4040" y="3503"/>
                      <a:pt x="3955" y="3269"/>
                      <a:pt x="4040" y="3064"/>
                    </a:cubicBezTo>
                    <a:cubicBezTo>
                      <a:pt x="4089" y="2929"/>
                      <a:pt x="4236" y="2827"/>
                      <a:pt x="4394" y="2827"/>
                    </a:cubicBezTo>
                    <a:cubicBezTo>
                      <a:pt x="4443" y="2827"/>
                      <a:pt x="4494" y="2837"/>
                      <a:pt x="4542" y="2859"/>
                    </a:cubicBezTo>
                    <a:lnTo>
                      <a:pt x="4571" y="2887"/>
                    </a:lnTo>
                    <a:cubicBezTo>
                      <a:pt x="4599" y="2739"/>
                      <a:pt x="4634" y="2590"/>
                      <a:pt x="4634" y="2413"/>
                    </a:cubicBezTo>
                    <a:lnTo>
                      <a:pt x="4634" y="2413"/>
                    </a:lnTo>
                    <a:cubicBezTo>
                      <a:pt x="4634" y="2442"/>
                      <a:pt x="4599" y="2442"/>
                      <a:pt x="4599" y="2442"/>
                    </a:cubicBezTo>
                    <a:cubicBezTo>
                      <a:pt x="4576" y="2445"/>
                      <a:pt x="4553" y="2447"/>
                      <a:pt x="4531" y="2447"/>
                    </a:cubicBezTo>
                    <a:cubicBezTo>
                      <a:pt x="4332" y="2447"/>
                      <a:pt x="4186" y="2308"/>
                      <a:pt x="4160" y="2123"/>
                    </a:cubicBezTo>
                    <a:cubicBezTo>
                      <a:pt x="4132" y="1883"/>
                      <a:pt x="4281" y="1706"/>
                      <a:pt x="4486" y="1678"/>
                    </a:cubicBezTo>
                    <a:lnTo>
                      <a:pt x="4542" y="1678"/>
                    </a:lnTo>
                    <a:cubicBezTo>
                      <a:pt x="4486" y="1529"/>
                      <a:pt x="4422" y="1380"/>
                      <a:pt x="4366" y="1239"/>
                    </a:cubicBezTo>
                    <a:lnTo>
                      <a:pt x="4337" y="1267"/>
                    </a:lnTo>
                    <a:cubicBezTo>
                      <a:pt x="4262" y="1330"/>
                      <a:pt x="4177" y="1360"/>
                      <a:pt x="4092" y="1360"/>
                    </a:cubicBezTo>
                    <a:cubicBezTo>
                      <a:pt x="3977" y="1360"/>
                      <a:pt x="3864" y="1305"/>
                      <a:pt x="3778" y="1204"/>
                    </a:cubicBezTo>
                    <a:cubicBezTo>
                      <a:pt x="3658" y="1027"/>
                      <a:pt x="3686" y="793"/>
                      <a:pt x="3863" y="645"/>
                    </a:cubicBezTo>
                    <a:lnTo>
                      <a:pt x="3892" y="645"/>
                    </a:lnTo>
                    <a:cubicBezTo>
                      <a:pt x="3778" y="531"/>
                      <a:pt x="3658" y="440"/>
                      <a:pt x="3538" y="355"/>
                    </a:cubicBezTo>
                    <a:cubicBezTo>
                      <a:pt x="3538" y="383"/>
                      <a:pt x="3538" y="383"/>
                      <a:pt x="3510" y="411"/>
                    </a:cubicBezTo>
                    <a:cubicBezTo>
                      <a:pt x="3466" y="546"/>
                      <a:pt x="3320" y="648"/>
                      <a:pt x="3159" y="648"/>
                    </a:cubicBezTo>
                    <a:cubicBezTo>
                      <a:pt x="3109" y="648"/>
                      <a:pt x="3058" y="638"/>
                      <a:pt x="3007" y="616"/>
                    </a:cubicBezTo>
                    <a:cubicBezTo>
                      <a:pt x="2830" y="531"/>
                      <a:pt x="2745" y="291"/>
                      <a:pt x="2802" y="114"/>
                    </a:cubicBezTo>
                    <a:cubicBezTo>
                      <a:pt x="2830" y="86"/>
                      <a:pt x="2830" y="86"/>
                      <a:pt x="2830" y="58"/>
                    </a:cubicBezTo>
                    <a:cubicBezTo>
                      <a:pt x="2689" y="29"/>
                      <a:pt x="2540" y="29"/>
                      <a:pt x="23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1"/>
              <p:cNvSpPr/>
              <p:nvPr/>
            </p:nvSpPr>
            <p:spPr>
              <a:xfrm>
                <a:off x="5923241" y="2959407"/>
                <a:ext cx="103528" cy="98384"/>
              </a:xfrm>
              <a:custGeom>
                <a:avLst/>
                <a:gdLst/>
                <a:ahLst/>
                <a:cxnLst/>
                <a:rect l="l" t="t" r="r" b="b"/>
                <a:pathLst>
                  <a:path w="2979" h="2831" extrusionOk="0">
                    <a:moveTo>
                      <a:pt x="1507" y="57"/>
                    </a:moveTo>
                    <a:cubicBezTo>
                      <a:pt x="2151" y="57"/>
                      <a:pt x="2710" y="560"/>
                      <a:pt x="2802" y="1239"/>
                    </a:cubicBezTo>
                    <a:cubicBezTo>
                      <a:pt x="2922" y="1975"/>
                      <a:pt x="2391" y="2682"/>
                      <a:pt x="1684" y="2774"/>
                    </a:cubicBezTo>
                    <a:lnTo>
                      <a:pt x="1472" y="2774"/>
                    </a:lnTo>
                    <a:cubicBezTo>
                      <a:pt x="828" y="2774"/>
                      <a:pt x="269" y="2272"/>
                      <a:pt x="177" y="1621"/>
                    </a:cubicBezTo>
                    <a:cubicBezTo>
                      <a:pt x="57" y="857"/>
                      <a:pt x="588" y="178"/>
                      <a:pt x="1295" y="86"/>
                    </a:cubicBezTo>
                    <a:cubicBezTo>
                      <a:pt x="1359" y="57"/>
                      <a:pt x="1415" y="57"/>
                      <a:pt x="1507" y="57"/>
                    </a:cubicBezTo>
                    <a:close/>
                    <a:moveTo>
                      <a:pt x="1507" y="1"/>
                    </a:moveTo>
                    <a:cubicBezTo>
                      <a:pt x="1415" y="1"/>
                      <a:pt x="1359" y="1"/>
                      <a:pt x="1295" y="29"/>
                    </a:cubicBezTo>
                    <a:cubicBezTo>
                      <a:pt x="531" y="121"/>
                      <a:pt x="0" y="857"/>
                      <a:pt x="121" y="1621"/>
                    </a:cubicBezTo>
                    <a:cubicBezTo>
                      <a:pt x="206" y="2328"/>
                      <a:pt x="800" y="2831"/>
                      <a:pt x="1472" y="2831"/>
                    </a:cubicBezTo>
                    <a:lnTo>
                      <a:pt x="1684" y="2831"/>
                    </a:lnTo>
                    <a:cubicBezTo>
                      <a:pt x="2448" y="2710"/>
                      <a:pt x="2979" y="2003"/>
                      <a:pt x="2858" y="1239"/>
                    </a:cubicBezTo>
                    <a:cubicBezTo>
                      <a:pt x="2773" y="531"/>
                      <a:pt x="2179" y="1"/>
                      <a:pt x="15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5" name="Google Shape;925;p41"/>
            <p:cNvGrpSpPr/>
            <p:nvPr/>
          </p:nvGrpSpPr>
          <p:grpSpPr>
            <a:xfrm>
              <a:off x="7790216" y="1173355"/>
              <a:ext cx="522575" cy="528230"/>
              <a:chOff x="5695820" y="2175629"/>
              <a:chExt cx="182451" cy="184432"/>
            </a:xfrm>
          </p:grpSpPr>
          <p:sp>
            <p:nvSpPr>
              <p:cNvPr id="926" name="Google Shape;926;p41"/>
              <p:cNvSpPr/>
              <p:nvPr/>
            </p:nvSpPr>
            <p:spPr>
              <a:xfrm>
                <a:off x="5695820" y="2175629"/>
                <a:ext cx="182451" cy="184432"/>
              </a:xfrm>
              <a:custGeom>
                <a:avLst/>
                <a:gdLst/>
                <a:ahLst/>
                <a:cxnLst/>
                <a:rect l="l" t="t" r="r" b="b"/>
                <a:pathLst>
                  <a:path w="5250" h="5307" extrusionOk="0">
                    <a:moveTo>
                      <a:pt x="2625" y="828"/>
                    </a:moveTo>
                    <a:cubicBezTo>
                      <a:pt x="3594" y="828"/>
                      <a:pt x="4394" y="1628"/>
                      <a:pt x="4394" y="2625"/>
                    </a:cubicBezTo>
                    <a:cubicBezTo>
                      <a:pt x="4422" y="3630"/>
                      <a:pt x="3630" y="4458"/>
                      <a:pt x="2625" y="4458"/>
                    </a:cubicBezTo>
                    <a:cubicBezTo>
                      <a:pt x="1649" y="4458"/>
                      <a:pt x="857" y="3658"/>
                      <a:pt x="857" y="2654"/>
                    </a:cubicBezTo>
                    <a:cubicBezTo>
                      <a:pt x="828" y="1656"/>
                      <a:pt x="1621" y="857"/>
                      <a:pt x="2625" y="828"/>
                    </a:cubicBezTo>
                    <a:close/>
                    <a:moveTo>
                      <a:pt x="2179" y="1"/>
                    </a:moveTo>
                    <a:cubicBezTo>
                      <a:pt x="2003" y="36"/>
                      <a:pt x="1861" y="64"/>
                      <a:pt x="1684" y="121"/>
                    </a:cubicBezTo>
                    <a:cubicBezTo>
                      <a:pt x="1713" y="149"/>
                      <a:pt x="1713" y="149"/>
                      <a:pt x="1713" y="178"/>
                    </a:cubicBezTo>
                    <a:cubicBezTo>
                      <a:pt x="1826" y="390"/>
                      <a:pt x="1769" y="652"/>
                      <a:pt x="1564" y="772"/>
                    </a:cubicBezTo>
                    <a:cubicBezTo>
                      <a:pt x="1494" y="810"/>
                      <a:pt x="1417" y="829"/>
                      <a:pt x="1341" y="829"/>
                    </a:cubicBezTo>
                    <a:cubicBezTo>
                      <a:pt x="1194" y="829"/>
                      <a:pt x="1051" y="759"/>
                      <a:pt x="977" y="623"/>
                    </a:cubicBezTo>
                    <a:cubicBezTo>
                      <a:pt x="941" y="595"/>
                      <a:pt x="941" y="595"/>
                      <a:pt x="941" y="567"/>
                    </a:cubicBezTo>
                    <a:cubicBezTo>
                      <a:pt x="800" y="680"/>
                      <a:pt x="680" y="800"/>
                      <a:pt x="588" y="949"/>
                    </a:cubicBezTo>
                    <a:cubicBezTo>
                      <a:pt x="588" y="949"/>
                      <a:pt x="623" y="949"/>
                      <a:pt x="623" y="977"/>
                    </a:cubicBezTo>
                    <a:cubicBezTo>
                      <a:pt x="828" y="1097"/>
                      <a:pt x="913" y="1359"/>
                      <a:pt x="800" y="1564"/>
                    </a:cubicBezTo>
                    <a:cubicBezTo>
                      <a:pt x="716" y="1707"/>
                      <a:pt x="561" y="1795"/>
                      <a:pt x="396" y="1795"/>
                    </a:cubicBezTo>
                    <a:cubicBezTo>
                      <a:pt x="323" y="1795"/>
                      <a:pt x="249" y="1778"/>
                      <a:pt x="177" y="1741"/>
                    </a:cubicBezTo>
                    <a:cubicBezTo>
                      <a:pt x="177" y="1713"/>
                      <a:pt x="149" y="1713"/>
                      <a:pt x="149" y="1713"/>
                    </a:cubicBezTo>
                    <a:cubicBezTo>
                      <a:pt x="93" y="1861"/>
                      <a:pt x="29" y="2038"/>
                      <a:pt x="1" y="2215"/>
                    </a:cubicBezTo>
                    <a:lnTo>
                      <a:pt x="57" y="2215"/>
                    </a:lnTo>
                    <a:cubicBezTo>
                      <a:pt x="298" y="2215"/>
                      <a:pt x="503" y="2392"/>
                      <a:pt x="503" y="2654"/>
                    </a:cubicBezTo>
                    <a:cubicBezTo>
                      <a:pt x="503" y="2894"/>
                      <a:pt x="326" y="3099"/>
                      <a:pt x="57" y="3099"/>
                    </a:cubicBezTo>
                    <a:lnTo>
                      <a:pt x="1" y="3099"/>
                    </a:lnTo>
                    <a:cubicBezTo>
                      <a:pt x="29" y="3276"/>
                      <a:pt x="93" y="3425"/>
                      <a:pt x="149" y="3602"/>
                    </a:cubicBezTo>
                    <a:cubicBezTo>
                      <a:pt x="149" y="3602"/>
                      <a:pt x="177" y="3573"/>
                      <a:pt x="206" y="3573"/>
                    </a:cubicBezTo>
                    <a:cubicBezTo>
                      <a:pt x="277" y="3522"/>
                      <a:pt x="356" y="3498"/>
                      <a:pt x="434" y="3498"/>
                    </a:cubicBezTo>
                    <a:cubicBezTo>
                      <a:pt x="580" y="3498"/>
                      <a:pt x="721" y="3581"/>
                      <a:pt x="800" y="3715"/>
                    </a:cubicBezTo>
                    <a:cubicBezTo>
                      <a:pt x="913" y="3927"/>
                      <a:pt x="857" y="4189"/>
                      <a:pt x="651" y="4337"/>
                    </a:cubicBezTo>
                    <a:cubicBezTo>
                      <a:pt x="623" y="4337"/>
                      <a:pt x="588" y="4337"/>
                      <a:pt x="559" y="4366"/>
                    </a:cubicBezTo>
                    <a:cubicBezTo>
                      <a:pt x="680" y="4486"/>
                      <a:pt x="800" y="4634"/>
                      <a:pt x="941" y="4719"/>
                    </a:cubicBezTo>
                    <a:cubicBezTo>
                      <a:pt x="941" y="4719"/>
                      <a:pt x="977" y="4691"/>
                      <a:pt x="977" y="4663"/>
                    </a:cubicBezTo>
                    <a:cubicBezTo>
                      <a:pt x="1052" y="4527"/>
                      <a:pt x="1194" y="4454"/>
                      <a:pt x="1341" y="4454"/>
                    </a:cubicBezTo>
                    <a:cubicBezTo>
                      <a:pt x="1417" y="4454"/>
                      <a:pt x="1494" y="4473"/>
                      <a:pt x="1564" y="4514"/>
                    </a:cubicBezTo>
                    <a:cubicBezTo>
                      <a:pt x="1769" y="4634"/>
                      <a:pt x="1861" y="4896"/>
                      <a:pt x="1741" y="5101"/>
                    </a:cubicBezTo>
                    <a:cubicBezTo>
                      <a:pt x="1713" y="5130"/>
                      <a:pt x="1713" y="5130"/>
                      <a:pt x="1684" y="5165"/>
                    </a:cubicBezTo>
                    <a:cubicBezTo>
                      <a:pt x="1861" y="5222"/>
                      <a:pt x="2038" y="5278"/>
                      <a:pt x="2215" y="5306"/>
                    </a:cubicBezTo>
                    <a:cubicBezTo>
                      <a:pt x="2215" y="5278"/>
                      <a:pt x="2179" y="5250"/>
                      <a:pt x="2179" y="5222"/>
                    </a:cubicBezTo>
                    <a:cubicBezTo>
                      <a:pt x="2179" y="4988"/>
                      <a:pt x="2392" y="4776"/>
                      <a:pt x="2625" y="4776"/>
                    </a:cubicBezTo>
                    <a:cubicBezTo>
                      <a:pt x="2859" y="4776"/>
                      <a:pt x="3064" y="4988"/>
                      <a:pt x="3064" y="5222"/>
                    </a:cubicBezTo>
                    <a:lnTo>
                      <a:pt x="3064" y="5306"/>
                    </a:lnTo>
                    <a:cubicBezTo>
                      <a:pt x="3241" y="5278"/>
                      <a:pt x="3417" y="5222"/>
                      <a:pt x="3566" y="5165"/>
                    </a:cubicBezTo>
                    <a:cubicBezTo>
                      <a:pt x="3566" y="5130"/>
                      <a:pt x="3538" y="5130"/>
                      <a:pt x="3538" y="5101"/>
                    </a:cubicBezTo>
                    <a:cubicBezTo>
                      <a:pt x="3417" y="4896"/>
                      <a:pt x="3481" y="4599"/>
                      <a:pt x="3686" y="4486"/>
                    </a:cubicBezTo>
                    <a:cubicBezTo>
                      <a:pt x="3758" y="4444"/>
                      <a:pt x="3836" y="4424"/>
                      <a:pt x="3914" y="4424"/>
                    </a:cubicBezTo>
                    <a:cubicBezTo>
                      <a:pt x="4059" y="4424"/>
                      <a:pt x="4200" y="4496"/>
                      <a:pt x="4273" y="4634"/>
                    </a:cubicBezTo>
                    <a:cubicBezTo>
                      <a:pt x="4302" y="4663"/>
                      <a:pt x="4302" y="4691"/>
                      <a:pt x="4302" y="4719"/>
                    </a:cubicBezTo>
                    <a:cubicBezTo>
                      <a:pt x="4450" y="4599"/>
                      <a:pt x="4571" y="4458"/>
                      <a:pt x="4691" y="4337"/>
                    </a:cubicBezTo>
                    <a:cubicBezTo>
                      <a:pt x="4655" y="4309"/>
                      <a:pt x="4655" y="4309"/>
                      <a:pt x="4627" y="4309"/>
                    </a:cubicBezTo>
                    <a:cubicBezTo>
                      <a:pt x="4422" y="4189"/>
                      <a:pt x="4337" y="3927"/>
                      <a:pt x="4450" y="3686"/>
                    </a:cubicBezTo>
                    <a:cubicBezTo>
                      <a:pt x="4530" y="3551"/>
                      <a:pt x="4670" y="3480"/>
                      <a:pt x="4826" y="3480"/>
                    </a:cubicBezTo>
                    <a:cubicBezTo>
                      <a:pt x="4907" y="3480"/>
                      <a:pt x="4991" y="3499"/>
                      <a:pt x="5073" y="3538"/>
                    </a:cubicBezTo>
                    <a:cubicBezTo>
                      <a:pt x="5073" y="3538"/>
                      <a:pt x="5101" y="3538"/>
                      <a:pt x="5101" y="3573"/>
                    </a:cubicBezTo>
                    <a:cubicBezTo>
                      <a:pt x="5158" y="3396"/>
                      <a:pt x="5221" y="3220"/>
                      <a:pt x="5250" y="3043"/>
                    </a:cubicBezTo>
                    <a:lnTo>
                      <a:pt x="5250" y="3043"/>
                    </a:lnTo>
                    <a:cubicBezTo>
                      <a:pt x="5221" y="3071"/>
                      <a:pt x="5221" y="3071"/>
                      <a:pt x="5186" y="3071"/>
                    </a:cubicBezTo>
                    <a:cubicBezTo>
                      <a:pt x="4953" y="3071"/>
                      <a:pt x="4747" y="2866"/>
                      <a:pt x="4747" y="2625"/>
                    </a:cubicBezTo>
                    <a:cubicBezTo>
                      <a:pt x="4747" y="2364"/>
                      <a:pt x="4924" y="2187"/>
                      <a:pt x="5186" y="2187"/>
                    </a:cubicBezTo>
                    <a:lnTo>
                      <a:pt x="5250" y="2187"/>
                    </a:lnTo>
                    <a:cubicBezTo>
                      <a:pt x="5221" y="2010"/>
                      <a:pt x="5158" y="1833"/>
                      <a:pt x="5101" y="1684"/>
                    </a:cubicBezTo>
                    <a:cubicBezTo>
                      <a:pt x="5073" y="1684"/>
                      <a:pt x="5073" y="1684"/>
                      <a:pt x="5045" y="1713"/>
                    </a:cubicBezTo>
                    <a:cubicBezTo>
                      <a:pt x="4974" y="1753"/>
                      <a:pt x="4899" y="1772"/>
                      <a:pt x="4824" y="1772"/>
                    </a:cubicBezTo>
                    <a:cubicBezTo>
                      <a:pt x="4675" y="1772"/>
                      <a:pt x="4531" y="1692"/>
                      <a:pt x="4450" y="1536"/>
                    </a:cubicBezTo>
                    <a:cubicBezTo>
                      <a:pt x="4337" y="1331"/>
                      <a:pt x="4394" y="1062"/>
                      <a:pt x="4599" y="949"/>
                    </a:cubicBezTo>
                    <a:cubicBezTo>
                      <a:pt x="4627" y="920"/>
                      <a:pt x="4655" y="920"/>
                      <a:pt x="4655" y="920"/>
                    </a:cubicBezTo>
                    <a:cubicBezTo>
                      <a:pt x="4542" y="772"/>
                      <a:pt x="4422" y="652"/>
                      <a:pt x="4302" y="567"/>
                    </a:cubicBezTo>
                    <a:cubicBezTo>
                      <a:pt x="4273" y="567"/>
                      <a:pt x="4273" y="595"/>
                      <a:pt x="4273" y="595"/>
                    </a:cubicBezTo>
                    <a:cubicBezTo>
                      <a:pt x="4195" y="738"/>
                      <a:pt x="4040" y="822"/>
                      <a:pt x="3885" y="822"/>
                    </a:cubicBezTo>
                    <a:cubicBezTo>
                      <a:pt x="3817" y="822"/>
                      <a:pt x="3749" y="806"/>
                      <a:pt x="3686" y="772"/>
                    </a:cubicBezTo>
                    <a:cubicBezTo>
                      <a:pt x="3481" y="652"/>
                      <a:pt x="3389" y="390"/>
                      <a:pt x="3509" y="149"/>
                    </a:cubicBezTo>
                    <a:lnTo>
                      <a:pt x="3538" y="121"/>
                    </a:lnTo>
                    <a:cubicBezTo>
                      <a:pt x="3389" y="64"/>
                      <a:pt x="3212" y="1"/>
                      <a:pt x="3035" y="1"/>
                    </a:cubicBezTo>
                    <a:lnTo>
                      <a:pt x="3064" y="36"/>
                    </a:lnTo>
                    <a:cubicBezTo>
                      <a:pt x="3064" y="270"/>
                      <a:pt x="2859" y="475"/>
                      <a:pt x="2625" y="475"/>
                    </a:cubicBezTo>
                    <a:cubicBezTo>
                      <a:pt x="2392" y="475"/>
                      <a:pt x="2179" y="298"/>
                      <a:pt x="2179" y="36"/>
                    </a:cubicBezTo>
                    <a:lnTo>
                      <a:pt x="21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1"/>
              <p:cNvSpPr/>
              <p:nvPr/>
            </p:nvSpPr>
            <p:spPr>
              <a:xfrm>
                <a:off x="5710068" y="2196342"/>
                <a:ext cx="154927" cy="142937"/>
              </a:xfrm>
              <a:custGeom>
                <a:avLst/>
                <a:gdLst/>
                <a:ahLst/>
                <a:cxnLst/>
                <a:rect l="l" t="t" r="r" b="b"/>
                <a:pathLst>
                  <a:path w="4458" h="4113" extrusionOk="0">
                    <a:moveTo>
                      <a:pt x="2208" y="669"/>
                    </a:moveTo>
                    <a:cubicBezTo>
                      <a:pt x="2309" y="669"/>
                      <a:pt x="2411" y="681"/>
                      <a:pt x="2512" y="706"/>
                    </a:cubicBezTo>
                    <a:cubicBezTo>
                      <a:pt x="3248" y="883"/>
                      <a:pt x="3715" y="1619"/>
                      <a:pt x="3538" y="2355"/>
                    </a:cubicBezTo>
                    <a:cubicBezTo>
                      <a:pt x="3386" y="2986"/>
                      <a:pt x="2823" y="3425"/>
                      <a:pt x="2219" y="3425"/>
                    </a:cubicBezTo>
                    <a:cubicBezTo>
                      <a:pt x="2119" y="3425"/>
                      <a:pt x="2018" y="3413"/>
                      <a:pt x="1918" y="3388"/>
                    </a:cubicBezTo>
                    <a:cubicBezTo>
                      <a:pt x="1182" y="3239"/>
                      <a:pt x="708" y="2475"/>
                      <a:pt x="885" y="1739"/>
                    </a:cubicBezTo>
                    <a:cubicBezTo>
                      <a:pt x="1037" y="1103"/>
                      <a:pt x="1604" y="669"/>
                      <a:pt x="2208" y="669"/>
                    </a:cubicBezTo>
                    <a:close/>
                    <a:moveTo>
                      <a:pt x="2228" y="1"/>
                    </a:moveTo>
                    <a:cubicBezTo>
                      <a:pt x="1302" y="1"/>
                      <a:pt x="466" y="655"/>
                      <a:pt x="241" y="1591"/>
                    </a:cubicBezTo>
                    <a:cubicBezTo>
                      <a:pt x="1" y="2708"/>
                      <a:pt x="680" y="3798"/>
                      <a:pt x="1741" y="4067"/>
                    </a:cubicBezTo>
                    <a:cubicBezTo>
                      <a:pt x="1885" y="4098"/>
                      <a:pt x="2030" y="4113"/>
                      <a:pt x="2173" y="4113"/>
                    </a:cubicBezTo>
                    <a:cubicBezTo>
                      <a:pt x="3106" y="4113"/>
                      <a:pt x="3962" y="3473"/>
                      <a:pt x="4189" y="2503"/>
                    </a:cubicBezTo>
                    <a:cubicBezTo>
                      <a:pt x="4458" y="1414"/>
                      <a:pt x="3750" y="289"/>
                      <a:pt x="2689" y="56"/>
                    </a:cubicBezTo>
                    <a:cubicBezTo>
                      <a:pt x="2534" y="19"/>
                      <a:pt x="2380" y="1"/>
                      <a:pt x="2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1"/>
              <p:cNvSpPr/>
              <p:nvPr/>
            </p:nvSpPr>
            <p:spPr>
              <a:xfrm>
                <a:off x="5724595" y="2209548"/>
                <a:ext cx="124935" cy="115830"/>
              </a:xfrm>
              <a:custGeom>
                <a:avLst/>
                <a:gdLst/>
                <a:ahLst/>
                <a:cxnLst/>
                <a:rect l="l" t="t" r="r" b="b"/>
                <a:pathLst>
                  <a:path w="3595" h="3333" extrusionOk="0">
                    <a:moveTo>
                      <a:pt x="1797" y="58"/>
                    </a:moveTo>
                    <a:cubicBezTo>
                      <a:pt x="1917" y="58"/>
                      <a:pt x="2031" y="86"/>
                      <a:pt x="2151" y="121"/>
                    </a:cubicBezTo>
                    <a:cubicBezTo>
                      <a:pt x="3007" y="298"/>
                      <a:pt x="3537" y="1182"/>
                      <a:pt x="3332" y="2031"/>
                    </a:cubicBezTo>
                    <a:cubicBezTo>
                      <a:pt x="3155" y="2739"/>
                      <a:pt x="2505" y="3269"/>
                      <a:pt x="1797" y="3269"/>
                    </a:cubicBezTo>
                    <a:cubicBezTo>
                      <a:pt x="1677" y="3269"/>
                      <a:pt x="1564" y="3241"/>
                      <a:pt x="1443" y="3213"/>
                    </a:cubicBezTo>
                    <a:cubicBezTo>
                      <a:pt x="587" y="3036"/>
                      <a:pt x="57" y="2180"/>
                      <a:pt x="262" y="1324"/>
                    </a:cubicBezTo>
                    <a:cubicBezTo>
                      <a:pt x="439" y="588"/>
                      <a:pt x="1090" y="58"/>
                      <a:pt x="1797" y="58"/>
                    </a:cubicBezTo>
                    <a:close/>
                    <a:moveTo>
                      <a:pt x="1797" y="1"/>
                    </a:moveTo>
                    <a:cubicBezTo>
                      <a:pt x="1061" y="1"/>
                      <a:pt x="382" y="560"/>
                      <a:pt x="205" y="1296"/>
                    </a:cubicBezTo>
                    <a:cubicBezTo>
                      <a:pt x="0" y="2180"/>
                      <a:pt x="559" y="3064"/>
                      <a:pt x="1443" y="3269"/>
                    </a:cubicBezTo>
                    <a:cubicBezTo>
                      <a:pt x="1564" y="3305"/>
                      <a:pt x="1677" y="3333"/>
                      <a:pt x="1797" y="3333"/>
                    </a:cubicBezTo>
                    <a:cubicBezTo>
                      <a:pt x="2533" y="3333"/>
                      <a:pt x="3212" y="2774"/>
                      <a:pt x="3389" y="2031"/>
                    </a:cubicBezTo>
                    <a:cubicBezTo>
                      <a:pt x="3594" y="1147"/>
                      <a:pt x="3035" y="263"/>
                      <a:pt x="2179" y="58"/>
                    </a:cubicBezTo>
                    <a:cubicBezTo>
                      <a:pt x="2031" y="29"/>
                      <a:pt x="1917" y="1"/>
                      <a:pt x="1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41"/>
            <p:cNvGrpSpPr/>
            <p:nvPr/>
          </p:nvGrpSpPr>
          <p:grpSpPr>
            <a:xfrm>
              <a:off x="7112761" y="1457153"/>
              <a:ext cx="1499343" cy="988678"/>
              <a:chOff x="5561570" y="3414250"/>
              <a:chExt cx="523477" cy="345197"/>
            </a:xfrm>
          </p:grpSpPr>
          <p:sp>
            <p:nvSpPr>
              <p:cNvPr id="930" name="Google Shape;930;p41"/>
              <p:cNvSpPr/>
              <p:nvPr/>
            </p:nvSpPr>
            <p:spPr>
              <a:xfrm>
                <a:off x="5561570" y="3414250"/>
                <a:ext cx="523477" cy="345197"/>
              </a:xfrm>
              <a:custGeom>
                <a:avLst/>
                <a:gdLst/>
                <a:ahLst/>
                <a:cxnLst/>
                <a:rect l="l" t="t" r="r" b="b"/>
                <a:pathLst>
                  <a:path w="15063" h="9933" extrusionOk="0">
                    <a:moveTo>
                      <a:pt x="178" y="0"/>
                    </a:moveTo>
                    <a:cubicBezTo>
                      <a:pt x="65" y="0"/>
                      <a:pt x="1" y="85"/>
                      <a:pt x="1" y="177"/>
                    </a:cubicBezTo>
                    <a:lnTo>
                      <a:pt x="1" y="9756"/>
                    </a:lnTo>
                    <a:cubicBezTo>
                      <a:pt x="1" y="9848"/>
                      <a:pt x="65" y="9933"/>
                      <a:pt x="178" y="9933"/>
                    </a:cubicBezTo>
                    <a:lnTo>
                      <a:pt x="14885" y="9933"/>
                    </a:lnTo>
                    <a:cubicBezTo>
                      <a:pt x="14977" y="9933"/>
                      <a:pt x="15062" y="9848"/>
                      <a:pt x="15062" y="9756"/>
                    </a:cubicBezTo>
                    <a:lnTo>
                      <a:pt x="15062" y="177"/>
                    </a:lnTo>
                    <a:cubicBezTo>
                      <a:pt x="15062" y="85"/>
                      <a:pt x="14977" y="0"/>
                      <a:pt x="148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1"/>
              <p:cNvSpPr/>
              <p:nvPr/>
            </p:nvSpPr>
            <p:spPr>
              <a:xfrm>
                <a:off x="5609772" y="3650742"/>
                <a:ext cx="118784" cy="8410"/>
              </a:xfrm>
              <a:custGeom>
                <a:avLst/>
                <a:gdLst/>
                <a:ahLst/>
                <a:cxnLst/>
                <a:rect l="l" t="t" r="r" b="b"/>
                <a:pathLst>
                  <a:path w="3418" h="242" extrusionOk="0">
                    <a:moveTo>
                      <a:pt x="1" y="1"/>
                    </a:moveTo>
                    <a:lnTo>
                      <a:pt x="1" y="241"/>
                    </a:lnTo>
                    <a:lnTo>
                      <a:pt x="3417" y="241"/>
                    </a:lnTo>
                    <a:lnTo>
                      <a:pt x="34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1"/>
              <p:cNvSpPr/>
              <p:nvPr/>
            </p:nvSpPr>
            <p:spPr>
              <a:xfrm>
                <a:off x="5748192" y="3650742"/>
                <a:ext cx="47958" cy="8410"/>
              </a:xfrm>
              <a:custGeom>
                <a:avLst/>
                <a:gdLst/>
                <a:ahLst/>
                <a:cxnLst/>
                <a:rect l="l" t="t" r="r" b="b"/>
                <a:pathLst>
                  <a:path w="1380" h="242" extrusionOk="0">
                    <a:moveTo>
                      <a:pt x="0" y="1"/>
                    </a:moveTo>
                    <a:lnTo>
                      <a:pt x="0" y="241"/>
                    </a:lnTo>
                    <a:lnTo>
                      <a:pt x="1380" y="241"/>
                    </a:lnTo>
                    <a:lnTo>
                      <a:pt x="138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1"/>
              <p:cNvSpPr/>
              <p:nvPr/>
            </p:nvSpPr>
            <p:spPr>
              <a:xfrm>
                <a:off x="5808419" y="3650742"/>
                <a:ext cx="30756" cy="8410"/>
              </a:xfrm>
              <a:custGeom>
                <a:avLst/>
                <a:gdLst/>
                <a:ahLst/>
                <a:cxnLst/>
                <a:rect l="l" t="t" r="r" b="b"/>
                <a:pathLst>
                  <a:path w="885" h="242" extrusionOk="0">
                    <a:moveTo>
                      <a:pt x="1" y="1"/>
                    </a:moveTo>
                    <a:lnTo>
                      <a:pt x="1" y="241"/>
                    </a:lnTo>
                    <a:lnTo>
                      <a:pt x="885" y="241"/>
                    </a:lnTo>
                    <a:lnTo>
                      <a:pt x="8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1"/>
              <p:cNvSpPr/>
              <p:nvPr/>
            </p:nvSpPr>
            <p:spPr>
              <a:xfrm>
                <a:off x="5848488" y="3650742"/>
                <a:ext cx="12337" cy="8410"/>
              </a:xfrm>
              <a:custGeom>
                <a:avLst/>
                <a:gdLst/>
                <a:ahLst/>
                <a:cxnLst/>
                <a:rect l="l" t="t" r="r" b="b"/>
                <a:pathLst>
                  <a:path w="355" h="242" extrusionOk="0">
                    <a:moveTo>
                      <a:pt x="1" y="1"/>
                    </a:moveTo>
                    <a:lnTo>
                      <a:pt x="1" y="241"/>
                    </a:lnTo>
                    <a:lnTo>
                      <a:pt x="354" y="241"/>
                    </a:lnTo>
                    <a:lnTo>
                      <a:pt x="3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1"/>
              <p:cNvSpPr/>
              <p:nvPr/>
            </p:nvSpPr>
            <p:spPr>
              <a:xfrm>
                <a:off x="5878237" y="3650742"/>
                <a:ext cx="126916" cy="8410"/>
              </a:xfrm>
              <a:custGeom>
                <a:avLst/>
                <a:gdLst/>
                <a:ahLst/>
                <a:cxnLst/>
                <a:rect l="l" t="t" r="r" b="b"/>
                <a:pathLst>
                  <a:path w="3652" h="242" extrusionOk="0">
                    <a:moveTo>
                      <a:pt x="1" y="1"/>
                    </a:moveTo>
                    <a:lnTo>
                      <a:pt x="1" y="241"/>
                    </a:lnTo>
                    <a:lnTo>
                      <a:pt x="3651" y="241"/>
                    </a:lnTo>
                    <a:lnTo>
                      <a:pt x="36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1"/>
              <p:cNvSpPr/>
              <p:nvPr/>
            </p:nvSpPr>
            <p:spPr>
              <a:xfrm>
                <a:off x="5712293" y="3620021"/>
                <a:ext cx="135257" cy="9383"/>
              </a:xfrm>
              <a:custGeom>
                <a:avLst/>
                <a:gdLst/>
                <a:ahLst/>
                <a:cxnLst/>
                <a:rect l="l" t="t" r="r" b="b"/>
                <a:pathLst>
                  <a:path w="3892" h="270" extrusionOk="0">
                    <a:moveTo>
                      <a:pt x="1" y="1"/>
                    </a:moveTo>
                    <a:lnTo>
                      <a:pt x="1" y="269"/>
                    </a:lnTo>
                    <a:lnTo>
                      <a:pt x="3891" y="269"/>
                    </a:lnTo>
                    <a:lnTo>
                      <a:pt x="38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1"/>
              <p:cNvSpPr/>
              <p:nvPr/>
            </p:nvSpPr>
            <p:spPr>
              <a:xfrm>
                <a:off x="5869896" y="3623218"/>
                <a:ext cx="14527" cy="9140"/>
              </a:xfrm>
              <a:custGeom>
                <a:avLst/>
                <a:gdLst/>
                <a:ahLst/>
                <a:cxnLst/>
                <a:rect l="l" t="t" r="r" b="b"/>
                <a:pathLst>
                  <a:path w="418" h="263" extrusionOk="0">
                    <a:moveTo>
                      <a:pt x="0" y="1"/>
                    </a:moveTo>
                    <a:lnTo>
                      <a:pt x="0" y="262"/>
                    </a:lnTo>
                    <a:lnTo>
                      <a:pt x="418" y="262"/>
                    </a:lnTo>
                    <a:lnTo>
                      <a:pt x="4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1"/>
              <p:cNvSpPr/>
              <p:nvPr/>
            </p:nvSpPr>
            <p:spPr>
              <a:xfrm>
                <a:off x="5912920" y="3623218"/>
                <a:ext cx="67628" cy="9140"/>
              </a:xfrm>
              <a:custGeom>
                <a:avLst/>
                <a:gdLst/>
                <a:ahLst/>
                <a:cxnLst/>
                <a:rect l="l" t="t" r="r" b="b"/>
                <a:pathLst>
                  <a:path w="1946" h="263" extrusionOk="0">
                    <a:moveTo>
                      <a:pt x="0" y="1"/>
                    </a:moveTo>
                    <a:lnTo>
                      <a:pt x="0" y="262"/>
                    </a:lnTo>
                    <a:lnTo>
                      <a:pt x="1946" y="262"/>
                    </a:lnTo>
                    <a:lnTo>
                      <a:pt x="19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1"/>
              <p:cNvSpPr/>
              <p:nvPr/>
            </p:nvSpPr>
            <p:spPr>
              <a:xfrm>
                <a:off x="6002165" y="3623218"/>
                <a:ext cx="39861" cy="9140"/>
              </a:xfrm>
              <a:custGeom>
                <a:avLst/>
                <a:gdLst/>
                <a:ahLst/>
                <a:cxnLst/>
                <a:rect l="l" t="t" r="r" b="b"/>
                <a:pathLst>
                  <a:path w="1147" h="263" extrusionOk="0">
                    <a:moveTo>
                      <a:pt x="0" y="1"/>
                    </a:moveTo>
                    <a:lnTo>
                      <a:pt x="0" y="262"/>
                    </a:lnTo>
                    <a:lnTo>
                      <a:pt x="1146" y="262"/>
                    </a:lnTo>
                    <a:lnTo>
                      <a:pt x="11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1"/>
              <p:cNvSpPr/>
              <p:nvPr/>
            </p:nvSpPr>
            <p:spPr>
              <a:xfrm>
                <a:off x="5673196" y="3592497"/>
                <a:ext cx="55361" cy="9140"/>
              </a:xfrm>
              <a:custGeom>
                <a:avLst/>
                <a:gdLst/>
                <a:ahLst/>
                <a:cxnLst/>
                <a:rect l="l" t="t" r="r" b="b"/>
                <a:pathLst>
                  <a:path w="1593" h="263" extrusionOk="0">
                    <a:moveTo>
                      <a:pt x="1" y="0"/>
                    </a:moveTo>
                    <a:lnTo>
                      <a:pt x="1" y="262"/>
                    </a:lnTo>
                    <a:lnTo>
                      <a:pt x="1592" y="262"/>
                    </a:lnTo>
                    <a:lnTo>
                      <a:pt x="15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1"/>
              <p:cNvSpPr/>
              <p:nvPr/>
            </p:nvSpPr>
            <p:spPr>
              <a:xfrm>
                <a:off x="5748192" y="3592497"/>
                <a:ext cx="47958" cy="9140"/>
              </a:xfrm>
              <a:custGeom>
                <a:avLst/>
                <a:gdLst/>
                <a:ahLst/>
                <a:cxnLst/>
                <a:rect l="l" t="t" r="r" b="b"/>
                <a:pathLst>
                  <a:path w="1380" h="263" extrusionOk="0">
                    <a:moveTo>
                      <a:pt x="0" y="0"/>
                    </a:moveTo>
                    <a:lnTo>
                      <a:pt x="0" y="262"/>
                    </a:lnTo>
                    <a:lnTo>
                      <a:pt x="1380" y="262"/>
                    </a:lnTo>
                    <a:lnTo>
                      <a:pt x="13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1"/>
              <p:cNvSpPr/>
              <p:nvPr/>
            </p:nvSpPr>
            <p:spPr>
              <a:xfrm>
                <a:off x="5808419" y="3592497"/>
                <a:ext cx="30756" cy="9140"/>
              </a:xfrm>
              <a:custGeom>
                <a:avLst/>
                <a:gdLst/>
                <a:ahLst/>
                <a:cxnLst/>
                <a:rect l="l" t="t" r="r" b="b"/>
                <a:pathLst>
                  <a:path w="885" h="263" extrusionOk="0">
                    <a:moveTo>
                      <a:pt x="1" y="0"/>
                    </a:moveTo>
                    <a:lnTo>
                      <a:pt x="1" y="262"/>
                    </a:lnTo>
                    <a:lnTo>
                      <a:pt x="885" y="262"/>
                    </a:lnTo>
                    <a:lnTo>
                      <a:pt x="8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1"/>
              <p:cNvSpPr/>
              <p:nvPr/>
            </p:nvSpPr>
            <p:spPr>
              <a:xfrm>
                <a:off x="5848488" y="3592497"/>
                <a:ext cx="12337" cy="9140"/>
              </a:xfrm>
              <a:custGeom>
                <a:avLst/>
                <a:gdLst/>
                <a:ahLst/>
                <a:cxnLst/>
                <a:rect l="l" t="t" r="r" b="b"/>
                <a:pathLst>
                  <a:path w="355" h="263" extrusionOk="0">
                    <a:moveTo>
                      <a:pt x="1" y="0"/>
                    </a:moveTo>
                    <a:lnTo>
                      <a:pt x="1" y="262"/>
                    </a:lnTo>
                    <a:lnTo>
                      <a:pt x="354" y="262"/>
                    </a:lnTo>
                    <a:lnTo>
                      <a:pt x="3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1"/>
              <p:cNvSpPr/>
              <p:nvPr/>
            </p:nvSpPr>
            <p:spPr>
              <a:xfrm>
                <a:off x="5878237" y="3592497"/>
                <a:ext cx="126916" cy="9140"/>
              </a:xfrm>
              <a:custGeom>
                <a:avLst/>
                <a:gdLst/>
                <a:ahLst/>
                <a:cxnLst/>
                <a:rect l="l" t="t" r="r" b="b"/>
                <a:pathLst>
                  <a:path w="3652" h="263" extrusionOk="0">
                    <a:moveTo>
                      <a:pt x="1" y="0"/>
                    </a:moveTo>
                    <a:lnTo>
                      <a:pt x="1" y="262"/>
                    </a:lnTo>
                    <a:lnTo>
                      <a:pt x="3651" y="262"/>
                    </a:lnTo>
                    <a:lnTo>
                      <a:pt x="365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1"/>
              <p:cNvSpPr/>
              <p:nvPr/>
            </p:nvSpPr>
            <p:spPr>
              <a:xfrm>
                <a:off x="5609772" y="3565946"/>
                <a:ext cx="77985" cy="9140"/>
              </a:xfrm>
              <a:custGeom>
                <a:avLst/>
                <a:gdLst/>
                <a:ahLst/>
                <a:cxnLst/>
                <a:rect l="l" t="t" r="r" b="b"/>
                <a:pathLst>
                  <a:path w="2244" h="263" extrusionOk="0">
                    <a:moveTo>
                      <a:pt x="1" y="0"/>
                    </a:moveTo>
                    <a:lnTo>
                      <a:pt x="1" y="262"/>
                    </a:lnTo>
                    <a:lnTo>
                      <a:pt x="2243" y="262"/>
                    </a:lnTo>
                    <a:lnTo>
                      <a:pt x="22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1"/>
              <p:cNvSpPr/>
              <p:nvPr/>
            </p:nvSpPr>
            <p:spPr>
              <a:xfrm>
                <a:off x="5712293" y="3565946"/>
                <a:ext cx="111660" cy="9140"/>
              </a:xfrm>
              <a:custGeom>
                <a:avLst/>
                <a:gdLst/>
                <a:ahLst/>
                <a:cxnLst/>
                <a:rect l="l" t="t" r="r" b="b"/>
                <a:pathLst>
                  <a:path w="3213" h="263" extrusionOk="0">
                    <a:moveTo>
                      <a:pt x="1" y="0"/>
                    </a:moveTo>
                    <a:lnTo>
                      <a:pt x="1" y="262"/>
                    </a:lnTo>
                    <a:lnTo>
                      <a:pt x="3212" y="262"/>
                    </a:lnTo>
                    <a:lnTo>
                      <a:pt x="32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1"/>
              <p:cNvSpPr/>
              <p:nvPr/>
            </p:nvSpPr>
            <p:spPr>
              <a:xfrm>
                <a:off x="5853667" y="3565946"/>
                <a:ext cx="12302" cy="9140"/>
              </a:xfrm>
              <a:custGeom>
                <a:avLst/>
                <a:gdLst/>
                <a:ahLst/>
                <a:cxnLst/>
                <a:rect l="l" t="t" r="r" b="b"/>
                <a:pathLst>
                  <a:path w="354" h="263" extrusionOk="0">
                    <a:moveTo>
                      <a:pt x="0" y="0"/>
                    </a:moveTo>
                    <a:lnTo>
                      <a:pt x="0" y="262"/>
                    </a:lnTo>
                    <a:lnTo>
                      <a:pt x="354" y="262"/>
                    </a:lnTo>
                    <a:lnTo>
                      <a:pt x="3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1"/>
              <p:cNvSpPr/>
              <p:nvPr/>
            </p:nvSpPr>
            <p:spPr>
              <a:xfrm>
                <a:off x="5886369" y="3565946"/>
                <a:ext cx="94179" cy="9140"/>
              </a:xfrm>
              <a:custGeom>
                <a:avLst/>
                <a:gdLst/>
                <a:ahLst/>
                <a:cxnLst/>
                <a:rect l="l" t="t" r="r" b="b"/>
                <a:pathLst>
                  <a:path w="2710" h="263" extrusionOk="0">
                    <a:moveTo>
                      <a:pt x="0" y="0"/>
                    </a:moveTo>
                    <a:lnTo>
                      <a:pt x="0" y="262"/>
                    </a:lnTo>
                    <a:lnTo>
                      <a:pt x="2710" y="262"/>
                    </a:lnTo>
                    <a:lnTo>
                      <a:pt x="271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1"/>
              <p:cNvSpPr/>
              <p:nvPr/>
            </p:nvSpPr>
            <p:spPr>
              <a:xfrm>
                <a:off x="5994033" y="3565946"/>
                <a:ext cx="27593" cy="10113"/>
              </a:xfrm>
              <a:custGeom>
                <a:avLst/>
                <a:gdLst/>
                <a:ahLst/>
                <a:cxnLst/>
                <a:rect l="l" t="t" r="r" b="b"/>
                <a:pathLst>
                  <a:path w="794" h="291" extrusionOk="0">
                    <a:moveTo>
                      <a:pt x="1" y="0"/>
                    </a:moveTo>
                    <a:lnTo>
                      <a:pt x="1" y="262"/>
                    </a:lnTo>
                    <a:lnTo>
                      <a:pt x="765" y="290"/>
                    </a:lnTo>
                    <a:lnTo>
                      <a:pt x="793" y="29"/>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1"/>
              <p:cNvSpPr/>
              <p:nvPr/>
            </p:nvSpPr>
            <p:spPr>
              <a:xfrm>
                <a:off x="6069759" y="3527822"/>
                <a:ext cx="1008" cy="16507"/>
              </a:xfrm>
              <a:custGeom>
                <a:avLst/>
                <a:gdLst/>
                <a:ahLst/>
                <a:cxnLst/>
                <a:rect l="l" t="t" r="r" b="b"/>
                <a:pathLst>
                  <a:path w="29" h="475" extrusionOk="0">
                    <a:moveTo>
                      <a:pt x="1" y="1"/>
                    </a:moveTo>
                    <a:lnTo>
                      <a:pt x="1" y="475"/>
                    </a:lnTo>
                    <a:lnTo>
                      <a:pt x="29" y="475"/>
                    </a:lnTo>
                    <a:lnTo>
                      <a:pt x="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1"/>
              <p:cNvSpPr/>
              <p:nvPr/>
            </p:nvSpPr>
            <p:spPr>
              <a:xfrm>
                <a:off x="6069759" y="3480871"/>
                <a:ext cx="1008" cy="33710"/>
              </a:xfrm>
              <a:custGeom>
                <a:avLst/>
                <a:gdLst/>
                <a:ahLst/>
                <a:cxnLst/>
                <a:rect l="l" t="t" r="r" b="b"/>
                <a:pathLst>
                  <a:path w="29" h="970" extrusionOk="0">
                    <a:moveTo>
                      <a:pt x="1" y="1"/>
                    </a:moveTo>
                    <a:lnTo>
                      <a:pt x="1" y="970"/>
                    </a:lnTo>
                    <a:lnTo>
                      <a:pt x="29" y="970"/>
                    </a:lnTo>
                    <a:lnTo>
                      <a:pt x="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2" name="Google Shape;952;p41"/>
            <p:cNvSpPr/>
            <p:nvPr/>
          </p:nvSpPr>
          <p:spPr>
            <a:xfrm>
              <a:off x="5912220" y="3661765"/>
              <a:ext cx="710598" cy="111380"/>
            </a:xfrm>
            <a:custGeom>
              <a:avLst/>
              <a:gdLst/>
              <a:ahLst/>
              <a:cxnLst/>
              <a:rect l="l" t="t" r="r" b="b"/>
              <a:pathLst>
                <a:path w="7139" h="1119" extrusionOk="0">
                  <a:moveTo>
                    <a:pt x="149" y="0"/>
                  </a:moveTo>
                  <a:cubicBezTo>
                    <a:pt x="64" y="0"/>
                    <a:pt x="0" y="57"/>
                    <a:pt x="0" y="149"/>
                  </a:cubicBezTo>
                  <a:lnTo>
                    <a:pt x="0" y="1005"/>
                  </a:lnTo>
                  <a:cubicBezTo>
                    <a:pt x="0" y="1061"/>
                    <a:pt x="64" y="1118"/>
                    <a:pt x="149" y="1118"/>
                  </a:cubicBezTo>
                  <a:lnTo>
                    <a:pt x="6990" y="1118"/>
                  </a:lnTo>
                  <a:cubicBezTo>
                    <a:pt x="7075" y="1118"/>
                    <a:pt x="7138" y="1061"/>
                    <a:pt x="7138" y="1005"/>
                  </a:cubicBezTo>
                  <a:lnTo>
                    <a:pt x="7138" y="149"/>
                  </a:lnTo>
                  <a:cubicBezTo>
                    <a:pt x="7138" y="85"/>
                    <a:pt x="7075" y="0"/>
                    <a:pt x="69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41"/>
            <p:cNvSpPr/>
            <p:nvPr/>
          </p:nvSpPr>
          <p:spPr>
            <a:xfrm>
              <a:off x="5912220" y="3717405"/>
              <a:ext cx="710598" cy="422526"/>
            </a:xfrm>
            <a:custGeom>
              <a:avLst/>
              <a:gdLst/>
              <a:ahLst/>
              <a:cxnLst/>
              <a:rect l="l" t="t" r="r" b="b"/>
              <a:pathLst>
                <a:path w="7139" h="4245" extrusionOk="0">
                  <a:moveTo>
                    <a:pt x="0" y="0"/>
                  </a:moveTo>
                  <a:lnTo>
                    <a:pt x="0" y="4245"/>
                  </a:lnTo>
                  <a:lnTo>
                    <a:pt x="7138" y="4245"/>
                  </a:lnTo>
                  <a:lnTo>
                    <a:pt x="71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1"/>
            <p:cNvSpPr/>
            <p:nvPr/>
          </p:nvSpPr>
          <p:spPr>
            <a:xfrm>
              <a:off x="6056551" y="3773045"/>
              <a:ext cx="413479" cy="12044"/>
            </a:xfrm>
            <a:custGeom>
              <a:avLst/>
              <a:gdLst/>
              <a:ahLst/>
              <a:cxnLst/>
              <a:rect l="l" t="t" r="r" b="b"/>
              <a:pathLst>
                <a:path w="4154" h="121" extrusionOk="0">
                  <a:moveTo>
                    <a:pt x="57" y="0"/>
                  </a:moveTo>
                  <a:cubicBezTo>
                    <a:pt x="29" y="0"/>
                    <a:pt x="1" y="28"/>
                    <a:pt x="1" y="64"/>
                  </a:cubicBezTo>
                  <a:cubicBezTo>
                    <a:pt x="1" y="92"/>
                    <a:pt x="29" y="120"/>
                    <a:pt x="57" y="120"/>
                  </a:cubicBezTo>
                  <a:lnTo>
                    <a:pt x="4097" y="120"/>
                  </a:lnTo>
                  <a:cubicBezTo>
                    <a:pt x="4125" y="120"/>
                    <a:pt x="4153" y="92"/>
                    <a:pt x="4153" y="64"/>
                  </a:cubicBezTo>
                  <a:cubicBezTo>
                    <a:pt x="4153" y="28"/>
                    <a:pt x="4125" y="0"/>
                    <a:pt x="4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1"/>
            <p:cNvSpPr/>
            <p:nvPr/>
          </p:nvSpPr>
          <p:spPr>
            <a:xfrm>
              <a:off x="6056551" y="3834956"/>
              <a:ext cx="413479" cy="11347"/>
            </a:xfrm>
            <a:custGeom>
              <a:avLst/>
              <a:gdLst/>
              <a:ahLst/>
              <a:cxnLst/>
              <a:rect l="l" t="t" r="r" b="b"/>
              <a:pathLst>
                <a:path w="4154" h="114" extrusionOk="0">
                  <a:moveTo>
                    <a:pt x="57" y="1"/>
                  </a:moveTo>
                  <a:cubicBezTo>
                    <a:pt x="29" y="1"/>
                    <a:pt x="1" y="1"/>
                    <a:pt x="1" y="57"/>
                  </a:cubicBezTo>
                  <a:cubicBezTo>
                    <a:pt x="1" y="85"/>
                    <a:pt x="29" y="114"/>
                    <a:pt x="57" y="114"/>
                  </a:cubicBezTo>
                  <a:lnTo>
                    <a:pt x="4097" y="114"/>
                  </a:lnTo>
                  <a:cubicBezTo>
                    <a:pt x="4125" y="114"/>
                    <a:pt x="4153" y="85"/>
                    <a:pt x="4153" y="57"/>
                  </a:cubicBezTo>
                  <a:cubicBezTo>
                    <a:pt x="4153" y="1"/>
                    <a:pt x="4125" y="1"/>
                    <a:pt x="4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1"/>
            <p:cNvSpPr/>
            <p:nvPr/>
          </p:nvSpPr>
          <p:spPr>
            <a:xfrm>
              <a:off x="6056551" y="3893384"/>
              <a:ext cx="413479" cy="12143"/>
            </a:xfrm>
            <a:custGeom>
              <a:avLst/>
              <a:gdLst/>
              <a:ahLst/>
              <a:cxnLst/>
              <a:rect l="l" t="t" r="r" b="b"/>
              <a:pathLst>
                <a:path w="4154" h="122" extrusionOk="0">
                  <a:moveTo>
                    <a:pt x="57" y="1"/>
                  </a:moveTo>
                  <a:cubicBezTo>
                    <a:pt x="29" y="1"/>
                    <a:pt x="1" y="29"/>
                    <a:pt x="1" y="57"/>
                  </a:cubicBezTo>
                  <a:cubicBezTo>
                    <a:pt x="1" y="93"/>
                    <a:pt x="29" y="121"/>
                    <a:pt x="57" y="121"/>
                  </a:cubicBezTo>
                  <a:lnTo>
                    <a:pt x="4097" y="121"/>
                  </a:lnTo>
                  <a:cubicBezTo>
                    <a:pt x="4125" y="121"/>
                    <a:pt x="4153" y="93"/>
                    <a:pt x="4153" y="57"/>
                  </a:cubicBezTo>
                  <a:cubicBezTo>
                    <a:pt x="4153" y="29"/>
                    <a:pt x="4125" y="1"/>
                    <a:pt x="4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1"/>
            <p:cNvSpPr/>
            <p:nvPr/>
          </p:nvSpPr>
          <p:spPr>
            <a:xfrm>
              <a:off x="6056551" y="3951811"/>
              <a:ext cx="413479" cy="12143"/>
            </a:xfrm>
            <a:custGeom>
              <a:avLst/>
              <a:gdLst/>
              <a:ahLst/>
              <a:cxnLst/>
              <a:rect l="l" t="t" r="r" b="b"/>
              <a:pathLst>
                <a:path w="4154" h="122" extrusionOk="0">
                  <a:moveTo>
                    <a:pt x="57" y="1"/>
                  </a:moveTo>
                  <a:cubicBezTo>
                    <a:pt x="29" y="1"/>
                    <a:pt x="1" y="36"/>
                    <a:pt x="1" y="65"/>
                  </a:cubicBezTo>
                  <a:cubicBezTo>
                    <a:pt x="1" y="93"/>
                    <a:pt x="29" y="121"/>
                    <a:pt x="57" y="121"/>
                  </a:cubicBezTo>
                  <a:lnTo>
                    <a:pt x="4097" y="121"/>
                  </a:lnTo>
                  <a:cubicBezTo>
                    <a:pt x="4125" y="121"/>
                    <a:pt x="4153" y="93"/>
                    <a:pt x="4153" y="65"/>
                  </a:cubicBezTo>
                  <a:cubicBezTo>
                    <a:pt x="4153" y="36"/>
                    <a:pt x="4125" y="1"/>
                    <a:pt x="4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1"/>
            <p:cNvSpPr/>
            <p:nvPr/>
          </p:nvSpPr>
          <p:spPr>
            <a:xfrm>
              <a:off x="5971346" y="3748560"/>
              <a:ext cx="52954" cy="62608"/>
            </a:xfrm>
            <a:custGeom>
              <a:avLst/>
              <a:gdLst/>
              <a:ahLst/>
              <a:cxnLst/>
              <a:rect l="l" t="t" r="r" b="b"/>
              <a:pathLst>
                <a:path w="532" h="629" extrusionOk="0">
                  <a:moveTo>
                    <a:pt x="61" y="1"/>
                  </a:moveTo>
                  <a:cubicBezTo>
                    <a:pt x="43" y="1"/>
                    <a:pt x="29" y="21"/>
                    <a:pt x="29" y="41"/>
                  </a:cubicBezTo>
                  <a:cubicBezTo>
                    <a:pt x="1" y="41"/>
                    <a:pt x="1" y="97"/>
                    <a:pt x="29" y="97"/>
                  </a:cubicBezTo>
                  <a:lnTo>
                    <a:pt x="326" y="310"/>
                  </a:lnTo>
                  <a:lnTo>
                    <a:pt x="29" y="543"/>
                  </a:lnTo>
                  <a:cubicBezTo>
                    <a:pt x="1" y="543"/>
                    <a:pt x="1" y="600"/>
                    <a:pt x="29" y="628"/>
                  </a:cubicBezTo>
                  <a:lnTo>
                    <a:pt x="85" y="628"/>
                  </a:lnTo>
                  <a:lnTo>
                    <a:pt x="531" y="310"/>
                  </a:lnTo>
                  <a:lnTo>
                    <a:pt x="85" y="13"/>
                  </a:lnTo>
                  <a:cubicBezTo>
                    <a:pt x="77" y="4"/>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9" name="Google Shape;959;p41"/>
            <p:cNvGrpSpPr/>
            <p:nvPr/>
          </p:nvGrpSpPr>
          <p:grpSpPr>
            <a:xfrm>
              <a:off x="6352280" y="2402410"/>
              <a:ext cx="2259826" cy="2201617"/>
              <a:chOff x="5193782" y="4186768"/>
              <a:chExt cx="788990" cy="768694"/>
            </a:xfrm>
          </p:grpSpPr>
          <p:sp>
            <p:nvSpPr>
              <p:cNvPr id="960" name="Google Shape;960;p41"/>
              <p:cNvSpPr/>
              <p:nvPr/>
            </p:nvSpPr>
            <p:spPr>
              <a:xfrm>
                <a:off x="5229682" y="4210087"/>
                <a:ext cx="156873" cy="113224"/>
              </a:xfrm>
              <a:custGeom>
                <a:avLst/>
                <a:gdLst/>
                <a:ahLst/>
                <a:cxnLst/>
                <a:rect l="l" t="t" r="r" b="b"/>
                <a:pathLst>
                  <a:path w="4514" h="3258" extrusionOk="0">
                    <a:moveTo>
                      <a:pt x="3851" y="2390"/>
                    </a:moveTo>
                    <a:cubicBezTo>
                      <a:pt x="3886" y="2390"/>
                      <a:pt x="3923" y="2400"/>
                      <a:pt x="3955" y="2420"/>
                    </a:cubicBezTo>
                    <a:cubicBezTo>
                      <a:pt x="3983" y="2448"/>
                      <a:pt x="4012" y="2476"/>
                      <a:pt x="4012" y="2512"/>
                    </a:cubicBezTo>
                    <a:lnTo>
                      <a:pt x="4040" y="2512"/>
                    </a:lnTo>
                    <a:lnTo>
                      <a:pt x="4040" y="2540"/>
                    </a:lnTo>
                    <a:cubicBezTo>
                      <a:pt x="4040" y="2540"/>
                      <a:pt x="4040" y="2568"/>
                      <a:pt x="4068" y="2568"/>
                    </a:cubicBezTo>
                    <a:cubicBezTo>
                      <a:pt x="4097" y="2653"/>
                      <a:pt x="4012" y="2773"/>
                      <a:pt x="3920" y="2830"/>
                    </a:cubicBezTo>
                    <a:cubicBezTo>
                      <a:pt x="3863" y="2830"/>
                      <a:pt x="3807" y="2830"/>
                      <a:pt x="3743" y="2802"/>
                    </a:cubicBezTo>
                    <a:cubicBezTo>
                      <a:pt x="3724" y="2783"/>
                      <a:pt x="3705" y="2764"/>
                      <a:pt x="3686" y="2745"/>
                    </a:cubicBezTo>
                    <a:lnTo>
                      <a:pt x="3686" y="2745"/>
                    </a:lnTo>
                    <a:cubicBezTo>
                      <a:pt x="3630" y="2653"/>
                      <a:pt x="3630" y="2540"/>
                      <a:pt x="3686" y="2476"/>
                    </a:cubicBezTo>
                    <a:cubicBezTo>
                      <a:pt x="3723" y="2421"/>
                      <a:pt x="3786" y="2390"/>
                      <a:pt x="3851" y="2390"/>
                    </a:cubicBezTo>
                    <a:close/>
                    <a:moveTo>
                      <a:pt x="383" y="0"/>
                    </a:moveTo>
                    <a:lnTo>
                      <a:pt x="1" y="651"/>
                    </a:lnTo>
                    <a:lnTo>
                      <a:pt x="3184" y="2688"/>
                    </a:lnTo>
                    <a:cubicBezTo>
                      <a:pt x="3212" y="2830"/>
                      <a:pt x="3333" y="3070"/>
                      <a:pt x="3481" y="3155"/>
                    </a:cubicBezTo>
                    <a:cubicBezTo>
                      <a:pt x="3593" y="3225"/>
                      <a:pt x="3721" y="3258"/>
                      <a:pt x="3841" y="3258"/>
                    </a:cubicBezTo>
                    <a:cubicBezTo>
                      <a:pt x="3880" y="3258"/>
                      <a:pt x="3919" y="3254"/>
                      <a:pt x="3955" y="3247"/>
                    </a:cubicBezTo>
                    <a:cubicBezTo>
                      <a:pt x="4132" y="3219"/>
                      <a:pt x="4309" y="3099"/>
                      <a:pt x="4394" y="2922"/>
                    </a:cubicBezTo>
                    <a:cubicBezTo>
                      <a:pt x="4486" y="2773"/>
                      <a:pt x="4514" y="2596"/>
                      <a:pt x="4486" y="2420"/>
                    </a:cubicBezTo>
                    <a:cubicBezTo>
                      <a:pt x="4450" y="2243"/>
                      <a:pt x="4337" y="2094"/>
                      <a:pt x="4189" y="2009"/>
                    </a:cubicBezTo>
                    <a:cubicBezTo>
                      <a:pt x="4095" y="1969"/>
                      <a:pt x="3989" y="1920"/>
                      <a:pt x="3866" y="1920"/>
                    </a:cubicBezTo>
                    <a:cubicBezTo>
                      <a:pt x="3794" y="1920"/>
                      <a:pt x="3716" y="1937"/>
                      <a:pt x="3630" y="1981"/>
                    </a:cubicBezTo>
                    <a:lnTo>
                      <a:pt x="38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1"/>
              <p:cNvSpPr/>
              <p:nvPr/>
            </p:nvSpPr>
            <p:spPr>
              <a:xfrm>
                <a:off x="5233852" y="4225552"/>
                <a:ext cx="115830" cy="71833"/>
              </a:xfrm>
              <a:custGeom>
                <a:avLst/>
                <a:gdLst/>
                <a:ahLst/>
                <a:cxnLst/>
                <a:rect l="l" t="t" r="r" b="b"/>
                <a:pathLst>
                  <a:path w="3333" h="2067" extrusionOk="0">
                    <a:moveTo>
                      <a:pt x="1" y="1"/>
                    </a:moveTo>
                    <a:lnTo>
                      <a:pt x="1" y="57"/>
                    </a:lnTo>
                    <a:lnTo>
                      <a:pt x="3269" y="2067"/>
                    </a:lnTo>
                    <a:cubicBezTo>
                      <a:pt x="3305" y="2067"/>
                      <a:pt x="3305" y="2067"/>
                      <a:pt x="3305" y="2031"/>
                    </a:cubicBezTo>
                    <a:cubicBezTo>
                      <a:pt x="3333" y="2031"/>
                      <a:pt x="3305" y="2003"/>
                      <a:pt x="3305" y="2003"/>
                    </a:cubicBezTo>
                    <a:lnTo>
                      <a:pt x="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1"/>
              <p:cNvSpPr/>
              <p:nvPr/>
            </p:nvSpPr>
            <p:spPr>
              <a:xfrm>
                <a:off x="5238057" y="4218428"/>
                <a:ext cx="116803" cy="71590"/>
              </a:xfrm>
              <a:custGeom>
                <a:avLst/>
                <a:gdLst/>
                <a:ahLst/>
                <a:cxnLst/>
                <a:rect l="l" t="t" r="r" b="b"/>
                <a:pathLst>
                  <a:path w="3361" h="2060" extrusionOk="0">
                    <a:moveTo>
                      <a:pt x="28" y="1"/>
                    </a:moveTo>
                    <a:cubicBezTo>
                      <a:pt x="0" y="29"/>
                      <a:pt x="0" y="29"/>
                      <a:pt x="28" y="57"/>
                    </a:cubicBezTo>
                    <a:lnTo>
                      <a:pt x="3297" y="2059"/>
                    </a:lnTo>
                    <a:lnTo>
                      <a:pt x="3325" y="2059"/>
                    </a:lnTo>
                    <a:cubicBezTo>
                      <a:pt x="3360" y="2031"/>
                      <a:pt x="3325" y="2031"/>
                      <a:pt x="3325" y="2003"/>
                    </a:cubicBezTo>
                    <a:lnTo>
                      <a:pt x="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1"/>
              <p:cNvSpPr/>
              <p:nvPr/>
            </p:nvSpPr>
            <p:spPr>
              <a:xfrm>
                <a:off x="5193782" y="4186768"/>
                <a:ext cx="66655" cy="62798"/>
              </a:xfrm>
              <a:custGeom>
                <a:avLst/>
                <a:gdLst/>
                <a:ahLst/>
                <a:cxnLst/>
                <a:rect l="l" t="t" r="r" b="b"/>
                <a:pathLst>
                  <a:path w="1918" h="1807" extrusionOk="0">
                    <a:moveTo>
                      <a:pt x="874" y="0"/>
                    </a:moveTo>
                    <a:cubicBezTo>
                      <a:pt x="627" y="0"/>
                      <a:pt x="387" y="105"/>
                      <a:pt x="213" y="317"/>
                    </a:cubicBezTo>
                    <a:lnTo>
                      <a:pt x="121" y="438"/>
                    </a:lnTo>
                    <a:lnTo>
                      <a:pt x="920" y="558"/>
                    </a:lnTo>
                    <a:lnTo>
                      <a:pt x="828" y="1202"/>
                    </a:lnTo>
                    <a:lnTo>
                      <a:pt x="1" y="1060"/>
                    </a:lnTo>
                    <a:lnTo>
                      <a:pt x="36" y="1202"/>
                    </a:lnTo>
                    <a:cubicBezTo>
                      <a:pt x="121" y="1379"/>
                      <a:pt x="241" y="1555"/>
                      <a:pt x="418" y="1676"/>
                    </a:cubicBezTo>
                    <a:cubicBezTo>
                      <a:pt x="575" y="1768"/>
                      <a:pt x="733" y="1806"/>
                      <a:pt x="903" y="1806"/>
                    </a:cubicBezTo>
                    <a:cubicBezTo>
                      <a:pt x="955" y="1806"/>
                      <a:pt x="1007" y="1803"/>
                      <a:pt x="1062" y="1796"/>
                    </a:cubicBezTo>
                    <a:cubicBezTo>
                      <a:pt x="1062" y="1796"/>
                      <a:pt x="1097" y="1796"/>
                      <a:pt x="1097" y="1768"/>
                    </a:cubicBezTo>
                    <a:cubicBezTo>
                      <a:pt x="1331" y="1704"/>
                      <a:pt x="1536" y="1591"/>
                      <a:pt x="1656" y="1379"/>
                    </a:cubicBezTo>
                    <a:cubicBezTo>
                      <a:pt x="1918" y="940"/>
                      <a:pt x="1769" y="381"/>
                      <a:pt x="1359" y="141"/>
                    </a:cubicBezTo>
                    <a:cubicBezTo>
                      <a:pt x="1206" y="47"/>
                      <a:pt x="1038" y="0"/>
                      <a:pt x="8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41"/>
              <p:cNvSpPr/>
              <p:nvPr/>
            </p:nvSpPr>
            <p:spPr>
              <a:xfrm>
                <a:off x="5343532" y="4283832"/>
                <a:ext cx="37880" cy="34961"/>
              </a:xfrm>
              <a:custGeom>
                <a:avLst/>
                <a:gdLst/>
                <a:ahLst/>
                <a:cxnLst/>
                <a:rect l="l" t="t" r="r" b="b"/>
                <a:pathLst>
                  <a:path w="1090" h="1006" extrusionOk="0">
                    <a:moveTo>
                      <a:pt x="587" y="64"/>
                    </a:moveTo>
                    <a:cubicBezTo>
                      <a:pt x="707" y="64"/>
                      <a:pt x="856" y="121"/>
                      <a:pt x="941" y="241"/>
                    </a:cubicBezTo>
                    <a:cubicBezTo>
                      <a:pt x="998" y="326"/>
                      <a:pt x="1033" y="446"/>
                      <a:pt x="998" y="566"/>
                    </a:cubicBezTo>
                    <a:cubicBezTo>
                      <a:pt x="998" y="680"/>
                      <a:pt x="941" y="800"/>
                      <a:pt x="821" y="856"/>
                    </a:cubicBezTo>
                    <a:cubicBezTo>
                      <a:pt x="764" y="920"/>
                      <a:pt x="679" y="948"/>
                      <a:pt x="587" y="948"/>
                    </a:cubicBezTo>
                    <a:cubicBezTo>
                      <a:pt x="439" y="948"/>
                      <a:pt x="290" y="885"/>
                      <a:pt x="205" y="772"/>
                    </a:cubicBezTo>
                    <a:cubicBezTo>
                      <a:pt x="85" y="566"/>
                      <a:pt x="113" y="269"/>
                      <a:pt x="325" y="149"/>
                    </a:cubicBezTo>
                    <a:cubicBezTo>
                      <a:pt x="382" y="92"/>
                      <a:pt x="467" y="64"/>
                      <a:pt x="587" y="64"/>
                    </a:cubicBezTo>
                    <a:close/>
                    <a:moveTo>
                      <a:pt x="587" y="0"/>
                    </a:moveTo>
                    <a:cubicBezTo>
                      <a:pt x="467" y="0"/>
                      <a:pt x="354" y="36"/>
                      <a:pt x="290" y="92"/>
                    </a:cubicBezTo>
                    <a:cubicBezTo>
                      <a:pt x="57" y="269"/>
                      <a:pt x="0" y="566"/>
                      <a:pt x="177" y="800"/>
                    </a:cubicBezTo>
                    <a:cubicBezTo>
                      <a:pt x="262" y="920"/>
                      <a:pt x="410" y="1005"/>
                      <a:pt x="587" y="1005"/>
                    </a:cubicBezTo>
                    <a:cubicBezTo>
                      <a:pt x="679" y="1005"/>
                      <a:pt x="792" y="977"/>
                      <a:pt x="884" y="920"/>
                    </a:cubicBezTo>
                    <a:cubicBezTo>
                      <a:pt x="969" y="828"/>
                      <a:pt x="1061" y="708"/>
                      <a:pt x="1061" y="566"/>
                    </a:cubicBezTo>
                    <a:cubicBezTo>
                      <a:pt x="1089" y="446"/>
                      <a:pt x="1061" y="298"/>
                      <a:pt x="969" y="213"/>
                    </a:cubicBezTo>
                    <a:cubicBezTo>
                      <a:pt x="884" y="64"/>
                      <a:pt x="736" y="0"/>
                      <a:pt x="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41"/>
              <p:cNvSpPr/>
              <p:nvPr/>
            </p:nvSpPr>
            <p:spPr>
              <a:xfrm>
                <a:off x="5292132" y="4263432"/>
                <a:ext cx="333172" cy="243094"/>
              </a:xfrm>
              <a:custGeom>
                <a:avLst/>
                <a:gdLst/>
                <a:ahLst/>
                <a:cxnLst/>
                <a:rect l="l" t="t" r="r" b="b"/>
                <a:pathLst>
                  <a:path w="9587" h="6995" extrusionOk="0">
                    <a:moveTo>
                      <a:pt x="1033" y="0"/>
                    </a:moveTo>
                    <a:cubicBezTo>
                      <a:pt x="1005" y="205"/>
                      <a:pt x="1005" y="411"/>
                      <a:pt x="856" y="531"/>
                    </a:cubicBezTo>
                    <a:cubicBezTo>
                      <a:pt x="780" y="613"/>
                      <a:pt x="657" y="626"/>
                      <a:pt x="530" y="626"/>
                    </a:cubicBezTo>
                    <a:cubicBezTo>
                      <a:pt x="471" y="626"/>
                      <a:pt x="411" y="623"/>
                      <a:pt x="354" y="623"/>
                    </a:cubicBezTo>
                    <a:cubicBezTo>
                      <a:pt x="318" y="608"/>
                      <a:pt x="287" y="599"/>
                      <a:pt x="258" y="599"/>
                    </a:cubicBezTo>
                    <a:cubicBezTo>
                      <a:pt x="220" y="599"/>
                      <a:pt x="186" y="615"/>
                      <a:pt x="149" y="651"/>
                    </a:cubicBezTo>
                    <a:cubicBezTo>
                      <a:pt x="0" y="828"/>
                      <a:pt x="418" y="1507"/>
                      <a:pt x="503" y="1684"/>
                    </a:cubicBezTo>
                    <a:cubicBezTo>
                      <a:pt x="828" y="2476"/>
                      <a:pt x="1182" y="3276"/>
                      <a:pt x="1507" y="4040"/>
                    </a:cubicBezTo>
                    <a:cubicBezTo>
                      <a:pt x="1741" y="4599"/>
                      <a:pt x="2010" y="5158"/>
                      <a:pt x="2363" y="5660"/>
                    </a:cubicBezTo>
                    <a:cubicBezTo>
                      <a:pt x="2866" y="6311"/>
                      <a:pt x="3686" y="6487"/>
                      <a:pt x="4422" y="6693"/>
                    </a:cubicBezTo>
                    <a:cubicBezTo>
                      <a:pt x="5310" y="6899"/>
                      <a:pt x="6197" y="6995"/>
                      <a:pt x="7080" y="6995"/>
                    </a:cubicBezTo>
                    <a:cubicBezTo>
                      <a:pt x="7196" y="6995"/>
                      <a:pt x="7312" y="6993"/>
                      <a:pt x="7429" y="6990"/>
                    </a:cubicBezTo>
                    <a:cubicBezTo>
                      <a:pt x="7903" y="6954"/>
                      <a:pt x="8313" y="6898"/>
                      <a:pt x="8702" y="6636"/>
                    </a:cubicBezTo>
                    <a:cubicBezTo>
                      <a:pt x="9056" y="6396"/>
                      <a:pt x="9317" y="6070"/>
                      <a:pt x="9466" y="5688"/>
                    </a:cubicBezTo>
                    <a:cubicBezTo>
                      <a:pt x="9523" y="5511"/>
                      <a:pt x="9586" y="5306"/>
                      <a:pt x="9551" y="5129"/>
                    </a:cubicBezTo>
                    <a:cubicBezTo>
                      <a:pt x="9551" y="4924"/>
                      <a:pt x="9466" y="4747"/>
                      <a:pt x="9346" y="4599"/>
                    </a:cubicBezTo>
                    <a:cubicBezTo>
                      <a:pt x="9233" y="4514"/>
                      <a:pt x="9084" y="4450"/>
                      <a:pt x="8935" y="4393"/>
                    </a:cubicBezTo>
                    <a:cubicBezTo>
                      <a:pt x="8396" y="4230"/>
                      <a:pt x="7856" y="4179"/>
                      <a:pt x="7316" y="4179"/>
                    </a:cubicBezTo>
                    <a:cubicBezTo>
                      <a:pt x="7177" y="4179"/>
                      <a:pt x="7037" y="4183"/>
                      <a:pt x="6898" y="4188"/>
                    </a:cubicBezTo>
                    <a:cubicBezTo>
                      <a:pt x="6544" y="4188"/>
                      <a:pt x="6191" y="4217"/>
                      <a:pt x="5837" y="4217"/>
                    </a:cubicBezTo>
                    <a:cubicBezTo>
                      <a:pt x="5776" y="4222"/>
                      <a:pt x="5716" y="4224"/>
                      <a:pt x="5657" y="4224"/>
                    </a:cubicBezTo>
                    <a:cubicBezTo>
                      <a:pt x="5405" y="4224"/>
                      <a:pt x="5165" y="4183"/>
                      <a:pt x="4924" y="4160"/>
                    </a:cubicBezTo>
                    <a:cubicBezTo>
                      <a:pt x="4634" y="4125"/>
                      <a:pt x="4280" y="4096"/>
                      <a:pt x="4104" y="3835"/>
                    </a:cubicBezTo>
                    <a:cubicBezTo>
                      <a:pt x="3248" y="2773"/>
                      <a:pt x="2540" y="1620"/>
                      <a:pt x="1684" y="559"/>
                    </a:cubicBezTo>
                    <a:cubicBezTo>
                      <a:pt x="1628" y="503"/>
                      <a:pt x="1592" y="474"/>
                      <a:pt x="1536" y="411"/>
                    </a:cubicBezTo>
                    <a:cubicBezTo>
                      <a:pt x="1387" y="234"/>
                      <a:pt x="1274" y="92"/>
                      <a:pt x="1033"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1"/>
              <p:cNvSpPr/>
              <p:nvPr/>
            </p:nvSpPr>
            <p:spPr>
              <a:xfrm>
                <a:off x="5380404" y="4803316"/>
                <a:ext cx="560315" cy="2016"/>
              </a:xfrm>
              <a:custGeom>
                <a:avLst/>
                <a:gdLst/>
                <a:ahLst/>
                <a:cxnLst/>
                <a:rect l="l" t="t" r="r" b="b"/>
                <a:pathLst>
                  <a:path w="16123" h="58" extrusionOk="0">
                    <a:moveTo>
                      <a:pt x="28" y="1"/>
                    </a:moveTo>
                    <a:cubicBezTo>
                      <a:pt x="0" y="1"/>
                      <a:pt x="0" y="1"/>
                      <a:pt x="0" y="29"/>
                    </a:cubicBezTo>
                    <a:cubicBezTo>
                      <a:pt x="0" y="29"/>
                      <a:pt x="0" y="57"/>
                      <a:pt x="28" y="57"/>
                    </a:cubicBezTo>
                    <a:lnTo>
                      <a:pt x="16094" y="57"/>
                    </a:lnTo>
                    <a:cubicBezTo>
                      <a:pt x="16123" y="57"/>
                      <a:pt x="16123" y="29"/>
                      <a:pt x="16123" y="29"/>
                    </a:cubicBezTo>
                    <a:cubicBezTo>
                      <a:pt x="16123" y="1"/>
                      <a:pt x="16123" y="1"/>
                      <a:pt x="16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1"/>
              <p:cNvSpPr/>
              <p:nvPr/>
            </p:nvSpPr>
            <p:spPr>
              <a:xfrm>
                <a:off x="5344505" y="4784897"/>
                <a:ext cx="625962" cy="1981"/>
              </a:xfrm>
              <a:custGeom>
                <a:avLst/>
                <a:gdLst/>
                <a:ahLst/>
                <a:cxnLst/>
                <a:rect l="l" t="t" r="r" b="b"/>
                <a:pathLst>
                  <a:path w="18012" h="57" extrusionOk="0">
                    <a:moveTo>
                      <a:pt x="29" y="0"/>
                    </a:moveTo>
                    <a:lnTo>
                      <a:pt x="0" y="28"/>
                    </a:lnTo>
                    <a:cubicBezTo>
                      <a:pt x="0" y="57"/>
                      <a:pt x="29" y="57"/>
                      <a:pt x="29" y="57"/>
                    </a:cubicBezTo>
                    <a:lnTo>
                      <a:pt x="17983" y="57"/>
                    </a:lnTo>
                    <a:cubicBezTo>
                      <a:pt x="17983" y="57"/>
                      <a:pt x="18012" y="57"/>
                      <a:pt x="18012" y="28"/>
                    </a:cubicBezTo>
                    <a:lnTo>
                      <a:pt x="179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1"/>
              <p:cNvSpPr/>
              <p:nvPr/>
            </p:nvSpPr>
            <p:spPr>
              <a:xfrm>
                <a:off x="5959141" y="4803316"/>
                <a:ext cx="23632" cy="2016"/>
              </a:xfrm>
              <a:custGeom>
                <a:avLst/>
                <a:gdLst/>
                <a:ahLst/>
                <a:cxnLst/>
                <a:rect l="l" t="t" r="r" b="b"/>
                <a:pathLst>
                  <a:path w="680" h="58" extrusionOk="0">
                    <a:moveTo>
                      <a:pt x="28" y="1"/>
                    </a:moveTo>
                    <a:cubicBezTo>
                      <a:pt x="0" y="1"/>
                      <a:pt x="0" y="1"/>
                      <a:pt x="0" y="29"/>
                    </a:cubicBezTo>
                    <a:cubicBezTo>
                      <a:pt x="0" y="29"/>
                      <a:pt x="0" y="57"/>
                      <a:pt x="28" y="57"/>
                    </a:cubicBezTo>
                    <a:lnTo>
                      <a:pt x="651" y="57"/>
                    </a:lnTo>
                    <a:cubicBezTo>
                      <a:pt x="679" y="57"/>
                      <a:pt x="679" y="29"/>
                      <a:pt x="679" y="29"/>
                    </a:cubicBezTo>
                    <a:cubicBezTo>
                      <a:pt x="679" y="1"/>
                      <a:pt x="679" y="1"/>
                      <a:pt x="6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1"/>
              <p:cNvSpPr/>
              <p:nvPr/>
            </p:nvSpPr>
            <p:spPr>
              <a:xfrm>
                <a:off x="5586175" y="4228541"/>
                <a:ext cx="174353" cy="238367"/>
              </a:xfrm>
              <a:custGeom>
                <a:avLst/>
                <a:gdLst/>
                <a:ahLst/>
                <a:cxnLst/>
                <a:rect l="l" t="t" r="r" b="b"/>
                <a:pathLst>
                  <a:path w="5017" h="6859" extrusionOk="0">
                    <a:moveTo>
                      <a:pt x="1785" y="0"/>
                    </a:moveTo>
                    <a:cubicBezTo>
                      <a:pt x="1456" y="0"/>
                      <a:pt x="1123" y="104"/>
                      <a:pt x="856" y="297"/>
                    </a:cubicBezTo>
                    <a:cubicBezTo>
                      <a:pt x="206" y="799"/>
                      <a:pt x="177" y="1712"/>
                      <a:pt x="298" y="2419"/>
                    </a:cubicBezTo>
                    <a:cubicBezTo>
                      <a:pt x="375" y="3093"/>
                      <a:pt x="708" y="3796"/>
                      <a:pt x="1415" y="3796"/>
                    </a:cubicBezTo>
                    <a:cubicBezTo>
                      <a:pt x="1480" y="3796"/>
                      <a:pt x="1549" y="3790"/>
                      <a:pt x="1620" y="3777"/>
                    </a:cubicBezTo>
                    <a:lnTo>
                      <a:pt x="1620" y="3777"/>
                    </a:lnTo>
                    <a:cubicBezTo>
                      <a:pt x="1592" y="3926"/>
                      <a:pt x="1564" y="4067"/>
                      <a:pt x="1536" y="4216"/>
                    </a:cubicBezTo>
                    <a:cubicBezTo>
                      <a:pt x="1536" y="4336"/>
                      <a:pt x="1507" y="4457"/>
                      <a:pt x="1444" y="4541"/>
                    </a:cubicBezTo>
                    <a:cubicBezTo>
                      <a:pt x="1238" y="4810"/>
                      <a:pt x="736" y="4775"/>
                      <a:pt x="446" y="4839"/>
                    </a:cubicBezTo>
                    <a:cubicBezTo>
                      <a:pt x="0" y="4987"/>
                      <a:pt x="64" y="5482"/>
                      <a:pt x="121" y="5900"/>
                    </a:cubicBezTo>
                    <a:lnTo>
                      <a:pt x="121" y="6013"/>
                    </a:lnTo>
                    <a:cubicBezTo>
                      <a:pt x="149" y="6190"/>
                      <a:pt x="206" y="6338"/>
                      <a:pt x="298" y="6487"/>
                    </a:cubicBezTo>
                    <a:cubicBezTo>
                      <a:pt x="477" y="6772"/>
                      <a:pt x="810" y="6859"/>
                      <a:pt x="1180" y="6859"/>
                    </a:cubicBezTo>
                    <a:cubicBezTo>
                      <a:pt x="1655" y="6859"/>
                      <a:pt x="2190" y="6715"/>
                      <a:pt x="2540" y="6664"/>
                    </a:cubicBezTo>
                    <a:cubicBezTo>
                      <a:pt x="3389" y="6515"/>
                      <a:pt x="4217" y="6282"/>
                      <a:pt x="5016" y="5928"/>
                    </a:cubicBezTo>
                    <a:cubicBezTo>
                      <a:pt x="4691" y="5631"/>
                      <a:pt x="4394" y="5249"/>
                      <a:pt x="4068" y="4923"/>
                    </a:cubicBezTo>
                    <a:cubicBezTo>
                      <a:pt x="4012" y="4867"/>
                      <a:pt x="3778" y="4895"/>
                      <a:pt x="3686" y="4839"/>
                    </a:cubicBezTo>
                    <a:cubicBezTo>
                      <a:pt x="3566" y="4775"/>
                      <a:pt x="3481" y="4690"/>
                      <a:pt x="3424" y="4570"/>
                    </a:cubicBezTo>
                    <a:cubicBezTo>
                      <a:pt x="3276" y="4308"/>
                      <a:pt x="3248" y="3983"/>
                      <a:pt x="3248" y="3685"/>
                    </a:cubicBezTo>
                    <a:cubicBezTo>
                      <a:pt x="3276" y="3247"/>
                      <a:pt x="3248" y="2511"/>
                      <a:pt x="3276" y="2094"/>
                    </a:cubicBezTo>
                    <a:cubicBezTo>
                      <a:pt x="3276" y="1712"/>
                      <a:pt x="3424" y="1563"/>
                      <a:pt x="3304" y="1209"/>
                    </a:cubicBezTo>
                    <a:cubicBezTo>
                      <a:pt x="3156" y="707"/>
                      <a:pt x="2802" y="269"/>
                      <a:pt x="2300" y="92"/>
                    </a:cubicBezTo>
                    <a:cubicBezTo>
                      <a:pt x="2136" y="30"/>
                      <a:pt x="1961" y="0"/>
                      <a:pt x="1785"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1"/>
              <p:cNvSpPr/>
              <p:nvPr/>
            </p:nvSpPr>
            <p:spPr>
              <a:xfrm>
                <a:off x="5497173" y="4393477"/>
                <a:ext cx="341999" cy="333172"/>
              </a:xfrm>
              <a:custGeom>
                <a:avLst/>
                <a:gdLst/>
                <a:ahLst/>
                <a:cxnLst/>
                <a:rect l="l" t="t" r="r" b="b"/>
                <a:pathLst>
                  <a:path w="9841" h="9587" extrusionOk="0">
                    <a:moveTo>
                      <a:pt x="3538" y="1"/>
                    </a:moveTo>
                    <a:cubicBezTo>
                      <a:pt x="2356" y="121"/>
                      <a:pt x="1175" y="269"/>
                      <a:pt x="0" y="383"/>
                    </a:cubicBezTo>
                    <a:cubicBezTo>
                      <a:pt x="85" y="560"/>
                      <a:pt x="57" y="828"/>
                      <a:pt x="85" y="1033"/>
                    </a:cubicBezTo>
                    <a:cubicBezTo>
                      <a:pt x="85" y="1267"/>
                      <a:pt x="114" y="1507"/>
                      <a:pt x="114" y="1741"/>
                    </a:cubicBezTo>
                    <a:cubicBezTo>
                      <a:pt x="177" y="2187"/>
                      <a:pt x="206" y="2654"/>
                      <a:pt x="291" y="3128"/>
                    </a:cubicBezTo>
                    <a:cubicBezTo>
                      <a:pt x="291" y="3248"/>
                      <a:pt x="326" y="3389"/>
                      <a:pt x="354" y="3510"/>
                    </a:cubicBezTo>
                    <a:cubicBezTo>
                      <a:pt x="695" y="3475"/>
                      <a:pt x="1299" y="3417"/>
                      <a:pt x="1712" y="3417"/>
                    </a:cubicBezTo>
                    <a:cubicBezTo>
                      <a:pt x="1976" y="3417"/>
                      <a:pt x="2162" y="3441"/>
                      <a:pt x="2151" y="3510"/>
                    </a:cubicBezTo>
                    <a:cubicBezTo>
                      <a:pt x="2151" y="3778"/>
                      <a:pt x="2179" y="4012"/>
                      <a:pt x="2179" y="4274"/>
                    </a:cubicBezTo>
                    <a:cubicBezTo>
                      <a:pt x="2179" y="4804"/>
                      <a:pt x="2236" y="5306"/>
                      <a:pt x="2236" y="5809"/>
                    </a:cubicBezTo>
                    <a:cubicBezTo>
                      <a:pt x="2271" y="6339"/>
                      <a:pt x="2300" y="6898"/>
                      <a:pt x="2356" y="7429"/>
                    </a:cubicBezTo>
                    <a:cubicBezTo>
                      <a:pt x="2413" y="8051"/>
                      <a:pt x="2505" y="8638"/>
                      <a:pt x="2653" y="9261"/>
                    </a:cubicBezTo>
                    <a:cubicBezTo>
                      <a:pt x="3421" y="9504"/>
                      <a:pt x="4251" y="9586"/>
                      <a:pt x="5089" y="9586"/>
                    </a:cubicBezTo>
                    <a:cubicBezTo>
                      <a:pt x="5765" y="9586"/>
                      <a:pt x="6446" y="9532"/>
                      <a:pt x="7103" y="9466"/>
                    </a:cubicBezTo>
                    <a:cubicBezTo>
                      <a:pt x="7542" y="9438"/>
                      <a:pt x="7987" y="9374"/>
                      <a:pt x="8341" y="9169"/>
                    </a:cubicBezTo>
                    <a:cubicBezTo>
                      <a:pt x="9374" y="8554"/>
                      <a:pt x="9431" y="6750"/>
                      <a:pt x="9579" y="5688"/>
                    </a:cubicBezTo>
                    <a:cubicBezTo>
                      <a:pt x="9699" y="4896"/>
                      <a:pt x="9841" y="4132"/>
                      <a:pt x="9784" y="3304"/>
                    </a:cubicBezTo>
                    <a:cubicBezTo>
                      <a:pt x="9699" y="2243"/>
                      <a:pt x="9225" y="1154"/>
                      <a:pt x="8249" y="623"/>
                    </a:cubicBezTo>
                    <a:cubicBezTo>
                      <a:pt x="7895" y="446"/>
                      <a:pt x="7513" y="326"/>
                      <a:pt x="7131" y="206"/>
                    </a:cubicBezTo>
                    <a:cubicBezTo>
                      <a:pt x="6806" y="149"/>
                      <a:pt x="6481" y="121"/>
                      <a:pt x="6191" y="29"/>
                    </a:cubicBezTo>
                    <a:cubicBezTo>
                      <a:pt x="6070" y="326"/>
                      <a:pt x="5893" y="475"/>
                      <a:pt x="5596" y="595"/>
                    </a:cubicBezTo>
                    <a:cubicBezTo>
                      <a:pt x="5418" y="681"/>
                      <a:pt x="5202" y="718"/>
                      <a:pt x="4994" y="718"/>
                    </a:cubicBezTo>
                    <a:cubicBezTo>
                      <a:pt x="4930" y="718"/>
                      <a:pt x="4866" y="715"/>
                      <a:pt x="4804" y="708"/>
                    </a:cubicBezTo>
                    <a:cubicBezTo>
                      <a:pt x="4535" y="680"/>
                      <a:pt x="4302" y="623"/>
                      <a:pt x="4068" y="503"/>
                    </a:cubicBezTo>
                    <a:cubicBezTo>
                      <a:pt x="3976" y="446"/>
                      <a:pt x="3863" y="354"/>
                      <a:pt x="3771" y="269"/>
                    </a:cubicBezTo>
                    <a:cubicBezTo>
                      <a:pt x="3715" y="206"/>
                      <a:pt x="3651" y="121"/>
                      <a:pt x="3594" y="29"/>
                    </a:cubicBezTo>
                    <a:lnTo>
                      <a:pt x="35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1"/>
              <p:cNvSpPr/>
              <p:nvPr/>
            </p:nvSpPr>
            <p:spPr>
              <a:xfrm>
                <a:off x="5506279" y="4504130"/>
                <a:ext cx="61477" cy="11329"/>
              </a:xfrm>
              <a:custGeom>
                <a:avLst/>
                <a:gdLst/>
                <a:ahLst/>
                <a:cxnLst/>
                <a:rect l="l" t="t" r="r" b="b"/>
                <a:pathLst>
                  <a:path w="1769" h="326" extrusionOk="0">
                    <a:moveTo>
                      <a:pt x="29" y="0"/>
                    </a:moveTo>
                    <a:lnTo>
                      <a:pt x="0" y="28"/>
                    </a:lnTo>
                    <a:cubicBezTo>
                      <a:pt x="0" y="92"/>
                      <a:pt x="29" y="120"/>
                      <a:pt x="29" y="149"/>
                    </a:cubicBezTo>
                    <a:lnTo>
                      <a:pt x="29" y="297"/>
                    </a:lnTo>
                    <a:lnTo>
                      <a:pt x="29" y="326"/>
                    </a:lnTo>
                    <a:lnTo>
                      <a:pt x="64" y="326"/>
                    </a:lnTo>
                    <a:cubicBezTo>
                      <a:pt x="559" y="326"/>
                      <a:pt x="1267" y="297"/>
                      <a:pt x="1741" y="269"/>
                    </a:cubicBezTo>
                    <a:lnTo>
                      <a:pt x="1769" y="241"/>
                    </a:lnTo>
                    <a:cubicBezTo>
                      <a:pt x="1769" y="205"/>
                      <a:pt x="1741" y="205"/>
                      <a:pt x="1741" y="205"/>
                    </a:cubicBezTo>
                    <a:cubicBezTo>
                      <a:pt x="1267" y="241"/>
                      <a:pt x="559" y="269"/>
                      <a:pt x="92" y="269"/>
                    </a:cubicBezTo>
                    <a:lnTo>
                      <a:pt x="92" y="149"/>
                    </a:lnTo>
                    <a:cubicBezTo>
                      <a:pt x="64" y="120"/>
                      <a:pt x="64" y="64"/>
                      <a:pt x="64" y="28"/>
                    </a:cubicBezTo>
                    <a:cubicBezTo>
                      <a:pt x="64" y="28"/>
                      <a:pt x="64"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1"/>
              <p:cNvSpPr/>
              <p:nvPr/>
            </p:nvSpPr>
            <p:spPr>
              <a:xfrm>
                <a:off x="5497173" y="4397647"/>
                <a:ext cx="73780" cy="14318"/>
              </a:xfrm>
              <a:custGeom>
                <a:avLst/>
                <a:gdLst/>
                <a:ahLst/>
                <a:cxnLst/>
                <a:rect l="l" t="t" r="r" b="b"/>
                <a:pathLst>
                  <a:path w="2123" h="412" extrusionOk="0">
                    <a:moveTo>
                      <a:pt x="2094" y="1"/>
                    </a:moveTo>
                    <a:cubicBezTo>
                      <a:pt x="1854" y="29"/>
                      <a:pt x="1529" y="57"/>
                      <a:pt x="1210" y="86"/>
                    </a:cubicBezTo>
                    <a:cubicBezTo>
                      <a:pt x="765" y="149"/>
                      <a:pt x="354" y="178"/>
                      <a:pt x="29" y="206"/>
                    </a:cubicBezTo>
                    <a:lnTo>
                      <a:pt x="0" y="206"/>
                    </a:lnTo>
                    <a:lnTo>
                      <a:pt x="0" y="263"/>
                    </a:lnTo>
                    <a:lnTo>
                      <a:pt x="0" y="326"/>
                    </a:lnTo>
                    <a:lnTo>
                      <a:pt x="0" y="383"/>
                    </a:lnTo>
                    <a:cubicBezTo>
                      <a:pt x="0" y="411"/>
                      <a:pt x="29" y="411"/>
                      <a:pt x="29" y="411"/>
                    </a:cubicBezTo>
                    <a:lnTo>
                      <a:pt x="57" y="411"/>
                    </a:lnTo>
                    <a:lnTo>
                      <a:pt x="57" y="383"/>
                    </a:lnTo>
                    <a:lnTo>
                      <a:pt x="57" y="326"/>
                    </a:lnTo>
                    <a:lnTo>
                      <a:pt x="57" y="263"/>
                    </a:lnTo>
                    <a:cubicBezTo>
                      <a:pt x="383" y="234"/>
                      <a:pt x="793" y="206"/>
                      <a:pt x="1210" y="149"/>
                    </a:cubicBezTo>
                    <a:cubicBezTo>
                      <a:pt x="1529" y="121"/>
                      <a:pt x="1854" y="86"/>
                      <a:pt x="2094" y="57"/>
                    </a:cubicBezTo>
                    <a:cubicBezTo>
                      <a:pt x="2123" y="57"/>
                      <a:pt x="2123" y="57"/>
                      <a:pt x="2123" y="29"/>
                    </a:cubicBezTo>
                    <a:cubicBezTo>
                      <a:pt x="2123" y="29"/>
                      <a:pt x="2123" y="1"/>
                      <a:pt x="2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1"/>
              <p:cNvSpPr/>
              <p:nvPr/>
            </p:nvSpPr>
            <p:spPr>
              <a:xfrm>
                <a:off x="5570919" y="4515424"/>
                <a:ext cx="7159" cy="108706"/>
              </a:xfrm>
              <a:custGeom>
                <a:avLst/>
                <a:gdLst/>
                <a:ahLst/>
                <a:cxnLst/>
                <a:rect l="l" t="t" r="r" b="b"/>
                <a:pathLst>
                  <a:path w="206" h="3128" extrusionOk="0">
                    <a:moveTo>
                      <a:pt x="57" y="1"/>
                    </a:moveTo>
                    <a:cubicBezTo>
                      <a:pt x="29" y="1"/>
                      <a:pt x="29" y="1"/>
                      <a:pt x="29" y="29"/>
                    </a:cubicBezTo>
                    <a:cubicBezTo>
                      <a:pt x="1" y="1033"/>
                      <a:pt x="29" y="2066"/>
                      <a:pt x="149" y="3099"/>
                    </a:cubicBezTo>
                    <a:cubicBezTo>
                      <a:pt x="149" y="3099"/>
                      <a:pt x="149" y="3127"/>
                      <a:pt x="178" y="3127"/>
                    </a:cubicBezTo>
                    <a:cubicBezTo>
                      <a:pt x="178" y="3127"/>
                      <a:pt x="206" y="3099"/>
                      <a:pt x="206" y="3064"/>
                    </a:cubicBezTo>
                    <a:cubicBezTo>
                      <a:pt x="86" y="2066"/>
                      <a:pt x="57" y="1033"/>
                      <a:pt x="86" y="29"/>
                    </a:cubicBezTo>
                    <a:cubicBezTo>
                      <a:pt x="86" y="1"/>
                      <a:pt x="57"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1"/>
              <p:cNvSpPr/>
              <p:nvPr/>
            </p:nvSpPr>
            <p:spPr>
              <a:xfrm>
                <a:off x="5455123" y="4818294"/>
                <a:ext cx="182451" cy="90600"/>
              </a:xfrm>
              <a:custGeom>
                <a:avLst/>
                <a:gdLst/>
                <a:ahLst/>
                <a:cxnLst/>
                <a:rect l="l" t="t" r="r" b="b"/>
                <a:pathLst>
                  <a:path w="5250" h="2607" extrusionOk="0">
                    <a:moveTo>
                      <a:pt x="3538" y="1"/>
                    </a:moveTo>
                    <a:cubicBezTo>
                      <a:pt x="2953" y="1"/>
                      <a:pt x="2398" y="247"/>
                      <a:pt x="1890" y="511"/>
                    </a:cubicBezTo>
                    <a:cubicBezTo>
                      <a:pt x="1359" y="779"/>
                      <a:pt x="737" y="1069"/>
                      <a:pt x="383" y="1543"/>
                    </a:cubicBezTo>
                    <a:cubicBezTo>
                      <a:pt x="354" y="1572"/>
                      <a:pt x="354" y="1600"/>
                      <a:pt x="326" y="1635"/>
                    </a:cubicBezTo>
                    <a:cubicBezTo>
                      <a:pt x="178" y="1840"/>
                      <a:pt x="1" y="2131"/>
                      <a:pt x="149" y="2399"/>
                    </a:cubicBezTo>
                    <a:cubicBezTo>
                      <a:pt x="216" y="2553"/>
                      <a:pt x="343" y="2607"/>
                      <a:pt x="497" y="2607"/>
                    </a:cubicBezTo>
                    <a:cubicBezTo>
                      <a:pt x="818" y="2607"/>
                      <a:pt x="1252" y="2370"/>
                      <a:pt x="1472" y="2307"/>
                    </a:cubicBezTo>
                    <a:cubicBezTo>
                      <a:pt x="1854" y="2194"/>
                      <a:pt x="2208" y="2046"/>
                      <a:pt x="2562" y="1925"/>
                    </a:cubicBezTo>
                    <a:cubicBezTo>
                      <a:pt x="3269" y="1664"/>
                      <a:pt x="4012" y="1458"/>
                      <a:pt x="4748" y="1423"/>
                    </a:cubicBezTo>
                    <a:cubicBezTo>
                      <a:pt x="4925" y="1423"/>
                      <a:pt x="5158" y="1423"/>
                      <a:pt x="5215" y="1246"/>
                    </a:cubicBezTo>
                    <a:cubicBezTo>
                      <a:pt x="5250" y="1190"/>
                      <a:pt x="5250" y="1105"/>
                      <a:pt x="5215" y="1041"/>
                    </a:cubicBezTo>
                    <a:cubicBezTo>
                      <a:pt x="5101" y="426"/>
                      <a:pt x="4302" y="44"/>
                      <a:pt x="3715" y="8"/>
                    </a:cubicBezTo>
                    <a:cubicBezTo>
                      <a:pt x="3656" y="3"/>
                      <a:pt x="3597" y="1"/>
                      <a:pt x="35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1"/>
              <p:cNvSpPr/>
              <p:nvPr/>
            </p:nvSpPr>
            <p:spPr>
              <a:xfrm>
                <a:off x="5334183" y="4634696"/>
                <a:ext cx="623008" cy="252790"/>
              </a:xfrm>
              <a:custGeom>
                <a:avLst/>
                <a:gdLst/>
                <a:ahLst/>
                <a:cxnLst/>
                <a:rect l="l" t="t" r="r" b="b"/>
                <a:pathLst>
                  <a:path w="17927" h="7274" extrusionOk="0">
                    <a:moveTo>
                      <a:pt x="2256" y="1"/>
                    </a:moveTo>
                    <a:cubicBezTo>
                      <a:pt x="2076" y="1"/>
                      <a:pt x="1894" y="15"/>
                      <a:pt x="1712" y="49"/>
                    </a:cubicBezTo>
                    <a:cubicBezTo>
                      <a:pt x="1267" y="134"/>
                      <a:pt x="856" y="375"/>
                      <a:pt x="531" y="693"/>
                    </a:cubicBezTo>
                    <a:cubicBezTo>
                      <a:pt x="446" y="813"/>
                      <a:pt x="354" y="933"/>
                      <a:pt x="297" y="1047"/>
                    </a:cubicBezTo>
                    <a:cubicBezTo>
                      <a:pt x="0" y="1641"/>
                      <a:pt x="241" y="2377"/>
                      <a:pt x="502" y="2935"/>
                    </a:cubicBezTo>
                    <a:cubicBezTo>
                      <a:pt x="913" y="3735"/>
                      <a:pt x="1564" y="4322"/>
                      <a:pt x="2299" y="4761"/>
                    </a:cubicBezTo>
                    <a:cubicBezTo>
                      <a:pt x="3155" y="5291"/>
                      <a:pt x="4096" y="5617"/>
                      <a:pt x="5044" y="5970"/>
                    </a:cubicBezTo>
                    <a:cubicBezTo>
                      <a:pt x="6105" y="6352"/>
                      <a:pt x="7195" y="6741"/>
                      <a:pt x="8256" y="7123"/>
                    </a:cubicBezTo>
                    <a:cubicBezTo>
                      <a:pt x="8461" y="7180"/>
                      <a:pt x="8843" y="7237"/>
                      <a:pt x="9048" y="7272"/>
                    </a:cubicBezTo>
                    <a:cubicBezTo>
                      <a:pt x="9053" y="7273"/>
                      <a:pt x="9058" y="7273"/>
                      <a:pt x="9063" y="7273"/>
                    </a:cubicBezTo>
                    <a:cubicBezTo>
                      <a:pt x="9229" y="7273"/>
                      <a:pt x="9290" y="6824"/>
                      <a:pt x="9345" y="6741"/>
                    </a:cubicBezTo>
                    <a:cubicBezTo>
                      <a:pt x="9511" y="6547"/>
                      <a:pt x="9756" y="6528"/>
                      <a:pt x="10001" y="6528"/>
                    </a:cubicBezTo>
                    <a:cubicBezTo>
                      <a:pt x="10059" y="6528"/>
                      <a:pt x="10117" y="6529"/>
                      <a:pt x="10173" y="6529"/>
                    </a:cubicBezTo>
                    <a:cubicBezTo>
                      <a:pt x="10376" y="6543"/>
                      <a:pt x="10578" y="6550"/>
                      <a:pt x="10778" y="6550"/>
                    </a:cubicBezTo>
                    <a:cubicBezTo>
                      <a:pt x="12666" y="6550"/>
                      <a:pt x="14413" y="5929"/>
                      <a:pt x="16038" y="4938"/>
                    </a:cubicBezTo>
                    <a:cubicBezTo>
                      <a:pt x="16540" y="4647"/>
                      <a:pt x="17042" y="4265"/>
                      <a:pt x="17396" y="3763"/>
                    </a:cubicBezTo>
                    <a:cubicBezTo>
                      <a:pt x="17806" y="3169"/>
                      <a:pt x="17927" y="2377"/>
                      <a:pt x="17481" y="1754"/>
                    </a:cubicBezTo>
                    <a:cubicBezTo>
                      <a:pt x="17042" y="1195"/>
                      <a:pt x="16391" y="841"/>
                      <a:pt x="15684" y="728"/>
                    </a:cubicBezTo>
                    <a:cubicBezTo>
                      <a:pt x="15547" y="701"/>
                      <a:pt x="15414" y="688"/>
                      <a:pt x="15285" y="688"/>
                    </a:cubicBezTo>
                    <a:cubicBezTo>
                      <a:pt x="14580" y="688"/>
                      <a:pt x="13983" y="1063"/>
                      <a:pt x="13385" y="1464"/>
                    </a:cubicBezTo>
                    <a:cubicBezTo>
                      <a:pt x="13328" y="1521"/>
                      <a:pt x="13236" y="1577"/>
                      <a:pt x="13151" y="1641"/>
                    </a:cubicBezTo>
                    <a:cubicBezTo>
                      <a:pt x="12793" y="1523"/>
                      <a:pt x="12398" y="1491"/>
                      <a:pt x="11997" y="1491"/>
                    </a:cubicBezTo>
                    <a:cubicBezTo>
                      <a:pt x="11701" y="1491"/>
                      <a:pt x="11402" y="1509"/>
                      <a:pt x="11114" y="1521"/>
                    </a:cubicBezTo>
                    <a:cubicBezTo>
                      <a:pt x="10853" y="1541"/>
                      <a:pt x="10587" y="1547"/>
                      <a:pt x="10320" y="1547"/>
                    </a:cubicBezTo>
                    <a:cubicBezTo>
                      <a:pt x="10027" y="1547"/>
                      <a:pt x="9731" y="1540"/>
                      <a:pt x="9435" y="1540"/>
                    </a:cubicBezTo>
                    <a:cubicBezTo>
                      <a:pt x="9268" y="1540"/>
                      <a:pt x="9102" y="1542"/>
                      <a:pt x="8935" y="1549"/>
                    </a:cubicBezTo>
                    <a:cubicBezTo>
                      <a:pt x="8638" y="1583"/>
                      <a:pt x="8388" y="1615"/>
                      <a:pt x="8136" y="1615"/>
                    </a:cubicBezTo>
                    <a:cubicBezTo>
                      <a:pt x="7914" y="1615"/>
                      <a:pt x="7690" y="1590"/>
                      <a:pt x="7428" y="1521"/>
                    </a:cubicBezTo>
                    <a:cubicBezTo>
                      <a:pt x="6134" y="1167"/>
                      <a:pt x="4896" y="580"/>
                      <a:pt x="3601" y="226"/>
                    </a:cubicBezTo>
                    <a:cubicBezTo>
                      <a:pt x="3173" y="99"/>
                      <a:pt x="2720" y="1"/>
                      <a:pt x="22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1"/>
              <p:cNvSpPr/>
              <p:nvPr/>
            </p:nvSpPr>
            <p:spPr>
              <a:xfrm>
                <a:off x="5641501" y="4714071"/>
                <a:ext cx="173102" cy="82155"/>
              </a:xfrm>
              <a:custGeom>
                <a:avLst/>
                <a:gdLst/>
                <a:ahLst/>
                <a:cxnLst/>
                <a:rect l="l" t="t" r="r" b="b"/>
                <a:pathLst>
                  <a:path w="4981" h="2364" extrusionOk="0">
                    <a:moveTo>
                      <a:pt x="4924" y="1"/>
                    </a:moveTo>
                    <a:cubicBezTo>
                      <a:pt x="4690" y="121"/>
                      <a:pt x="4450" y="213"/>
                      <a:pt x="4216" y="326"/>
                    </a:cubicBezTo>
                    <a:cubicBezTo>
                      <a:pt x="3863" y="475"/>
                      <a:pt x="3481" y="623"/>
                      <a:pt x="3127" y="857"/>
                    </a:cubicBezTo>
                    <a:cubicBezTo>
                      <a:pt x="2978" y="949"/>
                      <a:pt x="2802" y="1062"/>
                      <a:pt x="2653" y="1154"/>
                    </a:cubicBezTo>
                    <a:cubicBezTo>
                      <a:pt x="2243" y="1415"/>
                      <a:pt x="1832" y="1684"/>
                      <a:pt x="1387" y="1889"/>
                    </a:cubicBezTo>
                    <a:cubicBezTo>
                      <a:pt x="1210" y="1981"/>
                      <a:pt x="976" y="2038"/>
                      <a:pt x="736" y="2066"/>
                    </a:cubicBezTo>
                    <a:cubicBezTo>
                      <a:pt x="502" y="2158"/>
                      <a:pt x="205" y="2215"/>
                      <a:pt x="0" y="2335"/>
                    </a:cubicBezTo>
                    <a:lnTo>
                      <a:pt x="0" y="2363"/>
                    </a:lnTo>
                    <a:lnTo>
                      <a:pt x="28" y="2363"/>
                    </a:lnTo>
                    <a:cubicBezTo>
                      <a:pt x="241" y="2271"/>
                      <a:pt x="502" y="2215"/>
                      <a:pt x="771" y="2123"/>
                    </a:cubicBezTo>
                    <a:cubicBezTo>
                      <a:pt x="1005" y="2066"/>
                      <a:pt x="1210" y="2010"/>
                      <a:pt x="1415" y="1946"/>
                    </a:cubicBezTo>
                    <a:cubicBezTo>
                      <a:pt x="1861" y="1741"/>
                      <a:pt x="2271" y="1479"/>
                      <a:pt x="2681" y="1210"/>
                    </a:cubicBezTo>
                    <a:cubicBezTo>
                      <a:pt x="2830" y="1097"/>
                      <a:pt x="3007" y="1005"/>
                      <a:pt x="3155" y="885"/>
                    </a:cubicBezTo>
                    <a:cubicBezTo>
                      <a:pt x="3509" y="680"/>
                      <a:pt x="3891" y="531"/>
                      <a:pt x="4245" y="390"/>
                    </a:cubicBezTo>
                    <a:cubicBezTo>
                      <a:pt x="4485" y="269"/>
                      <a:pt x="4719" y="177"/>
                      <a:pt x="4952" y="64"/>
                    </a:cubicBezTo>
                    <a:cubicBezTo>
                      <a:pt x="4980" y="36"/>
                      <a:pt x="4980" y="36"/>
                      <a:pt x="49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1"/>
              <p:cNvSpPr/>
              <p:nvPr/>
            </p:nvSpPr>
            <p:spPr>
              <a:xfrm>
                <a:off x="5653769" y="4825940"/>
                <a:ext cx="142381" cy="129523"/>
              </a:xfrm>
              <a:custGeom>
                <a:avLst/>
                <a:gdLst/>
                <a:ahLst/>
                <a:cxnLst/>
                <a:rect l="l" t="t" r="r" b="b"/>
                <a:pathLst>
                  <a:path w="4097" h="3727" extrusionOk="0">
                    <a:moveTo>
                      <a:pt x="680" y="0"/>
                    </a:moveTo>
                    <a:cubicBezTo>
                      <a:pt x="560" y="262"/>
                      <a:pt x="447" y="496"/>
                      <a:pt x="326" y="764"/>
                    </a:cubicBezTo>
                    <a:cubicBezTo>
                      <a:pt x="298" y="885"/>
                      <a:pt x="241" y="1026"/>
                      <a:pt x="178" y="1146"/>
                    </a:cubicBezTo>
                    <a:cubicBezTo>
                      <a:pt x="149" y="1238"/>
                      <a:pt x="1" y="1415"/>
                      <a:pt x="65" y="1500"/>
                    </a:cubicBezTo>
                    <a:cubicBezTo>
                      <a:pt x="121" y="1529"/>
                      <a:pt x="326" y="1557"/>
                      <a:pt x="383" y="1557"/>
                    </a:cubicBezTo>
                    <a:cubicBezTo>
                      <a:pt x="503" y="1592"/>
                      <a:pt x="623" y="1649"/>
                      <a:pt x="737" y="1677"/>
                    </a:cubicBezTo>
                    <a:cubicBezTo>
                      <a:pt x="885" y="1797"/>
                      <a:pt x="1126" y="1854"/>
                      <a:pt x="1303" y="1974"/>
                    </a:cubicBezTo>
                    <a:cubicBezTo>
                      <a:pt x="1508" y="2087"/>
                      <a:pt x="1713" y="2300"/>
                      <a:pt x="1918" y="2441"/>
                    </a:cubicBezTo>
                    <a:cubicBezTo>
                      <a:pt x="2328" y="2795"/>
                      <a:pt x="2746" y="3149"/>
                      <a:pt x="3184" y="3502"/>
                    </a:cubicBezTo>
                    <a:cubicBezTo>
                      <a:pt x="3310" y="3604"/>
                      <a:pt x="3457" y="3727"/>
                      <a:pt x="3624" y="3727"/>
                    </a:cubicBezTo>
                    <a:cubicBezTo>
                      <a:pt x="3654" y="3727"/>
                      <a:pt x="3684" y="3723"/>
                      <a:pt x="3715" y="3714"/>
                    </a:cubicBezTo>
                    <a:cubicBezTo>
                      <a:pt x="3920" y="3651"/>
                      <a:pt x="4012" y="3389"/>
                      <a:pt x="4040" y="3184"/>
                    </a:cubicBezTo>
                    <a:cubicBezTo>
                      <a:pt x="4097" y="2561"/>
                      <a:pt x="3863" y="2151"/>
                      <a:pt x="3453" y="1705"/>
                    </a:cubicBezTo>
                    <a:cubicBezTo>
                      <a:pt x="3128" y="1380"/>
                      <a:pt x="2717" y="1062"/>
                      <a:pt x="2477" y="616"/>
                    </a:cubicBezTo>
                    <a:cubicBezTo>
                      <a:pt x="2364" y="382"/>
                      <a:pt x="2215" y="142"/>
                      <a:pt x="1918" y="142"/>
                    </a:cubicBezTo>
                    <a:cubicBezTo>
                      <a:pt x="1769" y="142"/>
                      <a:pt x="1621" y="177"/>
                      <a:pt x="1444" y="206"/>
                    </a:cubicBezTo>
                    <a:cubicBezTo>
                      <a:pt x="1415" y="208"/>
                      <a:pt x="1386" y="210"/>
                      <a:pt x="1358" y="210"/>
                    </a:cubicBezTo>
                    <a:cubicBezTo>
                      <a:pt x="1106" y="210"/>
                      <a:pt x="890" y="102"/>
                      <a:pt x="6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1"/>
              <p:cNvSpPr/>
              <p:nvPr/>
            </p:nvSpPr>
            <p:spPr>
              <a:xfrm>
                <a:off x="5612969" y="4475980"/>
                <a:ext cx="242677" cy="254284"/>
              </a:xfrm>
              <a:custGeom>
                <a:avLst/>
                <a:gdLst/>
                <a:ahLst/>
                <a:cxnLst/>
                <a:rect l="l" t="t" r="r" b="b"/>
                <a:pathLst>
                  <a:path w="6983" h="7317" extrusionOk="0">
                    <a:moveTo>
                      <a:pt x="5454" y="0"/>
                    </a:moveTo>
                    <a:cubicBezTo>
                      <a:pt x="4901" y="0"/>
                      <a:pt x="4358" y="478"/>
                      <a:pt x="4245" y="1136"/>
                    </a:cubicBezTo>
                    <a:cubicBezTo>
                      <a:pt x="4125" y="1758"/>
                      <a:pt x="4097" y="2345"/>
                      <a:pt x="4125" y="2961"/>
                    </a:cubicBezTo>
                    <a:cubicBezTo>
                      <a:pt x="4153" y="3286"/>
                      <a:pt x="4153" y="3583"/>
                      <a:pt x="4181" y="3909"/>
                    </a:cubicBezTo>
                    <a:cubicBezTo>
                      <a:pt x="4181" y="4086"/>
                      <a:pt x="4210" y="4234"/>
                      <a:pt x="4210" y="4411"/>
                    </a:cubicBezTo>
                    <a:cubicBezTo>
                      <a:pt x="4210" y="4496"/>
                      <a:pt x="4273" y="4616"/>
                      <a:pt x="4245" y="4729"/>
                    </a:cubicBezTo>
                    <a:cubicBezTo>
                      <a:pt x="4245" y="4850"/>
                      <a:pt x="4245" y="4821"/>
                      <a:pt x="4153" y="4878"/>
                    </a:cubicBezTo>
                    <a:cubicBezTo>
                      <a:pt x="4033" y="4906"/>
                      <a:pt x="3920" y="4942"/>
                      <a:pt x="3799" y="4970"/>
                    </a:cubicBezTo>
                    <a:cubicBezTo>
                      <a:pt x="3361" y="5083"/>
                      <a:pt x="2915" y="5203"/>
                      <a:pt x="2441" y="5352"/>
                    </a:cubicBezTo>
                    <a:cubicBezTo>
                      <a:pt x="2236" y="5408"/>
                      <a:pt x="2003" y="5472"/>
                      <a:pt x="1797" y="5500"/>
                    </a:cubicBezTo>
                    <a:cubicBezTo>
                      <a:pt x="1500" y="5557"/>
                      <a:pt x="1203" y="5677"/>
                      <a:pt x="913" y="5734"/>
                    </a:cubicBezTo>
                    <a:cubicBezTo>
                      <a:pt x="616" y="5790"/>
                      <a:pt x="319" y="6003"/>
                      <a:pt x="142" y="6236"/>
                    </a:cubicBezTo>
                    <a:cubicBezTo>
                      <a:pt x="29" y="6441"/>
                      <a:pt x="1" y="6710"/>
                      <a:pt x="57" y="6915"/>
                    </a:cubicBezTo>
                    <a:cubicBezTo>
                      <a:pt x="114" y="7064"/>
                      <a:pt x="177" y="7120"/>
                      <a:pt x="234" y="7149"/>
                    </a:cubicBezTo>
                    <a:cubicBezTo>
                      <a:pt x="319" y="7205"/>
                      <a:pt x="439" y="7205"/>
                      <a:pt x="588" y="7205"/>
                    </a:cubicBezTo>
                    <a:cubicBezTo>
                      <a:pt x="1134" y="7258"/>
                      <a:pt x="1816" y="7317"/>
                      <a:pt x="2525" y="7317"/>
                    </a:cubicBezTo>
                    <a:cubicBezTo>
                      <a:pt x="4186" y="7317"/>
                      <a:pt x="6001" y="6996"/>
                      <a:pt x="6601" y="5529"/>
                    </a:cubicBezTo>
                    <a:cubicBezTo>
                      <a:pt x="6926" y="4701"/>
                      <a:pt x="6983" y="3817"/>
                      <a:pt x="6955" y="2904"/>
                    </a:cubicBezTo>
                    <a:cubicBezTo>
                      <a:pt x="6926" y="2112"/>
                      <a:pt x="6806" y="1192"/>
                      <a:pt x="6332" y="520"/>
                    </a:cubicBezTo>
                    <a:cubicBezTo>
                      <a:pt x="6088" y="155"/>
                      <a:pt x="5770" y="0"/>
                      <a:pt x="5454"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1"/>
              <p:cNvSpPr/>
              <p:nvPr/>
            </p:nvSpPr>
            <p:spPr>
              <a:xfrm>
                <a:off x="5585202" y="4217489"/>
                <a:ext cx="138419" cy="124900"/>
              </a:xfrm>
              <a:custGeom>
                <a:avLst/>
                <a:gdLst/>
                <a:ahLst/>
                <a:cxnLst/>
                <a:rect l="l" t="t" r="r" b="b"/>
                <a:pathLst>
                  <a:path w="3983" h="3594" extrusionOk="0">
                    <a:moveTo>
                      <a:pt x="1872" y="0"/>
                    </a:moveTo>
                    <a:cubicBezTo>
                      <a:pt x="1778" y="0"/>
                      <a:pt x="1684" y="9"/>
                      <a:pt x="1592" y="28"/>
                    </a:cubicBezTo>
                    <a:cubicBezTo>
                      <a:pt x="1535" y="56"/>
                      <a:pt x="1507" y="56"/>
                      <a:pt x="1443" y="56"/>
                    </a:cubicBezTo>
                    <a:cubicBezTo>
                      <a:pt x="856" y="233"/>
                      <a:pt x="382" y="735"/>
                      <a:pt x="149" y="1322"/>
                    </a:cubicBezTo>
                    <a:cubicBezTo>
                      <a:pt x="0" y="1676"/>
                      <a:pt x="587" y="1648"/>
                      <a:pt x="800" y="1676"/>
                    </a:cubicBezTo>
                    <a:cubicBezTo>
                      <a:pt x="941" y="1676"/>
                      <a:pt x="1061" y="1704"/>
                      <a:pt x="1182" y="1704"/>
                    </a:cubicBezTo>
                    <a:cubicBezTo>
                      <a:pt x="1472" y="1733"/>
                      <a:pt x="1769" y="1733"/>
                      <a:pt x="2038" y="1733"/>
                    </a:cubicBezTo>
                    <a:cubicBezTo>
                      <a:pt x="2476" y="1733"/>
                      <a:pt x="2179" y="2086"/>
                      <a:pt x="2420" y="2263"/>
                    </a:cubicBezTo>
                    <a:cubicBezTo>
                      <a:pt x="2596" y="2383"/>
                      <a:pt x="2710" y="2504"/>
                      <a:pt x="2802" y="2681"/>
                    </a:cubicBezTo>
                    <a:cubicBezTo>
                      <a:pt x="2858" y="2886"/>
                      <a:pt x="2886" y="3091"/>
                      <a:pt x="3007" y="3268"/>
                    </a:cubicBezTo>
                    <a:cubicBezTo>
                      <a:pt x="3035" y="3296"/>
                      <a:pt x="3063" y="3324"/>
                      <a:pt x="3099" y="3388"/>
                    </a:cubicBezTo>
                    <a:cubicBezTo>
                      <a:pt x="3184" y="3445"/>
                      <a:pt x="3240" y="3537"/>
                      <a:pt x="3304" y="3593"/>
                    </a:cubicBezTo>
                    <a:cubicBezTo>
                      <a:pt x="3332" y="3565"/>
                      <a:pt x="3360" y="3537"/>
                      <a:pt x="3360" y="3473"/>
                    </a:cubicBezTo>
                    <a:cubicBezTo>
                      <a:pt x="3658" y="2681"/>
                      <a:pt x="3983" y="1796"/>
                      <a:pt x="3537" y="997"/>
                    </a:cubicBezTo>
                    <a:cubicBezTo>
                      <a:pt x="3228" y="434"/>
                      <a:pt x="2534" y="0"/>
                      <a:pt x="18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1"/>
              <p:cNvSpPr/>
              <p:nvPr/>
            </p:nvSpPr>
            <p:spPr>
              <a:xfrm>
                <a:off x="5453176" y="4677893"/>
                <a:ext cx="229401" cy="152007"/>
              </a:xfrm>
              <a:custGeom>
                <a:avLst/>
                <a:gdLst/>
                <a:ahLst/>
                <a:cxnLst/>
                <a:rect l="l" t="t" r="r" b="b"/>
                <a:pathLst>
                  <a:path w="6601" h="4374" extrusionOk="0">
                    <a:moveTo>
                      <a:pt x="21" y="0"/>
                    </a:moveTo>
                    <a:cubicBezTo>
                      <a:pt x="13" y="0"/>
                      <a:pt x="0" y="16"/>
                      <a:pt x="0" y="16"/>
                    </a:cubicBezTo>
                    <a:cubicBezTo>
                      <a:pt x="0" y="44"/>
                      <a:pt x="0" y="44"/>
                      <a:pt x="28" y="44"/>
                    </a:cubicBezTo>
                    <a:cubicBezTo>
                      <a:pt x="793" y="398"/>
                      <a:pt x="1500" y="957"/>
                      <a:pt x="2179" y="1459"/>
                    </a:cubicBezTo>
                    <a:cubicBezTo>
                      <a:pt x="2533" y="1749"/>
                      <a:pt x="2887" y="2018"/>
                      <a:pt x="3269" y="2280"/>
                    </a:cubicBezTo>
                    <a:cubicBezTo>
                      <a:pt x="4301" y="2959"/>
                      <a:pt x="5419" y="3461"/>
                      <a:pt x="6544" y="3963"/>
                    </a:cubicBezTo>
                    <a:cubicBezTo>
                      <a:pt x="6509" y="4020"/>
                      <a:pt x="6480" y="4084"/>
                      <a:pt x="6480" y="4140"/>
                    </a:cubicBezTo>
                    <a:cubicBezTo>
                      <a:pt x="6452" y="4197"/>
                      <a:pt x="6424" y="4260"/>
                      <a:pt x="6395" y="4317"/>
                    </a:cubicBezTo>
                    <a:cubicBezTo>
                      <a:pt x="6395" y="4345"/>
                      <a:pt x="6395" y="4345"/>
                      <a:pt x="6424" y="4345"/>
                    </a:cubicBezTo>
                    <a:lnTo>
                      <a:pt x="6424" y="4374"/>
                    </a:lnTo>
                    <a:lnTo>
                      <a:pt x="6452" y="4345"/>
                    </a:lnTo>
                    <a:cubicBezTo>
                      <a:pt x="6480" y="4289"/>
                      <a:pt x="6509" y="4197"/>
                      <a:pt x="6509" y="4140"/>
                    </a:cubicBezTo>
                    <a:cubicBezTo>
                      <a:pt x="6544" y="4084"/>
                      <a:pt x="6572" y="4020"/>
                      <a:pt x="6601" y="3963"/>
                    </a:cubicBezTo>
                    <a:lnTo>
                      <a:pt x="6601" y="3935"/>
                    </a:lnTo>
                    <a:lnTo>
                      <a:pt x="6572" y="3935"/>
                    </a:lnTo>
                    <a:cubicBezTo>
                      <a:pt x="5483" y="3433"/>
                      <a:pt x="4330" y="2902"/>
                      <a:pt x="3297" y="2223"/>
                    </a:cubicBezTo>
                    <a:cubicBezTo>
                      <a:pt x="2915" y="1990"/>
                      <a:pt x="2561" y="1692"/>
                      <a:pt x="2207" y="1431"/>
                    </a:cubicBezTo>
                    <a:cubicBezTo>
                      <a:pt x="1528" y="900"/>
                      <a:pt x="821" y="370"/>
                      <a:pt x="28" y="16"/>
                    </a:cubicBezTo>
                    <a:cubicBezTo>
                      <a:pt x="28" y="4"/>
                      <a:pt x="25" y="0"/>
                      <a:pt x="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1"/>
              <p:cNvSpPr/>
              <p:nvPr/>
            </p:nvSpPr>
            <p:spPr>
              <a:xfrm>
                <a:off x="5610745" y="4321400"/>
                <a:ext cx="22659" cy="12858"/>
              </a:xfrm>
              <a:custGeom>
                <a:avLst/>
                <a:gdLst/>
                <a:ahLst/>
                <a:cxnLst/>
                <a:rect l="l" t="t" r="r" b="b"/>
                <a:pathLst>
                  <a:path w="652" h="370" extrusionOk="0">
                    <a:moveTo>
                      <a:pt x="616" y="0"/>
                    </a:moveTo>
                    <a:cubicBezTo>
                      <a:pt x="608" y="0"/>
                      <a:pt x="595" y="16"/>
                      <a:pt x="595" y="16"/>
                    </a:cubicBezTo>
                    <a:cubicBezTo>
                      <a:pt x="560" y="129"/>
                      <a:pt x="475" y="221"/>
                      <a:pt x="383" y="278"/>
                    </a:cubicBezTo>
                    <a:cubicBezTo>
                      <a:pt x="303" y="298"/>
                      <a:pt x="219" y="318"/>
                      <a:pt x="147" y="318"/>
                    </a:cubicBezTo>
                    <a:cubicBezTo>
                      <a:pt x="117" y="318"/>
                      <a:pt x="89" y="314"/>
                      <a:pt x="65" y="306"/>
                    </a:cubicBezTo>
                    <a:cubicBezTo>
                      <a:pt x="53" y="297"/>
                      <a:pt x="42" y="293"/>
                      <a:pt x="32" y="293"/>
                    </a:cubicBezTo>
                    <a:cubicBezTo>
                      <a:pt x="13" y="293"/>
                      <a:pt x="1" y="306"/>
                      <a:pt x="1" y="306"/>
                    </a:cubicBezTo>
                    <a:cubicBezTo>
                      <a:pt x="1" y="334"/>
                      <a:pt x="1" y="334"/>
                      <a:pt x="29" y="334"/>
                    </a:cubicBezTo>
                    <a:cubicBezTo>
                      <a:pt x="65" y="370"/>
                      <a:pt x="121" y="370"/>
                      <a:pt x="178" y="370"/>
                    </a:cubicBezTo>
                    <a:cubicBezTo>
                      <a:pt x="270" y="370"/>
                      <a:pt x="326" y="370"/>
                      <a:pt x="418" y="306"/>
                    </a:cubicBezTo>
                    <a:cubicBezTo>
                      <a:pt x="531" y="249"/>
                      <a:pt x="623" y="157"/>
                      <a:pt x="652" y="44"/>
                    </a:cubicBezTo>
                    <a:cubicBezTo>
                      <a:pt x="652" y="16"/>
                      <a:pt x="652" y="16"/>
                      <a:pt x="623" y="16"/>
                    </a:cubicBezTo>
                    <a:cubicBezTo>
                      <a:pt x="623" y="4"/>
                      <a:pt x="620" y="0"/>
                      <a:pt x="6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1"/>
              <p:cNvSpPr/>
              <p:nvPr/>
            </p:nvSpPr>
            <p:spPr>
              <a:xfrm>
                <a:off x="5664091" y="4287203"/>
                <a:ext cx="35378" cy="33223"/>
              </a:xfrm>
              <a:custGeom>
                <a:avLst/>
                <a:gdLst/>
                <a:ahLst/>
                <a:cxnLst/>
                <a:rect l="l" t="t" r="r" b="b"/>
                <a:pathLst>
                  <a:path w="1018" h="956" extrusionOk="0">
                    <a:moveTo>
                      <a:pt x="477" y="0"/>
                    </a:moveTo>
                    <a:cubicBezTo>
                      <a:pt x="274" y="0"/>
                      <a:pt x="67" y="136"/>
                      <a:pt x="1" y="377"/>
                    </a:cubicBezTo>
                    <a:lnTo>
                      <a:pt x="298" y="936"/>
                    </a:lnTo>
                    <a:cubicBezTo>
                      <a:pt x="346" y="949"/>
                      <a:pt x="392" y="955"/>
                      <a:pt x="436" y="955"/>
                    </a:cubicBezTo>
                    <a:cubicBezTo>
                      <a:pt x="796" y="955"/>
                      <a:pt x="1018" y="551"/>
                      <a:pt x="885" y="293"/>
                    </a:cubicBezTo>
                    <a:cubicBezTo>
                      <a:pt x="806" y="92"/>
                      <a:pt x="643" y="0"/>
                      <a:pt x="477"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1"/>
              <p:cNvSpPr/>
              <p:nvPr/>
            </p:nvSpPr>
            <p:spPr>
              <a:xfrm>
                <a:off x="5669269" y="4294501"/>
                <a:ext cx="14283" cy="10009"/>
              </a:xfrm>
              <a:custGeom>
                <a:avLst/>
                <a:gdLst/>
                <a:ahLst/>
                <a:cxnLst/>
                <a:rect l="l" t="t" r="r" b="b"/>
                <a:pathLst>
                  <a:path w="411" h="288" extrusionOk="0">
                    <a:moveTo>
                      <a:pt x="271" y="0"/>
                    </a:moveTo>
                    <a:cubicBezTo>
                      <a:pt x="219" y="0"/>
                      <a:pt x="168" y="14"/>
                      <a:pt x="114" y="47"/>
                    </a:cubicBezTo>
                    <a:cubicBezTo>
                      <a:pt x="29" y="111"/>
                      <a:pt x="1" y="196"/>
                      <a:pt x="1" y="259"/>
                    </a:cubicBezTo>
                    <a:cubicBezTo>
                      <a:pt x="1" y="288"/>
                      <a:pt x="1" y="288"/>
                      <a:pt x="29" y="288"/>
                    </a:cubicBezTo>
                    <a:cubicBezTo>
                      <a:pt x="29" y="288"/>
                      <a:pt x="57" y="288"/>
                      <a:pt x="57" y="259"/>
                    </a:cubicBezTo>
                    <a:cubicBezTo>
                      <a:pt x="57" y="196"/>
                      <a:pt x="85" y="139"/>
                      <a:pt x="149" y="111"/>
                    </a:cubicBezTo>
                    <a:cubicBezTo>
                      <a:pt x="182" y="74"/>
                      <a:pt x="223" y="59"/>
                      <a:pt x="270" y="59"/>
                    </a:cubicBezTo>
                    <a:cubicBezTo>
                      <a:pt x="305" y="59"/>
                      <a:pt x="343" y="67"/>
                      <a:pt x="383" y="83"/>
                    </a:cubicBezTo>
                    <a:lnTo>
                      <a:pt x="411" y="47"/>
                    </a:lnTo>
                    <a:cubicBezTo>
                      <a:pt x="411" y="19"/>
                      <a:pt x="411" y="19"/>
                      <a:pt x="383" y="19"/>
                    </a:cubicBezTo>
                    <a:cubicBezTo>
                      <a:pt x="344" y="7"/>
                      <a:pt x="308" y="0"/>
                      <a:pt x="2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1"/>
              <p:cNvSpPr/>
              <p:nvPr/>
            </p:nvSpPr>
            <p:spPr>
              <a:xfrm>
                <a:off x="5746976" y="4431357"/>
                <a:ext cx="106725" cy="137446"/>
              </a:xfrm>
              <a:custGeom>
                <a:avLst/>
                <a:gdLst/>
                <a:ahLst/>
                <a:cxnLst/>
                <a:rect l="l" t="t" r="r" b="b"/>
                <a:pathLst>
                  <a:path w="3071" h="3955" extrusionOk="0">
                    <a:moveTo>
                      <a:pt x="1655" y="0"/>
                    </a:moveTo>
                    <a:lnTo>
                      <a:pt x="0" y="1507"/>
                    </a:lnTo>
                    <a:cubicBezTo>
                      <a:pt x="120" y="2009"/>
                      <a:pt x="149" y="3099"/>
                      <a:pt x="149" y="3955"/>
                    </a:cubicBezTo>
                    <a:cubicBezTo>
                      <a:pt x="474" y="3926"/>
                      <a:pt x="799" y="3863"/>
                      <a:pt x="1097" y="3806"/>
                    </a:cubicBezTo>
                    <a:cubicBezTo>
                      <a:pt x="1769" y="3686"/>
                      <a:pt x="2419" y="3481"/>
                      <a:pt x="3070" y="3219"/>
                    </a:cubicBezTo>
                    <a:cubicBezTo>
                      <a:pt x="2865" y="2009"/>
                      <a:pt x="2540" y="856"/>
                      <a:pt x="165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1"/>
              <p:cNvSpPr/>
              <p:nvPr/>
            </p:nvSpPr>
            <p:spPr>
              <a:xfrm>
                <a:off x="5509476" y="4735722"/>
                <a:ext cx="248828" cy="12302"/>
              </a:xfrm>
              <a:custGeom>
                <a:avLst/>
                <a:gdLst/>
                <a:ahLst/>
                <a:cxnLst/>
                <a:rect l="l" t="t" r="r" b="b"/>
                <a:pathLst>
                  <a:path w="7160" h="354" extrusionOk="0">
                    <a:moveTo>
                      <a:pt x="177" y="0"/>
                    </a:moveTo>
                    <a:cubicBezTo>
                      <a:pt x="85" y="0"/>
                      <a:pt x="0" y="57"/>
                      <a:pt x="0" y="177"/>
                    </a:cubicBezTo>
                    <a:cubicBezTo>
                      <a:pt x="0" y="262"/>
                      <a:pt x="85" y="354"/>
                      <a:pt x="177" y="354"/>
                    </a:cubicBezTo>
                    <a:lnTo>
                      <a:pt x="6983" y="354"/>
                    </a:lnTo>
                    <a:cubicBezTo>
                      <a:pt x="7075" y="354"/>
                      <a:pt x="7159" y="262"/>
                      <a:pt x="7159" y="177"/>
                    </a:cubicBezTo>
                    <a:cubicBezTo>
                      <a:pt x="7159" y="57"/>
                      <a:pt x="7075" y="0"/>
                      <a:pt x="69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1"/>
              <p:cNvSpPr/>
              <p:nvPr/>
            </p:nvSpPr>
            <p:spPr>
              <a:xfrm>
                <a:off x="5465444" y="4626042"/>
                <a:ext cx="252060" cy="112668"/>
              </a:xfrm>
              <a:custGeom>
                <a:avLst/>
                <a:gdLst/>
                <a:ahLst/>
                <a:cxnLst/>
                <a:rect l="l" t="t" r="r" b="b"/>
                <a:pathLst>
                  <a:path w="7253" h="3242" extrusionOk="0">
                    <a:moveTo>
                      <a:pt x="178" y="1"/>
                    </a:moveTo>
                    <a:cubicBezTo>
                      <a:pt x="86" y="1"/>
                      <a:pt x="1" y="93"/>
                      <a:pt x="57" y="206"/>
                    </a:cubicBezTo>
                    <a:lnTo>
                      <a:pt x="1296" y="3241"/>
                    </a:lnTo>
                    <a:lnTo>
                      <a:pt x="7252" y="3241"/>
                    </a:lnTo>
                    <a:lnTo>
                      <a:pt x="5950" y="93"/>
                    </a:lnTo>
                    <a:cubicBezTo>
                      <a:pt x="5922" y="29"/>
                      <a:pt x="5894" y="1"/>
                      <a:pt x="58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1"/>
              <p:cNvSpPr/>
              <p:nvPr/>
            </p:nvSpPr>
            <p:spPr>
              <a:xfrm>
                <a:off x="5567721" y="4671047"/>
                <a:ext cx="29783" cy="22659"/>
              </a:xfrm>
              <a:custGeom>
                <a:avLst/>
                <a:gdLst/>
                <a:ahLst/>
                <a:cxnLst/>
                <a:rect l="l" t="t" r="r" b="b"/>
                <a:pathLst>
                  <a:path w="857" h="652" extrusionOk="0">
                    <a:moveTo>
                      <a:pt x="326" y="64"/>
                    </a:moveTo>
                    <a:cubicBezTo>
                      <a:pt x="503" y="64"/>
                      <a:pt x="708" y="177"/>
                      <a:pt x="772" y="326"/>
                    </a:cubicBezTo>
                    <a:cubicBezTo>
                      <a:pt x="800" y="418"/>
                      <a:pt x="800" y="475"/>
                      <a:pt x="772" y="503"/>
                    </a:cubicBezTo>
                    <a:cubicBezTo>
                      <a:pt x="708" y="567"/>
                      <a:pt x="652" y="595"/>
                      <a:pt x="560" y="595"/>
                    </a:cubicBezTo>
                    <a:cubicBezTo>
                      <a:pt x="355" y="595"/>
                      <a:pt x="149" y="475"/>
                      <a:pt x="93" y="326"/>
                    </a:cubicBezTo>
                    <a:cubicBezTo>
                      <a:pt x="64" y="269"/>
                      <a:pt x="93" y="213"/>
                      <a:pt x="121" y="149"/>
                    </a:cubicBezTo>
                    <a:cubicBezTo>
                      <a:pt x="149" y="93"/>
                      <a:pt x="241" y="64"/>
                      <a:pt x="326" y="64"/>
                    </a:cubicBezTo>
                    <a:close/>
                    <a:moveTo>
                      <a:pt x="326" y="1"/>
                    </a:moveTo>
                    <a:cubicBezTo>
                      <a:pt x="206" y="1"/>
                      <a:pt x="121" y="36"/>
                      <a:pt x="64" y="121"/>
                    </a:cubicBezTo>
                    <a:cubicBezTo>
                      <a:pt x="29" y="177"/>
                      <a:pt x="1" y="269"/>
                      <a:pt x="29" y="326"/>
                    </a:cubicBezTo>
                    <a:cubicBezTo>
                      <a:pt x="121" y="503"/>
                      <a:pt x="326" y="651"/>
                      <a:pt x="560" y="651"/>
                    </a:cubicBezTo>
                    <a:cubicBezTo>
                      <a:pt x="652" y="651"/>
                      <a:pt x="772" y="623"/>
                      <a:pt x="800" y="531"/>
                    </a:cubicBezTo>
                    <a:cubicBezTo>
                      <a:pt x="857" y="475"/>
                      <a:pt x="857" y="418"/>
                      <a:pt x="829" y="326"/>
                    </a:cubicBezTo>
                    <a:cubicBezTo>
                      <a:pt x="772" y="149"/>
                      <a:pt x="531" y="1"/>
                      <a:pt x="3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1"/>
              <p:cNvSpPr/>
              <p:nvPr/>
            </p:nvSpPr>
            <p:spPr>
              <a:xfrm>
                <a:off x="5640493" y="4353650"/>
                <a:ext cx="18488" cy="17481"/>
              </a:xfrm>
              <a:custGeom>
                <a:avLst/>
                <a:gdLst/>
                <a:ahLst/>
                <a:cxnLst/>
                <a:rect l="l" t="t" r="r" b="b"/>
                <a:pathLst>
                  <a:path w="532" h="503" extrusionOk="0">
                    <a:moveTo>
                      <a:pt x="531" y="1"/>
                    </a:moveTo>
                    <a:cubicBezTo>
                      <a:pt x="383" y="85"/>
                      <a:pt x="178" y="149"/>
                      <a:pt x="1" y="149"/>
                    </a:cubicBezTo>
                    <a:lnTo>
                      <a:pt x="1" y="503"/>
                    </a:lnTo>
                    <a:cubicBezTo>
                      <a:pt x="234" y="411"/>
                      <a:pt x="447" y="234"/>
                      <a:pt x="5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1"/>
              <p:cNvSpPr/>
              <p:nvPr/>
            </p:nvSpPr>
            <p:spPr>
              <a:xfrm>
                <a:off x="5257971" y="4238828"/>
                <a:ext cx="103041" cy="82224"/>
              </a:xfrm>
              <a:custGeom>
                <a:avLst/>
                <a:gdLst/>
                <a:ahLst/>
                <a:cxnLst/>
                <a:rect l="l" t="t" r="r" b="b"/>
                <a:pathLst>
                  <a:path w="2965" h="2366" extrusionOk="0">
                    <a:moveTo>
                      <a:pt x="1160" y="1"/>
                    </a:moveTo>
                    <a:cubicBezTo>
                      <a:pt x="1132" y="1"/>
                      <a:pt x="1047" y="29"/>
                      <a:pt x="1104" y="57"/>
                    </a:cubicBezTo>
                    <a:cubicBezTo>
                      <a:pt x="1132" y="93"/>
                      <a:pt x="1160" y="121"/>
                      <a:pt x="1224" y="149"/>
                    </a:cubicBezTo>
                    <a:cubicBezTo>
                      <a:pt x="1252" y="149"/>
                      <a:pt x="1281" y="178"/>
                      <a:pt x="1309" y="206"/>
                    </a:cubicBezTo>
                    <a:cubicBezTo>
                      <a:pt x="1401" y="298"/>
                      <a:pt x="1486" y="355"/>
                      <a:pt x="1549" y="447"/>
                    </a:cubicBezTo>
                    <a:cubicBezTo>
                      <a:pt x="1634" y="560"/>
                      <a:pt x="1663" y="708"/>
                      <a:pt x="1726" y="829"/>
                    </a:cubicBezTo>
                    <a:cubicBezTo>
                      <a:pt x="1755" y="1034"/>
                      <a:pt x="1726" y="1295"/>
                      <a:pt x="1457" y="1295"/>
                    </a:cubicBezTo>
                    <a:cubicBezTo>
                      <a:pt x="1443" y="1298"/>
                      <a:pt x="1429" y="1299"/>
                      <a:pt x="1415" y="1299"/>
                    </a:cubicBezTo>
                    <a:cubicBezTo>
                      <a:pt x="1192" y="1299"/>
                      <a:pt x="944" y="1051"/>
                      <a:pt x="778" y="885"/>
                    </a:cubicBezTo>
                    <a:cubicBezTo>
                      <a:pt x="665" y="765"/>
                      <a:pt x="517" y="588"/>
                      <a:pt x="340" y="503"/>
                    </a:cubicBezTo>
                    <a:cubicBezTo>
                      <a:pt x="317" y="496"/>
                      <a:pt x="294" y="492"/>
                      <a:pt x="272" y="492"/>
                    </a:cubicBezTo>
                    <a:cubicBezTo>
                      <a:pt x="122" y="492"/>
                      <a:pt x="1" y="646"/>
                      <a:pt x="99" y="800"/>
                    </a:cubicBezTo>
                    <a:cubicBezTo>
                      <a:pt x="163" y="857"/>
                      <a:pt x="219" y="913"/>
                      <a:pt x="276" y="1005"/>
                    </a:cubicBezTo>
                    <a:cubicBezTo>
                      <a:pt x="311" y="1034"/>
                      <a:pt x="340" y="1119"/>
                      <a:pt x="368" y="1182"/>
                    </a:cubicBezTo>
                    <a:cubicBezTo>
                      <a:pt x="488" y="1416"/>
                      <a:pt x="630" y="1649"/>
                      <a:pt x="807" y="1861"/>
                    </a:cubicBezTo>
                    <a:cubicBezTo>
                      <a:pt x="1132" y="2215"/>
                      <a:pt x="1514" y="2272"/>
                      <a:pt x="1960" y="2357"/>
                    </a:cubicBezTo>
                    <a:cubicBezTo>
                      <a:pt x="2011" y="2363"/>
                      <a:pt x="2061" y="2366"/>
                      <a:pt x="2110" y="2366"/>
                    </a:cubicBezTo>
                    <a:cubicBezTo>
                      <a:pt x="2345" y="2366"/>
                      <a:pt x="2554" y="2293"/>
                      <a:pt x="2724" y="2123"/>
                    </a:cubicBezTo>
                    <a:cubicBezTo>
                      <a:pt x="2752" y="2123"/>
                      <a:pt x="2752" y="2095"/>
                      <a:pt x="2787" y="2095"/>
                    </a:cubicBezTo>
                    <a:cubicBezTo>
                      <a:pt x="2844" y="2038"/>
                      <a:pt x="2901" y="1975"/>
                      <a:pt x="2929" y="1890"/>
                    </a:cubicBezTo>
                    <a:cubicBezTo>
                      <a:pt x="2964" y="1798"/>
                      <a:pt x="2964" y="1685"/>
                      <a:pt x="2964" y="1593"/>
                    </a:cubicBezTo>
                    <a:cubicBezTo>
                      <a:pt x="2964" y="1387"/>
                      <a:pt x="2929" y="1182"/>
                      <a:pt x="2872" y="1005"/>
                    </a:cubicBezTo>
                    <a:cubicBezTo>
                      <a:pt x="2844" y="913"/>
                      <a:pt x="2787" y="829"/>
                      <a:pt x="2724" y="737"/>
                    </a:cubicBezTo>
                    <a:cubicBezTo>
                      <a:pt x="2695" y="652"/>
                      <a:pt x="2639" y="560"/>
                      <a:pt x="2547" y="503"/>
                    </a:cubicBezTo>
                    <a:cubicBezTo>
                      <a:pt x="2462" y="411"/>
                      <a:pt x="2370" y="355"/>
                      <a:pt x="2257" y="270"/>
                    </a:cubicBezTo>
                    <a:cubicBezTo>
                      <a:pt x="2193" y="234"/>
                      <a:pt x="2165" y="206"/>
                      <a:pt x="2108" y="178"/>
                    </a:cubicBezTo>
                    <a:cubicBezTo>
                      <a:pt x="2045" y="149"/>
                      <a:pt x="1988" y="121"/>
                      <a:pt x="1931" y="93"/>
                    </a:cubicBezTo>
                    <a:cubicBezTo>
                      <a:pt x="1811" y="57"/>
                      <a:pt x="1663" y="29"/>
                      <a:pt x="1514" y="29"/>
                    </a:cubicBezTo>
                    <a:cubicBezTo>
                      <a:pt x="1401" y="1"/>
                      <a:pt x="1281" y="1"/>
                      <a:pt x="1160" y="1"/>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1"/>
              <p:cNvSpPr/>
              <p:nvPr/>
            </p:nvSpPr>
            <p:spPr>
              <a:xfrm>
                <a:off x="5244174" y="4208662"/>
                <a:ext cx="8167" cy="23076"/>
              </a:xfrm>
              <a:custGeom>
                <a:avLst/>
                <a:gdLst/>
                <a:ahLst/>
                <a:cxnLst/>
                <a:rect l="l" t="t" r="r" b="b"/>
                <a:pathLst>
                  <a:path w="235" h="664" extrusionOk="0">
                    <a:moveTo>
                      <a:pt x="152" y="0"/>
                    </a:moveTo>
                    <a:cubicBezTo>
                      <a:pt x="146" y="0"/>
                      <a:pt x="142" y="3"/>
                      <a:pt x="142" y="13"/>
                    </a:cubicBezTo>
                    <a:cubicBezTo>
                      <a:pt x="114" y="13"/>
                      <a:pt x="114" y="13"/>
                      <a:pt x="114" y="41"/>
                    </a:cubicBezTo>
                    <a:cubicBezTo>
                      <a:pt x="178" y="218"/>
                      <a:pt x="114" y="459"/>
                      <a:pt x="1" y="635"/>
                    </a:cubicBezTo>
                    <a:lnTo>
                      <a:pt x="1" y="664"/>
                    </a:lnTo>
                    <a:lnTo>
                      <a:pt x="58" y="664"/>
                    </a:lnTo>
                    <a:cubicBezTo>
                      <a:pt x="178" y="487"/>
                      <a:pt x="234" y="253"/>
                      <a:pt x="178" y="13"/>
                    </a:cubicBezTo>
                    <a:cubicBezTo>
                      <a:pt x="178" y="13"/>
                      <a:pt x="162" y="0"/>
                      <a:pt x="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1"/>
              <p:cNvSpPr/>
              <p:nvPr/>
            </p:nvSpPr>
            <p:spPr>
              <a:xfrm>
                <a:off x="5234860" y="4234657"/>
                <a:ext cx="7159" cy="5213"/>
              </a:xfrm>
              <a:custGeom>
                <a:avLst/>
                <a:gdLst/>
                <a:ahLst/>
                <a:cxnLst/>
                <a:rect l="l" t="t" r="r" b="b"/>
                <a:pathLst>
                  <a:path w="206" h="150" extrusionOk="0">
                    <a:moveTo>
                      <a:pt x="149" y="1"/>
                    </a:moveTo>
                    <a:cubicBezTo>
                      <a:pt x="120" y="64"/>
                      <a:pt x="92" y="64"/>
                      <a:pt x="28" y="93"/>
                    </a:cubicBezTo>
                    <a:lnTo>
                      <a:pt x="0" y="121"/>
                    </a:lnTo>
                    <a:lnTo>
                      <a:pt x="28" y="149"/>
                    </a:lnTo>
                    <a:lnTo>
                      <a:pt x="57" y="149"/>
                    </a:lnTo>
                    <a:cubicBezTo>
                      <a:pt x="120" y="121"/>
                      <a:pt x="149" y="93"/>
                      <a:pt x="177" y="64"/>
                    </a:cubicBezTo>
                    <a:cubicBezTo>
                      <a:pt x="205" y="36"/>
                      <a:pt x="205" y="36"/>
                      <a:pt x="1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1"/>
              <p:cNvSpPr/>
              <p:nvPr/>
            </p:nvSpPr>
            <p:spPr>
              <a:xfrm>
                <a:off x="5389475" y="4458152"/>
                <a:ext cx="8410" cy="8132"/>
              </a:xfrm>
              <a:custGeom>
                <a:avLst/>
                <a:gdLst/>
                <a:ahLst/>
                <a:cxnLst/>
                <a:rect l="l" t="t" r="r" b="b"/>
                <a:pathLst>
                  <a:path w="242" h="234" extrusionOk="0">
                    <a:moveTo>
                      <a:pt x="1" y="0"/>
                    </a:moveTo>
                    <a:cubicBezTo>
                      <a:pt x="1" y="57"/>
                      <a:pt x="1" y="113"/>
                      <a:pt x="65" y="177"/>
                    </a:cubicBezTo>
                    <a:cubicBezTo>
                      <a:pt x="93" y="205"/>
                      <a:pt x="149" y="234"/>
                      <a:pt x="178" y="234"/>
                    </a:cubicBezTo>
                    <a:lnTo>
                      <a:pt x="206" y="234"/>
                    </a:lnTo>
                    <a:cubicBezTo>
                      <a:pt x="206" y="234"/>
                      <a:pt x="241" y="234"/>
                      <a:pt x="241" y="205"/>
                    </a:cubicBezTo>
                    <a:cubicBezTo>
                      <a:pt x="241" y="177"/>
                      <a:pt x="206" y="177"/>
                      <a:pt x="206" y="177"/>
                    </a:cubicBezTo>
                    <a:cubicBezTo>
                      <a:pt x="149" y="177"/>
                      <a:pt x="121" y="177"/>
                      <a:pt x="93" y="149"/>
                    </a:cubicBezTo>
                    <a:cubicBezTo>
                      <a:pt x="65" y="85"/>
                      <a:pt x="65" y="57"/>
                      <a:pt x="65" y="28"/>
                    </a:cubicBezTo>
                    <a:cubicBezTo>
                      <a:pt x="65" y="0"/>
                      <a:pt x="65"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1"/>
              <p:cNvSpPr/>
              <p:nvPr/>
            </p:nvSpPr>
            <p:spPr>
              <a:xfrm>
                <a:off x="5690676" y="4886583"/>
                <a:ext cx="37880" cy="34544"/>
              </a:xfrm>
              <a:custGeom>
                <a:avLst/>
                <a:gdLst/>
                <a:ahLst/>
                <a:cxnLst/>
                <a:rect l="l" t="t" r="r" b="b"/>
                <a:pathLst>
                  <a:path w="1090" h="994" extrusionOk="0">
                    <a:moveTo>
                      <a:pt x="513" y="0"/>
                    </a:moveTo>
                    <a:cubicBezTo>
                      <a:pt x="485" y="0"/>
                      <a:pt x="454" y="9"/>
                      <a:pt x="417" y="24"/>
                    </a:cubicBezTo>
                    <a:cubicBezTo>
                      <a:pt x="241" y="81"/>
                      <a:pt x="92" y="229"/>
                      <a:pt x="0" y="406"/>
                    </a:cubicBezTo>
                    <a:cubicBezTo>
                      <a:pt x="0" y="434"/>
                      <a:pt x="0" y="491"/>
                      <a:pt x="28" y="491"/>
                    </a:cubicBezTo>
                    <a:cubicBezTo>
                      <a:pt x="64" y="491"/>
                      <a:pt x="92" y="491"/>
                      <a:pt x="120" y="463"/>
                    </a:cubicBezTo>
                    <a:cubicBezTo>
                      <a:pt x="177" y="314"/>
                      <a:pt x="297" y="201"/>
                      <a:pt x="474" y="137"/>
                    </a:cubicBezTo>
                    <a:cubicBezTo>
                      <a:pt x="488" y="123"/>
                      <a:pt x="502" y="116"/>
                      <a:pt x="513" y="116"/>
                    </a:cubicBezTo>
                    <a:cubicBezTo>
                      <a:pt x="524" y="116"/>
                      <a:pt x="531" y="123"/>
                      <a:pt x="531" y="137"/>
                    </a:cubicBezTo>
                    <a:cubicBezTo>
                      <a:pt x="531" y="137"/>
                      <a:pt x="531" y="166"/>
                      <a:pt x="474" y="229"/>
                    </a:cubicBezTo>
                    <a:cubicBezTo>
                      <a:pt x="417" y="342"/>
                      <a:pt x="354" y="463"/>
                      <a:pt x="325" y="583"/>
                    </a:cubicBezTo>
                    <a:cubicBezTo>
                      <a:pt x="325" y="611"/>
                      <a:pt x="297" y="696"/>
                      <a:pt x="354" y="760"/>
                    </a:cubicBezTo>
                    <a:cubicBezTo>
                      <a:pt x="391" y="793"/>
                      <a:pt x="436" y="807"/>
                      <a:pt x="478" y="807"/>
                    </a:cubicBezTo>
                    <a:cubicBezTo>
                      <a:pt x="507" y="807"/>
                      <a:pt x="535" y="800"/>
                      <a:pt x="559" y="788"/>
                    </a:cubicBezTo>
                    <a:cubicBezTo>
                      <a:pt x="594" y="760"/>
                      <a:pt x="623" y="731"/>
                      <a:pt x="651" y="696"/>
                    </a:cubicBezTo>
                    <a:lnTo>
                      <a:pt x="679" y="668"/>
                    </a:lnTo>
                    <a:cubicBezTo>
                      <a:pt x="735" y="583"/>
                      <a:pt x="855" y="520"/>
                      <a:pt x="946" y="491"/>
                    </a:cubicBezTo>
                    <a:lnTo>
                      <a:pt x="946" y="491"/>
                    </a:lnTo>
                    <a:cubicBezTo>
                      <a:pt x="944" y="507"/>
                      <a:pt x="935" y="519"/>
                      <a:pt x="913" y="519"/>
                    </a:cubicBezTo>
                    <a:cubicBezTo>
                      <a:pt x="828" y="640"/>
                      <a:pt x="799" y="788"/>
                      <a:pt x="799" y="937"/>
                    </a:cubicBezTo>
                    <a:cubicBezTo>
                      <a:pt x="799" y="965"/>
                      <a:pt x="828" y="993"/>
                      <a:pt x="856" y="993"/>
                    </a:cubicBezTo>
                    <a:cubicBezTo>
                      <a:pt x="913" y="993"/>
                      <a:pt x="913" y="965"/>
                      <a:pt x="913" y="937"/>
                    </a:cubicBezTo>
                    <a:cubicBezTo>
                      <a:pt x="913" y="816"/>
                      <a:pt x="948" y="696"/>
                      <a:pt x="1005" y="611"/>
                    </a:cubicBezTo>
                    <a:cubicBezTo>
                      <a:pt x="1033" y="583"/>
                      <a:pt x="1089" y="491"/>
                      <a:pt x="1061" y="434"/>
                    </a:cubicBezTo>
                    <a:cubicBezTo>
                      <a:pt x="1061" y="406"/>
                      <a:pt x="1033" y="378"/>
                      <a:pt x="1005" y="342"/>
                    </a:cubicBezTo>
                    <a:cubicBezTo>
                      <a:pt x="948" y="342"/>
                      <a:pt x="913" y="378"/>
                      <a:pt x="884" y="378"/>
                    </a:cubicBezTo>
                    <a:cubicBezTo>
                      <a:pt x="771" y="434"/>
                      <a:pt x="679" y="491"/>
                      <a:pt x="594" y="611"/>
                    </a:cubicBezTo>
                    <a:lnTo>
                      <a:pt x="559" y="611"/>
                    </a:lnTo>
                    <a:cubicBezTo>
                      <a:pt x="559" y="640"/>
                      <a:pt x="531" y="668"/>
                      <a:pt x="502" y="668"/>
                    </a:cubicBezTo>
                    <a:cubicBezTo>
                      <a:pt x="474" y="696"/>
                      <a:pt x="446" y="696"/>
                      <a:pt x="446" y="696"/>
                    </a:cubicBezTo>
                    <a:cubicBezTo>
                      <a:pt x="446" y="668"/>
                      <a:pt x="417" y="668"/>
                      <a:pt x="446" y="611"/>
                    </a:cubicBezTo>
                    <a:cubicBezTo>
                      <a:pt x="474" y="491"/>
                      <a:pt x="502" y="378"/>
                      <a:pt x="594" y="286"/>
                    </a:cubicBezTo>
                    <a:cubicBezTo>
                      <a:pt x="651" y="201"/>
                      <a:pt x="679" y="109"/>
                      <a:pt x="623" y="52"/>
                    </a:cubicBezTo>
                    <a:cubicBezTo>
                      <a:pt x="586" y="16"/>
                      <a:pt x="552" y="0"/>
                      <a:pt x="5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1"/>
              <p:cNvSpPr/>
              <p:nvPr/>
            </p:nvSpPr>
            <p:spPr>
              <a:xfrm>
                <a:off x="5530849" y="4869311"/>
                <a:ext cx="39131" cy="31416"/>
              </a:xfrm>
              <a:custGeom>
                <a:avLst/>
                <a:gdLst/>
                <a:ahLst/>
                <a:cxnLst/>
                <a:rect l="l" t="t" r="r" b="b"/>
                <a:pathLst>
                  <a:path w="1126" h="904" extrusionOk="0">
                    <a:moveTo>
                      <a:pt x="818" y="0"/>
                    </a:moveTo>
                    <a:cubicBezTo>
                      <a:pt x="783" y="0"/>
                      <a:pt x="746" y="7"/>
                      <a:pt x="708" y="19"/>
                    </a:cubicBezTo>
                    <a:cubicBezTo>
                      <a:pt x="652" y="47"/>
                      <a:pt x="595" y="104"/>
                      <a:pt x="595" y="167"/>
                    </a:cubicBezTo>
                    <a:cubicBezTo>
                      <a:pt x="595" y="196"/>
                      <a:pt x="623" y="224"/>
                      <a:pt x="623" y="252"/>
                    </a:cubicBezTo>
                    <a:lnTo>
                      <a:pt x="623" y="309"/>
                    </a:lnTo>
                    <a:cubicBezTo>
                      <a:pt x="652" y="344"/>
                      <a:pt x="623" y="401"/>
                      <a:pt x="595" y="429"/>
                    </a:cubicBezTo>
                    <a:cubicBezTo>
                      <a:pt x="560" y="429"/>
                      <a:pt x="531" y="429"/>
                      <a:pt x="503" y="401"/>
                    </a:cubicBezTo>
                    <a:cubicBezTo>
                      <a:pt x="475" y="401"/>
                      <a:pt x="475" y="372"/>
                      <a:pt x="475" y="309"/>
                    </a:cubicBezTo>
                    <a:cubicBezTo>
                      <a:pt x="475" y="281"/>
                      <a:pt x="475" y="224"/>
                      <a:pt x="418" y="167"/>
                    </a:cubicBezTo>
                    <a:cubicBezTo>
                      <a:pt x="383" y="132"/>
                      <a:pt x="326" y="104"/>
                      <a:pt x="270" y="104"/>
                    </a:cubicBezTo>
                    <a:cubicBezTo>
                      <a:pt x="206" y="132"/>
                      <a:pt x="121" y="167"/>
                      <a:pt x="93" y="252"/>
                    </a:cubicBezTo>
                    <a:cubicBezTo>
                      <a:pt x="64" y="344"/>
                      <a:pt x="64" y="429"/>
                      <a:pt x="64" y="521"/>
                    </a:cubicBezTo>
                    <a:lnTo>
                      <a:pt x="93" y="578"/>
                    </a:lnTo>
                    <a:cubicBezTo>
                      <a:pt x="93" y="663"/>
                      <a:pt x="64" y="754"/>
                      <a:pt x="29" y="783"/>
                    </a:cubicBezTo>
                    <a:cubicBezTo>
                      <a:pt x="1" y="811"/>
                      <a:pt x="1" y="839"/>
                      <a:pt x="29" y="875"/>
                    </a:cubicBezTo>
                    <a:cubicBezTo>
                      <a:pt x="29" y="903"/>
                      <a:pt x="64" y="903"/>
                      <a:pt x="64" y="903"/>
                    </a:cubicBezTo>
                    <a:cubicBezTo>
                      <a:pt x="93" y="903"/>
                      <a:pt x="93" y="903"/>
                      <a:pt x="121" y="875"/>
                    </a:cubicBezTo>
                    <a:cubicBezTo>
                      <a:pt x="178" y="811"/>
                      <a:pt x="206" y="698"/>
                      <a:pt x="206" y="549"/>
                    </a:cubicBezTo>
                    <a:lnTo>
                      <a:pt x="178" y="521"/>
                    </a:lnTo>
                    <a:cubicBezTo>
                      <a:pt x="178" y="429"/>
                      <a:pt x="178" y="372"/>
                      <a:pt x="206" y="281"/>
                    </a:cubicBezTo>
                    <a:cubicBezTo>
                      <a:pt x="206" y="252"/>
                      <a:pt x="241" y="224"/>
                      <a:pt x="298" y="224"/>
                    </a:cubicBezTo>
                    <a:cubicBezTo>
                      <a:pt x="326" y="224"/>
                      <a:pt x="326" y="224"/>
                      <a:pt x="326" y="252"/>
                    </a:cubicBezTo>
                    <a:cubicBezTo>
                      <a:pt x="354" y="252"/>
                      <a:pt x="354" y="281"/>
                      <a:pt x="354" y="344"/>
                    </a:cubicBezTo>
                    <a:cubicBezTo>
                      <a:pt x="354" y="372"/>
                      <a:pt x="383" y="429"/>
                      <a:pt x="418" y="486"/>
                    </a:cubicBezTo>
                    <a:cubicBezTo>
                      <a:pt x="453" y="526"/>
                      <a:pt x="514" y="552"/>
                      <a:pt x="575" y="552"/>
                    </a:cubicBezTo>
                    <a:cubicBezTo>
                      <a:pt x="611" y="552"/>
                      <a:pt x="648" y="542"/>
                      <a:pt x="680" y="521"/>
                    </a:cubicBezTo>
                    <a:cubicBezTo>
                      <a:pt x="736" y="457"/>
                      <a:pt x="772" y="372"/>
                      <a:pt x="736" y="281"/>
                    </a:cubicBezTo>
                    <a:lnTo>
                      <a:pt x="736" y="224"/>
                    </a:lnTo>
                    <a:cubicBezTo>
                      <a:pt x="708" y="196"/>
                      <a:pt x="708" y="196"/>
                      <a:pt x="708" y="167"/>
                    </a:cubicBezTo>
                    <a:cubicBezTo>
                      <a:pt x="708" y="132"/>
                      <a:pt x="736" y="132"/>
                      <a:pt x="772" y="104"/>
                    </a:cubicBezTo>
                    <a:cubicBezTo>
                      <a:pt x="800" y="104"/>
                      <a:pt x="857" y="104"/>
                      <a:pt x="885" y="132"/>
                    </a:cubicBezTo>
                    <a:cubicBezTo>
                      <a:pt x="949" y="196"/>
                      <a:pt x="977" y="281"/>
                      <a:pt x="977" y="401"/>
                    </a:cubicBezTo>
                    <a:cubicBezTo>
                      <a:pt x="997" y="421"/>
                      <a:pt x="1017" y="441"/>
                      <a:pt x="1037" y="441"/>
                    </a:cubicBezTo>
                    <a:cubicBezTo>
                      <a:pt x="1045" y="441"/>
                      <a:pt x="1054" y="437"/>
                      <a:pt x="1062" y="429"/>
                    </a:cubicBezTo>
                    <a:cubicBezTo>
                      <a:pt x="1090" y="429"/>
                      <a:pt x="1125" y="401"/>
                      <a:pt x="1090" y="372"/>
                    </a:cubicBezTo>
                    <a:cubicBezTo>
                      <a:pt x="1090" y="281"/>
                      <a:pt x="1062" y="132"/>
                      <a:pt x="949" y="47"/>
                    </a:cubicBezTo>
                    <a:cubicBezTo>
                      <a:pt x="911" y="14"/>
                      <a:pt x="867" y="0"/>
                      <a:pt x="8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1"/>
              <p:cNvSpPr/>
              <p:nvPr/>
            </p:nvSpPr>
            <p:spPr>
              <a:xfrm>
                <a:off x="5816794" y="4543192"/>
                <a:ext cx="36907" cy="18488"/>
              </a:xfrm>
              <a:custGeom>
                <a:avLst/>
                <a:gdLst/>
                <a:ahLst/>
                <a:cxnLst/>
                <a:rect l="l" t="t" r="r" b="b"/>
                <a:pathLst>
                  <a:path w="1062" h="532" extrusionOk="0">
                    <a:moveTo>
                      <a:pt x="998" y="1"/>
                    </a:moveTo>
                    <a:cubicBezTo>
                      <a:pt x="969" y="29"/>
                      <a:pt x="913" y="58"/>
                      <a:pt x="884" y="86"/>
                    </a:cubicBezTo>
                    <a:cubicBezTo>
                      <a:pt x="821" y="114"/>
                      <a:pt x="764" y="142"/>
                      <a:pt x="708" y="142"/>
                    </a:cubicBezTo>
                    <a:cubicBezTo>
                      <a:pt x="531" y="206"/>
                      <a:pt x="354" y="263"/>
                      <a:pt x="205" y="291"/>
                    </a:cubicBezTo>
                    <a:cubicBezTo>
                      <a:pt x="113" y="319"/>
                      <a:pt x="57" y="355"/>
                      <a:pt x="0" y="383"/>
                    </a:cubicBezTo>
                    <a:cubicBezTo>
                      <a:pt x="79" y="363"/>
                      <a:pt x="176" y="340"/>
                      <a:pt x="259" y="340"/>
                    </a:cubicBezTo>
                    <a:cubicBezTo>
                      <a:pt x="294" y="340"/>
                      <a:pt x="326" y="344"/>
                      <a:pt x="354" y="355"/>
                    </a:cubicBezTo>
                    <a:cubicBezTo>
                      <a:pt x="410" y="383"/>
                      <a:pt x="439" y="383"/>
                      <a:pt x="467" y="411"/>
                    </a:cubicBezTo>
                    <a:cubicBezTo>
                      <a:pt x="531" y="411"/>
                      <a:pt x="559" y="411"/>
                      <a:pt x="587" y="383"/>
                    </a:cubicBezTo>
                    <a:cubicBezTo>
                      <a:pt x="616" y="383"/>
                      <a:pt x="616" y="355"/>
                      <a:pt x="644" y="355"/>
                    </a:cubicBezTo>
                    <a:cubicBezTo>
                      <a:pt x="656" y="343"/>
                      <a:pt x="667" y="339"/>
                      <a:pt x="678" y="339"/>
                    </a:cubicBezTo>
                    <a:cubicBezTo>
                      <a:pt x="701" y="339"/>
                      <a:pt x="726" y="355"/>
                      <a:pt x="764" y="355"/>
                    </a:cubicBezTo>
                    <a:lnTo>
                      <a:pt x="856" y="440"/>
                    </a:lnTo>
                    <a:cubicBezTo>
                      <a:pt x="884" y="496"/>
                      <a:pt x="913" y="496"/>
                      <a:pt x="941" y="532"/>
                    </a:cubicBezTo>
                    <a:cubicBezTo>
                      <a:pt x="1033" y="532"/>
                      <a:pt x="1061" y="411"/>
                      <a:pt x="1061" y="411"/>
                    </a:cubicBezTo>
                    <a:cubicBezTo>
                      <a:pt x="1061" y="383"/>
                      <a:pt x="1033" y="142"/>
                      <a:pt x="1033" y="114"/>
                    </a:cubicBezTo>
                    <a:cubicBezTo>
                      <a:pt x="998" y="58"/>
                      <a:pt x="998" y="58"/>
                      <a:pt x="9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1"/>
              <p:cNvSpPr/>
              <p:nvPr/>
            </p:nvSpPr>
            <p:spPr>
              <a:xfrm>
                <a:off x="5920287" y="4713619"/>
                <a:ext cx="32737" cy="50183"/>
              </a:xfrm>
              <a:custGeom>
                <a:avLst/>
                <a:gdLst/>
                <a:ahLst/>
                <a:cxnLst/>
                <a:rect l="l" t="t" r="r" b="b"/>
                <a:pathLst>
                  <a:path w="942" h="1444" extrusionOk="0">
                    <a:moveTo>
                      <a:pt x="620" y="1"/>
                    </a:moveTo>
                    <a:cubicBezTo>
                      <a:pt x="529" y="1"/>
                      <a:pt x="436" y="52"/>
                      <a:pt x="382" y="162"/>
                    </a:cubicBezTo>
                    <a:cubicBezTo>
                      <a:pt x="319" y="282"/>
                      <a:pt x="354" y="431"/>
                      <a:pt x="291" y="580"/>
                    </a:cubicBezTo>
                    <a:cubicBezTo>
                      <a:pt x="234" y="664"/>
                      <a:pt x="142" y="721"/>
                      <a:pt x="85" y="813"/>
                    </a:cubicBezTo>
                    <a:cubicBezTo>
                      <a:pt x="0" y="962"/>
                      <a:pt x="0" y="1138"/>
                      <a:pt x="85" y="1287"/>
                    </a:cubicBezTo>
                    <a:cubicBezTo>
                      <a:pt x="148" y="1383"/>
                      <a:pt x="249" y="1443"/>
                      <a:pt x="352" y="1443"/>
                    </a:cubicBezTo>
                    <a:cubicBezTo>
                      <a:pt x="401" y="1443"/>
                      <a:pt x="450" y="1430"/>
                      <a:pt x="496" y="1400"/>
                    </a:cubicBezTo>
                    <a:cubicBezTo>
                      <a:pt x="616" y="1344"/>
                      <a:pt x="708" y="1223"/>
                      <a:pt x="736" y="1110"/>
                    </a:cubicBezTo>
                    <a:cubicBezTo>
                      <a:pt x="821" y="841"/>
                      <a:pt x="941" y="459"/>
                      <a:pt x="849" y="190"/>
                    </a:cubicBezTo>
                    <a:cubicBezTo>
                      <a:pt x="819" y="67"/>
                      <a:pt x="722" y="1"/>
                      <a:pt x="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1"/>
              <p:cNvSpPr/>
              <p:nvPr/>
            </p:nvSpPr>
            <p:spPr>
              <a:xfrm>
                <a:off x="5339327" y="4680847"/>
                <a:ext cx="28810" cy="50461"/>
              </a:xfrm>
              <a:custGeom>
                <a:avLst/>
                <a:gdLst/>
                <a:ahLst/>
                <a:cxnLst/>
                <a:rect l="l" t="t" r="r" b="b"/>
                <a:pathLst>
                  <a:path w="829" h="1452" extrusionOk="0">
                    <a:moveTo>
                      <a:pt x="325" y="1"/>
                    </a:moveTo>
                    <a:cubicBezTo>
                      <a:pt x="294" y="1"/>
                      <a:pt x="263" y="5"/>
                      <a:pt x="234" y="16"/>
                    </a:cubicBezTo>
                    <a:cubicBezTo>
                      <a:pt x="206" y="16"/>
                      <a:pt x="149" y="72"/>
                      <a:pt x="121" y="108"/>
                    </a:cubicBezTo>
                    <a:cubicBezTo>
                      <a:pt x="93" y="164"/>
                      <a:pt x="57" y="221"/>
                      <a:pt x="57" y="285"/>
                    </a:cubicBezTo>
                    <a:cubicBezTo>
                      <a:pt x="1" y="546"/>
                      <a:pt x="93" y="751"/>
                      <a:pt x="121" y="1020"/>
                    </a:cubicBezTo>
                    <a:cubicBezTo>
                      <a:pt x="149" y="1169"/>
                      <a:pt x="178" y="1310"/>
                      <a:pt x="326" y="1402"/>
                    </a:cubicBezTo>
                    <a:cubicBezTo>
                      <a:pt x="374" y="1436"/>
                      <a:pt x="424" y="1452"/>
                      <a:pt x="476" y="1452"/>
                    </a:cubicBezTo>
                    <a:cubicBezTo>
                      <a:pt x="555" y="1452"/>
                      <a:pt x="635" y="1414"/>
                      <a:pt x="708" y="1346"/>
                    </a:cubicBezTo>
                    <a:cubicBezTo>
                      <a:pt x="800" y="1225"/>
                      <a:pt x="828" y="1077"/>
                      <a:pt x="765" y="928"/>
                    </a:cubicBezTo>
                    <a:cubicBezTo>
                      <a:pt x="736" y="843"/>
                      <a:pt x="680" y="751"/>
                      <a:pt x="680" y="667"/>
                    </a:cubicBezTo>
                    <a:cubicBezTo>
                      <a:pt x="680" y="603"/>
                      <a:pt x="736" y="518"/>
                      <a:pt x="736" y="461"/>
                    </a:cubicBezTo>
                    <a:cubicBezTo>
                      <a:pt x="792" y="250"/>
                      <a:pt x="548"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1"/>
              <p:cNvSpPr/>
              <p:nvPr/>
            </p:nvSpPr>
            <p:spPr>
              <a:xfrm>
                <a:off x="5823918" y="4660969"/>
                <a:ext cx="15256" cy="25613"/>
              </a:xfrm>
              <a:custGeom>
                <a:avLst/>
                <a:gdLst/>
                <a:ahLst/>
                <a:cxnLst/>
                <a:rect l="l" t="t" r="r" b="b"/>
                <a:pathLst>
                  <a:path w="439" h="737" extrusionOk="0">
                    <a:moveTo>
                      <a:pt x="411" y="1"/>
                    </a:moveTo>
                    <a:lnTo>
                      <a:pt x="382" y="29"/>
                    </a:lnTo>
                    <a:cubicBezTo>
                      <a:pt x="297" y="291"/>
                      <a:pt x="177" y="503"/>
                      <a:pt x="0" y="680"/>
                    </a:cubicBezTo>
                    <a:lnTo>
                      <a:pt x="0" y="736"/>
                    </a:lnTo>
                    <a:lnTo>
                      <a:pt x="29" y="736"/>
                    </a:lnTo>
                    <a:cubicBezTo>
                      <a:pt x="234" y="531"/>
                      <a:pt x="354" y="291"/>
                      <a:pt x="439" y="57"/>
                    </a:cubicBezTo>
                    <a:cubicBezTo>
                      <a:pt x="439" y="29"/>
                      <a:pt x="439" y="29"/>
                      <a:pt x="4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1"/>
              <p:cNvSpPr/>
              <p:nvPr/>
            </p:nvSpPr>
            <p:spPr>
              <a:xfrm>
                <a:off x="5811616" y="4689501"/>
                <a:ext cx="9140" cy="7402"/>
              </a:xfrm>
              <a:custGeom>
                <a:avLst/>
                <a:gdLst/>
                <a:ahLst/>
                <a:cxnLst/>
                <a:rect l="l" t="t" r="r" b="b"/>
                <a:pathLst>
                  <a:path w="263" h="213" extrusionOk="0">
                    <a:moveTo>
                      <a:pt x="206" y="0"/>
                    </a:moveTo>
                    <a:lnTo>
                      <a:pt x="29" y="149"/>
                    </a:lnTo>
                    <a:cubicBezTo>
                      <a:pt x="1" y="149"/>
                      <a:pt x="1" y="177"/>
                      <a:pt x="29" y="177"/>
                    </a:cubicBezTo>
                    <a:lnTo>
                      <a:pt x="29" y="212"/>
                    </a:lnTo>
                    <a:lnTo>
                      <a:pt x="57" y="212"/>
                    </a:lnTo>
                    <a:lnTo>
                      <a:pt x="262" y="36"/>
                    </a:lnTo>
                    <a:lnTo>
                      <a:pt x="2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1"/>
              <p:cNvSpPr/>
              <p:nvPr/>
            </p:nvSpPr>
            <p:spPr>
              <a:xfrm>
                <a:off x="5817767" y="4679422"/>
                <a:ext cx="6186" cy="6151"/>
              </a:xfrm>
              <a:custGeom>
                <a:avLst/>
                <a:gdLst/>
                <a:ahLst/>
                <a:cxnLst/>
                <a:rect l="l" t="t" r="r" b="b"/>
                <a:pathLst>
                  <a:path w="178" h="177" extrusionOk="0">
                    <a:moveTo>
                      <a:pt x="121" y="0"/>
                    </a:moveTo>
                    <a:lnTo>
                      <a:pt x="0" y="113"/>
                    </a:lnTo>
                    <a:lnTo>
                      <a:pt x="0" y="149"/>
                    </a:lnTo>
                    <a:cubicBezTo>
                      <a:pt x="0" y="177"/>
                      <a:pt x="29" y="177"/>
                      <a:pt x="29" y="177"/>
                    </a:cubicBezTo>
                    <a:lnTo>
                      <a:pt x="29" y="149"/>
                    </a:lnTo>
                    <a:lnTo>
                      <a:pt x="149" y="57"/>
                    </a:lnTo>
                    <a:cubicBezTo>
                      <a:pt x="177" y="28"/>
                      <a:pt x="177" y="28"/>
                      <a:pt x="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1"/>
              <p:cNvSpPr/>
              <p:nvPr/>
            </p:nvSpPr>
            <p:spPr>
              <a:xfrm>
                <a:off x="5822945" y="4538604"/>
                <a:ext cx="20434" cy="8584"/>
              </a:xfrm>
              <a:custGeom>
                <a:avLst/>
                <a:gdLst/>
                <a:ahLst/>
                <a:cxnLst/>
                <a:rect l="l" t="t" r="r" b="b"/>
                <a:pathLst>
                  <a:path w="588" h="247" extrusionOk="0">
                    <a:moveTo>
                      <a:pt x="566" y="0"/>
                    </a:moveTo>
                    <a:cubicBezTo>
                      <a:pt x="562" y="0"/>
                      <a:pt x="559" y="3"/>
                      <a:pt x="559" y="13"/>
                    </a:cubicBezTo>
                    <a:lnTo>
                      <a:pt x="28" y="190"/>
                    </a:lnTo>
                    <a:cubicBezTo>
                      <a:pt x="0" y="190"/>
                      <a:pt x="0" y="218"/>
                      <a:pt x="0" y="246"/>
                    </a:cubicBezTo>
                    <a:lnTo>
                      <a:pt x="57" y="246"/>
                    </a:lnTo>
                    <a:lnTo>
                      <a:pt x="559" y="69"/>
                    </a:lnTo>
                    <a:cubicBezTo>
                      <a:pt x="587" y="41"/>
                      <a:pt x="587" y="41"/>
                      <a:pt x="587" y="13"/>
                    </a:cubicBezTo>
                    <a:cubicBezTo>
                      <a:pt x="587" y="13"/>
                      <a:pt x="575"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1"/>
              <p:cNvSpPr/>
              <p:nvPr/>
            </p:nvSpPr>
            <p:spPr>
              <a:xfrm>
                <a:off x="5824891" y="4475598"/>
                <a:ext cx="10356" cy="24605"/>
              </a:xfrm>
              <a:custGeom>
                <a:avLst/>
                <a:gdLst/>
                <a:ahLst/>
                <a:cxnLst/>
                <a:rect l="l" t="t" r="r" b="b"/>
                <a:pathLst>
                  <a:path w="298" h="708" extrusionOk="0">
                    <a:moveTo>
                      <a:pt x="29" y="0"/>
                    </a:moveTo>
                    <a:cubicBezTo>
                      <a:pt x="29" y="0"/>
                      <a:pt x="1" y="29"/>
                      <a:pt x="29" y="29"/>
                    </a:cubicBezTo>
                    <a:cubicBezTo>
                      <a:pt x="121" y="234"/>
                      <a:pt x="177" y="467"/>
                      <a:pt x="234" y="673"/>
                    </a:cubicBezTo>
                    <a:cubicBezTo>
                      <a:pt x="234" y="708"/>
                      <a:pt x="269" y="708"/>
                      <a:pt x="269" y="708"/>
                    </a:cubicBezTo>
                    <a:cubicBezTo>
                      <a:pt x="298" y="708"/>
                      <a:pt x="298" y="673"/>
                      <a:pt x="298" y="673"/>
                    </a:cubicBezTo>
                    <a:cubicBezTo>
                      <a:pt x="234" y="439"/>
                      <a:pt x="177" y="234"/>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1"/>
              <p:cNvSpPr/>
              <p:nvPr/>
            </p:nvSpPr>
            <p:spPr>
              <a:xfrm>
                <a:off x="5834240" y="4502149"/>
                <a:ext cx="3962" cy="9140"/>
              </a:xfrm>
              <a:custGeom>
                <a:avLst/>
                <a:gdLst/>
                <a:ahLst/>
                <a:cxnLst/>
                <a:rect l="l" t="t" r="r" b="b"/>
                <a:pathLst>
                  <a:path w="114" h="263" extrusionOk="0">
                    <a:moveTo>
                      <a:pt x="29" y="1"/>
                    </a:moveTo>
                    <a:cubicBezTo>
                      <a:pt x="29" y="29"/>
                      <a:pt x="0" y="29"/>
                      <a:pt x="0" y="57"/>
                    </a:cubicBezTo>
                    <a:lnTo>
                      <a:pt x="57" y="262"/>
                    </a:lnTo>
                    <a:lnTo>
                      <a:pt x="85" y="262"/>
                    </a:lnTo>
                    <a:cubicBezTo>
                      <a:pt x="114" y="262"/>
                      <a:pt x="114" y="262"/>
                      <a:pt x="114" y="234"/>
                    </a:cubicBezTo>
                    <a:lnTo>
                      <a:pt x="57" y="29"/>
                    </a:lnTo>
                    <a:cubicBezTo>
                      <a:pt x="57" y="29"/>
                      <a:pt x="57"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1"/>
              <p:cNvSpPr/>
              <p:nvPr/>
            </p:nvSpPr>
            <p:spPr>
              <a:xfrm>
                <a:off x="5692866" y="4348507"/>
                <a:ext cx="2989" cy="22624"/>
              </a:xfrm>
              <a:custGeom>
                <a:avLst/>
                <a:gdLst/>
                <a:ahLst/>
                <a:cxnLst/>
                <a:rect l="l" t="t" r="r" b="b"/>
                <a:pathLst>
                  <a:path w="86" h="651" extrusionOk="0">
                    <a:moveTo>
                      <a:pt x="29" y="0"/>
                    </a:moveTo>
                    <a:cubicBezTo>
                      <a:pt x="1" y="0"/>
                      <a:pt x="1" y="0"/>
                      <a:pt x="1" y="28"/>
                    </a:cubicBezTo>
                    <a:cubicBezTo>
                      <a:pt x="1" y="233"/>
                      <a:pt x="1" y="439"/>
                      <a:pt x="29" y="651"/>
                    </a:cubicBezTo>
                    <a:lnTo>
                      <a:pt x="57" y="651"/>
                    </a:lnTo>
                    <a:cubicBezTo>
                      <a:pt x="86" y="651"/>
                      <a:pt x="86" y="651"/>
                      <a:pt x="86" y="615"/>
                    </a:cubicBezTo>
                    <a:cubicBezTo>
                      <a:pt x="57" y="410"/>
                      <a:pt x="57" y="205"/>
                      <a:pt x="57" y="28"/>
                    </a:cubicBez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1"/>
              <p:cNvSpPr/>
              <p:nvPr/>
            </p:nvSpPr>
            <p:spPr>
              <a:xfrm>
                <a:off x="5736863" y="4501176"/>
                <a:ext cx="22415" cy="68601"/>
              </a:xfrm>
              <a:custGeom>
                <a:avLst/>
                <a:gdLst/>
                <a:ahLst/>
                <a:cxnLst/>
                <a:rect l="l" t="t" r="r" b="b"/>
                <a:pathLst>
                  <a:path w="645" h="1974" extrusionOk="0">
                    <a:moveTo>
                      <a:pt x="29" y="0"/>
                    </a:moveTo>
                    <a:cubicBezTo>
                      <a:pt x="1" y="0"/>
                      <a:pt x="1" y="29"/>
                      <a:pt x="1" y="57"/>
                    </a:cubicBezTo>
                    <a:lnTo>
                      <a:pt x="326" y="1882"/>
                    </a:lnTo>
                    <a:cubicBezTo>
                      <a:pt x="326" y="1917"/>
                      <a:pt x="326" y="1946"/>
                      <a:pt x="355" y="1974"/>
                    </a:cubicBezTo>
                    <a:lnTo>
                      <a:pt x="616" y="1974"/>
                    </a:lnTo>
                    <a:cubicBezTo>
                      <a:pt x="645" y="1974"/>
                      <a:pt x="645" y="1974"/>
                      <a:pt x="645" y="1946"/>
                    </a:cubicBezTo>
                    <a:cubicBezTo>
                      <a:pt x="645" y="1946"/>
                      <a:pt x="645" y="1917"/>
                      <a:pt x="616" y="1917"/>
                    </a:cubicBezTo>
                    <a:lnTo>
                      <a:pt x="383" y="1917"/>
                    </a:lnTo>
                    <a:lnTo>
                      <a:pt x="383" y="1882"/>
                    </a:lnTo>
                    <a:lnTo>
                      <a:pt x="58" y="29"/>
                    </a:lnTo>
                    <a:cubicBezTo>
                      <a:pt x="58" y="29"/>
                      <a:pt x="58"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1"/>
              <p:cNvSpPr/>
              <p:nvPr/>
            </p:nvSpPr>
            <p:spPr>
              <a:xfrm>
                <a:off x="5570919" y="4504130"/>
                <a:ext cx="16264" cy="10356"/>
              </a:xfrm>
              <a:custGeom>
                <a:avLst/>
                <a:gdLst/>
                <a:ahLst/>
                <a:cxnLst/>
                <a:rect l="l" t="t" r="r" b="b"/>
                <a:pathLst>
                  <a:path w="468" h="298" extrusionOk="0">
                    <a:moveTo>
                      <a:pt x="411" y="0"/>
                    </a:moveTo>
                    <a:cubicBezTo>
                      <a:pt x="291" y="92"/>
                      <a:pt x="149" y="177"/>
                      <a:pt x="1" y="269"/>
                    </a:cubicBezTo>
                    <a:lnTo>
                      <a:pt x="1" y="297"/>
                    </a:lnTo>
                    <a:lnTo>
                      <a:pt x="29" y="297"/>
                    </a:lnTo>
                    <a:cubicBezTo>
                      <a:pt x="178" y="241"/>
                      <a:pt x="326" y="149"/>
                      <a:pt x="468" y="64"/>
                    </a:cubicBezTo>
                    <a:lnTo>
                      <a:pt x="4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7" name="Google Shape;1007;p41"/>
            <p:cNvGrpSpPr/>
            <p:nvPr/>
          </p:nvGrpSpPr>
          <p:grpSpPr>
            <a:xfrm>
              <a:off x="5240433" y="2333504"/>
              <a:ext cx="1470385" cy="1003512"/>
              <a:chOff x="4805595" y="2633670"/>
              <a:chExt cx="513367" cy="350376"/>
            </a:xfrm>
          </p:grpSpPr>
          <p:sp>
            <p:nvSpPr>
              <p:cNvPr id="1008" name="Google Shape;1008;p41"/>
              <p:cNvSpPr/>
              <p:nvPr/>
            </p:nvSpPr>
            <p:spPr>
              <a:xfrm>
                <a:off x="4811819" y="2641767"/>
                <a:ext cx="33953" cy="94457"/>
              </a:xfrm>
              <a:custGeom>
                <a:avLst/>
                <a:gdLst/>
                <a:ahLst/>
                <a:cxnLst/>
                <a:rect l="l" t="t" r="r" b="b"/>
                <a:pathLst>
                  <a:path w="977" h="2718" extrusionOk="0">
                    <a:moveTo>
                      <a:pt x="884" y="1"/>
                    </a:moveTo>
                    <a:cubicBezTo>
                      <a:pt x="594" y="1"/>
                      <a:pt x="325" y="241"/>
                      <a:pt x="325" y="560"/>
                    </a:cubicBezTo>
                    <a:lnTo>
                      <a:pt x="325" y="913"/>
                    </a:lnTo>
                    <a:cubicBezTo>
                      <a:pt x="325" y="1034"/>
                      <a:pt x="297" y="1126"/>
                      <a:pt x="212" y="1210"/>
                    </a:cubicBezTo>
                    <a:lnTo>
                      <a:pt x="0" y="1416"/>
                    </a:lnTo>
                    <a:lnTo>
                      <a:pt x="149" y="1564"/>
                    </a:lnTo>
                    <a:cubicBezTo>
                      <a:pt x="241" y="1656"/>
                      <a:pt x="297" y="1741"/>
                      <a:pt x="297" y="1861"/>
                    </a:cubicBezTo>
                    <a:lnTo>
                      <a:pt x="297" y="2187"/>
                    </a:lnTo>
                    <a:cubicBezTo>
                      <a:pt x="297" y="2477"/>
                      <a:pt x="531" y="2717"/>
                      <a:pt x="856" y="2717"/>
                    </a:cubicBezTo>
                    <a:lnTo>
                      <a:pt x="920" y="2717"/>
                    </a:lnTo>
                    <a:cubicBezTo>
                      <a:pt x="948" y="2717"/>
                      <a:pt x="976" y="2717"/>
                      <a:pt x="976" y="2654"/>
                    </a:cubicBezTo>
                    <a:cubicBezTo>
                      <a:pt x="976" y="2625"/>
                      <a:pt x="948" y="2597"/>
                      <a:pt x="920" y="2597"/>
                    </a:cubicBezTo>
                    <a:lnTo>
                      <a:pt x="856" y="2597"/>
                    </a:lnTo>
                    <a:cubicBezTo>
                      <a:pt x="594" y="2597"/>
                      <a:pt x="417" y="2420"/>
                      <a:pt x="417" y="2187"/>
                    </a:cubicBezTo>
                    <a:lnTo>
                      <a:pt x="417" y="1861"/>
                    </a:lnTo>
                    <a:cubicBezTo>
                      <a:pt x="417" y="1713"/>
                      <a:pt x="354" y="1564"/>
                      <a:pt x="241" y="1479"/>
                    </a:cubicBezTo>
                    <a:lnTo>
                      <a:pt x="177" y="1416"/>
                    </a:lnTo>
                    <a:lnTo>
                      <a:pt x="297" y="1302"/>
                    </a:lnTo>
                    <a:cubicBezTo>
                      <a:pt x="389" y="1210"/>
                      <a:pt x="446" y="1062"/>
                      <a:pt x="446" y="913"/>
                    </a:cubicBezTo>
                    <a:lnTo>
                      <a:pt x="446" y="560"/>
                    </a:lnTo>
                    <a:cubicBezTo>
                      <a:pt x="446" y="298"/>
                      <a:pt x="651" y="121"/>
                      <a:pt x="884" y="121"/>
                    </a:cubicBezTo>
                    <a:cubicBezTo>
                      <a:pt x="920" y="121"/>
                      <a:pt x="948" y="93"/>
                      <a:pt x="948" y="64"/>
                    </a:cubicBezTo>
                    <a:cubicBezTo>
                      <a:pt x="948" y="29"/>
                      <a:pt x="920"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1"/>
              <p:cNvSpPr/>
              <p:nvPr/>
            </p:nvSpPr>
            <p:spPr>
              <a:xfrm>
                <a:off x="4901224" y="2641767"/>
                <a:ext cx="33710" cy="94457"/>
              </a:xfrm>
              <a:custGeom>
                <a:avLst/>
                <a:gdLst/>
                <a:ahLst/>
                <a:cxnLst/>
                <a:rect l="l" t="t" r="r" b="b"/>
                <a:pathLst>
                  <a:path w="970" h="2718" extrusionOk="0">
                    <a:moveTo>
                      <a:pt x="86" y="1"/>
                    </a:moveTo>
                    <a:cubicBezTo>
                      <a:pt x="57" y="1"/>
                      <a:pt x="29" y="29"/>
                      <a:pt x="29" y="64"/>
                    </a:cubicBezTo>
                    <a:cubicBezTo>
                      <a:pt x="29" y="93"/>
                      <a:pt x="57" y="121"/>
                      <a:pt x="86" y="121"/>
                    </a:cubicBezTo>
                    <a:cubicBezTo>
                      <a:pt x="326" y="121"/>
                      <a:pt x="531" y="298"/>
                      <a:pt x="531" y="560"/>
                    </a:cubicBezTo>
                    <a:lnTo>
                      <a:pt x="531" y="913"/>
                    </a:lnTo>
                    <a:cubicBezTo>
                      <a:pt x="531" y="1062"/>
                      <a:pt x="588" y="1210"/>
                      <a:pt x="680" y="1302"/>
                    </a:cubicBezTo>
                    <a:lnTo>
                      <a:pt x="793" y="1416"/>
                    </a:lnTo>
                    <a:lnTo>
                      <a:pt x="736" y="1479"/>
                    </a:lnTo>
                    <a:cubicBezTo>
                      <a:pt x="616" y="1564"/>
                      <a:pt x="559" y="1713"/>
                      <a:pt x="559" y="1861"/>
                    </a:cubicBezTo>
                    <a:lnTo>
                      <a:pt x="559" y="2187"/>
                    </a:lnTo>
                    <a:cubicBezTo>
                      <a:pt x="559" y="2420"/>
                      <a:pt x="383" y="2597"/>
                      <a:pt x="121" y="2597"/>
                    </a:cubicBezTo>
                    <a:lnTo>
                      <a:pt x="57" y="2597"/>
                    </a:lnTo>
                    <a:cubicBezTo>
                      <a:pt x="1" y="2597"/>
                      <a:pt x="1" y="2625"/>
                      <a:pt x="1" y="2654"/>
                    </a:cubicBezTo>
                    <a:cubicBezTo>
                      <a:pt x="1" y="2717"/>
                      <a:pt x="1" y="2717"/>
                      <a:pt x="57" y="2717"/>
                    </a:cubicBezTo>
                    <a:lnTo>
                      <a:pt x="121" y="2717"/>
                    </a:lnTo>
                    <a:cubicBezTo>
                      <a:pt x="439" y="2717"/>
                      <a:pt x="680" y="2477"/>
                      <a:pt x="680" y="2187"/>
                    </a:cubicBezTo>
                    <a:lnTo>
                      <a:pt x="680" y="1861"/>
                    </a:lnTo>
                    <a:cubicBezTo>
                      <a:pt x="680" y="1741"/>
                      <a:pt x="736" y="1656"/>
                      <a:pt x="828" y="1564"/>
                    </a:cubicBezTo>
                    <a:lnTo>
                      <a:pt x="970" y="1416"/>
                    </a:lnTo>
                    <a:lnTo>
                      <a:pt x="765" y="1210"/>
                    </a:lnTo>
                    <a:cubicBezTo>
                      <a:pt x="680" y="1126"/>
                      <a:pt x="651" y="1034"/>
                      <a:pt x="651" y="913"/>
                    </a:cubicBezTo>
                    <a:lnTo>
                      <a:pt x="651" y="560"/>
                    </a:lnTo>
                    <a:cubicBezTo>
                      <a:pt x="651" y="241"/>
                      <a:pt x="383" y="1"/>
                      <a:pt x="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1"/>
              <p:cNvSpPr/>
              <p:nvPr/>
            </p:nvSpPr>
            <p:spPr>
              <a:xfrm>
                <a:off x="4840009" y="2703836"/>
                <a:ext cx="12337" cy="23041"/>
              </a:xfrm>
              <a:custGeom>
                <a:avLst/>
                <a:gdLst/>
                <a:ahLst/>
                <a:cxnLst/>
                <a:rect l="l" t="t" r="r" b="b"/>
                <a:pathLst>
                  <a:path w="355" h="663" extrusionOk="0">
                    <a:moveTo>
                      <a:pt x="267" y="0"/>
                    </a:moveTo>
                    <a:cubicBezTo>
                      <a:pt x="248" y="0"/>
                      <a:pt x="234" y="22"/>
                      <a:pt x="234" y="47"/>
                    </a:cubicBezTo>
                    <a:lnTo>
                      <a:pt x="1" y="606"/>
                    </a:lnTo>
                    <a:cubicBezTo>
                      <a:pt x="1" y="634"/>
                      <a:pt x="1" y="662"/>
                      <a:pt x="29" y="662"/>
                    </a:cubicBezTo>
                    <a:lnTo>
                      <a:pt x="57" y="662"/>
                    </a:lnTo>
                    <a:cubicBezTo>
                      <a:pt x="85" y="662"/>
                      <a:pt x="114" y="662"/>
                      <a:pt x="114" y="634"/>
                    </a:cubicBezTo>
                    <a:lnTo>
                      <a:pt x="326" y="75"/>
                    </a:lnTo>
                    <a:cubicBezTo>
                      <a:pt x="354" y="47"/>
                      <a:pt x="326" y="12"/>
                      <a:pt x="291" y="12"/>
                    </a:cubicBezTo>
                    <a:cubicBezTo>
                      <a:pt x="283" y="4"/>
                      <a:pt x="274" y="0"/>
                      <a:pt x="2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1"/>
              <p:cNvSpPr/>
              <p:nvPr/>
            </p:nvSpPr>
            <p:spPr>
              <a:xfrm>
                <a:off x="5095432" y="2706025"/>
                <a:ext cx="12337" cy="22832"/>
              </a:xfrm>
              <a:custGeom>
                <a:avLst/>
                <a:gdLst/>
                <a:ahLst/>
                <a:cxnLst/>
                <a:rect l="l" t="t" r="r" b="b"/>
                <a:pathLst>
                  <a:path w="355" h="657" extrusionOk="0">
                    <a:moveTo>
                      <a:pt x="274" y="1"/>
                    </a:moveTo>
                    <a:cubicBezTo>
                      <a:pt x="256" y="1"/>
                      <a:pt x="242" y="21"/>
                      <a:pt x="242" y="41"/>
                    </a:cubicBezTo>
                    <a:lnTo>
                      <a:pt x="1" y="571"/>
                    </a:lnTo>
                    <a:cubicBezTo>
                      <a:pt x="1" y="599"/>
                      <a:pt x="36" y="656"/>
                      <a:pt x="65" y="656"/>
                    </a:cubicBezTo>
                    <a:cubicBezTo>
                      <a:pt x="93" y="656"/>
                      <a:pt x="121" y="656"/>
                      <a:pt x="121" y="628"/>
                    </a:cubicBezTo>
                    <a:lnTo>
                      <a:pt x="326" y="69"/>
                    </a:lnTo>
                    <a:cubicBezTo>
                      <a:pt x="355" y="41"/>
                      <a:pt x="326" y="12"/>
                      <a:pt x="298" y="12"/>
                    </a:cubicBezTo>
                    <a:cubicBezTo>
                      <a:pt x="290" y="4"/>
                      <a:pt x="282" y="1"/>
                      <a:pt x="2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1"/>
              <p:cNvSpPr/>
              <p:nvPr/>
            </p:nvSpPr>
            <p:spPr>
              <a:xfrm>
                <a:off x="5173382" y="2706025"/>
                <a:ext cx="12337" cy="22832"/>
              </a:xfrm>
              <a:custGeom>
                <a:avLst/>
                <a:gdLst/>
                <a:ahLst/>
                <a:cxnLst/>
                <a:rect l="l" t="t" r="r" b="b"/>
                <a:pathLst>
                  <a:path w="355" h="657" extrusionOk="0">
                    <a:moveTo>
                      <a:pt x="271" y="1"/>
                    </a:moveTo>
                    <a:cubicBezTo>
                      <a:pt x="249" y="1"/>
                      <a:pt x="226" y="21"/>
                      <a:pt x="206" y="41"/>
                    </a:cubicBezTo>
                    <a:lnTo>
                      <a:pt x="1" y="571"/>
                    </a:lnTo>
                    <a:cubicBezTo>
                      <a:pt x="1" y="599"/>
                      <a:pt x="1" y="656"/>
                      <a:pt x="29" y="656"/>
                    </a:cubicBezTo>
                    <a:lnTo>
                      <a:pt x="57" y="656"/>
                    </a:lnTo>
                    <a:cubicBezTo>
                      <a:pt x="93" y="656"/>
                      <a:pt x="121" y="656"/>
                      <a:pt x="121" y="628"/>
                    </a:cubicBezTo>
                    <a:lnTo>
                      <a:pt x="326" y="69"/>
                    </a:lnTo>
                    <a:cubicBezTo>
                      <a:pt x="354" y="41"/>
                      <a:pt x="326" y="12"/>
                      <a:pt x="298" y="12"/>
                    </a:cubicBezTo>
                    <a:cubicBezTo>
                      <a:pt x="289" y="4"/>
                      <a:pt x="281" y="1"/>
                      <a:pt x="2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1"/>
              <p:cNvSpPr/>
              <p:nvPr/>
            </p:nvSpPr>
            <p:spPr>
              <a:xfrm>
                <a:off x="5186658" y="2706025"/>
                <a:ext cx="12337" cy="22832"/>
              </a:xfrm>
              <a:custGeom>
                <a:avLst/>
                <a:gdLst/>
                <a:ahLst/>
                <a:cxnLst/>
                <a:rect l="l" t="t" r="r" b="b"/>
                <a:pathLst>
                  <a:path w="355" h="657" extrusionOk="0">
                    <a:moveTo>
                      <a:pt x="273" y="1"/>
                    </a:moveTo>
                    <a:cubicBezTo>
                      <a:pt x="252" y="1"/>
                      <a:pt x="231" y="21"/>
                      <a:pt x="206" y="41"/>
                    </a:cubicBezTo>
                    <a:lnTo>
                      <a:pt x="1" y="571"/>
                    </a:lnTo>
                    <a:cubicBezTo>
                      <a:pt x="1" y="599"/>
                      <a:pt x="1" y="656"/>
                      <a:pt x="29" y="656"/>
                    </a:cubicBezTo>
                    <a:lnTo>
                      <a:pt x="64" y="656"/>
                    </a:lnTo>
                    <a:cubicBezTo>
                      <a:pt x="93" y="656"/>
                      <a:pt x="121" y="656"/>
                      <a:pt x="121" y="628"/>
                    </a:cubicBezTo>
                    <a:lnTo>
                      <a:pt x="326" y="69"/>
                    </a:lnTo>
                    <a:cubicBezTo>
                      <a:pt x="354" y="41"/>
                      <a:pt x="326" y="12"/>
                      <a:pt x="298" y="12"/>
                    </a:cubicBezTo>
                    <a:cubicBezTo>
                      <a:pt x="289" y="4"/>
                      <a:pt x="281" y="1"/>
                      <a:pt x="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1"/>
              <p:cNvSpPr/>
              <p:nvPr/>
            </p:nvSpPr>
            <p:spPr>
              <a:xfrm>
                <a:off x="4856959" y="2667345"/>
                <a:ext cx="51399" cy="46256"/>
              </a:xfrm>
              <a:custGeom>
                <a:avLst/>
                <a:gdLst/>
                <a:ahLst/>
                <a:cxnLst/>
                <a:rect l="l" t="t" r="r" b="b"/>
                <a:pathLst>
                  <a:path w="1479" h="1331" extrusionOk="0">
                    <a:moveTo>
                      <a:pt x="0" y="0"/>
                    </a:moveTo>
                    <a:lnTo>
                      <a:pt x="0" y="1330"/>
                    </a:lnTo>
                    <a:lnTo>
                      <a:pt x="1479" y="1330"/>
                    </a:lnTo>
                    <a:lnTo>
                      <a:pt x="14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1"/>
              <p:cNvSpPr/>
              <p:nvPr/>
            </p:nvSpPr>
            <p:spPr>
              <a:xfrm>
                <a:off x="4963441" y="2633670"/>
                <a:ext cx="22624" cy="116803"/>
              </a:xfrm>
              <a:custGeom>
                <a:avLst/>
                <a:gdLst/>
                <a:ahLst/>
                <a:cxnLst/>
                <a:rect l="l" t="t" r="r" b="b"/>
                <a:pathLst>
                  <a:path w="651" h="3361" extrusionOk="0">
                    <a:moveTo>
                      <a:pt x="587" y="0"/>
                    </a:moveTo>
                    <a:cubicBezTo>
                      <a:pt x="559" y="0"/>
                      <a:pt x="531" y="0"/>
                      <a:pt x="531" y="29"/>
                    </a:cubicBezTo>
                    <a:cubicBezTo>
                      <a:pt x="0" y="1033"/>
                      <a:pt x="0" y="2299"/>
                      <a:pt x="502" y="3332"/>
                    </a:cubicBezTo>
                    <a:cubicBezTo>
                      <a:pt x="502" y="3361"/>
                      <a:pt x="531" y="3361"/>
                      <a:pt x="559" y="3361"/>
                    </a:cubicBezTo>
                    <a:lnTo>
                      <a:pt x="587" y="3361"/>
                    </a:lnTo>
                    <a:cubicBezTo>
                      <a:pt x="616" y="3332"/>
                      <a:pt x="616" y="3304"/>
                      <a:pt x="616" y="3269"/>
                    </a:cubicBezTo>
                    <a:cubicBezTo>
                      <a:pt x="120" y="2299"/>
                      <a:pt x="120" y="1061"/>
                      <a:pt x="616" y="85"/>
                    </a:cubicBezTo>
                    <a:cubicBezTo>
                      <a:pt x="651" y="57"/>
                      <a:pt x="616" y="29"/>
                      <a:pt x="5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1"/>
              <p:cNvSpPr/>
              <p:nvPr/>
            </p:nvSpPr>
            <p:spPr>
              <a:xfrm>
                <a:off x="4989993" y="2675686"/>
                <a:ext cx="103528" cy="32737"/>
              </a:xfrm>
              <a:custGeom>
                <a:avLst/>
                <a:gdLst/>
                <a:ahLst/>
                <a:cxnLst/>
                <a:rect l="l" t="t" r="r" b="b"/>
                <a:pathLst>
                  <a:path w="2979" h="942" extrusionOk="0">
                    <a:moveTo>
                      <a:pt x="0" y="1"/>
                    </a:moveTo>
                    <a:lnTo>
                      <a:pt x="0" y="942"/>
                    </a:lnTo>
                    <a:lnTo>
                      <a:pt x="2978" y="942"/>
                    </a:lnTo>
                    <a:lnTo>
                      <a:pt x="29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1"/>
              <p:cNvSpPr/>
              <p:nvPr/>
            </p:nvSpPr>
            <p:spPr>
              <a:xfrm>
                <a:off x="5122261" y="2675686"/>
                <a:ext cx="48202" cy="32737"/>
              </a:xfrm>
              <a:custGeom>
                <a:avLst/>
                <a:gdLst/>
                <a:ahLst/>
                <a:cxnLst/>
                <a:rect l="l" t="t" r="r" b="b"/>
                <a:pathLst>
                  <a:path w="1387" h="942" extrusionOk="0">
                    <a:moveTo>
                      <a:pt x="0" y="1"/>
                    </a:moveTo>
                    <a:lnTo>
                      <a:pt x="0" y="942"/>
                    </a:lnTo>
                    <a:lnTo>
                      <a:pt x="1387" y="942"/>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1"/>
              <p:cNvSpPr/>
              <p:nvPr/>
            </p:nvSpPr>
            <p:spPr>
              <a:xfrm>
                <a:off x="5001287" y="2696121"/>
                <a:ext cx="75760" cy="4205"/>
              </a:xfrm>
              <a:custGeom>
                <a:avLst/>
                <a:gdLst/>
                <a:ahLst/>
                <a:cxnLst/>
                <a:rect l="l" t="t" r="r" b="b"/>
                <a:pathLst>
                  <a:path w="2180" h="121" extrusionOk="0">
                    <a:moveTo>
                      <a:pt x="57" y="0"/>
                    </a:moveTo>
                    <a:cubicBezTo>
                      <a:pt x="29" y="0"/>
                      <a:pt x="1" y="28"/>
                      <a:pt x="1" y="57"/>
                    </a:cubicBezTo>
                    <a:cubicBezTo>
                      <a:pt x="1" y="92"/>
                      <a:pt x="29" y="120"/>
                      <a:pt x="57" y="120"/>
                    </a:cubicBezTo>
                    <a:lnTo>
                      <a:pt x="2123" y="120"/>
                    </a:lnTo>
                    <a:cubicBezTo>
                      <a:pt x="2151" y="120"/>
                      <a:pt x="2179" y="92"/>
                      <a:pt x="2179" y="57"/>
                    </a:cubicBezTo>
                    <a:cubicBezTo>
                      <a:pt x="2179" y="28"/>
                      <a:pt x="2151" y="0"/>
                      <a:pt x="2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1"/>
              <p:cNvSpPr/>
              <p:nvPr/>
            </p:nvSpPr>
            <p:spPr>
              <a:xfrm>
                <a:off x="4892858" y="2675686"/>
                <a:ext cx="4205" cy="32737"/>
              </a:xfrm>
              <a:custGeom>
                <a:avLst/>
                <a:gdLst/>
                <a:ahLst/>
                <a:cxnLst/>
                <a:rect l="l" t="t" r="r" b="b"/>
                <a:pathLst>
                  <a:path w="121" h="942" extrusionOk="0">
                    <a:moveTo>
                      <a:pt x="64" y="1"/>
                    </a:moveTo>
                    <a:cubicBezTo>
                      <a:pt x="28" y="1"/>
                      <a:pt x="0" y="29"/>
                      <a:pt x="0" y="58"/>
                    </a:cubicBezTo>
                    <a:lnTo>
                      <a:pt x="0" y="885"/>
                    </a:lnTo>
                    <a:cubicBezTo>
                      <a:pt x="0" y="914"/>
                      <a:pt x="28" y="942"/>
                      <a:pt x="64" y="942"/>
                    </a:cubicBezTo>
                    <a:cubicBezTo>
                      <a:pt x="92" y="942"/>
                      <a:pt x="120" y="914"/>
                      <a:pt x="120" y="885"/>
                    </a:cubicBezTo>
                    <a:lnTo>
                      <a:pt x="120" y="58"/>
                    </a:lnTo>
                    <a:cubicBezTo>
                      <a:pt x="120" y="29"/>
                      <a:pt x="92" y="1"/>
                      <a:pt x="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1"/>
              <p:cNvSpPr/>
              <p:nvPr/>
            </p:nvSpPr>
            <p:spPr>
              <a:xfrm>
                <a:off x="5180507" y="2670543"/>
                <a:ext cx="34961" cy="27559"/>
              </a:xfrm>
              <a:custGeom>
                <a:avLst/>
                <a:gdLst/>
                <a:ahLst/>
                <a:cxnLst/>
                <a:rect l="l" t="t" r="r" b="b"/>
                <a:pathLst>
                  <a:path w="1006" h="793" extrusionOk="0">
                    <a:moveTo>
                      <a:pt x="121" y="0"/>
                    </a:moveTo>
                    <a:lnTo>
                      <a:pt x="1" y="651"/>
                    </a:lnTo>
                    <a:lnTo>
                      <a:pt x="913" y="793"/>
                    </a:lnTo>
                    <a:lnTo>
                      <a:pt x="1005" y="149"/>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1"/>
              <p:cNvSpPr/>
              <p:nvPr/>
            </p:nvSpPr>
            <p:spPr>
              <a:xfrm>
                <a:off x="4825021" y="2875340"/>
                <a:ext cx="33953" cy="95430"/>
              </a:xfrm>
              <a:custGeom>
                <a:avLst/>
                <a:gdLst/>
                <a:ahLst/>
                <a:cxnLst/>
                <a:rect l="l" t="t" r="r" b="b"/>
                <a:pathLst>
                  <a:path w="977" h="2746" extrusionOk="0">
                    <a:moveTo>
                      <a:pt x="884" y="0"/>
                    </a:moveTo>
                    <a:cubicBezTo>
                      <a:pt x="594" y="0"/>
                      <a:pt x="326" y="241"/>
                      <a:pt x="326" y="559"/>
                    </a:cubicBezTo>
                    <a:lnTo>
                      <a:pt x="326" y="913"/>
                    </a:lnTo>
                    <a:cubicBezTo>
                      <a:pt x="326" y="1033"/>
                      <a:pt x="269" y="1125"/>
                      <a:pt x="212" y="1210"/>
                    </a:cubicBezTo>
                    <a:lnTo>
                      <a:pt x="0" y="1415"/>
                    </a:lnTo>
                    <a:lnTo>
                      <a:pt x="149" y="1564"/>
                    </a:lnTo>
                    <a:cubicBezTo>
                      <a:pt x="241" y="1656"/>
                      <a:pt x="269" y="1741"/>
                      <a:pt x="269" y="1861"/>
                    </a:cubicBezTo>
                    <a:lnTo>
                      <a:pt x="269" y="2186"/>
                    </a:lnTo>
                    <a:cubicBezTo>
                      <a:pt x="269" y="2476"/>
                      <a:pt x="531" y="2745"/>
                      <a:pt x="828" y="2745"/>
                    </a:cubicBezTo>
                    <a:lnTo>
                      <a:pt x="920" y="2745"/>
                    </a:lnTo>
                    <a:cubicBezTo>
                      <a:pt x="948" y="2745"/>
                      <a:pt x="976" y="2717"/>
                      <a:pt x="976" y="2682"/>
                    </a:cubicBezTo>
                    <a:cubicBezTo>
                      <a:pt x="976" y="2625"/>
                      <a:pt x="948" y="2625"/>
                      <a:pt x="920" y="2625"/>
                    </a:cubicBezTo>
                    <a:lnTo>
                      <a:pt x="828" y="2625"/>
                    </a:lnTo>
                    <a:cubicBezTo>
                      <a:pt x="594" y="2625"/>
                      <a:pt x="389" y="2420"/>
                      <a:pt x="389" y="2186"/>
                    </a:cubicBezTo>
                    <a:lnTo>
                      <a:pt x="389" y="1861"/>
                    </a:lnTo>
                    <a:cubicBezTo>
                      <a:pt x="389" y="1712"/>
                      <a:pt x="326" y="1592"/>
                      <a:pt x="241" y="1479"/>
                    </a:cubicBezTo>
                    <a:lnTo>
                      <a:pt x="177" y="1415"/>
                    </a:lnTo>
                    <a:lnTo>
                      <a:pt x="269" y="1302"/>
                    </a:lnTo>
                    <a:cubicBezTo>
                      <a:pt x="389" y="1210"/>
                      <a:pt x="446" y="1062"/>
                      <a:pt x="446" y="913"/>
                    </a:cubicBezTo>
                    <a:lnTo>
                      <a:pt x="446" y="559"/>
                    </a:lnTo>
                    <a:cubicBezTo>
                      <a:pt x="446" y="297"/>
                      <a:pt x="651" y="121"/>
                      <a:pt x="884" y="121"/>
                    </a:cubicBezTo>
                    <a:cubicBezTo>
                      <a:pt x="920" y="121"/>
                      <a:pt x="948" y="92"/>
                      <a:pt x="948" y="64"/>
                    </a:cubicBezTo>
                    <a:cubicBezTo>
                      <a:pt x="948" y="29"/>
                      <a:pt x="920" y="0"/>
                      <a:pt x="8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1"/>
              <p:cNvSpPr/>
              <p:nvPr/>
            </p:nvSpPr>
            <p:spPr>
              <a:xfrm>
                <a:off x="4974736" y="2875340"/>
                <a:ext cx="33710" cy="95430"/>
              </a:xfrm>
              <a:custGeom>
                <a:avLst/>
                <a:gdLst/>
                <a:ahLst/>
                <a:cxnLst/>
                <a:rect l="l" t="t" r="r" b="b"/>
                <a:pathLst>
                  <a:path w="970" h="2746" extrusionOk="0">
                    <a:moveTo>
                      <a:pt x="114" y="0"/>
                    </a:moveTo>
                    <a:cubicBezTo>
                      <a:pt x="57" y="0"/>
                      <a:pt x="57" y="29"/>
                      <a:pt x="57" y="64"/>
                    </a:cubicBezTo>
                    <a:cubicBezTo>
                      <a:pt x="57" y="92"/>
                      <a:pt x="57" y="121"/>
                      <a:pt x="114" y="121"/>
                    </a:cubicBezTo>
                    <a:cubicBezTo>
                      <a:pt x="354" y="121"/>
                      <a:pt x="559" y="297"/>
                      <a:pt x="559" y="559"/>
                    </a:cubicBezTo>
                    <a:lnTo>
                      <a:pt x="559" y="913"/>
                    </a:lnTo>
                    <a:cubicBezTo>
                      <a:pt x="559" y="1062"/>
                      <a:pt x="588" y="1210"/>
                      <a:pt x="708" y="1302"/>
                    </a:cubicBezTo>
                    <a:lnTo>
                      <a:pt x="821" y="1415"/>
                    </a:lnTo>
                    <a:lnTo>
                      <a:pt x="765" y="1479"/>
                    </a:lnTo>
                    <a:cubicBezTo>
                      <a:pt x="644" y="1564"/>
                      <a:pt x="588" y="1712"/>
                      <a:pt x="588" y="1861"/>
                    </a:cubicBezTo>
                    <a:lnTo>
                      <a:pt x="588" y="2186"/>
                    </a:lnTo>
                    <a:cubicBezTo>
                      <a:pt x="588" y="2420"/>
                      <a:pt x="382" y="2625"/>
                      <a:pt x="149" y="2625"/>
                    </a:cubicBezTo>
                    <a:lnTo>
                      <a:pt x="57" y="2625"/>
                    </a:lnTo>
                    <a:cubicBezTo>
                      <a:pt x="29" y="2625"/>
                      <a:pt x="0" y="2625"/>
                      <a:pt x="0" y="2682"/>
                    </a:cubicBezTo>
                    <a:cubicBezTo>
                      <a:pt x="0" y="2717"/>
                      <a:pt x="29" y="2745"/>
                      <a:pt x="57" y="2745"/>
                    </a:cubicBezTo>
                    <a:lnTo>
                      <a:pt x="149" y="2745"/>
                    </a:lnTo>
                    <a:cubicBezTo>
                      <a:pt x="467" y="2745"/>
                      <a:pt x="708" y="2476"/>
                      <a:pt x="708" y="2186"/>
                    </a:cubicBezTo>
                    <a:lnTo>
                      <a:pt x="708" y="1861"/>
                    </a:lnTo>
                    <a:cubicBezTo>
                      <a:pt x="708" y="1741"/>
                      <a:pt x="765" y="1656"/>
                      <a:pt x="821" y="1564"/>
                    </a:cubicBezTo>
                    <a:lnTo>
                      <a:pt x="970" y="1415"/>
                    </a:lnTo>
                    <a:lnTo>
                      <a:pt x="793" y="1210"/>
                    </a:lnTo>
                    <a:cubicBezTo>
                      <a:pt x="708" y="1125"/>
                      <a:pt x="680" y="1033"/>
                      <a:pt x="680" y="913"/>
                    </a:cubicBezTo>
                    <a:lnTo>
                      <a:pt x="680" y="559"/>
                    </a:lnTo>
                    <a:cubicBezTo>
                      <a:pt x="680" y="241"/>
                      <a:pt x="411" y="0"/>
                      <a:pt x="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1"/>
              <p:cNvSpPr/>
              <p:nvPr/>
            </p:nvSpPr>
            <p:spPr>
              <a:xfrm>
                <a:off x="4858940" y="2899910"/>
                <a:ext cx="51156" cy="47263"/>
              </a:xfrm>
              <a:custGeom>
                <a:avLst/>
                <a:gdLst/>
                <a:ahLst/>
                <a:cxnLst/>
                <a:rect l="l" t="t" r="r" b="b"/>
                <a:pathLst>
                  <a:path w="1472" h="1360" extrusionOk="0">
                    <a:moveTo>
                      <a:pt x="0" y="1"/>
                    </a:moveTo>
                    <a:lnTo>
                      <a:pt x="0" y="1359"/>
                    </a:lnTo>
                    <a:lnTo>
                      <a:pt x="1472" y="1359"/>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1"/>
              <p:cNvSpPr/>
              <p:nvPr/>
            </p:nvSpPr>
            <p:spPr>
              <a:xfrm>
                <a:off x="5042330" y="2867208"/>
                <a:ext cx="23666" cy="116838"/>
              </a:xfrm>
              <a:custGeom>
                <a:avLst/>
                <a:gdLst/>
                <a:ahLst/>
                <a:cxnLst/>
                <a:rect l="l" t="t" r="r" b="b"/>
                <a:pathLst>
                  <a:path w="681" h="3362" extrusionOk="0">
                    <a:moveTo>
                      <a:pt x="616" y="1"/>
                    </a:moveTo>
                    <a:cubicBezTo>
                      <a:pt x="588" y="1"/>
                      <a:pt x="560" y="1"/>
                      <a:pt x="560" y="29"/>
                    </a:cubicBezTo>
                    <a:cubicBezTo>
                      <a:pt x="29" y="1034"/>
                      <a:pt x="1" y="2300"/>
                      <a:pt x="532" y="3333"/>
                    </a:cubicBezTo>
                    <a:cubicBezTo>
                      <a:pt x="532" y="3361"/>
                      <a:pt x="560" y="3361"/>
                      <a:pt x="588" y="3361"/>
                    </a:cubicBezTo>
                    <a:lnTo>
                      <a:pt x="616" y="3361"/>
                    </a:lnTo>
                    <a:cubicBezTo>
                      <a:pt x="645" y="3333"/>
                      <a:pt x="645" y="3305"/>
                      <a:pt x="645" y="3269"/>
                    </a:cubicBezTo>
                    <a:cubicBezTo>
                      <a:pt x="149" y="2300"/>
                      <a:pt x="149" y="1062"/>
                      <a:pt x="645" y="86"/>
                    </a:cubicBezTo>
                    <a:cubicBezTo>
                      <a:pt x="680" y="58"/>
                      <a:pt x="645" y="29"/>
                      <a:pt x="6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1"/>
              <p:cNvSpPr/>
              <p:nvPr/>
            </p:nvSpPr>
            <p:spPr>
              <a:xfrm>
                <a:off x="5296303" y="2867208"/>
                <a:ext cx="22659" cy="116838"/>
              </a:xfrm>
              <a:custGeom>
                <a:avLst/>
                <a:gdLst/>
                <a:ahLst/>
                <a:cxnLst/>
                <a:rect l="l" t="t" r="r" b="b"/>
                <a:pathLst>
                  <a:path w="652" h="3362" extrusionOk="0">
                    <a:moveTo>
                      <a:pt x="29" y="1"/>
                    </a:moveTo>
                    <a:cubicBezTo>
                      <a:pt x="1" y="29"/>
                      <a:pt x="1" y="58"/>
                      <a:pt x="1" y="86"/>
                    </a:cubicBezTo>
                    <a:cubicBezTo>
                      <a:pt x="531" y="1062"/>
                      <a:pt x="531" y="2300"/>
                      <a:pt x="29" y="3269"/>
                    </a:cubicBezTo>
                    <a:cubicBezTo>
                      <a:pt x="29" y="3305"/>
                      <a:pt x="29" y="3333"/>
                      <a:pt x="57" y="3361"/>
                    </a:cubicBezTo>
                    <a:lnTo>
                      <a:pt x="93" y="3361"/>
                    </a:lnTo>
                    <a:cubicBezTo>
                      <a:pt x="121" y="3361"/>
                      <a:pt x="121" y="3361"/>
                      <a:pt x="149" y="3333"/>
                    </a:cubicBezTo>
                    <a:cubicBezTo>
                      <a:pt x="652" y="2300"/>
                      <a:pt x="652" y="1034"/>
                      <a:pt x="121" y="29"/>
                    </a:cubicBezTo>
                    <a:cubicBezTo>
                      <a:pt x="121" y="1"/>
                      <a:pt x="57" y="1"/>
                      <a:pt x="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1"/>
              <p:cNvSpPr/>
              <p:nvPr/>
            </p:nvSpPr>
            <p:spPr>
              <a:xfrm>
                <a:off x="5069889" y="2909259"/>
                <a:ext cx="49210" cy="32737"/>
              </a:xfrm>
              <a:custGeom>
                <a:avLst/>
                <a:gdLst/>
                <a:ahLst/>
                <a:cxnLst/>
                <a:rect l="l" t="t" r="r" b="b"/>
                <a:pathLst>
                  <a:path w="1416" h="942" extrusionOk="0">
                    <a:moveTo>
                      <a:pt x="0" y="1"/>
                    </a:moveTo>
                    <a:lnTo>
                      <a:pt x="0" y="942"/>
                    </a:lnTo>
                    <a:lnTo>
                      <a:pt x="1415" y="942"/>
                    </a:lnTo>
                    <a:lnTo>
                      <a:pt x="14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1"/>
              <p:cNvSpPr/>
              <p:nvPr/>
            </p:nvSpPr>
            <p:spPr>
              <a:xfrm>
                <a:off x="5245182" y="2909259"/>
                <a:ext cx="49210" cy="32737"/>
              </a:xfrm>
              <a:custGeom>
                <a:avLst/>
                <a:gdLst/>
                <a:ahLst/>
                <a:cxnLst/>
                <a:rect l="l" t="t" r="r" b="b"/>
                <a:pathLst>
                  <a:path w="1416" h="942" extrusionOk="0">
                    <a:moveTo>
                      <a:pt x="0" y="1"/>
                    </a:moveTo>
                    <a:lnTo>
                      <a:pt x="0" y="942"/>
                    </a:lnTo>
                    <a:lnTo>
                      <a:pt x="1415" y="942"/>
                    </a:lnTo>
                    <a:lnTo>
                      <a:pt x="14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1"/>
              <p:cNvSpPr/>
              <p:nvPr/>
            </p:nvSpPr>
            <p:spPr>
              <a:xfrm>
                <a:off x="5142661" y="2908286"/>
                <a:ext cx="50183" cy="33710"/>
              </a:xfrm>
              <a:custGeom>
                <a:avLst/>
                <a:gdLst/>
                <a:ahLst/>
                <a:cxnLst/>
                <a:rect l="l" t="t" r="r" b="b"/>
                <a:pathLst>
                  <a:path w="1444" h="970" extrusionOk="0">
                    <a:moveTo>
                      <a:pt x="0" y="0"/>
                    </a:moveTo>
                    <a:lnTo>
                      <a:pt x="0" y="970"/>
                    </a:lnTo>
                    <a:lnTo>
                      <a:pt x="1443" y="97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1"/>
              <p:cNvSpPr/>
              <p:nvPr/>
            </p:nvSpPr>
            <p:spPr>
              <a:xfrm>
                <a:off x="5175363" y="2908286"/>
                <a:ext cx="50426" cy="33710"/>
              </a:xfrm>
              <a:custGeom>
                <a:avLst/>
                <a:gdLst/>
                <a:ahLst/>
                <a:cxnLst/>
                <a:rect l="l" t="t" r="r" b="b"/>
                <a:pathLst>
                  <a:path w="1451" h="970" extrusionOk="0">
                    <a:moveTo>
                      <a:pt x="0" y="0"/>
                    </a:moveTo>
                    <a:lnTo>
                      <a:pt x="1450" y="970"/>
                    </a:lnTo>
                    <a:lnTo>
                      <a:pt x="14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1"/>
              <p:cNvSpPr/>
              <p:nvPr/>
            </p:nvSpPr>
            <p:spPr>
              <a:xfrm>
                <a:off x="5081184" y="2929659"/>
                <a:ext cx="31764" cy="4240"/>
              </a:xfrm>
              <a:custGeom>
                <a:avLst/>
                <a:gdLst/>
                <a:ahLst/>
                <a:cxnLst/>
                <a:rect l="l" t="t" r="r" b="b"/>
                <a:pathLst>
                  <a:path w="914" h="122" extrusionOk="0">
                    <a:moveTo>
                      <a:pt x="57" y="1"/>
                    </a:moveTo>
                    <a:cubicBezTo>
                      <a:pt x="29" y="1"/>
                      <a:pt x="1" y="29"/>
                      <a:pt x="1" y="57"/>
                    </a:cubicBezTo>
                    <a:cubicBezTo>
                      <a:pt x="1" y="93"/>
                      <a:pt x="29" y="121"/>
                      <a:pt x="57" y="121"/>
                    </a:cubicBezTo>
                    <a:lnTo>
                      <a:pt x="857" y="121"/>
                    </a:lnTo>
                    <a:cubicBezTo>
                      <a:pt x="885" y="121"/>
                      <a:pt x="913" y="93"/>
                      <a:pt x="913" y="57"/>
                    </a:cubicBezTo>
                    <a:cubicBezTo>
                      <a:pt x="913" y="29"/>
                      <a:pt x="885" y="1"/>
                      <a:pt x="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1"/>
              <p:cNvSpPr/>
              <p:nvPr/>
            </p:nvSpPr>
            <p:spPr>
              <a:xfrm>
                <a:off x="5254287" y="2929659"/>
                <a:ext cx="32945" cy="4240"/>
              </a:xfrm>
              <a:custGeom>
                <a:avLst/>
                <a:gdLst/>
                <a:ahLst/>
                <a:cxnLst/>
                <a:rect l="l" t="t" r="r" b="b"/>
                <a:pathLst>
                  <a:path w="948" h="122" extrusionOk="0">
                    <a:moveTo>
                      <a:pt x="64" y="1"/>
                    </a:moveTo>
                    <a:cubicBezTo>
                      <a:pt x="28" y="1"/>
                      <a:pt x="0" y="29"/>
                      <a:pt x="0" y="57"/>
                    </a:cubicBezTo>
                    <a:cubicBezTo>
                      <a:pt x="0" y="93"/>
                      <a:pt x="28" y="121"/>
                      <a:pt x="64" y="121"/>
                    </a:cubicBezTo>
                    <a:lnTo>
                      <a:pt x="884" y="121"/>
                    </a:lnTo>
                    <a:cubicBezTo>
                      <a:pt x="913" y="121"/>
                      <a:pt x="948" y="93"/>
                      <a:pt x="948" y="57"/>
                    </a:cubicBezTo>
                    <a:cubicBezTo>
                      <a:pt x="948" y="29"/>
                      <a:pt x="913"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1"/>
              <p:cNvSpPr/>
              <p:nvPr/>
            </p:nvSpPr>
            <p:spPr>
              <a:xfrm>
                <a:off x="4894840" y="2909259"/>
                <a:ext cx="3962" cy="31764"/>
              </a:xfrm>
              <a:custGeom>
                <a:avLst/>
                <a:gdLst/>
                <a:ahLst/>
                <a:cxnLst/>
                <a:rect l="l" t="t" r="r" b="b"/>
                <a:pathLst>
                  <a:path w="114" h="914" extrusionOk="0">
                    <a:moveTo>
                      <a:pt x="57" y="1"/>
                    </a:moveTo>
                    <a:cubicBezTo>
                      <a:pt x="29" y="1"/>
                      <a:pt x="0" y="1"/>
                      <a:pt x="0" y="57"/>
                    </a:cubicBezTo>
                    <a:lnTo>
                      <a:pt x="0" y="857"/>
                    </a:lnTo>
                    <a:cubicBezTo>
                      <a:pt x="0" y="885"/>
                      <a:pt x="29" y="913"/>
                      <a:pt x="57" y="913"/>
                    </a:cubicBezTo>
                    <a:cubicBezTo>
                      <a:pt x="85" y="913"/>
                      <a:pt x="114" y="885"/>
                      <a:pt x="114" y="857"/>
                    </a:cubicBezTo>
                    <a:lnTo>
                      <a:pt x="114" y="57"/>
                    </a:lnTo>
                    <a:cubicBezTo>
                      <a:pt x="114" y="1"/>
                      <a:pt x="85" y="1"/>
                      <a:pt x="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1"/>
              <p:cNvSpPr/>
              <p:nvPr/>
            </p:nvSpPr>
            <p:spPr>
              <a:xfrm>
                <a:off x="4923337" y="2899910"/>
                <a:ext cx="51434" cy="47263"/>
              </a:xfrm>
              <a:custGeom>
                <a:avLst/>
                <a:gdLst/>
                <a:ahLst/>
                <a:cxnLst/>
                <a:rect l="l" t="t" r="r" b="b"/>
                <a:pathLst>
                  <a:path w="1480" h="1360" extrusionOk="0">
                    <a:moveTo>
                      <a:pt x="1" y="1"/>
                    </a:moveTo>
                    <a:lnTo>
                      <a:pt x="1" y="1359"/>
                    </a:lnTo>
                    <a:lnTo>
                      <a:pt x="1479" y="1359"/>
                    </a:lnTo>
                    <a:lnTo>
                      <a:pt x="14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1"/>
              <p:cNvSpPr/>
              <p:nvPr/>
            </p:nvSpPr>
            <p:spPr>
              <a:xfrm>
                <a:off x="4959236" y="2909259"/>
                <a:ext cx="4240" cy="31764"/>
              </a:xfrm>
              <a:custGeom>
                <a:avLst/>
                <a:gdLst/>
                <a:ahLst/>
                <a:cxnLst/>
                <a:rect l="l" t="t" r="r" b="b"/>
                <a:pathLst>
                  <a:path w="122" h="914" extrusionOk="0">
                    <a:moveTo>
                      <a:pt x="64" y="1"/>
                    </a:moveTo>
                    <a:cubicBezTo>
                      <a:pt x="29" y="1"/>
                      <a:pt x="1" y="1"/>
                      <a:pt x="1" y="57"/>
                    </a:cubicBezTo>
                    <a:lnTo>
                      <a:pt x="1" y="857"/>
                    </a:lnTo>
                    <a:cubicBezTo>
                      <a:pt x="1" y="885"/>
                      <a:pt x="29" y="913"/>
                      <a:pt x="64" y="913"/>
                    </a:cubicBezTo>
                    <a:cubicBezTo>
                      <a:pt x="121" y="913"/>
                      <a:pt x="121" y="885"/>
                      <a:pt x="121" y="857"/>
                    </a:cubicBezTo>
                    <a:lnTo>
                      <a:pt x="121" y="57"/>
                    </a:lnTo>
                    <a:cubicBezTo>
                      <a:pt x="121" y="1"/>
                      <a:pt x="121" y="1"/>
                      <a:pt x="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1"/>
              <p:cNvSpPr/>
              <p:nvPr/>
            </p:nvSpPr>
            <p:spPr>
              <a:xfrm>
                <a:off x="4805595" y="2781716"/>
                <a:ext cx="50183" cy="62937"/>
              </a:xfrm>
              <a:custGeom>
                <a:avLst/>
                <a:gdLst/>
                <a:ahLst/>
                <a:cxnLst/>
                <a:rect l="l" t="t" r="r" b="b"/>
                <a:pathLst>
                  <a:path w="1444" h="1811" extrusionOk="0">
                    <a:moveTo>
                      <a:pt x="1387" y="1"/>
                    </a:moveTo>
                    <a:cubicBezTo>
                      <a:pt x="1368" y="1"/>
                      <a:pt x="1349" y="13"/>
                      <a:pt x="1330" y="13"/>
                    </a:cubicBezTo>
                    <a:lnTo>
                      <a:pt x="29" y="1725"/>
                    </a:lnTo>
                    <a:cubicBezTo>
                      <a:pt x="0" y="1725"/>
                      <a:pt x="0" y="1782"/>
                      <a:pt x="29" y="1782"/>
                    </a:cubicBezTo>
                    <a:lnTo>
                      <a:pt x="64" y="1810"/>
                    </a:lnTo>
                    <a:cubicBezTo>
                      <a:pt x="92" y="1810"/>
                      <a:pt x="121" y="1782"/>
                      <a:pt x="121" y="1782"/>
                    </a:cubicBezTo>
                    <a:lnTo>
                      <a:pt x="1415" y="105"/>
                    </a:lnTo>
                    <a:cubicBezTo>
                      <a:pt x="1443" y="70"/>
                      <a:pt x="1443" y="41"/>
                      <a:pt x="1415" y="13"/>
                    </a:cubicBezTo>
                    <a:cubicBezTo>
                      <a:pt x="1406" y="4"/>
                      <a:pt x="1396" y="1"/>
                      <a:pt x="13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1"/>
              <p:cNvSpPr/>
              <p:nvPr/>
            </p:nvSpPr>
            <p:spPr>
              <a:xfrm>
                <a:off x="4841494" y="2781716"/>
                <a:ext cx="50183" cy="62937"/>
              </a:xfrm>
              <a:custGeom>
                <a:avLst/>
                <a:gdLst/>
                <a:ahLst/>
                <a:cxnLst/>
                <a:rect l="l" t="t" r="r" b="b"/>
                <a:pathLst>
                  <a:path w="1444" h="1811" extrusionOk="0">
                    <a:moveTo>
                      <a:pt x="1387" y="1"/>
                    </a:moveTo>
                    <a:cubicBezTo>
                      <a:pt x="1368" y="1"/>
                      <a:pt x="1349" y="13"/>
                      <a:pt x="1330" y="13"/>
                    </a:cubicBezTo>
                    <a:lnTo>
                      <a:pt x="28" y="1725"/>
                    </a:lnTo>
                    <a:cubicBezTo>
                      <a:pt x="0" y="1725"/>
                      <a:pt x="0" y="1782"/>
                      <a:pt x="28" y="1782"/>
                    </a:cubicBezTo>
                    <a:cubicBezTo>
                      <a:pt x="28" y="1810"/>
                      <a:pt x="57" y="1810"/>
                      <a:pt x="57" y="1810"/>
                    </a:cubicBezTo>
                    <a:cubicBezTo>
                      <a:pt x="92" y="1810"/>
                      <a:pt x="92" y="1782"/>
                      <a:pt x="120" y="1782"/>
                    </a:cubicBezTo>
                    <a:lnTo>
                      <a:pt x="1415" y="105"/>
                    </a:lnTo>
                    <a:cubicBezTo>
                      <a:pt x="1443" y="70"/>
                      <a:pt x="1443" y="41"/>
                      <a:pt x="1415" y="13"/>
                    </a:cubicBezTo>
                    <a:cubicBezTo>
                      <a:pt x="1406" y="4"/>
                      <a:pt x="1396" y="1"/>
                      <a:pt x="13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1"/>
              <p:cNvSpPr/>
              <p:nvPr/>
            </p:nvSpPr>
            <p:spPr>
              <a:xfrm>
                <a:off x="4996109" y="2781716"/>
                <a:ext cx="50217" cy="62937"/>
              </a:xfrm>
              <a:custGeom>
                <a:avLst/>
                <a:gdLst/>
                <a:ahLst/>
                <a:cxnLst/>
                <a:rect l="l" t="t" r="r" b="b"/>
                <a:pathLst>
                  <a:path w="1445" h="1811" extrusionOk="0">
                    <a:moveTo>
                      <a:pt x="1388" y="1"/>
                    </a:moveTo>
                    <a:cubicBezTo>
                      <a:pt x="1369" y="1"/>
                      <a:pt x="1350" y="13"/>
                      <a:pt x="1331" y="13"/>
                    </a:cubicBezTo>
                    <a:lnTo>
                      <a:pt x="29" y="1725"/>
                    </a:lnTo>
                    <a:cubicBezTo>
                      <a:pt x="1" y="1725"/>
                      <a:pt x="1" y="1782"/>
                      <a:pt x="29" y="1782"/>
                    </a:cubicBezTo>
                    <a:cubicBezTo>
                      <a:pt x="65" y="1810"/>
                      <a:pt x="65" y="1810"/>
                      <a:pt x="93" y="1810"/>
                    </a:cubicBezTo>
                    <a:lnTo>
                      <a:pt x="121" y="1782"/>
                    </a:lnTo>
                    <a:lnTo>
                      <a:pt x="1444" y="105"/>
                    </a:lnTo>
                    <a:cubicBezTo>
                      <a:pt x="1444" y="70"/>
                      <a:pt x="1444" y="41"/>
                      <a:pt x="1416" y="13"/>
                    </a:cubicBezTo>
                    <a:cubicBezTo>
                      <a:pt x="1406" y="4"/>
                      <a:pt x="1397" y="1"/>
                      <a:pt x="13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1"/>
              <p:cNvSpPr/>
              <p:nvPr/>
            </p:nvSpPr>
            <p:spPr>
              <a:xfrm>
                <a:off x="5032009" y="2781716"/>
                <a:ext cx="50183" cy="62937"/>
              </a:xfrm>
              <a:custGeom>
                <a:avLst/>
                <a:gdLst/>
                <a:ahLst/>
                <a:cxnLst/>
                <a:rect l="l" t="t" r="r" b="b"/>
                <a:pathLst>
                  <a:path w="1444" h="1811" extrusionOk="0">
                    <a:moveTo>
                      <a:pt x="1387" y="1"/>
                    </a:moveTo>
                    <a:cubicBezTo>
                      <a:pt x="1369" y="1"/>
                      <a:pt x="1350" y="13"/>
                      <a:pt x="1331" y="13"/>
                    </a:cubicBezTo>
                    <a:lnTo>
                      <a:pt x="29" y="1725"/>
                    </a:lnTo>
                    <a:cubicBezTo>
                      <a:pt x="1" y="1725"/>
                      <a:pt x="1" y="1782"/>
                      <a:pt x="29" y="1782"/>
                    </a:cubicBezTo>
                    <a:lnTo>
                      <a:pt x="57" y="1810"/>
                    </a:lnTo>
                    <a:cubicBezTo>
                      <a:pt x="93" y="1810"/>
                      <a:pt x="121" y="1782"/>
                      <a:pt x="121" y="1782"/>
                    </a:cubicBezTo>
                    <a:lnTo>
                      <a:pt x="1416" y="105"/>
                    </a:lnTo>
                    <a:cubicBezTo>
                      <a:pt x="1444" y="70"/>
                      <a:pt x="1444" y="41"/>
                      <a:pt x="1416" y="13"/>
                    </a:cubicBezTo>
                    <a:cubicBezTo>
                      <a:pt x="1406" y="4"/>
                      <a:pt x="1397" y="1"/>
                      <a:pt x="13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1"/>
              <p:cNvSpPr/>
              <p:nvPr/>
            </p:nvSpPr>
            <p:spPr>
              <a:xfrm>
                <a:off x="5070862" y="2818068"/>
                <a:ext cx="36907" cy="4205"/>
              </a:xfrm>
              <a:custGeom>
                <a:avLst/>
                <a:gdLst/>
                <a:ahLst/>
                <a:cxnLst/>
                <a:rect l="l" t="t" r="r" b="b"/>
                <a:pathLst>
                  <a:path w="1062" h="121" extrusionOk="0">
                    <a:moveTo>
                      <a:pt x="64" y="0"/>
                    </a:moveTo>
                    <a:cubicBezTo>
                      <a:pt x="36" y="0"/>
                      <a:pt x="1" y="28"/>
                      <a:pt x="1" y="57"/>
                    </a:cubicBezTo>
                    <a:cubicBezTo>
                      <a:pt x="1" y="85"/>
                      <a:pt x="36" y="120"/>
                      <a:pt x="64" y="120"/>
                    </a:cubicBezTo>
                    <a:lnTo>
                      <a:pt x="1005" y="120"/>
                    </a:lnTo>
                    <a:cubicBezTo>
                      <a:pt x="1033" y="120"/>
                      <a:pt x="1062" y="85"/>
                      <a:pt x="1062" y="57"/>
                    </a:cubicBezTo>
                    <a:cubicBezTo>
                      <a:pt x="1062" y="28"/>
                      <a:pt x="1033" y="0"/>
                      <a:pt x="10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1"/>
              <p:cNvSpPr/>
              <p:nvPr/>
            </p:nvSpPr>
            <p:spPr>
              <a:xfrm>
                <a:off x="4956282" y="2818068"/>
                <a:ext cx="36942" cy="4205"/>
              </a:xfrm>
              <a:custGeom>
                <a:avLst/>
                <a:gdLst/>
                <a:ahLst/>
                <a:cxnLst/>
                <a:rect l="l" t="t" r="r" b="b"/>
                <a:pathLst>
                  <a:path w="1063" h="121" extrusionOk="0">
                    <a:moveTo>
                      <a:pt x="57" y="0"/>
                    </a:moveTo>
                    <a:cubicBezTo>
                      <a:pt x="29" y="0"/>
                      <a:pt x="1" y="28"/>
                      <a:pt x="1" y="57"/>
                    </a:cubicBezTo>
                    <a:cubicBezTo>
                      <a:pt x="1" y="85"/>
                      <a:pt x="29" y="120"/>
                      <a:pt x="57" y="120"/>
                    </a:cubicBezTo>
                    <a:lnTo>
                      <a:pt x="998" y="120"/>
                    </a:lnTo>
                    <a:cubicBezTo>
                      <a:pt x="1034" y="120"/>
                      <a:pt x="1062" y="85"/>
                      <a:pt x="1062" y="57"/>
                    </a:cubicBezTo>
                    <a:cubicBezTo>
                      <a:pt x="1062" y="28"/>
                      <a:pt x="1034" y="0"/>
                      <a:pt x="9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1"/>
              <p:cNvSpPr/>
              <p:nvPr/>
            </p:nvSpPr>
            <p:spPr>
              <a:xfrm>
                <a:off x="4879340" y="2790995"/>
                <a:ext cx="43058" cy="59774"/>
              </a:xfrm>
              <a:custGeom>
                <a:avLst/>
                <a:gdLst/>
                <a:ahLst/>
                <a:cxnLst/>
                <a:rect l="l" t="t" r="r" b="b"/>
                <a:pathLst>
                  <a:path w="1239" h="1720" extrusionOk="0">
                    <a:moveTo>
                      <a:pt x="1179" y="0"/>
                    </a:moveTo>
                    <a:cubicBezTo>
                      <a:pt x="1171" y="0"/>
                      <a:pt x="1162" y="4"/>
                      <a:pt x="1154" y="15"/>
                    </a:cubicBezTo>
                    <a:lnTo>
                      <a:pt x="1" y="807"/>
                    </a:lnTo>
                    <a:lnTo>
                      <a:pt x="1005" y="1692"/>
                    </a:lnTo>
                    <a:lnTo>
                      <a:pt x="1033" y="1720"/>
                    </a:lnTo>
                    <a:cubicBezTo>
                      <a:pt x="1062" y="1720"/>
                      <a:pt x="1062" y="1692"/>
                      <a:pt x="1090" y="1692"/>
                    </a:cubicBezTo>
                    <a:cubicBezTo>
                      <a:pt x="1090" y="1663"/>
                      <a:pt x="1090" y="1635"/>
                      <a:pt x="1062" y="1607"/>
                    </a:cubicBezTo>
                    <a:lnTo>
                      <a:pt x="177" y="807"/>
                    </a:lnTo>
                    <a:lnTo>
                      <a:pt x="1210" y="100"/>
                    </a:lnTo>
                    <a:cubicBezTo>
                      <a:pt x="1239" y="100"/>
                      <a:pt x="1239" y="72"/>
                      <a:pt x="1239" y="43"/>
                    </a:cubicBezTo>
                    <a:cubicBezTo>
                      <a:pt x="1219" y="23"/>
                      <a:pt x="1199"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1"/>
              <p:cNvSpPr/>
              <p:nvPr/>
            </p:nvSpPr>
            <p:spPr>
              <a:xfrm>
                <a:off x="4914266" y="2797633"/>
                <a:ext cx="31729" cy="50217"/>
              </a:xfrm>
              <a:custGeom>
                <a:avLst/>
                <a:gdLst/>
                <a:ahLst/>
                <a:cxnLst/>
                <a:rect l="l" t="t" r="r" b="b"/>
                <a:pathLst>
                  <a:path w="913" h="1445" extrusionOk="0">
                    <a:moveTo>
                      <a:pt x="913" y="1"/>
                    </a:moveTo>
                    <a:lnTo>
                      <a:pt x="0" y="616"/>
                    </a:lnTo>
                    <a:lnTo>
                      <a:pt x="913" y="1444"/>
                    </a:lnTo>
                    <a:lnTo>
                      <a:pt x="9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1"/>
              <p:cNvSpPr/>
              <p:nvPr/>
            </p:nvSpPr>
            <p:spPr>
              <a:xfrm>
                <a:off x="4922364" y="2807329"/>
                <a:ext cx="19461" cy="13692"/>
              </a:xfrm>
              <a:custGeom>
                <a:avLst/>
                <a:gdLst/>
                <a:ahLst/>
                <a:cxnLst/>
                <a:rect l="l" t="t" r="r" b="b"/>
                <a:pathLst>
                  <a:path w="560" h="394" extrusionOk="0">
                    <a:moveTo>
                      <a:pt x="499" y="0"/>
                    </a:moveTo>
                    <a:cubicBezTo>
                      <a:pt x="491" y="0"/>
                      <a:pt x="483" y="4"/>
                      <a:pt x="475" y="12"/>
                    </a:cubicBezTo>
                    <a:lnTo>
                      <a:pt x="64" y="281"/>
                    </a:lnTo>
                    <a:cubicBezTo>
                      <a:pt x="29" y="281"/>
                      <a:pt x="1" y="337"/>
                      <a:pt x="29" y="366"/>
                    </a:cubicBezTo>
                    <a:cubicBezTo>
                      <a:pt x="29" y="366"/>
                      <a:pt x="64" y="394"/>
                      <a:pt x="93" y="394"/>
                    </a:cubicBezTo>
                    <a:cubicBezTo>
                      <a:pt x="93" y="394"/>
                      <a:pt x="93" y="366"/>
                      <a:pt x="121" y="366"/>
                    </a:cubicBezTo>
                    <a:lnTo>
                      <a:pt x="531" y="104"/>
                    </a:lnTo>
                    <a:cubicBezTo>
                      <a:pt x="560" y="104"/>
                      <a:pt x="560" y="76"/>
                      <a:pt x="560" y="40"/>
                    </a:cubicBezTo>
                    <a:cubicBezTo>
                      <a:pt x="540" y="20"/>
                      <a:pt x="519" y="0"/>
                      <a:pt x="4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1"/>
              <p:cNvSpPr/>
              <p:nvPr/>
            </p:nvSpPr>
            <p:spPr>
              <a:xfrm>
                <a:off x="5120037" y="2800587"/>
                <a:ext cx="65682" cy="36907"/>
              </a:xfrm>
              <a:custGeom>
                <a:avLst/>
                <a:gdLst/>
                <a:ahLst/>
                <a:cxnLst/>
                <a:rect l="l" t="t" r="r" b="b"/>
                <a:pathLst>
                  <a:path w="1890" h="1062" extrusionOk="0">
                    <a:moveTo>
                      <a:pt x="0" y="1"/>
                    </a:moveTo>
                    <a:lnTo>
                      <a:pt x="0" y="1062"/>
                    </a:lnTo>
                    <a:lnTo>
                      <a:pt x="1889" y="1062"/>
                    </a:lnTo>
                    <a:lnTo>
                      <a:pt x="18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1"/>
              <p:cNvSpPr/>
              <p:nvPr/>
            </p:nvSpPr>
            <p:spPr>
              <a:xfrm>
                <a:off x="5133556" y="2826165"/>
                <a:ext cx="49210" cy="4205"/>
              </a:xfrm>
              <a:custGeom>
                <a:avLst/>
                <a:gdLst/>
                <a:ahLst/>
                <a:cxnLst/>
                <a:rect l="l" t="t" r="r" b="b"/>
                <a:pathLst>
                  <a:path w="1416" h="121" extrusionOk="0">
                    <a:moveTo>
                      <a:pt x="57" y="0"/>
                    </a:moveTo>
                    <a:cubicBezTo>
                      <a:pt x="29" y="0"/>
                      <a:pt x="1" y="29"/>
                      <a:pt x="1" y="64"/>
                    </a:cubicBezTo>
                    <a:cubicBezTo>
                      <a:pt x="1" y="92"/>
                      <a:pt x="29" y="121"/>
                      <a:pt x="57" y="121"/>
                    </a:cubicBezTo>
                    <a:lnTo>
                      <a:pt x="1352" y="121"/>
                    </a:lnTo>
                    <a:cubicBezTo>
                      <a:pt x="1380" y="121"/>
                      <a:pt x="1415" y="92"/>
                      <a:pt x="1415" y="64"/>
                    </a:cubicBezTo>
                    <a:cubicBezTo>
                      <a:pt x="1415" y="29"/>
                      <a:pt x="1380" y="0"/>
                      <a:pt x="13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 name="Title 2"/>
          <p:cNvSpPr>
            <a:spLocks noGrp="1"/>
          </p:cNvSpPr>
          <p:nvPr>
            <p:ph type="title" idx="2"/>
          </p:nvPr>
        </p:nvSpPr>
        <p:spPr>
          <a:xfrm>
            <a:off x="700525" y="1532518"/>
            <a:ext cx="4444500" cy="915900"/>
          </a:xfrm>
        </p:spPr>
        <p:txBody>
          <a:bodyPr/>
          <a:lstStyle/>
          <a:p>
            <a:r>
              <a:rPr lang="en-IN" dirty="0"/>
              <a:t>01</a:t>
            </a:r>
          </a:p>
        </p:txBody>
      </p:sp>
    </p:spTree>
    <p:extLst>
      <p:ext uri="{BB962C8B-B14F-4D97-AF65-F5344CB8AC3E}">
        <p14:creationId xmlns:p14="http://schemas.microsoft.com/office/powerpoint/2010/main" val="3273349904"/>
      </p:ext>
    </p:extLst>
  </p:cSld>
  <p:clrMapOvr>
    <a:masterClrMapping/>
  </p:clrMapOvr>
  <mc:AlternateContent xmlns:mc="http://schemas.openxmlformats.org/markup-compatibility/2006" xmlns:p15="http://schemas.microsoft.com/office/powerpoint/2012/main">
    <mc:Choice Requires="p15">
      <p:transition spd="slow">
        <p15:prstTrans prst="wind"/>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40"/>
          <p:cNvSpPr txBox="1">
            <a:spLocks noGrp="1"/>
          </p:cNvSpPr>
          <p:nvPr>
            <p:ph type="title"/>
          </p:nvPr>
        </p:nvSpPr>
        <p:spPr>
          <a:xfrm>
            <a:off x="4645660" y="576580"/>
            <a:ext cx="4021455" cy="115189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ltLang="en-GB" dirty="0">
                <a:solidFill>
                  <a:schemeClr val="accent1"/>
                </a:solidFill>
              </a:rPr>
              <a:t>What!</a:t>
            </a:r>
          </a:p>
        </p:txBody>
      </p:sp>
      <p:sp>
        <p:nvSpPr>
          <p:cNvPr id="767" name="Google Shape;767;p40"/>
          <p:cNvSpPr txBox="1">
            <a:spLocks noGrp="1"/>
          </p:cNvSpPr>
          <p:nvPr>
            <p:ph type="subTitle" idx="1"/>
          </p:nvPr>
        </p:nvSpPr>
        <p:spPr>
          <a:xfrm>
            <a:off x="4461481" y="1855695"/>
            <a:ext cx="4389921" cy="223298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GB" b="0" i="0" dirty="0">
                <a:solidFill>
                  <a:schemeClr val="tx1"/>
                </a:solidFill>
                <a:effectLst/>
                <a:latin typeface="Lato" panose="020F0502020204030203" pitchFamily="34" charset="0"/>
                <a:ea typeface="Lato" panose="020F0502020204030203" pitchFamily="34" charset="0"/>
                <a:cs typeface="Lato" panose="020F0502020204030203" pitchFamily="34" charset="0"/>
              </a:rPr>
              <a:t>Tree Data Structure is a hierarchical data structure in which a collection of elements known as nodes are connected to each other via edges such that there exists exactly one path between any two nodes. </a:t>
            </a:r>
          </a:p>
          <a:p>
            <a:pPr marL="0" lvl="0" indent="0" algn="l" rtl="0">
              <a:spcBef>
                <a:spcPts val="0"/>
              </a:spcBef>
              <a:spcAft>
                <a:spcPts val="0"/>
              </a:spcAft>
            </a:pPr>
            <a:endParaRPr lang="en-GB" b="0" i="0" dirty="0">
              <a:solidFill>
                <a:schemeClr val="tx1"/>
              </a:solidFill>
              <a:effectLst/>
              <a:latin typeface="Lato" panose="020F0502020204030203" pitchFamily="34" charset="0"/>
              <a:ea typeface="Lato" panose="020F0502020204030203" pitchFamily="34" charset="0"/>
              <a:cs typeface="Lato" panose="020F0502020204030203" pitchFamily="34" charset="0"/>
            </a:endParaRPr>
          </a:p>
          <a:p>
            <a:pPr marL="285750" lvl="0" indent="-285750" algn="l" rtl="0">
              <a:spcBef>
                <a:spcPts val="0"/>
              </a:spcBef>
              <a:spcAft>
                <a:spcPts val="0"/>
              </a:spcAft>
              <a:buFont typeface="Arial" panose="020B0604020202020204" pitchFamily="34" charset="0"/>
              <a:buChar char="•"/>
            </a:pPr>
            <a:endParaRPr lang="en-GB" dirty="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768" name="Google Shape;768;p40"/>
          <p:cNvSpPr/>
          <p:nvPr/>
        </p:nvSpPr>
        <p:spPr>
          <a:xfrm>
            <a:off x="7116875" y="63127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9" name="Google Shape;769;p40"/>
          <p:cNvGrpSpPr/>
          <p:nvPr/>
        </p:nvGrpSpPr>
        <p:grpSpPr>
          <a:xfrm>
            <a:off x="5167427" y="3788607"/>
            <a:ext cx="367931" cy="258169"/>
            <a:chOff x="4992850" y="4345375"/>
            <a:chExt cx="619413" cy="638400"/>
          </a:xfrm>
        </p:grpSpPr>
        <p:sp>
          <p:nvSpPr>
            <p:cNvPr id="770" name="Google Shape;770;p40"/>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40"/>
            <p:cNvSpPr/>
            <p:nvPr/>
          </p:nvSpPr>
          <p:spPr>
            <a:xfrm rot="10800000">
              <a:off x="5386363"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40"/>
          <p:cNvGrpSpPr/>
          <p:nvPr/>
        </p:nvGrpSpPr>
        <p:grpSpPr>
          <a:xfrm>
            <a:off x="483050" y="1233919"/>
            <a:ext cx="3869790" cy="3336828"/>
            <a:chOff x="520010" y="913806"/>
            <a:chExt cx="4279321" cy="3689957"/>
          </a:xfrm>
        </p:grpSpPr>
        <p:grpSp>
          <p:nvGrpSpPr>
            <p:cNvPr id="773" name="Google Shape;773;p40"/>
            <p:cNvGrpSpPr/>
            <p:nvPr/>
          </p:nvGrpSpPr>
          <p:grpSpPr>
            <a:xfrm>
              <a:off x="556838" y="1010468"/>
              <a:ext cx="4235148" cy="3496847"/>
              <a:chOff x="3257382" y="114825"/>
              <a:chExt cx="1326095" cy="1094954"/>
            </a:xfrm>
          </p:grpSpPr>
          <p:sp>
            <p:nvSpPr>
              <p:cNvPr id="774" name="Google Shape;774;p40"/>
              <p:cNvSpPr/>
              <p:nvPr/>
            </p:nvSpPr>
            <p:spPr>
              <a:xfrm>
                <a:off x="4310616" y="243907"/>
                <a:ext cx="272860" cy="341306"/>
              </a:xfrm>
              <a:custGeom>
                <a:avLst/>
                <a:gdLst/>
                <a:ahLst/>
                <a:cxnLst/>
                <a:rect l="l" t="t" r="r" b="b"/>
                <a:pathLst>
                  <a:path w="7690" h="9619" extrusionOk="0">
                    <a:moveTo>
                      <a:pt x="1814" y="0"/>
                    </a:moveTo>
                    <a:cubicBezTo>
                      <a:pt x="1314" y="0"/>
                      <a:pt x="835" y="161"/>
                      <a:pt x="503" y="527"/>
                    </a:cubicBezTo>
                    <a:cubicBezTo>
                      <a:pt x="114" y="938"/>
                      <a:pt x="1" y="1532"/>
                      <a:pt x="29" y="2063"/>
                    </a:cubicBezTo>
                    <a:cubicBezTo>
                      <a:pt x="57" y="2621"/>
                      <a:pt x="234" y="3152"/>
                      <a:pt x="383" y="3683"/>
                    </a:cubicBezTo>
                    <a:cubicBezTo>
                      <a:pt x="913" y="5777"/>
                      <a:pt x="149" y="9017"/>
                      <a:pt x="3064" y="9547"/>
                    </a:cubicBezTo>
                    <a:cubicBezTo>
                      <a:pt x="3307" y="9596"/>
                      <a:pt x="3542" y="9619"/>
                      <a:pt x="3768" y="9619"/>
                    </a:cubicBezTo>
                    <a:cubicBezTo>
                      <a:pt x="6281" y="9619"/>
                      <a:pt x="7690" y="6774"/>
                      <a:pt x="7365" y="4418"/>
                    </a:cubicBezTo>
                    <a:cubicBezTo>
                      <a:pt x="7252" y="3739"/>
                      <a:pt x="6983" y="3060"/>
                      <a:pt x="6573" y="2501"/>
                    </a:cubicBezTo>
                    <a:cubicBezTo>
                      <a:pt x="6276" y="2119"/>
                      <a:pt x="5922" y="1822"/>
                      <a:pt x="5512" y="1589"/>
                    </a:cubicBezTo>
                    <a:cubicBezTo>
                      <a:pt x="5129" y="1383"/>
                      <a:pt x="4684" y="1263"/>
                      <a:pt x="4274" y="1058"/>
                    </a:cubicBezTo>
                    <a:cubicBezTo>
                      <a:pt x="3863" y="825"/>
                      <a:pt x="3474" y="527"/>
                      <a:pt x="3064" y="322"/>
                    </a:cubicBezTo>
                    <a:cubicBezTo>
                      <a:pt x="2683" y="117"/>
                      <a:pt x="2240" y="0"/>
                      <a:pt x="1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40"/>
              <p:cNvSpPr/>
              <p:nvPr/>
            </p:nvSpPr>
            <p:spPr>
              <a:xfrm>
                <a:off x="3257382" y="114825"/>
                <a:ext cx="1233017" cy="1094954"/>
              </a:xfrm>
              <a:custGeom>
                <a:avLst/>
                <a:gdLst/>
                <a:ahLst/>
                <a:cxnLst/>
                <a:rect l="l" t="t" r="r" b="b"/>
                <a:pathLst>
                  <a:path w="34750" h="30859" extrusionOk="0">
                    <a:moveTo>
                      <a:pt x="19927" y="1"/>
                    </a:moveTo>
                    <a:cubicBezTo>
                      <a:pt x="17317" y="1"/>
                      <a:pt x="14720" y="895"/>
                      <a:pt x="13116" y="2899"/>
                    </a:cubicBezTo>
                    <a:cubicBezTo>
                      <a:pt x="11970" y="4342"/>
                      <a:pt x="11440" y="6203"/>
                      <a:pt x="10492" y="7795"/>
                    </a:cubicBezTo>
                    <a:cubicBezTo>
                      <a:pt x="9346" y="9768"/>
                      <a:pt x="7606" y="11332"/>
                      <a:pt x="5837" y="12832"/>
                    </a:cubicBezTo>
                    <a:cubicBezTo>
                      <a:pt x="4542" y="13949"/>
                      <a:pt x="3184" y="15074"/>
                      <a:pt x="2208" y="16517"/>
                    </a:cubicBezTo>
                    <a:cubicBezTo>
                      <a:pt x="262" y="19290"/>
                      <a:pt x="1" y="23118"/>
                      <a:pt x="1472" y="26153"/>
                    </a:cubicBezTo>
                    <a:cubicBezTo>
                      <a:pt x="2859" y="28926"/>
                      <a:pt x="5250" y="30135"/>
                      <a:pt x="8221" y="30312"/>
                    </a:cubicBezTo>
                    <a:cubicBezTo>
                      <a:pt x="12027" y="30574"/>
                      <a:pt x="15826" y="30786"/>
                      <a:pt x="19632" y="30843"/>
                    </a:cubicBezTo>
                    <a:cubicBezTo>
                      <a:pt x="20489" y="30852"/>
                      <a:pt x="21343" y="30858"/>
                      <a:pt x="22195" y="30858"/>
                    </a:cubicBezTo>
                    <a:cubicBezTo>
                      <a:pt x="23952" y="30858"/>
                      <a:pt x="25703" y="30832"/>
                      <a:pt x="27470" y="30751"/>
                    </a:cubicBezTo>
                    <a:cubicBezTo>
                      <a:pt x="29126" y="30666"/>
                      <a:pt x="30894" y="30517"/>
                      <a:pt x="32246" y="29577"/>
                    </a:cubicBezTo>
                    <a:cubicBezTo>
                      <a:pt x="34042" y="28339"/>
                      <a:pt x="34750" y="25976"/>
                      <a:pt x="34488" y="23825"/>
                    </a:cubicBezTo>
                    <a:cubicBezTo>
                      <a:pt x="34219" y="21703"/>
                      <a:pt x="33102" y="19757"/>
                      <a:pt x="31863" y="17989"/>
                    </a:cubicBezTo>
                    <a:cubicBezTo>
                      <a:pt x="31099" y="16899"/>
                      <a:pt x="30243" y="15866"/>
                      <a:pt x="29656" y="14657"/>
                    </a:cubicBezTo>
                    <a:cubicBezTo>
                      <a:pt x="28680" y="12683"/>
                      <a:pt x="28447" y="10476"/>
                      <a:pt x="28029" y="8325"/>
                    </a:cubicBezTo>
                    <a:cubicBezTo>
                      <a:pt x="27591" y="6111"/>
                      <a:pt x="27675" y="3727"/>
                      <a:pt x="25971" y="1986"/>
                    </a:cubicBezTo>
                    <a:cubicBezTo>
                      <a:pt x="25058" y="1039"/>
                      <a:pt x="23728" y="543"/>
                      <a:pt x="22433" y="274"/>
                    </a:cubicBezTo>
                    <a:cubicBezTo>
                      <a:pt x="21619" y="95"/>
                      <a:pt x="20772" y="1"/>
                      <a:pt x="199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6" name="Google Shape;776;p40"/>
            <p:cNvGrpSpPr/>
            <p:nvPr/>
          </p:nvGrpSpPr>
          <p:grpSpPr>
            <a:xfrm>
              <a:off x="1174871" y="2057672"/>
              <a:ext cx="3433642" cy="2314438"/>
              <a:chOff x="3450898" y="2575754"/>
              <a:chExt cx="1075130" cy="724711"/>
            </a:xfrm>
          </p:grpSpPr>
          <p:sp>
            <p:nvSpPr>
              <p:cNvPr id="777" name="Google Shape;777;p40"/>
              <p:cNvSpPr/>
              <p:nvPr/>
            </p:nvSpPr>
            <p:spPr>
              <a:xfrm>
                <a:off x="3451927" y="2872699"/>
                <a:ext cx="174716" cy="32431"/>
              </a:xfrm>
              <a:custGeom>
                <a:avLst/>
                <a:gdLst/>
                <a:ahLst/>
                <a:cxnLst/>
                <a:rect l="l" t="t" r="r" b="b"/>
                <a:pathLst>
                  <a:path w="4924" h="914" extrusionOk="0">
                    <a:moveTo>
                      <a:pt x="439" y="1"/>
                    </a:moveTo>
                    <a:cubicBezTo>
                      <a:pt x="205" y="1"/>
                      <a:pt x="0" y="206"/>
                      <a:pt x="0" y="446"/>
                    </a:cubicBezTo>
                    <a:cubicBezTo>
                      <a:pt x="0" y="708"/>
                      <a:pt x="205" y="913"/>
                      <a:pt x="439" y="913"/>
                    </a:cubicBezTo>
                    <a:lnTo>
                      <a:pt x="4450" y="913"/>
                    </a:lnTo>
                    <a:cubicBezTo>
                      <a:pt x="4719" y="913"/>
                      <a:pt x="4924" y="708"/>
                      <a:pt x="4924" y="446"/>
                    </a:cubicBezTo>
                    <a:cubicBezTo>
                      <a:pt x="4924" y="206"/>
                      <a:pt x="4719" y="1"/>
                      <a:pt x="4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40"/>
              <p:cNvSpPr/>
              <p:nvPr/>
            </p:nvSpPr>
            <p:spPr>
              <a:xfrm>
                <a:off x="3658004" y="2872699"/>
                <a:ext cx="138098" cy="32431"/>
              </a:xfrm>
              <a:custGeom>
                <a:avLst/>
                <a:gdLst/>
                <a:ahLst/>
                <a:cxnLst/>
                <a:rect l="l" t="t" r="r" b="b"/>
                <a:pathLst>
                  <a:path w="3892" h="914" extrusionOk="0">
                    <a:moveTo>
                      <a:pt x="467" y="1"/>
                    </a:moveTo>
                    <a:cubicBezTo>
                      <a:pt x="234" y="1"/>
                      <a:pt x="29" y="178"/>
                      <a:pt x="0" y="411"/>
                    </a:cubicBezTo>
                    <a:cubicBezTo>
                      <a:pt x="0" y="680"/>
                      <a:pt x="205" y="913"/>
                      <a:pt x="467" y="913"/>
                    </a:cubicBezTo>
                    <a:lnTo>
                      <a:pt x="3445" y="913"/>
                    </a:lnTo>
                    <a:cubicBezTo>
                      <a:pt x="3714" y="913"/>
                      <a:pt x="3891" y="708"/>
                      <a:pt x="3891" y="446"/>
                    </a:cubicBezTo>
                    <a:cubicBezTo>
                      <a:pt x="3891" y="206"/>
                      <a:pt x="3714" y="1"/>
                      <a:pt x="34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40"/>
              <p:cNvSpPr/>
              <p:nvPr/>
            </p:nvSpPr>
            <p:spPr>
              <a:xfrm>
                <a:off x="3985321" y="2872699"/>
                <a:ext cx="340916" cy="32431"/>
              </a:xfrm>
              <a:custGeom>
                <a:avLst/>
                <a:gdLst/>
                <a:ahLst/>
                <a:cxnLst/>
                <a:rect l="l" t="t" r="r" b="b"/>
                <a:pathLst>
                  <a:path w="9608" h="914" extrusionOk="0">
                    <a:moveTo>
                      <a:pt x="439" y="1"/>
                    </a:moveTo>
                    <a:cubicBezTo>
                      <a:pt x="205" y="1"/>
                      <a:pt x="0" y="206"/>
                      <a:pt x="0" y="446"/>
                    </a:cubicBezTo>
                    <a:cubicBezTo>
                      <a:pt x="0" y="708"/>
                      <a:pt x="205" y="913"/>
                      <a:pt x="439" y="913"/>
                    </a:cubicBezTo>
                    <a:lnTo>
                      <a:pt x="9169" y="913"/>
                    </a:lnTo>
                    <a:cubicBezTo>
                      <a:pt x="9402" y="913"/>
                      <a:pt x="9607" y="708"/>
                      <a:pt x="9607" y="446"/>
                    </a:cubicBezTo>
                    <a:cubicBezTo>
                      <a:pt x="9607" y="206"/>
                      <a:pt x="9402" y="1"/>
                      <a:pt x="9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40"/>
              <p:cNvSpPr/>
              <p:nvPr/>
            </p:nvSpPr>
            <p:spPr>
              <a:xfrm>
                <a:off x="4362844" y="2872699"/>
                <a:ext cx="131817" cy="32431"/>
              </a:xfrm>
              <a:custGeom>
                <a:avLst/>
                <a:gdLst/>
                <a:ahLst/>
                <a:cxnLst/>
                <a:rect l="l" t="t" r="r" b="b"/>
                <a:pathLst>
                  <a:path w="3715" h="914" extrusionOk="0">
                    <a:moveTo>
                      <a:pt x="474" y="1"/>
                    </a:moveTo>
                    <a:cubicBezTo>
                      <a:pt x="205" y="1"/>
                      <a:pt x="0" y="206"/>
                      <a:pt x="0" y="446"/>
                    </a:cubicBezTo>
                    <a:cubicBezTo>
                      <a:pt x="0" y="708"/>
                      <a:pt x="205" y="913"/>
                      <a:pt x="474" y="913"/>
                    </a:cubicBezTo>
                    <a:lnTo>
                      <a:pt x="3240" y="913"/>
                    </a:lnTo>
                    <a:cubicBezTo>
                      <a:pt x="3509" y="913"/>
                      <a:pt x="3714" y="708"/>
                      <a:pt x="3714" y="446"/>
                    </a:cubicBezTo>
                    <a:cubicBezTo>
                      <a:pt x="3714" y="206"/>
                      <a:pt x="3509" y="1"/>
                      <a:pt x="32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40"/>
              <p:cNvSpPr/>
              <p:nvPr/>
            </p:nvSpPr>
            <p:spPr>
              <a:xfrm>
                <a:off x="4081440" y="2951291"/>
                <a:ext cx="313807" cy="32396"/>
              </a:xfrm>
              <a:custGeom>
                <a:avLst/>
                <a:gdLst/>
                <a:ahLst/>
                <a:cxnLst/>
                <a:rect l="l" t="t" r="r" b="b"/>
                <a:pathLst>
                  <a:path w="8844" h="913" extrusionOk="0">
                    <a:moveTo>
                      <a:pt x="446" y="0"/>
                    </a:moveTo>
                    <a:cubicBezTo>
                      <a:pt x="206" y="0"/>
                      <a:pt x="1" y="205"/>
                      <a:pt x="1" y="467"/>
                    </a:cubicBezTo>
                    <a:cubicBezTo>
                      <a:pt x="1" y="708"/>
                      <a:pt x="206" y="913"/>
                      <a:pt x="446" y="913"/>
                    </a:cubicBezTo>
                    <a:lnTo>
                      <a:pt x="8405" y="913"/>
                    </a:lnTo>
                    <a:cubicBezTo>
                      <a:pt x="8638" y="913"/>
                      <a:pt x="8844" y="708"/>
                      <a:pt x="8844" y="467"/>
                    </a:cubicBezTo>
                    <a:cubicBezTo>
                      <a:pt x="8844" y="205"/>
                      <a:pt x="8638" y="0"/>
                      <a:pt x="84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40"/>
              <p:cNvSpPr/>
              <p:nvPr/>
            </p:nvSpPr>
            <p:spPr>
              <a:xfrm>
                <a:off x="4422560" y="2951291"/>
                <a:ext cx="91900" cy="32396"/>
              </a:xfrm>
              <a:custGeom>
                <a:avLst/>
                <a:gdLst/>
                <a:ahLst/>
                <a:cxnLst/>
                <a:rect l="l" t="t" r="r" b="b"/>
                <a:pathLst>
                  <a:path w="2590" h="913" extrusionOk="0">
                    <a:moveTo>
                      <a:pt x="439" y="0"/>
                    </a:moveTo>
                    <a:cubicBezTo>
                      <a:pt x="206" y="0"/>
                      <a:pt x="1" y="205"/>
                      <a:pt x="1" y="467"/>
                    </a:cubicBezTo>
                    <a:cubicBezTo>
                      <a:pt x="1" y="708"/>
                      <a:pt x="206" y="913"/>
                      <a:pt x="439" y="913"/>
                    </a:cubicBezTo>
                    <a:lnTo>
                      <a:pt x="2151" y="913"/>
                    </a:lnTo>
                    <a:cubicBezTo>
                      <a:pt x="2385" y="913"/>
                      <a:pt x="2590" y="708"/>
                      <a:pt x="2590" y="467"/>
                    </a:cubicBezTo>
                    <a:cubicBezTo>
                      <a:pt x="2590" y="205"/>
                      <a:pt x="2385" y="0"/>
                      <a:pt x="21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40"/>
              <p:cNvSpPr/>
              <p:nvPr/>
            </p:nvSpPr>
            <p:spPr>
              <a:xfrm>
                <a:off x="3985321" y="2951291"/>
                <a:ext cx="67062" cy="32396"/>
              </a:xfrm>
              <a:custGeom>
                <a:avLst/>
                <a:gdLst/>
                <a:ahLst/>
                <a:cxnLst/>
                <a:rect l="l" t="t" r="r" b="b"/>
                <a:pathLst>
                  <a:path w="1890" h="913" extrusionOk="0">
                    <a:moveTo>
                      <a:pt x="439" y="0"/>
                    </a:moveTo>
                    <a:cubicBezTo>
                      <a:pt x="205" y="0"/>
                      <a:pt x="0" y="205"/>
                      <a:pt x="0" y="467"/>
                    </a:cubicBezTo>
                    <a:cubicBezTo>
                      <a:pt x="0" y="708"/>
                      <a:pt x="205" y="913"/>
                      <a:pt x="439" y="913"/>
                    </a:cubicBezTo>
                    <a:lnTo>
                      <a:pt x="1443" y="913"/>
                    </a:lnTo>
                    <a:cubicBezTo>
                      <a:pt x="1677" y="913"/>
                      <a:pt x="1889" y="708"/>
                      <a:pt x="1889" y="467"/>
                    </a:cubicBezTo>
                    <a:cubicBezTo>
                      <a:pt x="1889" y="205"/>
                      <a:pt x="1677" y="0"/>
                      <a:pt x="14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40"/>
              <p:cNvSpPr/>
              <p:nvPr/>
            </p:nvSpPr>
            <p:spPr>
              <a:xfrm>
                <a:off x="3772964" y="2951291"/>
                <a:ext cx="167442" cy="32396"/>
              </a:xfrm>
              <a:custGeom>
                <a:avLst/>
                <a:gdLst/>
                <a:ahLst/>
                <a:cxnLst/>
                <a:rect l="l" t="t" r="r" b="b"/>
                <a:pathLst>
                  <a:path w="4719" h="913" extrusionOk="0">
                    <a:moveTo>
                      <a:pt x="446" y="0"/>
                    </a:moveTo>
                    <a:cubicBezTo>
                      <a:pt x="205" y="0"/>
                      <a:pt x="0" y="205"/>
                      <a:pt x="0" y="467"/>
                    </a:cubicBezTo>
                    <a:cubicBezTo>
                      <a:pt x="0" y="708"/>
                      <a:pt x="205" y="913"/>
                      <a:pt x="446" y="913"/>
                    </a:cubicBezTo>
                    <a:lnTo>
                      <a:pt x="4450" y="913"/>
                    </a:lnTo>
                    <a:cubicBezTo>
                      <a:pt x="4599" y="913"/>
                      <a:pt x="4719" y="792"/>
                      <a:pt x="4719" y="644"/>
                    </a:cubicBezTo>
                    <a:lnTo>
                      <a:pt x="4719" y="290"/>
                    </a:lnTo>
                    <a:cubicBezTo>
                      <a:pt x="4719" y="142"/>
                      <a:pt x="4599" y="0"/>
                      <a:pt x="44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40"/>
              <p:cNvSpPr/>
              <p:nvPr/>
            </p:nvSpPr>
            <p:spPr>
              <a:xfrm>
                <a:off x="3523954" y="2951291"/>
                <a:ext cx="219672" cy="32396"/>
              </a:xfrm>
              <a:custGeom>
                <a:avLst/>
                <a:gdLst/>
                <a:ahLst/>
                <a:cxnLst/>
                <a:rect l="l" t="t" r="r" b="b"/>
                <a:pathLst>
                  <a:path w="6191" h="913" extrusionOk="0">
                    <a:moveTo>
                      <a:pt x="298" y="0"/>
                    </a:moveTo>
                    <a:cubicBezTo>
                      <a:pt x="121" y="0"/>
                      <a:pt x="1" y="142"/>
                      <a:pt x="1" y="290"/>
                    </a:cubicBezTo>
                    <a:lnTo>
                      <a:pt x="1" y="644"/>
                    </a:lnTo>
                    <a:cubicBezTo>
                      <a:pt x="1" y="792"/>
                      <a:pt x="121" y="913"/>
                      <a:pt x="298" y="913"/>
                    </a:cubicBezTo>
                    <a:lnTo>
                      <a:pt x="5724" y="913"/>
                    </a:lnTo>
                    <a:cubicBezTo>
                      <a:pt x="5985" y="913"/>
                      <a:pt x="6191" y="708"/>
                      <a:pt x="6191" y="467"/>
                    </a:cubicBezTo>
                    <a:cubicBezTo>
                      <a:pt x="6191" y="205"/>
                      <a:pt x="5985" y="0"/>
                      <a:pt x="5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40"/>
              <p:cNvSpPr/>
              <p:nvPr/>
            </p:nvSpPr>
            <p:spPr>
              <a:xfrm>
                <a:off x="3451927" y="2951291"/>
                <a:ext cx="36689" cy="32396"/>
              </a:xfrm>
              <a:custGeom>
                <a:avLst/>
                <a:gdLst/>
                <a:ahLst/>
                <a:cxnLst/>
                <a:rect l="l" t="t" r="r" b="b"/>
                <a:pathLst>
                  <a:path w="1034" h="913" extrusionOk="0">
                    <a:moveTo>
                      <a:pt x="439" y="0"/>
                    </a:moveTo>
                    <a:cubicBezTo>
                      <a:pt x="205" y="0"/>
                      <a:pt x="0" y="205"/>
                      <a:pt x="0" y="467"/>
                    </a:cubicBezTo>
                    <a:cubicBezTo>
                      <a:pt x="0" y="708"/>
                      <a:pt x="205" y="913"/>
                      <a:pt x="439" y="913"/>
                    </a:cubicBezTo>
                    <a:lnTo>
                      <a:pt x="587" y="913"/>
                    </a:lnTo>
                    <a:cubicBezTo>
                      <a:pt x="828" y="913"/>
                      <a:pt x="1033" y="708"/>
                      <a:pt x="1033" y="467"/>
                    </a:cubicBezTo>
                    <a:cubicBezTo>
                      <a:pt x="1033" y="205"/>
                      <a:pt x="828" y="0"/>
                      <a:pt x="58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40"/>
              <p:cNvSpPr/>
              <p:nvPr/>
            </p:nvSpPr>
            <p:spPr>
              <a:xfrm>
                <a:off x="3450898" y="3030592"/>
                <a:ext cx="377569" cy="32431"/>
              </a:xfrm>
              <a:custGeom>
                <a:avLst/>
                <a:gdLst/>
                <a:ahLst/>
                <a:cxnLst/>
                <a:rect l="l" t="t" r="r" b="b"/>
                <a:pathLst>
                  <a:path w="10641" h="914" extrusionOk="0">
                    <a:moveTo>
                      <a:pt x="532" y="1"/>
                    </a:moveTo>
                    <a:cubicBezTo>
                      <a:pt x="234" y="1"/>
                      <a:pt x="1" y="206"/>
                      <a:pt x="1" y="475"/>
                    </a:cubicBezTo>
                    <a:cubicBezTo>
                      <a:pt x="1" y="708"/>
                      <a:pt x="234" y="913"/>
                      <a:pt x="532" y="913"/>
                    </a:cubicBezTo>
                    <a:lnTo>
                      <a:pt x="10082" y="913"/>
                    </a:lnTo>
                    <a:cubicBezTo>
                      <a:pt x="10372" y="913"/>
                      <a:pt x="10641" y="708"/>
                      <a:pt x="10641" y="475"/>
                    </a:cubicBezTo>
                    <a:cubicBezTo>
                      <a:pt x="10641" y="206"/>
                      <a:pt x="10372" y="1"/>
                      <a:pt x="100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40"/>
              <p:cNvSpPr/>
              <p:nvPr/>
            </p:nvSpPr>
            <p:spPr>
              <a:xfrm>
                <a:off x="4004126" y="3030592"/>
                <a:ext cx="356741" cy="32431"/>
              </a:xfrm>
              <a:custGeom>
                <a:avLst/>
                <a:gdLst/>
                <a:ahLst/>
                <a:cxnLst/>
                <a:rect l="l" t="t" r="r" b="b"/>
                <a:pathLst>
                  <a:path w="10054" h="914" extrusionOk="0">
                    <a:moveTo>
                      <a:pt x="326" y="1"/>
                    </a:moveTo>
                    <a:cubicBezTo>
                      <a:pt x="121" y="1"/>
                      <a:pt x="1" y="206"/>
                      <a:pt x="1" y="475"/>
                    </a:cubicBezTo>
                    <a:cubicBezTo>
                      <a:pt x="1" y="708"/>
                      <a:pt x="121" y="913"/>
                      <a:pt x="326" y="913"/>
                    </a:cubicBezTo>
                    <a:lnTo>
                      <a:pt x="9728" y="913"/>
                    </a:lnTo>
                    <a:cubicBezTo>
                      <a:pt x="9905" y="913"/>
                      <a:pt x="10053" y="708"/>
                      <a:pt x="10053" y="475"/>
                    </a:cubicBezTo>
                    <a:cubicBezTo>
                      <a:pt x="10053" y="206"/>
                      <a:pt x="9905" y="1"/>
                      <a:pt x="97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40"/>
              <p:cNvSpPr/>
              <p:nvPr/>
            </p:nvSpPr>
            <p:spPr>
              <a:xfrm>
                <a:off x="4395204" y="3030592"/>
                <a:ext cx="130824" cy="32431"/>
              </a:xfrm>
              <a:custGeom>
                <a:avLst/>
                <a:gdLst/>
                <a:ahLst/>
                <a:cxnLst/>
                <a:rect l="l" t="t" r="r" b="b"/>
                <a:pathLst>
                  <a:path w="3687" h="914" extrusionOk="0">
                    <a:moveTo>
                      <a:pt x="446" y="1"/>
                    </a:moveTo>
                    <a:cubicBezTo>
                      <a:pt x="206" y="1"/>
                      <a:pt x="1" y="206"/>
                      <a:pt x="1" y="475"/>
                    </a:cubicBezTo>
                    <a:cubicBezTo>
                      <a:pt x="1" y="708"/>
                      <a:pt x="206" y="913"/>
                      <a:pt x="446" y="913"/>
                    </a:cubicBezTo>
                    <a:lnTo>
                      <a:pt x="3248" y="913"/>
                    </a:lnTo>
                    <a:cubicBezTo>
                      <a:pt x="3481" y="913"/>
                      <a:pt x="3686" y="708"/>
                      <a:pt x="3686" y="475"/>
                    </a:cubicBezTo>
                    <a:cubicBezTo>
                      <a:pt x="3686" y="206"/>
                      <a:pt x="3481" y="1"/>
                      <a:pt x="32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40"/>
              <p:cNvSpPr/>
              <p:nvPr/>
            </p:nvSpPr>
            <p:spPr>
              <a:xfrm>
                <a:off x="4107555" y="3110177"/>
                <a:ext cx="381827" cy="32396"/>
              </a:xfrm>
              <a:custGeom>
                <a:avLst/>
                <a:gdLst/>
                <a:ahLst/>
                <a:cxnLst/>
                <a:rect l="l" t="t" r="r" b="b"/>
                <a:pathLst>
                  <a:path w="10761" h="913" extrusionOk="0">
                    <a:moveTo>
                      <a:pt x="446" y="0"/>
                    </a:moveTo>
                    <a:cubicBezTo>
                      <a:pt x="213" y="0"/>
                      <a:pt x="0" y="205"/>
                      <a:pt x="0" y="439"/>
                    </a:cubicBezTo>
                    <a:cubicBezTo>
                      <a:pt x="0" y="708"/>
                      <a:pt x="213" y="913"/>
                      <a:pt x="446" y="913"/>
                    </a:cubicBezTo>
                    <a:lnTo>
                      <a:pt x="10322" y="913"/>
                    </a:lnTo>
                    <a:cubicBezTo>
                      <a:pt x="10584" y="913"/>
                      <a:pt x="10761" y="708"/>
                      <a:pt x="10761" y="439"/>
                    </a:cubicBezTo>
                    <a:cubicBezTo>
                      <a:pt x="10761" y="205"/>
                      <a:pt x="10584" y="0"/>
                      <a:pt x="103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40"/>
              <p:cNvSpPr/>
              <p:nvPr/>
            </p:nvSpPr>
            <p:spPr>
              <a:xfrm>
                <a:off x="3537757" y="3110177"/>
                <a:ext cx="301246" cy="32396"/>
              </a:xfrm>
              <a:custGeom>
                <a:avLst/>
                <a:gdLst/>
                <a:ahLst/>
                <a:cxnLst/>
                <a:rect l="l" t="t" r="r" b="b"/>
                <a:pathLst>
                  <a:path w="8490" h="913" extrusionOk="0">
                    <a:moveTo>
                      <a:pt x="468" y="0"/>
                    </a:moveTo>
                    <a:cubicBezTo>
                      <a:pt x="206" y="0"/>
                      <a:pt x="1" y="205"/>
                      <a:pt x="1" y="439"/>
                    </a:cubicBezTo>
                    <a:cubicBezTo>
                      <a:pt x="1" y="708"/>
                      <a:pt x="206" y="913"/>
                      <a:pt x="468" y="913"/>
                    </a:cubicBezTo>
                    <a:lnTo>
                      <a:pt x="8044" y="913"/>
                    </a:lnTo>
                    <a:cubicBezTo>
                      <a:pt x="8278" y="913"/>
                      <a:pt x="8490" y="708"/>
                      <a:pt x="8490" y="439"/>
                    </a:cubicBezTo>
                    <a:cubicBezTo>
                      <a:pt x="8490" y="205"/>
                      <a:pt x="8278" y="0"/>
                      <a:pt x="80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40"/>
              <p:cNvSpPr/>
              <p:nvPr/>
            </p:nvSpPr>
            <p:spPr>
              <a:xfrm>
                <a:off x="3857800" y="3110177"/>
                <a:ext cx="195580" cy="32396"/>
              </a:xfrm>
              <a:custGeom>
                <a:avLst/>
                <a:gdLst/>
                <a:ahLst/>
                <a:cxnLst/>
                <a:rect l="l" t="t" r="r" b="b"/>
                <a:pathLst>
                  <a:path w="5512" h="913" extrusionOk="0">
                    <a:moveTo>
                      <a:pt x="467" y="0"/>
                    </a:moveTo>
                    <a:cubicBezTo>
                      <a:pt x="206" y="0"/>
                      <a:pt x="0" y="205"/>
                      <a:pt x="0" y="439"/>
                    </a:cubicBezTo>
                    <a:cubicBezTo>
                      <a:pt x="0" y="708"/>
                      <a:pt x="206" y="913"/>
                      <a:pt x="467" y="913"/>
                    </a:cubicBezTo>
                    <a:lnTo>
                      <a:pt x="5066" y="913"/>
                    </a:lnTo>
                    <a:cubicBezTo>
                      <a:pt x="5306" y="913"/>
                      <a:pt x="5511" y="708"/>
                      <a:pt x="5511" y="439"/>
                    </a:cubicBezTo>
                    <a:cubicBezTo>
                      <a:pt x="5511" y="205"/>
                      <a:pt x="5306" y="0"/>
                      <a:pt x="50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40"/>
              <p:cNvSpPr/>
              <p:nvPr/>
            </p:nvSpPr>
            <p:spPr>
              <a:xfrm>
                <a:off x="3658004" y="3189727"/>
                <a:ext cx="58511" cy="31437"/>
              </a:xfrm>
              <a:custGeom>
                <a:avLst/>
                <a:gdLst/>
                <a:ahLst/>
                <a:cxnLst/>
                <a:rect l="l" t="t" r="r" b="b"/>
                <a:pathLst>
                  <a:path w="1649" h="886" extrusionOk="0">
                    <a:moveTo>
                      <a:pt x="467" y="1"/>
                    </a:moveTo>
                    <a:cubicBezTo>
                      <a:pt x="205" y="1"/>
                      <a:pt x="0" y="178"/>
                      <a:pt x="0" y="439"/>
                    </a:cubicBezTo>
                    <a:cubicBezTo>
                      <a:pt x="0" y="673"/>
                      <a:pt x="205" y="885"/>
                      <a:pt x="467" y="885"/>
                    </a:cubicBezTo>
                    <a:lnTo>
                      <a:pt x="1175" y="885"/>
                    </a:lnTo>
                    <a:cubicBezTo>
                      <a:pt x="1443" y="885"/>
                      <a:pt x="1649" y="673"/>
                      <a:pt x="1649" y="439"/>
                    </a:cubicBezTo>
                    <a:cubicBezTo>
                      <a:pt x="1649" y="178"/>
                      <a:pt x="1443" y="1"/>
                      <a:pt x="11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40"/>
              <p:cNvSpPr/>
              <p:nvPr/>
            </p:nvSpPr>
            <p:spPr>
              <a:xfrm>
                <a:off x="3451927" y="3189727"/>
                <a:ext cx="155910" cy="31437"/>
              </a:xfrm>
              <a:custGeom>
                <a:avLst/>
                <a:gdLst/>
                <a:ahLst/>
                <a:cxnLst/>
                <a:rect l="l" t="t" r="r" b="b"/>
                <a:pathLst>
                  <a:path w="4394" h="886" extrusionOk="0">
                    <a:moveTo>
                      <a:pt x="439" y="1"/>
                    </a:moveTo>
                    <a:cubicBezTo>
                      <a:pt x="205" y="1"/>
                      <a:pt x="0" y="178"/>
                      <a:pt x="0" y="439"/>
                    </a:cubicBezTo>
                    <a:cubicBezTo>
                      <a:pt x="0" y="673"/>
                      <a:pt x="205" y="885"/>
                      <a:pt x="439" y="885"/>
                    </a:cubicBezTo>
                    <a:lnTo>
                      <a:pt x="4393" y="885"/>
                    </a:lnTo>
                    <a:lnTo>
                      <a:pt x="43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0"/>
              <p:cNvSpPr/>
              <p:nvPr/>
            </p:nvSpPr>
            <p:spPr>
              <a:xfrm>
                <a:off x="3737305" y="3189727"/>
                <a:ext cx="54501" cy="31437"/>
              </a:xfrm>
              <a:custGeom>
                <a:avLst/>
                <a:gdLst/>
                <a:ahLst/>
                <a:cxnLst/>
                <a:rect l="l" t="t" r="r" b="b"/>
                <a:pathLst>
                  <a:path w="1536" h="886" extrusionOk="0">
                    <a:moveTo>
                      <a:pt x="475" y="1"/>
                    </a:moveTo>
                    <a:cubicBezTo>
                      <a:pt x="213" y="1"/>
                      <a:pt x="1" y="178"/>
                      <a:pt x="1" y="439"/>
                    </a:cubicBezTo>
                    <a:cubicBezTo>
                      <a:pt x="1" y="673"/>
                      <a:pt x="213" y="885"/>
                      <a:pt x="475" y="885"/>
                    </a:cubicBezTo>
                    <a:lnTo>
                      <a:pt x="1062" y="885"/>
                    </a:lnTo>
                    <a:cubicBezTo>
                      <a:pt x="1331" y="885"/>
                      <a:pt x="1536" y="673"/>
                      <a:pt x="1536" y="439"/>
                    </a:cubicBezTo>
                    <a:cubicBezTo>
                      <a:pt x="1536" y="178"/>
                      <a:pt x="1331" y="1"/>
                      <a:pt x="10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40"/>
              <p:cNvSpPr/>
              <p:nvPr/>
            </p:nvSpPr>
            <p:spPr>
              <a:xfrm>
                <a:off x="3812632" y="3189727"/>
                <a:ext cx="242736" cy="31437"/>
              </a:xfrm>
              <a:custGeom>
                <a:avLst/>
                <a:gdLst/>
                <a:ahLst/>
                <a:cxnLst/>
                <a:rect l="l" t="t" r="r" b="b"/>
                <a:pathLst>
                  <a:path w="6841" h="886" extrusionOk="0">
                    <a:moveTo>
                      <a:pt x="474" y="1"/>
                    </a:moveTo>
                    <a:cubicBezTo>
                      <a:pt x="212" y="1"/>
                      <a:pt x="0" y="178"/>
                      <a:pt x="0" y="439"/>
                    </a:cubicBezTo>
                    <a:cubicBezTo>
                      <a:pt x="0" y="673"/>
                      <a:pt x="212" y="885"/>
                      <a:pt x="474" y="885"/>
                    </a:cubicBezTo>
                    <a:lnTo>
                      <a:pt x="6402" y="885"/>
                    </a:lnTo>
                    <a:cubicBezTo>
                      <a:pt x="6664" y="885"/>
                      <a:pt x="6841" y="673"/>
                      <a:pt x="6841" y="439"/>
                    </a:cubicBezTo>
                    <a:cubicBezTo>
                      <a:pt x="6841" y="178"/>
                      <a:pt x="6664" y="1"/>
                      <a:pt x="6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40"/>
              <p:cNvSpPr/>
              <p:nvPr/>
            </p:nvSpPr>
            <p:spPr>
              <a:xfrm>
                <a:off x="4089991" y="3189727"/>
                <a:ext cx="109712" cy="31437"/>
              </a:xfrm>
              <a:custGeom>
                <a:avLst/>
                <a:gdLst/>
                <a:ahLst/>
                <a:cxnLst/>
                <a:rect l="l" t="t" r="r" b="b"/>
                <a:pathLst>
                  <a:path w="3092" h="886" extrusionOk="0">
                    <a:moveTo>
                      <a:pt x="467" y="1"/>
                    </a:moveTo>
                    <a:cubicBezTo>
                      <a:pt x="205" y="1"/>
                      <a:pt x="0" y="178"/>
                      <a:pt x="0" y="439"/>
                    </a:cubicBezTo>
                    <a:cubicBezTo>
                      <a:pt x="0" y="673"/>
                      <a:pt x="205" y="885"/>
                      <a:pt x="467" y="885"/>
                    </a:cubicBezTo>
                    <a:lnTo>
                      <a:pt x="2653" y="885"/>
                    </a:lnTo>
                    <a:cubicBezTo>
                      <a:pt x="2887" y="885"/>
                      <a:pt x="3092" y="673"/>
                      <a:pt x="3092" y="439"/>
                    </a:cubicBezTo>
                    <a:cubicBezTo>
                      <a:pt x="3092" y="178"/>
                      <a:pt x="2887" y="1"/>
                      <a:pt x="26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40"/>
              <p:cNvSpPr/>
              <p:nvPr/>
            </p:nvSpPr>
            <p:spPr>
              <a:xfrm>
                <a:off x="4246855" y="3189727"/>
                <a:ext cx="111734" cy="31437"/>
              </a:xfrm>
              <a:custGeom>
                <a:avLst/>
                <a:gdLst/>
                <a:ahLst/>
                <a:cxnLst/>
                <a:rect l="l" t="t" r="r" b="b"/>
                <a:pathLst>
                  <a:path w="3149" h="886" extrusionOk="0">
                    <a:moveTo>
                      <a:pt x="468" y="1"/>
                    </a:moveTo>
                    <a:cubicBezTo>
                      <a:pt x="206" y="1"/>
                      <a:pt x="1" y="178"/>
                      <a:pt x="1" y="439"/>
                    </a:cubicBezTo>
                    <a:cubicBezTo>
                      <a:pt x="1" y="673"/>
                      <a:pt x="206" y="885"/>
                      <a:pt x="468" y="885"/>
                    </a:cubicBezTo>
                    <a:lnTo>
                      <a:pt x="2710" y="885"/>
                    </a:lnTo>
                    <a:cubicBezTo>
                      <a:pt x="2944" y="885"/>
                      <a:pt x="3149" y="673"/>
                      <a:pt x="3149" y="439"/>
                    </a:cubicBezTo>
                    <a:cubicBezTo>
                      <a:pt x="3149" y="178"/>
                      <a:pt x="2944" y="1"/>
                      <a:pt x="27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0"/>
              <p:cNvSpPr/>
              <p:nvPr/>
            </p:nvSpPr>
            <p:spPr>
              <a:xfrm>
                <a:off x="4415038" y="3189727"/>
                <a:ext cx="74336" cy="31437"/>
              </a:xfrm>
              <a:custGeom>
                <a:avLst/>
                <a:gdLst/>
                <a:ahLst/>
                <a:cxnLst/>
                <a:rect l="l" t="t" r="r" b="b"/>
                <a:pathLst>
                  <a:path w="2095" h="886" extrusionOk="0">
                    <a:moveTo>
                      <a:pt x="446" y="1"/>
                    </a:moveTo>
                    <a:cubicBezTo>
                      <a:pt x="177" y="1"/>
                      <a:pt x="1" y="178"/>
                      <a:pt x="1" y="439"/>
                    </a:cubicBezTo>
                    <a:cubicBezTo>
                      <a:pt x="1" y="673"/>
                      <a:pt x="177" y="885"/>
                      <a:pt x="446" y="885"/>
                    </a:cubicBezTo>
                    <a:lnTo>
                      <a:pt x="1656" y="885"/>
                    </a:lnTo>
                    <a:cubicBezTo>
                      <a:pt x="1918" y="885"/>
                      <a:pt x="2095" y="673"/>
                      <a:pt x="2095" y="439"/>
                    </a:cubicBezTo>
                    <a:cubicBezTo>
                      <a:pt x="2095" y="178"/>
                      <a:pt x="1918" y="1"/>
                      <a:pt x="16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0"/>
              <p:cNvSpPr/>
              <p:nvPr/>
            </p:nvSpPr>
            <p:spPr>
              <a:xfrm>
                <a:off x="3640156" y="3268034"/>
                <a:ext cx="231239" cy="32431"/>
              </a:xfrm>
              <a:custGeom>
                <a:avLst/>
                <a:gdLst/>
                <a:ahLst/>
                <a:cxnLst/>
                <a:rect l="l" t="t" r="r" b="b"/>
                <a:pathLst>
                  <a:path w="6517" h="914" extrusionOk="0">
                    <a:moveTo>
                      <a:pt x="475" y="1"/>
                    </a:moveTo>
                    <a:cubicBezTo>
                      <a:pt x="206" y="1"/>
                      <a:pt x="1" y="206"/>
                      <a:pt x="1" y="475"/>
                    </a:cubicBezTo>
                    <a:cubicBezTo>
                      <a:pt x="1" y="708"/>
                      <a:pt x="206" y="914"/>
                      <a:pt x="475" y="914"/>
                    </a:cubicBezTo>
                    <a:lnTo>
                      <a:pt x="6042" y="914"/>
                    </a:lnTo>
                    <a:cubicBezTo>
                      <a:pt x="6311" y="914"/>
                      <a:pt x="6516" y="708"/>
                      <a:pt x="6516" y="475"/>
                    </a:cubicBezTo>
                    <a:cubicBezTo>
                      <a:pt x="6516" y="206"/>
                      <a:pt x="6311" y="1"/>
                      <a:pt x="60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0"/>
              <p:cNvSpPr/>
              <p:nvPr/>
            </p:nvSpPr>
            <p:spPr>
              <a:xfrm>
                <a:off x="3916274" y="3268034"/>
                <a:ext cx="61811" cy="32431"/>
              </a:xfrm>
              <a:custGeom>
                <a:avLst/>
                <a:gdLst/>
                <a:ahLst/>
                <a:cxnLst/>
                <a:rect l="l" t="t" r="r" b="b"/>
                <a:pathLst>
                  <a:path w="1742" h="914" extrusionOk="0">
                    <a:moveTo>
                      <a:pt x="439" y="1"/>
                    </a:moveTo>
                    <a:cubicBezTo>
                      <a:pt x="206" y="1"/>
                      <a:pt x="1" y="206"/>
                      <a:pt x="1" y="475"/>
                    </a:cubicBezTo>
                    <a:cubicBezTo>
                      <a:pt x="1" y="708"/>
                      <a:pt x="206" y="914"/>
                      <a:pt x="439" y="914"/>
                    </a:cubicBezTo>
                    <a:lnTo>
                      <a:pt x="1295" y="914"/>
                    </a:lnTo>
                    <a:cubicBezTo>
                      <a:pt x="1564" y="914"/>
                      <a:pt x="1741" y="708"/>
                      <a:pt x="1741" y="475"/>
                    </a:cubicBezTo>
                    <a:cubicBezTo>
                      <a:pt x="1741" y="206"/>
                      <a:pt x="1564" y="1"/>
                      <a:pt x="12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0"/>
              <p:cNvSpPr/>
              <p:nvPr/>
            </p:nvSpPr>
            <p:spPr>
              <a:xfrm>
                <a:off x="4041772" y="3268034"/>
                <a:ext cx="184048" cy="32431"/>
              </a:xfrm>
              <a:custGeom>
                <a:avLst/>
                <a:gdLst/>
                <a:ahLst/>
                <a:cxnLst/>
                <a:rect l="l" t="t" r="r" b="b"/>
                <a:pathLst>
                  <a:path w="5187" h="914" extrusionOk="0">
                    <a:moveTo>
                      <a:pt x="475" y="1"/>
                    </a:moveTo>
                    <a:cubicBezTo>
                      <a:pt x="206" y="1"/>
                      <a:pt x="1" y="206"/>
                      <a:pt x="1" y="475"/>
                    </a:cubicBezTo>
                    <a:cubicBezTo>
                      <a:pt x="1" y="708"/>
                      <a:pt x="206" y="914"/>
                      <a:pt x="475" y="914"/>
                    </a:cubicBezTo>
                    <a:lnTo>
                      <a:pt x="4720" y="914"/>
                    </a:lnTo>
                    <a:cubicBezTo>
                      <a:pt x="4981" y="914"/>
                      <a:pt x="5186" y="708"/>
                      <a:pt x="5186" y="475"/>
                    </a:cubicBezTo>
                    <a:cubicBezTo>
                      <a:pt x="5186" y="206"/>
                      <a:pt x="4981" y="1"/>
                      <a:pt x="472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0"/>
              <p:cNvSpPr/>
              <p:nvPr/>
            </p:nvSpPr>
            <p:spPr>
              <a:xfrm>
                <a:off x="4258174" y="3268034"/>
                <a:ext cx="150623" cy="32431"/>
              </a:xfrm>
              <a:custGeom>
                <a:avLst/>
                <a:gdLst/>
                <a:ahLst/>
                <a:cxnLst/>
                <a:rect l="l" t="t" r="r" b="b"/>
                <a:pathLst>
                  <a:path w="4245" h="914" extrusionOk="0">
                    <a:moveTo>
                      <a:pt x="446" y="1"/>
                    </a:moveTo>
                    <a:cubicBezTo>
                      <a:pt x="212" y="1"/>
                      <a:pt x="0" y="206"/>
                      <a:pt x="0" y="475"/>
                    </a:cubicBezTo>
                    <a:cubicBezTo>
                      <a:pt x="0" y="708"/>
                      <a:pt x="212" y="914"/>
                      <a:pt x="446" y="914"/>
                    </a:cubicBezTo>
                    <a:lnTo>
                      <a:pt x="3778" y="914"/>
                    </a:lnTo>
                    <a:cubicBezTo>
                      <a:pt x="4040" y="914"/>
                      <a:pt x="4245" y="708"/>
                      <a:pt x="4245" y="475"/>
                    </a:cubicBezTo>
                    <a:cubicBezTo>
                      <a:pt x="4245" y="206"/>
                      <a:pt x="4040" y="1"/>
                      <a:pt x="37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0"/>
              <p:cNvSpPr/>
              <p:nvPr/>
            </p:nvSpPr>
            <p:spPr>
              <a:xfrm>
                <a:off x="4130653" y="2643772"/>
                <a:ext cx="381827" cy="32431"/>
              </a:xfrm>
              <a:custGeom>
                <a:avLst/>
                <a:gdLst/>
                <a:ahLst/>
                <a:cxnLst/>
                <a:rect l="l" t="t" r="r" b="b"/>
                <a:pathLst>
                  <a:path w="10761" h="914" extrusionOk="0">
                    <a:moveTo>
                      <a:pt x="446" y="1"/>
                    </a:moveTo>
                    <a:cubicBezTo>
                      <a:pt x="177" y="1"/>
                      <a:pt x="0" y="206"/>
                      <a:pt x="0" y="468"/>
                    </a:cubicBezTo>
                    <a:cubicBezTo>
                      <a:pt x="0" y="708"/>
                      <a:pt x="177" y="914"/>
                      <a:pt x="446" y="914"/>
                    </a:cubicBezTo>
                    <a:lnTo>
                      <a:pt x="10315" y="914"/>
                    </a:lnTo>
                    <a:cubicBezTo>
                      <a:pt x="10555" y="914"/>
                      <a:pt x="10760" y="708"/>
                      <a:pt x="10760" y="468"/>
                    </a:cubicBezTo>
                    <a:cubicBezTo>
                      <a:pt x="10760" y="206"/>
                      <a:pt x="10555" y="1"/>
                      <a:pt x="103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0"/>
              <p:cNvSpPr/>
              <p:nvPr/>
            </p:nvSpPr>
            <p:spPr>
              <a:xfrm>
                <a:off x="4199665" y="2575754"/>
                <a:ext cx="74336" cy="32431"/>
              </a:xfrm>
              <a:custGeom>
                <a:avLst/>
                <a:gdLst/>
                <a:ahLst/>
                <a:cxnLst/>
                <a:rect l="l" t="t" r="r" b="b"/>
                <a:pathLst>
                  <a:path w="2095" h="914" extrusionOk="0">
                    <a:moveTo>
                      <a:pt x="446" y="1"/>
                    </a:moveTo>
                    <a:cubicBezTo>
                      <a:pt x="206" y="1"/>
                      <a:pt x="1" y="206"/>
                      <a:pt x="1" y="439"/>
                    </a:cubicBezTo>
                    <a:cubicBezTo>
                      <a:pt x="1" y="708"/>
                      <a:pt x="206" y="913"/>
                      <a:pt x="446" y="913"/>
                    </a:cubicBezTo>
                    <a:lnTo>
                      <a:pt x="1649" y="913"/>
                    </a:lnTo>
                    <a:cubicBezTo>
                      <a:pt x="1890" y="913"/>
                      <a:pt x="2095" y="708"/>
                      <a:pt x="2095" y="439"/>
                    </a:cubicBezTo>
                    <a:cubicBezTo>
                      <a:pt x="2095" y="206"/>
                      <a:pt x="1890" y="1"/>
                      <a:pt x="1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0"/>
              <p:cNvSpPr/>
              <p:nvPr/>
            </p:nvSpPr>
            <p:spPr>
              <a:xfrm>
                <a:off x="3988337" y="2575754"/>
                <a:ext cx="177980" cy="32431"/>
              </a:xfrm>
              <a:custGeom>
                <a:avLst/>
                <a:gdLst/>
                <a:ahLst/>
                <a:cxnLst/>
                <a:rect l="l" t="t" r="r" b="b"/>
                <a:pathLst>
                  <a:path w="5016" h="914" extrusionOk="0">
                    <a:moveTo>
                      <a:pt x="474" y="1"/>
                    </a:moveTo>
                    <a:cubicBezTo>
                      <a:pt x="212" y="1"/>
                      <a:pt x="0" y="206"/>
                      <a:pt x="0" y="439"/>
                    </a:cubicBezTo>
                    <a:cubicBezTo>
                      <a:pt x="0" y="708"/>
                      <a:pt x="212" y="913"/>
                      <a:pt x="474" y="913"/>
                    </a:cubicBezTo>
                    <a:lnTo>
                      <a:pt x="4570" y="913"/>
                    </a:lnTo>
                    <a:cubicBezTo>
                      <a:pt x="4811" y="913"/>
                      <a:pt x="5016" y="708"/>
                      <a:pt x="5016" y="439"/>
                    </a:cubicBezTo>
                    <a:cubicBezTo>
                      <a:pt x="5016" y="206"/>
                      <a:pt x="4811" y="1"/>
                      <a:pt x="45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0"/>
              <p:cNvSpPr/>
              <p:nvPr/>
            </p:nvSpPr>
            <p:spPr>
              <a:xfrm>
                <a:off x="4299084" y="2575754"/>
                <a:ext cx="213392" cy="32431"/>
              </a:xfrm>
              <a:custGeom>
                <a:avLst/>
                <a:gdLst/>
                <a:ahLst/>
                <a:cxnLst/>
                <a:rect l="l" t="t" r="r" b="b"/>
                <a:pathLst>
                  <a:path w="6014" h="914" extrusionOk="0">
                    <a:moveTo>
                      <a:pt x="474" y="1"/>
                    </a:moveTo>
                    <a:cubicBezTo>
                      <a:pt x="205" y="1"/>
                      <a:pt x="0" y="206"/>
                      <a:pt x="0" y="439"/>
                    </a:cubicBezTo>
                    <a:cubicBezTo>
                      <a:pt x="0" y="708"/>
                      <a:pt x="205" y="913"/>
                      <a:pt x="474" y="913"/>
                    </a:cubicBezTo>
                    <a:lnTo>
                      <a:pt x="5568" y="913"/>
                    </a:lnTo>
                    <a:cubicBezTo>
                      <a:pt x="5808" y="913"/>
                      <a:pt x="6013" y="708"/>
                      <a:pt x="6013" y="439"/>
                    </a:cubicBezTo>
                    <a:cubicBezTo>
                      <a:pt x="6013" y="206"/>
                      <a:pt x="5808" y="1"/>
                      <a:pt x="556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0"/>
              <p:cNvSpPr/>
              <p:nvPr/>
            </p:nvSpPr>
            <p:spPr>
              <a:xfrm>
                <a:off x="4112806" y="2723109"/>
                <a:ext cx="109996" cy="32431"/>
              </a:xfrm>
              <a:custGeom>
                <a:avLst/>
                <a:gdLst/>
                <a:ahLst/>
                <a:cxnLst/>
                <a:rect l="l" t="t" r="r" b="b"/>
                <a:pathLst>
                  <a:path w="3100" h="914" extrusionOk="0">
                    <a:moveTo>
                      <a:pt x="475" y="0"/>
                    </a:moveTo>
                    <a:cubicBezTo>
                      <a:pt x="206" y="0"/>
                      <a:pt x="1" y="206"/>
                      <a:pt x="1" y="446"/>
                    </a:cubicBezTo>
                    <a:cubicBezTo>
                      <a:pt x="1" y="708"/>
                      <a:pt x="206" y="913"/>
                      <a:pt x="475" y="913"/>
                    </a:cubicBezTo>
                    <a:lnTo>
                      <a:pt x="2654" y="913"/>
                    </a:lnTo>
                    <a:cubicBezTo>
                      <a:pt x="2894" y="913"/>
                      <a:pt x="3100" y="708"/>
                      <a:pt x="3100" y="446"/>
                    </a:cubicBezTo>
                    <a:cubicBezTo>
                      <a:pt x="3100" y="206"/>
                      <a:pt x="2894" y="0"/>
                      <a:pt x="26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0"/>
              <p:cNvSpPr/>
              <p:nvPr/>
            </p:nvSpPr>
            <p:spPr>
              <a:xfrm>
                <a:off x="4269705" y="2723109"/>
                <a:ext cx="111983" cy="32431"/>
              </a:xfrm>
              <a:custGeom>
                <a:avLst/>
                <a:gdLst/>
                <a:ahLst/>
                <a:cxnLst/>
                <a:rect l="l" t="t" r="r" b="b"/>
                <a:pathLst>
                  <a:path w="3156" h="914" extrusionOk="0">
                    <a:moveTo>
                      <a:pt x="446" y="0"/>
                    </a:moveTo>
                    <a:cubicBezTo>
                      <a:pt x="206" y="0"/>
                      <a:pt x="0" y="206"/>
                      <a:pt x="0" y="446"/>
                    </a:cubicBezTo>
                    <a:cubicBezTo>
                      <a:pt x="0" y="708"/>
                      <a:pt x="206" y="913"/>
                      <a:pt x="446" y="913"/>
                    </a:cubicBezTo>
                    <a:lnTo>
                      <a:pt x="2717" y="913"/>
                    </a:lnTo>
                    <a:cubicBezTo>
                      <a:pt x="2950" y="913"/>
                      <a:pt x="3156" y="708"/>
                      <a:pt x="3156" y="446"/>
                    </a:cubicBezTo>
                    <a:cubicBezTo>
                      <a:pt x="3156" y="206"/>
                      <a:pt x="2950" y="0"/>
                      <a:pt x="271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0"/>
              <p:cNvSpPr/>
              <p:nvPr/>
            </p:nvSpPr>
            <p:spPr>
              <a:xfrm>
                <a:off x="4428840" y="2723109"/>
                <a:ext cx="89913" cy="32431"/>
              </a:xfrm>
              <a:custGeom>
                <a:avLst/>
                <a:gdLst/>
                <a:ahLst/>
                <a:cxnLst/>
                <a:rect l="l" t="t" r="r" b="b"/>
                <a:pathLst>
                  <a:path w="2534" h="914" extrusionOk="0">
                    <a:moveTo>
                      <a:pt x="439" y="0"/>
                    </a:moveTo>
                    <a:cubicBezTo>
                      <a:pt x="177" y="0"/>
                      <a:pt x="1" y="206"/>
                      <a:pt x="1" y="446"/>
                    </a:cubicBezTo>
                    <a:cubicBezTo>
                      <a:pt x="1" y="708"/>
                      <a:pt x="177" y="913"/>
                      <a:pt x="439" y="913"/>
                    </a:cubicBezTo>
                    <a:lnTo>
                      <a:pt x="2088" y="913"/>
                    </a:lnTo>
                    <a:cubicBezTo>
                      <a:pt x="2328" y="913"/>
                      <a:pt x="2533" y="708"/>
                      <a:pt x="2533" y="446"/>
                    </a:cubicBezTo>
                    <a:cubicBezTo>
                      <a:pt x="2533" y="206"/>
                      <a:pt x="2328" y="0"/>
                      <a:pt x="20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0"/>
              <p:cNvSpPr/>
              <p:nvPr/>
            </p:nvSpPr>
            <p:spPr>
              <a:xfrm>
                <a:off x="4187140" y="2802694"/>
                <a:ext cx="122521" cy="32396"/>
              </a:xfrm>
              <a:custGeom>
                <a:avLst/>
                <a:gdLst/>
                <a:ahLst/>
                <a:cxnLst/>
                <a:rect l="l" t="t" r="r" b="b"/>
                <a:pathLst>
                  <a:path w="3453" h="913" extrusionOk="0">
                    <a:moveTo>
                      <a:pt x="446" y="0"/>
                    </a:moveTo>
                    <a:cubicBezTo>
                      <a:pt x="205" y="0"/>
                      <a:pt x="0" y="205"/>
                      <a:pt x="0" y="439"/>
                    </a:cubicBezTo>
                    <a:cubicBezTo>
                      <a:pt x="0" y="707"/>
                      <a:pt x="205" y="913"/>
                      <a:pt x="446" y="913"/>
                    </a:cubicBezTo>
                    <a:lnTo>
                      <a:pt x="2978" y="913"/>
                    </a:lnTo>
                    <a:cubicBezTo>
                      <a:pt x="3240" y="913"/>
                      <a:pt x="3452" y="707"/>
                      <a:pt x="3452" y="439"/>
                    </a:cubicBezTo>
                    <a:cubicBezTo>
                      <a:pt x="3452" y="205"/>
                      <a:pt x="3240" y="0"/>
                      <a:pt x="297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0"/>
              <p:cNvSpPr/>
              <p:nvPr/>
            </p:nvSpPr>
            <p:spPr>
              <a:xfrm>
                <a:off x="3939372" y="2802694"/>
                <a:ext cx="61527" cy="32396"/>
              </a:xfrm>
              <a:custGeom>
                <a:avLst/>
                <a:gdLst/>
                <a:ahLst/>
                <a:cxnLst/>
                <a:rect l="l" t="t" r="r" b="b"/>
                <a:pathLst>
                  <a:path w="1734" h="913" extrusionOk="0">
                    <a:moveTo>
                      <a:pt x="439" y="0"/>
                    </a:moveTo>
                    <a:cubicBezTo>
                      <a:pt x="206" y="0"/>
                      <a:pt x="1" y="205"/>
                      <a:pt x="1" y="439"/>
                    </a:cubicBezTo>
                    <a:cubicBezTo>
                      <a:pt x="1" y="707"/>
                      <a:pt x="206" y="913"/>
                      <a:pt x="439" y="913"/>
                    </a:cubicBezTo>
                    <a:lnTo>
                      <a:pt x="1295" y="913"/>
                    </a:lnTo>
                    <a:cubicBezTo>
                      <a:pt x="1529" y="913"/>
                      <a:pt x="1734" y="707"/>
                      <a:pt x="1734" y="439"/>
                    </a:cubicBezTo>
                    <a:cubicBezTo>
                      <a:pt x="1734" y="205"/>
                      <a:pt x="1529" y="0"/>
                      <a:pt x="12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0"/>
              <p:cNvSpPr/>
              <p:nvPr/>
            </p:nvSpPr>
            <p:spPr>
              <a:xfrm>
                <a:off x="4031234" y="2802694"/>
                <a:ext cx="99457" cy="32396"/>
              </a:xfrm>
              <a:custGeom>
                <a:avLst/>
                <a:gdLst/>
                <a:ahLst/>
                <a:cxnLst/>
                <a:rect l="l" t="t" r="r" b="b"/>
                <a:pathLst>
                  <a:path w="2803" h="913" extrusionOk="0">
                    <a:moveTo>
                      <a:pt x="447" y="0"/>
                    </a:moveTo>
                    <a:cubicBezTo>
                      <a:pt x="206" y="0"/>
                      <a:pt x="1" y="205"/>
                      <a:pt x="1" y="439"/>
                    </a:cubicBezTo>
                    <a:cubicBezTo>
                      <a:pt x="1" y="707"/>
                      <a:pt x="206" y="913"/>
                      <a:pt x="447" y="913"/>
                    </a:cubicBezTo>
                    <a:lnTo>
                      <a:pt x="2328" y="913"/>
                    </a:lnTo>
                    <a:cubicBezTo>
                      <a:pt x="2597" y="913"/>
                      <a:pt x="2802" y="707"/>
                      <a:pt x="2802" y="439"/>
                    </a:cubicBezTo>
                    <a:cubicBezTo>
                      <a:pt x="2802" y="205"/>
                      <a:pt x="2597" y="0"/>
                      <a:pt x="232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0"/>
              <p:cNvSpPr/>
              <p:nvPr/>
            </p:nvSpPr>
            <p:spPr>
              <a:xfrm>
                <a:off x="4369089" y="2802694"/>
                <a:ext cx="149665" cy="32396"/>
              </a:xfrm>
              <a:custGeom>
                <a:avLst/>
                <a:gdLst/>
                <a:ahLst/>
                <a:cxnLst/>
                <a:rect l="l" t="t" r="r" b="b"/>
                <a:pathLst>
                  <a:path w="4218" h="913" extrusionOk="0">
                    <a:moveTo>
                      <a:pt x="447" y="0"/>
                    </a:moveTo>
                    <a:cubicBezTo>
                      <a:pt x="206" y="0"/>
                      <a:pt x="1" y="205"/>
                      <a:pt x="1" y="439"/>
                    </a:cubicBezTo>
                    <a:cubicBezTo>
                      <a:pt x="1" y="707"/>
                      <a:pt x="206" y="913"/>
                      <a:pt x="447" y="913"/>
                    </a:cubicBezTo>
                    <a:lnTo>
                      <a:pt x="3772" y="913"/>
                    </a:lnTo>
                    <a:cubicBezTo>
                      <a:pt x="4040" y="913"/>
                      <a:pt x="4217" y="707"/>
                      <a:pt x="4217" y="439"/>
                    </a:cubicBezTo>
                    <a:cubicBezTo>
                      <a:pt x="4217" y="205"/>
                      <a:pt x="4040" y="0"/>
                      <a:pt x="37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5" name="Google Shape;815;p40"/>
            <p:cNvGrpSpPr/>
            <p:nvPr/>
          </p:nvGrpSpPr>
          <p:grpSpPr>
            <a:xfrm>
              <a:off x="1158100" y="913806"/>
              <a:ext cx="1910430" cy="3689957"/>
              <a:chOff x="3445647" y="3610431"/>
              <a:chExt cx="598187" cy="1155422"/>
            </a:xfrm>
          </p:grpSpPr>
          <p:sp>
            <p:nvSpPr>
              <p:cNvPr id="816" name="Google Shape;816;p40"/>
              <p:cNvSpPr/>
              <p:nvPr/>
            </p:nvSpPr>
            <p:spPr>
              <a:xfrm>
                <a:off x="3891188" y="4339258"/>
                <a:ext cx="69049" cy="149630"/>
              </a:xfrm>
              <a:custGeom>
                <a:avLst/>
                <a:gdLst/>
                <a:ahLst/>
                <a:cxnLst/>
                <a:rect l="l" t="t" r="r" b="b"/>
                <a:pathLst>
                  <a:path w="1946" h="4217" extrusionOk="0">
                    <a:moveTo>
                      <a:pt x="822" y="0"/>
                    </a:moveTo>
                    <a:cubicBezTo>
                      <a:pt x="730" y="0"/>
                      <a:pt x="639" y="17"/>
                      <a:pt x="559" y="53"/>
                    </a:cubicBezTo>
                    <a:cubicBezTo>
                      <a:pt x="262" y="201"/>
                      <a:pt x="57" y="463"/>
                      <a:pt x="29" y="789"/>
                    </a:cubicBezTo>
                    <a:cubicBezTo>
                      <a:pt x="0" y="965"/>
                      <a:pt x="29" y="1142"/>
                      <a:pt x="57" y="1319"/>
                    </a:cubicBezTo>
                    <a:cubicBezTo>
                      <a:pt x="177" y="1970"/>
                      <a:pt x="297" y="2649"/>
                      <a:pt x="411" y="3293"/>
                    </a:cubicBezTo>
                    <a:cubicBezTo>
                      <a:pt x="498" y="3691"/>
                      <a:pt x="528" y="4217"/>
                      <a:pt x="1014" y="4217"/>
                    </a:cubicBezTo>
                    <a:cubicBezTo>
                      <a:pt x="1038" y="4217"/>
                      <a:pt x="1063" y="4215"/>
                      <a:pt x="1090" y="4213"/>
                    </a:cubicBezTo>
                    <a:cubicBezTo>
                      <a:pt x="1267" y="4213"/>
                      <a:pt x="1444" y="4149"/>
                      <a:pt x="1592" y="4036"/>
                    </a:cubicBezTo>
                    <a:cubicBezTo>
                      <a:pt x="1946" y="3710"/>
                      <a:pt x="1826" y="3059"/>
                      <a:pt x="1797" y="2649"/>
                    </a:cubicBezTo>
                    <a:cubicBezTo>
                      <a:pt x="1797" y="2055"/>
                      <a:pt x="1741" y="1496"/>
                      <a:pt x="1649" y="937"/>
                    </a:cubicBezTo>
                    <a:cubicBezTo>
                      <a:pt x="1620" y="704"/>
                      <a:pt x="1564" y="463"/>
                      <a:pt x="1415" y="258"/>
                    </a:cubicBezTo>
                    <a:cubicBezTo>
                      <a:pt x="1271" y="94"/>
                      <a:pt x="1040" y="0"/>
                      <a:pt x="822" y="0"/>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0"/>
              <p:cNvSpPr/>
              <p:nvPr/>
            </p:nvSpPr>
            <p:spPr>
              <a:xfrm>
                <a:off x="3905736" y="4458334"/>
                <a:ext cx="138098" cy="51237"/>
              </a:xfrm>
              <a:custGeom>
                <a:avLst/>
                <a:gdLst/>
                <a:ahLst/>
                <a:cxnLst/>
                <a:rect l="l" t="t" r="r" b="b"/>
                <a:pathLst>
                  <a:path w="3892" h="1444" extrusionOk="0">
                    <a:moveTo>
                      <a:pt x="1416" y="1"/>
                    </a:moveTo>
                    <a:cubicBezTo>
                      <a:pt x="1359" y="1"/>
                      <a:pt x="1267" y="1"/>
                      <a:pt x="1210" y="29"/>
                    </a:cubicBezTo>
                    <a:cubicBezTo>
                      <a:pt x="800" y="85"/>
                      <a:pt x="418" y="149"/>
                      <a:pt x="1" y="234"/>
                    </a:cubicBezTo>
                    <a:cubicBezTo>
                      <a:pt x="64" y="468"/>
                      <a:pt x="93" y="708"/>
                      <a:pt x="64" y="970"/>
                    </a:cubicBezTo>
                    <a:lnTo>
                      <a:pt x="64" y="1295"/>
                    </a:lnTo>
                    <a:cubicBezTo>
                      <a:pt x="93" y="1387"/>
                      <a:pt x="149" y="1444"/>
                      <a:pt x="241" y="1444"/>
                    </a:cubicBezTo>
                    <a:lnTo>
                      <a:pt x="3276" y="1444"/>
                    </a:lnTo>
                    <a:cubicBezTo>
                      <a:pt x="3389" y="1444"/>
                      <a:pt x="3510" y="1415"/>
                      <a:pt x="3658" y="1415"/>
                    </a:cubicBezTo>
                    <a:cubicBezTo>
                      <a:pt x="3743" y="1415"/>
                      <a:pt x="3863" y="1352"/>
                      <a:pt x="3863" y="1239"/>
                    </a:cubicBezTo>
                    <a:cubicBezTo>
                      <a:pt x="3892" y="736"/>
                      <a:pt x="2010" y="383"/>
                      <a:pt x="1684" y="149"/>
                    </a:cubicBezTo>
                    <a:cubicBezTo>
                      <a:pt x="1592" y="85"/>
                      <a:pt x="1507" y="29"/>
                      <a:pt x="14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0"/>
              <p:cNvSpPr/>
              <p:nvPr/>
            </p:nvSpPr>
            <p:spPr>
              <a:xfrm>
                <a:off x="3531476" y="4605511"/>
                <a:ext cx="69084" cy="128979"/>
              </a:xfrm>
              <a:custGeom>
                <a:avLst/>
                <a:gdLst/>
                <a:ahLst/>
                <a:cxnLst/>
                <a:rect l="l" t="t" r="r" b="b"/>
                <a:pathLst>
                  <a:path w="1947" h="3635" extrusionOk="0">
                    <a:moveTo>
                      <a:pt x="993" y="0"/>
                    </a:moveTo>
                    <a:cubicBezTo>
                      <a:pt x="754" y="0"/>
                      <a:pt x="514" y="90"/>
                      <a:pt x="383" y="246"/>
                    </a:cubicBezTo>
                    <a:cubicBezTo>
                      <a:pt x="291" y="359"/>
                      <a:pt x="263" y="508"/>
                      <a:pt x="234" y="628"/>
                    </a:cubicBezTo>
                    <a:cubicBezTo>
                      <a:pt x="1" y="1597"/>
                      <a:pt x="234" y="2630"/>
                      <a:pt x="319" y="3634"/>
                    </a:cubicBezTo>
                    <a:cubicBezTo>
                      <a:pt x="708" y="3571"/>
                      <a:pt x="1090" y="3514"/>
                      <a:pt x="1472" y="3429"/>
                    </a:cubicBezTo>
                    <a:cubicBezTo>
                      <a:pt x="1501" y="3429"/>
                      <a:pt x="1557" y="3429"/>
                      <a:pt x="1593" y="3366"/>
                    </a:cubicBezTo>
                    <a:cubicBezTo>
                      <a:pt x="1621" y="3366"/>
                      <a:pt x="1621" y="3309"/>
                      <a:pt x="1621" y="3281"/>
                    </a:cubicBezTo>
                    <a:cubicBezTo>
                      <a:pt x="1677" y="2630"/>
                      <a:pt x="1734" y="2014"/>
                      <a:pt x="1798" y="1364"/>
                    </a:cubicBezTo>
                    <a:cubicBezTo>
                      <a:pt x="1826" y="1130"/>
                      <a:pt x="1946" y="656"/>
                      <a:pt x="1854" y="423"/>
                    </a:cubicBezTo>
                    <a:cubicBezTo>
                      <a:pt x="1734" y="210"/>
                      <a:pt x="1295" y="34"/>
                      <a:pt x="1090" y="5"/>
                    </a:cubicBezTo>
                    <a:cubicBezTo>
                      <a:pt x="1058" y="2"/>
                      <a:pt x="1026" y="0"/>
                      <a:pt x="993" y="0"/>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0"/>
              <p:cNvSpPr/>
              <p:nvPr/>
            </p:nvSpPr>
            <p:spPr>
              <a:xfrm>
                <a:off x="3591972" y="3683204"/>
                <a:ext cx="60782" cy="130930"/>
              </a:xfrm>
              <a:custGeom>
                <a:avLst/>
                <a:gdLst/>
                <a:ahLst/>
                <a:cxnLst/>
                <a:rect l="l" t="t" r="r" b="b"/>
                <a:pathLst>
                  <a:path w="1713" h="3690" extrusionOk="0">
                    <a:moveTo>
                      <a:pt x="206" y="1"/>
                    </a:moveTo>
                    <a:cubicBezTo>
                      <a:pt x="149" y="1"/>
                      <a:pt x="93" y="1"/>
                      <a:pt x="64" y="29"/>
                    </a:cubicBezTo>
                    <a:cubicBezTo>
                      <a:pt x="1" y="65"/>
                      <a:pt x="1" y="178"/>
                      <a:pt x="1" y="270"/>
                    </a:cubicBezTo>
                    <a:cubicBezTo>
                      <a:pt x="1" y="418"/>
                      <a:pt x="29" y="560"/>
                      <a:pt x="64" y="708"/>
                    </a:cubicBezTo>
                    <a:lnTo>
                      <a:pt x="64" y="829"/>
                    </a:lnTo>
                    <a:cubicBezTo>
                      <a:pt x="121" y="1154"/>
                      <a:pt x="64" y="1479"/>
                      <a:pt x="29" y="1798"/>
                    </a:cubicBezTo>
                    <a:cubicBezTo>
                      <a:pt x="29" y="1862"/>
                      <a:pt x="1" y="1946"/>
                      <a:pt x="1" y="1975"/>
                    </a:cubicBezTo>
                    <a:cubicBezTo>
                      <a:pt x="1" y="2152"/>
                      <a:pt x="1" y="2300"/>
                      <a:pt x="64" y="2477"/>
                    </a:cubicBezTo>
                    <a:cubicBezTo>
                      <a:pt x="121" y="2859"/>
                      <a:pt x="475" y="3630"/>
                      <a:pt x="949" y="3687"/>
                    </a:cubicBezTo>
                    <a:cubicBezTo>
                      <a:pt x="957" y="3689"/>
                      <a:pt x="965" y="3690"/>
                      <a:pt x="973" y="3690"/>
                    </a:cubicBezTo>
                    <a:cubicBezTo>
                      <a:pt x="1079" y="3690"/>
                      <a:pt x="1188" y="3532"/>
                      <a:pt x="1267" y="3453"/>
                    </a:cubicBezTo>
                    <a:cubicBezTo>
                      <a:pt x="1479" y="3184"/>
                      <a:pt x="1656" y="2859"/>
                      <a:pt x="1713" y="2505"/>
                    </a:cubicBezTo>
                    <a:cubicBezTo>
                      <a:pt x="1713" y="2328"/>
                      <a:pt x="1713" y="2152"/>
                      <a:pt x="1684" y="2010"/>
                    </a:cubicBezTo>
                    <a:cubicBezTo>
                      <a:pt x="1656" y="1741"/>
                      <a:pt x="1656" y="1508"/>
                      <a:pt x="1621" y="1267"/>
                    </a:cubicBezTo>
                    <a:cubicBezTo>
                      <a:pt x="1621" y="1154"/>
                      <a:pt x="1592" y="1034"/>
                      <a:pt x="1592" y="914"/>
                    </a:cubicBezTo>
                    <a:cubicBezTo>
                      <a:pt x="1536" y="708"/>
                      <a:pt x="1444" y="503"/>
                      <a:pt x="1302" y="355"/>
                    </a:cubicBezTo>
                    <a:cubicBezTo>
                      <a:pt x="1034" y="29"/>
                      <a:pt x="595" y="1"/>
                      <a:pt x="206" y="1"/>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0"/>
              <p:cNvSpPr/>
              <p:nvPr/>
            </p:nvSpPr>
            <p:spPr>
              <a:xfrm>
                <a:off x="3591972" y="3690939"/>
                <a:ext cx="53508" cy="43537"/>
              </a:xfrm>
              <a:custGeom>
                <a:avLst/>
                <a:gdLst/>
                <a:ahLst/>
                <a:cxnLst/>
                <a:rect l="l" t="t" r="r" b="b"/>
                <a:pathLst>
                  <a:path w="1508" h="1227" extrusionOk="0">
                    <a:moveTo>
                      <a:pt x="681" y="1"/>
                    </a:moveTo>
                    <a:cubicBezTo>
                      <a:pt x="528" y="1"/>
                      <a:pt x="382" y="53"/>
                      <a:pt x="270" y="165"/>
                    </a:cubicBezTo>
                    <a:cubicBezTo>
                      <a:pt x="241" y="200"/>
                      <a:pt x="206" y="229"/>
                      <a:pt x="178" y="257"/>
                    </a:cubicBezTo>
                    <a:cubicBezTo>
                      <a:pt x="149" y="285"/>
                      <a:pt x="93" y="285"/>
                      <a:pt x="64" y="314"/>
                    </a:cubicBezTo>
                    <a:cubicBezTo>
                      <a:pt x="1" y="342"/>
                      <a:pt x="29" y="405"/>
                      <a:pt x="29" y="434"/>
                    </a:cubicBezTo>
                    <a:cubicBezTo>
                      <a:pt x="64" y="554"/>
                      <a:pt x="64" y="696"/>
                      <a:pt x="93" y="816"/>
                    </a:cubicBezTo>
                    <a:cubicBezTo>
                      <a:pt x="93" y="936"/>
                      <a:pt x="64" y="1085"/>
                      <a:pt x="64" y="1226"/>
                    </a:cubicBezTo>
                    <a:cubicBezTo>
                      <a:pt x="64" y="1226"/>
                      <a:pt x="736" y="1113"/>
                      <a:pt x="1005" y="1021"/>
                    </a:cubicBezTo>
                    <a:cubicBezTo>
                      <a:pt x="1154" y="993"/>
                      <a:pt x="1331" y="936"/>
                      <a:pt x="1508" y="872"/>
                    </a:cubicBezTo>
                    <a:lnTo>
                      <a:pt x="1508" y="788"/>
                    </a:lnTo>
                    <a:cubicBezTo>
                      <a:pt x="1508" y="696"/>
                      <a:pt x="1444" y="611"/>
                      <a:pt x="1416" y="519"/>
                    </a:cubicBezTo>
                    <a:cubicBezTo>
                      <a:pt x="1359" y="434"/>
                      <a:pt x="1331" y="377"/>
                      <a:pt x="1267" y="285"/>
                    </a:cubicBezTo>
                    <a:cubicBezTo>
                      <a:pt x="1182" y="200"/>
                      <a:pt x="1062" y="108"/>
                      <a:pt x="949" y="52"/>
                    </a:cubicBezTo>
                    <a:cubicBezTo>
                      <a:pt x="861" y="18"/>
                      <a:pt x="769" y="1"/>
                      <a:pt x="6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0"/>
              <p:cNvSpPr/>
              <p:nvPr/>
            </p:nvSpPr>
            <p:spPr>
              <a:xfrm>
                <a:off x="3646437" y="3627817"/>
                <a:ext cx="21893" cy="47156"/>
              </a:xfrm>
              <a:custGeom>
                <a:avLst/>
                <a:gdLst/>
                <a:ahLst/>
                <a:cxnLst/>
                <a:rect l="l" t="t" r="r" b="b"/>
                <a:pathLst>
                  <a:path w="617" h="1329" extrusionOk="0">
                    <a:moveTo>
                      <a:pt x="213" y="0"/>
                    </a:moveTo>
                    <a:cubicBezTo>
                      <a:pt x="180" y="0"/>
                      <a:pt x="149" y="10"/>
                      <a:pt x="121" y="34"/>
                    </a:cubicBezTo>
                    <a:cubicBezTo>
                      <a:pt x="1" y="119"/>
                      <a:pt x="178" y="472"/>
                      <a:pt x="234" y="593"/>
                    </a:cubicBezTo>
                    <a:cubicBezTo>
                      <a:pt x="326" y="770"/>
                      <a:pt x="298" y="946"/>
                      <a:pt x="326" y="1123"/>
                    </a:cubicBezTo>
                    <a:cubicBezTo>
                      <a:pt x="326" y="1180"/>
                      <a:pt x="326" y="1237"/>
                      <a:pt x="355" y="1272"/>
                    </a:cubicBezTo>
                    <a:cubicBezTo>
                      <a:pt x="383" y="1300"/>
                      <a:pt x="439" y="1328"/>
                      <a:pt x="503" y="1328"/>
                    </a:cubicBezTo>
                    <a:cubicBezTo>
                      <a:pt x="560" y="1300"/>
                      <a:pt x="560" y="1237"/>
                      <a:pt x="588" y="1180"/>
                    </a:cubicBezTo>
                    <a:lnTo>
                      <a:pt x="588" y="918"/>
                    </a:lnTo>
                    <a:cubicBezTo>
                      <a:pt x="616" y="706"/>
                      <a:pt x="616" y="472"/>
                      <a:pt x="560" y="267"/>
                    </a:cubicBezTo>
                    <a:cubicBezTo>
                      <a:pt x="514" y="171"/>
                      <a:pt x="349" y="0"/>
                      <a:pt x="2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0"/>
              <p:cNvSpPr/>
              <p:nvPr/>
            </p:nvSpPr>
            <p:spPr>
              <a:xfrm>
                <a:off x="3656975" y="3663724"/>
                <a:ext cx="19870" cy="27180"/>
              </a:xfrm>
              <a:custGeom>
                <a:avLst/>
                <a:gdLst/>
                <a:ahLst/>
                <a:cxnLst/>
                <a:rect l="l" t="t" r="r" b="b"/>
                <a:pathLst>
                  <a:path w="560" h="766" extrusionOk="0">
                    <a:moveTo>
                      <a:pt x="214" y="0"/>
                    </a:moveTo>
                    <a:cubicBezTo>
                      <a:pt x="122" y="0"/>
                      <a:pt x="37" y="58"/>
                      <a:pt x="1" y="196"/>
                    </a:cubicBezTo>
                    <a:lnTo>
                      <a:pt x="142" y="755"/>
                    </a:lnTo>
                    <a:cubicBezTo>
                      <a:pt x="167" y="762"/>
                      <a:pt x="189" y="765"/>
                      <a:pt x="211" y="765"/>
                    </a:cubicBezTo>
                    <a:cubicBezTo>
                      <a:pt x="299" y="765"/>
                      <a:pt x="372" y="715"/>
                      <a:pt x="440" y="670"/>
                    </a:cubicBezTo>
                    <a:cubicBezTo>
                      <a:pt x="532" y="550"/>
                      <a:pt x="560" y="401"/>
                      <a:pt x="532" y="260"/>
                    </a:cubicBezTo>
                    <a:cubicBezTo>
                      <a:pt x="479" y="105"/>
                      <a:pt x="339" y="0"/>
                      <a:pt x="214" y="0"/>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0"/>
              <p:cNvSpPr/>
              <p:nvPr/>
            </p:nvSpPr>
            <p:spPr>
              <a:xfrm>
                <a:off x="3581683" y="3629165"/>
                <a:ext cx="84626" cy="101409"/>
              </a:xfrm>
              <a:custGeom>
                <a:avLst/>
                <a:gdLst/>
                <a:ahLst/>
                <a:cxnLst/>
                <a:rect l="l" t="t" r="r" b="b"/>
                <a:pathLst>
                  <a:path w="2385" h="2858" extrusionOk="0">
                    <a:moveTo>
                      <a:pt x="1958" y="1"/>
                    </a:moveTo>
                    <a:cubicBezTo>
                      <a:pt x="1709" y="1"/>
                      <a:pt x="1264" y="290"/>
                      <a:pt x="1062" y="314"/>
                    </a:cubicBezTo>
                    <a:cubicBezTo>
                      <a:pt x="850" y="378"/>
                      <a:pt x="496" y="434"/>
                      <a:pt x="319" y="583"/>
                    </a:cubicBezTo>
                    <a:cubicBezTo>
                      <a:pt x="1" y="937"/>
                      <a:pt x="57" y="1552"/>
                      <a:pt x="262" y="1998"/>
                    </a:cubicBezTo>
                    <a:cubicBezTo>
                      <a:pt x="291" y="2055"/>
                      <a:pt x="383" y="2260"/>
                      <a:pt x="411" y="2323"/>
                    </a:cubicBezTo>
                    <a:cubicBezTo>
                      <a:pt x="682" y="2729"/>
                      <a:pt x="1105" y="2858"/>
                      <a:pt x="1435" y="2858"/>
                    </a:cubicBezTo>
                    <a:cubicBezTo>
                      <a:pt x="1537" y="2858"/>
                      <a:pt x="1629" y="2846"/>
                      <a:pt x="1706" y="2826"/>
                    </a:cubicBezTo>
                    <a:cubicBezTo>
                      <a:pt x="2088" y="2734"/>
                      <a:pt x="2300" y="2408"/>
                      <a:pt x="2356" y="1970"/>
                    </a:cubicBezTo>
                    <a:cubicBezTo>
                      <a:pt x="2356" y="1906"/>
                      <a:pt x="2385" y="1644"/>
                      <a:pt x="2385" y="1552"/>
                    </a:cubicBezTo>
                    <a:cubicBezTo>
                      <a:pt x="2385" y="1057"/>
                      <a:pt x="2264" y="137"/>
                      <a:pt x="2059" y="24"/>
                    </a:cubicBezTo>
                    <a:cubicBezTo>
                      <a:pt x="2032" y="8"/>
                      <a:pt x="1997" y="1"/>
                      <a:pt x="1958" y="1"/>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0"/>
              <p:cNvSpPr/>
              <p:nvPr/>
            </p:nvSpPr>
            <p:spPr>
              <a:xfrm>
                <a:off x="3573167" y="3610431"/>
                <a:ext cx="94171" cy="76855"/>
              </a:xfrm>
              <a:custGeom>
                <a:avLst/>
                <a:gdLst/>
                <a:ahLst/>
                <a:cxnLst/>
                <a:rect l="l" t="t" r="r" b="b"/>
                <a:pathLst>
                  <a:path w="2654" h="2166" extrusionOk="0">
                    <a:moveTo>
                      <a:pt x="1228" y="0"/>
                    </a:moveTo>
                    <a:cubicBezTo>
                      <a:pt x="1132" y="0"/>
                      <a:pt x="1037" y="7"/>
                      <a:pt x="948" y="22"/>
                    </a:cubicBezTo>
                    <a:cubicBezTo>
                      <a:pt x="708" y="78"/>
                      <a:pt x="474" y="198"/>
                      <a:pt x="297" y="404"/>
                    </a:cubicBezTo>
                    <a:cubicBezTo>
                      <a:pt x="92" y="665"/>
                      <a:pt x="0" y="1054"/>
                      <a:pt x="92" y="1408"/>
                    </a:cubicBezTo>
                    <a:cubicBezTo>
                      <a:pt x="120" y="1642"/>
                      <a:pt x="205" y="2024"/>
                      <a:pt x="474" y="2144"/>
                    </a:cubicBezTo>
                    <a:cubicBezTo>
                      <a:pt x="511" y="2158"/>
                      <a:pt x="546" y="2165"/>
                      <a:pt x="578" y="2165"/>
                    </a:cubicBezTo>
                    <a:cubicBezTo>
                      <a:pt x="674" y="2165"/>
                      <a:pt x="745" y="2100"/>
                      <a:pt x="771" y="1967"/>
                    </a:cubicBezTo>
                    <a:cubicBezTo>
                      <a:pt x="800" y="1790"/>
                      <a:pt x="771" y="1585"/>
                      <a:pt x="771" y="1373"/>
                    </a:cubicBezTo>
                    <a:cubicBezTo>
                      <a:pt x="771" y="1345"/>
                      <a:pt x="771" y="1345"/>
                      <a:pt x="800" y="1316"/>
                    </a:cubicBezTo>
                    <a:cubicBezTo>
                      <a:pt x="828" y="1288"/>
                      <a:pt x="856" y="1288"/>
                      <a:pt x="884" y="1288"/>
                    </a:cubicBezTo>
                    <a:cubicBezTo>
                      <a:pt x="1330" y="1231"/>
                      <a:pt x="1684" y="1019"/>
                      <a:pt x="2038" y="757"/>
                    </a:cubicBezTo>
                    <a:cubicBezTo>
                      <a:pt x="2122" y="842"/>
                      <a:pt x="2214" y="906"/>
                      <a:pt x="2328" y="934"/>
                    </a:cubicBezTo>
                    <a:cubicBezTo>
                      <a:pt x="2391" y="934"/>
                      <a:pt x="2476" y="934"/>
                      <a:pt x="2540" y="906"/>
                    </a:cubicBezTo>
                    <a:cubicBezTo>
                      <a:pt x="2625" y="878"/>
                      <a:pt x="2653" y="814"/>
                      <a:pt x="2625" y="729"/>
                    </a:cubicBezTo>
                    <a:cubicBezTo>
                      <a:pt x="2625" y="665"/>
                      <a:pt x="2596" y="609"/>
                      <a:pt x="2540" y="552"/>
                    </a:cubicBezTo>
                    <a:cubicBezTo>
                      <a:pt x="2448" y="404"/>
                      <a:pt x="2328" y="312"/>
                      <a:pt x="2214" y="227"/>
                    </a:cubicBezTo>
                    <a:cubicBezTo>
                      <a:pt x="2009" y="106"/>
                      <a:pt x="1769" y="50"/>
                      <a:pt x="1507" y="22"/>
                    </a:cubicBezTo>
                    <a:cubicBezTo>
                      <a:pt x="1419" y="7"/>
                      <a:pt x="1323" y="0"/>
                      <a:pt x="12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0"/>
              <p:cNvSpPr/>
              <p:nvPr/>
            </p:nvSpPr>
            <p:spPr>
              <a:xfrm>
                <a:off x="3574125" y="3667876"/>
                <a:ext cx="29450" cy="30586"/>
              </a:xfrm>
              <a:custGeom>
                <a:avLst/>
                <a:gdLst/>
                <a:ahLst/>
                <a:cxnLst/>
                <a:rect l="l" t="t" r="r" b="b"/>
                <a:pathLst>
                  <a:path w="830" h="862" extrusionOk="0">
                    <a:moveTo>
                      <a:pt x="435" y="1"/>
                    </a:moveTo>
                    <a:cubicBezTo>
                      <a:pt x="73" y="1"/>
                      <a:pt x="0" y="551"/>
                      <a:pt x="242" y="787"/>
                    </a:cubicBezTo>
                    <a:cubicBezTo>
                      <a:pt x="290" y="837"/>
                      <a:pt x="349" y="862"/>
                      <a:pt x="410" y="862"/>
                    </a:cubicBezTo>
                    <a:cubicBezTo>
                      <a:pt x="494" y="862"/>
                      <a:pt x="583" y="816"/>
                      <a:pt x="652" y="730"/>
                    </a:cubicBezTo>
                    <a:lnTo>
                      <a:pt x="829" y="284"/>
                    </a:lnTo>
                    <a:cubicBezTo>
                      <a:pt x="744" y="171"/>
                      <a:pt x="681" y="51"/>
                      <a:pt x="567" y="23"/>
                    </a:cubicBezTo>
                    <a:cubicBezTo>
                      <a:pt x="520" y="8"/>
                      <a:pt x="476" y="1"/>
                      <a:pt x="435" y="1"/>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0"/>
              <p:cNvSpPr/>
              <p:nvPr/>
            </p:nvSpPr>
            <p:spPr>
              <a:xfrm>
                <a:off x="3507384" y="4019214"/>
                <a:ext cx="479972" cy="645249"/>
              </a:xfrm>
              <a:custGeom>
                <a:avLst/>
                <a:gdLst/>
                <a:ahLst/>
                <a:cxnLst/>
                <a:rect l="l" t="t" r="r" b="b"/>
                <a:pathLst>
                  <a:path w="13527" h="18185" extrusionOk="0">
                    <a:moveTo>
                      <a:pt x="2992" y="0"/>
                    </a:moveTo>
                    <a:cubicBezTo>
                      <a:pt x="2859" y="0"/>
                      <a:pt x="2725" y="8"/>
                      <a:pt x="2590" y="25"/>
                    </a:cubicBezTo>
                    <a:cubicBezTo>
                      <a:pt x="2003" y="81"/>
                      <a:pt x="1147" y="407"/>
                      <a:pt x="885" y="994"/>
                    </a:cubicBezTo>
                    <a:cubicBezTo>
                      <a:pt x="588" y="1673"/>
                      <a:pt x="383" y="2501"/>
                      <a:pt x="262" y="3237"/>
                    </a:cubicBezTo>
                    <a:cubicBezTo>
                      <a:pt x="29" y="4800"/>
                      <a:pt x="57" y="6300"/>
                      <a:pt x="86" y="7891"/>
                    </a:cubicBezTo>
                    <a:cubicBezTo>
                      <a:pt x="149" y="9342"/>
                      <a:pt x="1" y="11167"/>
                      <a:pt x="29" y="12638"/>
                    </a:cubicBezTo>
                    <a:cubicBezTo>
                      <a:pt x="57" y="14612"/>
                      <a:pt x="57" y="16147"/>
                      <a:pt x="206" y="18008"/>
                    </a:cubicBezTo>
                    <a:cubicBezTo>
                      <a:pt x="234" y="18093"/>
                      <a:pt x="765" y="18149"/>
                      <a:pt x="857" y="18149"/>
                    </a:cubicBezTo>
                    <a:cubicBezTo>
                      <a:pt x="1052" y="18164"/>
                      <a:pt x="1248" y="18169"/>
                      <a:pt x="1443" y="18169"/>
                    </a:cubicBezTo>
                    <a:cubicBezTo>
                      <a:pt x="1842" y="18169"/>
                      <a:pt x="2240" y="18149"/>
                      <a:pt x="2634" y="18149"/>
                    </a:cubicBezTo>
                    <a:cubicBezTo>
                      <a:pt x="2888" y="18149"/>
                      <a:pt x="3140" y="18157"/>
                      <a:pt x="3389" y="18185"/>
                    </a:cubicBezTo>
                    <a:cubicBezTo>
                      <a:pt x="3418" y="16324"/>
                      <a:pt x="3474" y="14471"/>
                      <a:pt x="3510" y="12610"/>
                    </a:cubicBezTo>
                    <a:cubicBezTo>
                      <a:pt x="3538" y="11315"/>
                      <a:pt x="3538" y="9985"/>
                      <a:pt x="3715" y="8691"/>
                    </a:cubicBezTo>
                    <a:cubicBezTo>
                      <a:pt x="3828" y="7573"/>
                      <a:pt x="3920" y="6448"/>
                      <a:pt x="4005" y="5359"/>
                    </a:cubicBezTo>
                    <a:cubicBezTo>
                      <a:pt x="4005" y="5154"/>
                      <a:pt x="3976" y="4885"/>
                      <a:pt x="4040" y="4708"/>
                    </a:cubicBezTo>
                    <a:cubicBezTo>
                      <a:pt x="4066" y="4590"/>
                      <a:pt x="4151" y="4556"/>
                      <a:pt x="4259" y="4556"/>
                    </a:cubicBezTo>
                    <a:cubicBezTo>
                      <a:pt x="4391" y="4556"/>
                      <a:pt x="4555" y="4608"/>
                      <a:pt x="4684" y="4623"/>
                    </a:cubicBezTo>
                    <a:cubicBezTo>
                      <a:pt x="5214" y="4743"/>
                      <a:pt x="5717" y="4920"/>
                      <a:pt x="6219" y="5062"/>
                    </a:cubicBezTo>
                    <a:cubicBezTo>
                      <a:pt x="7400" y="5479"/>
                      <a:pt x="8667" y="5805"/>
                      <a:pt x="9905" y="5946"/>
                    </a:cubicBezTo>
                    <a:cubicBezTo>
                      <a:pt x="9876" y="6010"/>
                      <a:pt x="9841" y="6066"/>
                      <a:pt x="9841" y="6123"/>
                    </a:cubicBezTo>
                    <a:lnTo>
                      <a:pt x="9841" y="6215"/>
                    </a:lnTo>
                    <a:cubicBezTo>
                      <a:pt x="9905" y="7043"/>
                      <a:pt x="9933" y="7835"/>
                      <a:pt x="9961" y="8663"/>
                    </a:cubicBezTo>
                    <a:cubicBezTo>
                      <a:pt x="9961" y="8896"/>
                      <a:pt x="10195" y="10757"/>
                      <a:pt x="10195" y="11344"/>
                    </a:cubicBezTo>
                    <a:cubicBezTo>
                      <a:pt x="10195" y="11429"/>
                      <a:pt x="10287" y="11492"/>
                      <a:pt x="10372" y="11492"/>
                    </a:cubicBezTo>
                    <a:cubicBezTo>
                      <a:pt x="10496" y="11454"/>
                      <a:pt x="10647" y="11443"/>
                      <a:pt x="10801" y="11443"/>
                    </a:cubicBezTo>
                    <a:cubicBezTo>
                      <a:pt x="11015" y="11443"/>
                      <a:pt x="11236" y="11464"/>
                      <a:pt x="11405" y="11464"/>
                    </a:cubicBezTo>
                    <a:cubicBezTo>
                      <a:pt x="11935" y="11429"/>
                      <a:pt x="12466" y="11400"/>
                      <a:pt x="12996" y="11344"/>
                    </a:cubicBezTo>
                    <a:cubicBezTo>
                      <a:pt x="13060" y="11344"/>
                      <a:pt x="13117" y="11315"/>
                      <a:pt x="13145" y="11287"/>
                    </a:cubicBezTo>
                    <a:cubicBezTo>
                      <a:pt x="13201" y="11252"/>
                      <a:pt x="13201" y="11195"/>
                      <a:pt x="13201" y="11139"/>
                    </a:cubicBezTo>
                    <a:cubicBezTo>
                      <a:pt x="13527" y="9221"/>
                      <a:pt x="13499" y="7425"/>
                      <a:pt x="13350" y="5451"/>
                    </a:cubicBezTo>
                    <a:cubicBezTo>
                      <a:pt x="13293" y="4651"/>
                      <a:pt x="13378" y="3442"/>
                      <a:pt x="12586" y="3003"/>
                    </a:cubicBezTo>
                    <a:cubicBezTo>
                      <a:pt x="11645" y="2409"/>
                      <a:pt x="10315" y="2267"/>
                      <a:pt x="9226" y="1998"/>
                    </a:cubicBezTo>
                    <a:cubicBezTo>
                      <a:pt x="8370" y="1765"/>
                      <a:pt x="7514" y="1560"/>
                      <a:pt x="6693" y="1234"/>
                    </a:cubicBezTo>
                    <a:cubicBezTo>
                      <a:pt x="6014" y="966"/>
                      <a:pt x="5391" y="640"/>
                      <a:pt x="4712" y="378"/>
                    </a:cubicBezTo>
                    <a:cubicBezTo>
                      <a:pt x="4162" y="159"/>
                      <a:pt x="3589" y="0"/>
                      <a:pt x="29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0"/>
              <p:cNvSpPr/>
              <p:nvPr/>
            </p:nvSpPr>
            <p:spPr>
              <a:xfrm>
                <a:off x="3470732" y="3752251"/>
                <a:ext cx="313807" cy="326404"/>
              </a:xfrm>
              <a:custGeom>
                <a:avLst/>
                <a:gdLst/>
                <a:ahLst/>
                <a:cxnLst/>
                <a:rect l="l" t="t" r="r" b="b"/>
                <a:pathLst>
                  <a:path w="8844" h="9199" extrusionOk="0">
                    <a:moveTo>
                      <a:pt x="3418" y="0"/>
                    </a:moveTo>
                    <a:cubicBezTo>
                      <a:pt x="3036" y="121"/>
                      <a:pt x="2654" y="92"/>
                      <a:pt x="2243" y="149"/>
                    </a:cubicBezTo>
                    <a:cubicBezTo>
                      <a:pt x="1975" y="177"/>
                      <a:pt x="1741" y="269"/>
                      <a:pt x="1444" y="298"/>
                    </a:cubicBezTo>
                    <a:cubicBezTo>
                      <a:pt x="913" y="418"/>
                      <a:pt x="439" y="800"/>
                      <a:pt x="206" y="1302"/>
                    </a:cubicBezTo>
                    <a:cubicBezTo>
                      <a:pt x="86" y="1536"/>
                      <a:pt x="1" y="1769"/>
                      <a:pt x="1" y="2038"/>
                    </a:cubicBezTo>
                    <a:cubicBezTo>
                      <a:pt x="1" y="2243"/>
                      <a:pt x="29" y="2476"/>
                      <a:pt x="57" y="2682"/>
                    </a:cubicBezTo>
                    <a:cubicBezTo>
                      <a:pt x="178" y="3453"/>
                      <a:pt x="206" y="4309"/>
                      <a:pt x="503" y="5016"/>
                    </a:cubicBezTo>
                    <a:cubicBezTo>
                      <a:pt x="616" y="5334"/>
                      <a:pt x="828" y="5632"/>
                      <a:pt x="1034" y="5929"/>
                    </a:cubicBezTo>
                    <a:cubicBezTo>
                      <a:pt x="1119" y="6077"/>
                      <a:pt x="1211" y="6219"/>
                      <a:pt x="1324" y="6339"/>
                    </a:cubicBezTo>
                    <a:cubicBezTo>
                      <a:pt x="1383" y="6366"/>
                      <a:pt x="1567" y="6547"/>
                      <a:pt x="1636" y="6547"/>
                    </a:cubicBezTo>
                    <a:cubicBezTo>
                      <a:pt x="1641" y="6547"/>
                      <a:pt x="1645" y="6546"/>
                      <a:pt x="1649" y="6544"/>
                    </a:cubicBezTo>
                    <a:lnTo>
                      <a:pt x="1677" y="6544"/>
                    </a:lnTo>
                    <a:cubicBezTo>
                      <a:pt x="1621" y="6898"/>
                      <a:pt x="1593" y="7315"/>
                      <a:pt x="1501" y="7697"/>
                    </a:cubicBezTo>
                    <a:cubicBezTo>
                      <a:pt x="1472" y="7931"/>
                      <a:pt x="1324" y="8284"/>
                      <a:pt x="1472" y="8518"/>
                    </a:cubicBezTo>
                    <a:cubicBezTo>
                      <a:pt x="1593" y="8730"/>
                      <a:pt x="1946" y="8787"/>
                      <a:pt x="2151" y="8815"/>
                    </a:cubicBezTo>
                    <a:cubicBezTo>
                      <a:pt x="2774" y="8935"/>
                      <a:pt x="3389" y="8992"/>
                      <a:pt x="4040" y="9084"/>
                    </a:cubicBezTo>
                    <a:cubicBezTo>
                      <a:pt x="4571" y="9140"/>
                      <a:pt x="5116" y="9199"/>
                      <a:pt x="5657" y="9199"/>
                    </a:cubicBezTo>
                    <a:cubicBezTo>
                      <a:pt x="6198" y="9199"/>
                      <a:pt x="6736" y="9140"/>
                      <a:pt x="7252" y="8964"/>
                    </a:cubicBezTo>
                    <a:cubicBezTo>
                      <a:pt x="7401" y="8907"/>
                      <a:pt x="7577" y="8843"/>
                      <a:pt x="7691" y="8730"/>
                    </a:cubicBezTo>
                    <a:cubicBezTo>
                      <a:pt x="7988" y="8433"/>
                      <a:pt x="7811" y="7697"/>
                      <a:pt x="7811" y="7315"/>
                    </a:cubicBezTo>
                    <a:cubicBezTo>
                      <a:pt x="7811" y="7223"/>
                      <a:pt x="7811" y="6693"/>
                      <a:pt x="7662" y="6693"/>
                    </a:cubicBezTo>
                    <a:cubicBezTo>
                      <a:pt x="7811" y="6693"/>
                      <a:pt x="7959" y="6664"/>
                      <a:pt x="8080" y="6608"/>
                    </a:cubicBezTo>
                    <a:cubicBezTo>
                      <a:pt x="8341" y="6431"/>
                      <a:pt x="8490" y="6106"/>
                      <a:pt x="8575" y="5780"/>
                    </a:cubicBezTo>
                    <a:cubicBezTo>
                      <a:pt x="8723" y="5306"/>
                      <a:pt x="8844" y="4776"/>
                      <a:pt x="8815" y="4273"/>
                    </a:cubicBezTo>
                    <a:cubicBezTo>
                      <a:pt x="8787" y="3920"/>
                      <a:pt x="8723" y="3601"/>
                      <a:pt x="8639" y="3276"/>
                    </a:cubicBezTo>
                    <a:cubicBezTo>
                      <a:pt x="8490" y="2653"/>
                      <a:pt x="8221" y="2094"/>
                      <a:pt x="7959" y="1564"/>
                    </a:cubicBezTo>
                    <a:cubicBezTo>
                      <a:pt x="7867" y="1387"/>
                      <a:pt x="7783" y="1210"/>
                      <a:pt x="7662" y="1062"/>
                    </a:cubicBezTo>
                    <a:cubicBezTo>
                      <a:pt x="7309" y="595"/>
                      <a:pt x="6870" y="241"/>
                      <a:pt x="6276" y="149"/>
                    </a:cubicBezTo>
                    <a:cubicBezTo>
                      <a:pt x="5894" y="92"/>
                      <a:pt x="5483" y="121"/>
                      <a:pt x="5101" y="29"/>
                    </a:cubicBezTo>
                    <a:cubicBezTo>
                      <a:pt x="5073" y="418"/>
                      <a:pt x="4719" y="708"/>
                      <a:pt x="4366" y="708"/>
                    </a:cubicBezTo>
                    <a:cubicBezTo>
                      <a:pt x="4012" y="708"/>
                      <a:pt x="3623" y="651"/>
                      <a:pt x="3481" y="326"/>
                    </a:cubicBezTo>
                    <a:cubicBezTo>
                      <a:pt x="3446" y="241"/>
                      <a:pt x="3418" y="121"/>
                      <a:pt x="34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0"/>
              <p:cNvSpPr/>
              <p:nvPr/>
            </p:nvSpPr>
            <p:spPr>
              <a:xfrm>
                <a:off x="3514658" y="3905638"/>
                <a:ext cx="168471" cy="85123"/>
              </a:xfrm>
              <a:custGeom>
                <a:avLst/>
                <a:gdLst/>
                <a:ahLst/>
                <a:cxnLst/>
                <a:rect l="l" t="t" r="r" b="b"/>
                <a:pathLst>
                  <a:path w="4748" h="2399" extrusionOk="0">
                    <a:moveTo>
                      <a:pt x="2468" y="0"/>
                    </a:moveTo>
                    <a:cubicBezTo>
                      <a:pt x="2068" y="0"/>
                      <a:pt x="1674" y="36"/>
                      <a:pt x="1295" y="163"/>
                    </a:cubicBezTo>
                    <a:cubicBezTo>
                      <a:pt x="652" y="396"/>
                      <a:pt x="29" y="955"/>
                      <a:pt x="29" y="1662"/>
                    </a:cubicBezTo>
                    <a:cubicBezTo>
                      <a:pt x="1" y="2313"/>
                      <a:pt x="737" y="2398"/>
                      <a:pt x="1211" y="2398"/>
                    </a:cubicBezTo>
                    <a:cubicBezTo>
                      <a:pt x="1593" y="2370"/>
                      <a:pt x="2003" y="2285"/>
                      <a:pt x="2385" y="2193"/>
                    </a:cubicBezTo>
                    <a:cubicBezTo>
                      <a:pt x="3064" y="2016"/>
                      <a:pt x="3771" y="1839"/>
                      <a:pt x="4479" y="1634"/>
                    </a:cubicBezTo>
                    <a:cubicBezTo>
                      <a:pt x="4571" y="1634"/>
                      <a:pt x="4656" y="1606"/>
                      <a:pt x="4748" y="1577"/>
                    </a:cubicBezTo>
                    <a:cubicBezTo>
                      <a:pt x="4479" y="1365"/>
                      <a:pt x="4245" y="1132"/>
                      <a:pt x="4012" y="927"/>
                    </a:cubicBezTo>
                    <a:cubicBezTo>
                      <a:pt x="3835" y="750"/>
                      <a:pt x="3623" y="601"/>
                      <a:pt x="3446" y="424"/>
                    </a:cubicBezTo>
                    <a:cubicBezTo>
                      <a:pt x="3305" y="247"/>
                      <a:pt x="3156" y="99"/>
                      <a:pt x="2951" y="14"/>
                    </a:cubicBezTo>
                    <a:cubicBezTo>
                      <a:pt x="2789" y="6"/>
                      <a:pt x="2628" y="0"/>
                      <a:pt x="2468" y="0"/>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0"/>
              <p:cNvSpPr/>
              <p:nvPr/>
            </p:nvSpPr>
            <p:spPr>
              <a:xfrm>
                <a:off x="3625609" y="3907128"/>
                <a:ext cx="169464" cy="78878"/>
              </a:xfrm>
              <a:custGeom>
                <a:avLst/>
                <a:gdLst/>
                <a:ahLst/>
                <a:cxnLst/>
                <a:rect l="l" t="t" r="r" b="b"/>
                <a:pathLst>
                  <a:path w="4776" h="2223" extrusionOk="0">
                    <a:moveTo>
                      <a:pt x="1" y="0"/>
                    </a:moveTo>
                    <a:cubicBezTo>
                      <a:pt x="114" y="85"/>
                      <a:pt x="206" y="177"/>
                      <a:pt x="291" y="262"/>
                    </a:cubicBezTo>
                    <a:cubicBezTo>
                      <a:pt x="468" y="439"/>
                      <a:pt x="644" y="616"/>
                      <a:pt x="850" y="793"/>
                    </a:cubicBezTo>
                    <a:cubicBezTo>
                      <a:pt x="1147" y="1061"/>
                      <a:pt x="1444" y="1323"/>
                      <a:pt x="1734" y="1592"/>
                    </a:cubicBezTo>
                    <a:cubicBezTo>
                      <a:pt x="2088" y="1535"/>
                      <a:pt x="2441" y="1443"/>
                      <a:pt x="2767" y="1387"/>
                    </a:cubicBezTo>
                    <a:cubicBezTo>
                      <a:pt x="2964" y="1348"/>
                      <a:pt x="3161" y="1323"/>
                      <a:pt x="3338" y="1323"/>
                    </a:cubicBezTo>
                    <a:cubicBezTo>
                      <a:pt x="3453" y="1323"/>
                      <a:pt x="3559" y="1333"/>
                      <a:pt x="3651" y="1359"/>
                    </a:cubicBezTo>
                    <a:cubicBezTo>
                      <a:pt x="3828" y="1415"/>
                      <a:pt x="3976" y="1500"/>
                      <a:pt x="4068" y="1649"/>
                    </a:cubicBezTo>
                    <a:cubicBezTo>
                      <a:pt x="4125" y="1712"/>
                      <a:pt x="4182" y="1769"/>
                      <a:pt x="4182" y="1825"/>
                    </a:cubicBezTo>
                    <a:cubicBezTo>
                      <a:pt x="4210" y="1946"/>
                      <a:pt x="4153" y="2066"/>
                      <a:pt x="4125" y="2151"/>
                    </a:cubicBezTo>
                    <a:cubicBezTo>
                      <a:pt x="4125" y="2179"/>
                      <a:pt x="4125" y="2179"/>
                      <a:pt x="4153" y="2179"/>
                    </a:cubicBezTo>
                    <a:cubicBezTo>
                      <a:pt x="4153" y="2199"/>
                      <a:pt x="4167" y="2222"/>
                      <a:pt x="4185" y="2222"/>
                    </a:cubicBezTo>
                    <a:cubicBezTo>
                      <a:pt x="4193" y="2222"/>
                      <a:pt x="4201" y="2218"/>
                      <a:pt x="4210" y="2207"/>
                    </a:cubicBezTo>
                    <a:cubicBezTo>
                      <a:pt x="4468" y="2207"/>
                      <a:pt x="4572" y="1876"/>
                      <a:pt x="4571" y="1636"/>
                    </a:cubicBezTo>
                    <a:lnTo>
                      <a:pt x="4571" y="1636"/>
                    </a:lnTo>
                    <a:cubicBezTo>
                      <a:pt x="4583" y="1728"/>
                      <a:pt x="4607" y="1830"/>
                      <a:pt x="4627" y="1917"/>
                    </a:cubicBezTo>
                    <a:cubicBezTo>
                      <a:pt x="4627" y="1974"/>
                      <a:pt x="4564" y="2151"/>
                      <a:pt x="4627" y="2179"/>
                    </a:cubicBezTo>
                    <a:cubicBezTo>
                      <a:pt x="4636" y="2187"/>
                      <a:pt x="4644" y="2191"/>
                      <a:pt x="4651" y="2191"/>
                    </a:cubicBezTo>
                    <a:cubicBezTo>
                      <a:pt x="4670" y="2191"/>
                      <a:pt x="4684" y="2171"/>
                      <a:pt x="4684" y="2151"/>
                    </a:cubicBezTo>
                    <a:cubicBezTo>
                      <a:pt x="4776" y="2031"/>
                      <a:pt x="4776" y="1854"/>
                      <a:pt x="4776" y="1741"/>
                    </a:cubicBezTo>
                    <a:cubicBezTo>
                      <a:pt x="4776" y="1323"/>
                      <a:pt x="4656" y="941"/>
                      <a:pt x="4422" y="651"/>
                    </a:cubicBezTo>
                    <a:cubicBezTo>
                      <a:pt x="4182" y="382"/>
                      <a:pt x="3856" y="177"/>
                      <a:pt x="3502" y="149"/>
                    </a:cubicBezTo>
                    <a:cubicBezTo>
                      <a:pt x="3309" y="126"/>
                      <a:pt x="3112" y="119"/>
                      <a:pt x="2913" y="119"/>
                    </a:cubicBezTo>
                    <a:cubicBezTo>
                      <a:pt x="2676" y="119"/>
                      <a:pt x="2436" y="128"/>
                      <a:pt x="2194" y="128"/>
                    </a:cubicBezTo>
                    <a:cubicBezTo>
                      <a:pt x="2081" y="128"/>
                      <a:pt x="1968" y="126"/>
                      <a:pt x="1854" y="121"/>
                    </a:cubicBezTo>
                    <a:cubicBezTo>
                      <a:pt x="1239" y="57"/>
                      <a:pt x="616" y="29"/>
                      <a:pt x="1" y="0"/>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0"/>
              <p:cNvSpPr/>
              <p:nvPr/>
            </p:nvSpPr>
            <p:spPr>
              <a:xfrm>
                <a:off x="3781231" y="3945767"/>
                <a:ext cx="7593" cy="19870"/>
              </a:xfrm>
              <a:custGeom>
                <a:avLst/>
                <a:gdLst/>
                <a:ahLst/>
                <a:cxnLst/>
                <a:rect l="l" t="t" r="r" b="b"/>
                <a:pathLst>
                  <a:path w="214" h="560" extrusionOk="0">
                    <a:moveTo>
                      <a:pt x="1" y="1"/>
                    </a:moveTo>
                    <a:cubicBezTo>
                      <a:pt x="1" y="29"/>
                      <a:pt x="36" y="57"/>
                      <a:pt x="36" y="93"/>
                    </a:cubicBezTo>
                    <a:cubicBezTo>
                      <a:pt x="64" y="121"/>
                      <a:pt x="93" y="149"/>
                      <a:pt x="93" y="206"/>
                    </a:cubicBezTo>
                    <a:lnTo>
                      <a:pt x="93" y="270"/>
                    </a:lnTo>
                    <a:cubicBezTo>
                      <a:pt x="121" y="354"/>
                      <a:pt x="149" y="446"/>
                      <a:pt x="149" y="560"/>
                    </a:cubicBezTo>
                    <a:lnTo>
                      <a:pt x="213" y="560"/>
                    </a:lnTo>
                    <a:cubicBezTo>
                      <a:pt x="213" y="446"/>
                      <a:pt x="178" y="354"/>
                      <a:pt x="149" y="234"/>
                    </a:cubicBezTo>
                    <a:lnTo>
                      <a:pt x="149" y="178"/>
                    </a:lnTo>
                    <a:cubicBezTo>
                      <a:pt x="121" y="121"/>
                      <a:pt x="121" y="93"/>
                      <a:pt x="93" y="57"/>
                    </a:cubicBezTo>
                    <a:cubicBezTo>
                      <a:pt x="64" y="29"/>
                      <a:pt x="64" y="1"/>
                      <a:pt x="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0"/>
              <p:cNvSpPr/>
              <p:nvPr/>
            </p:nvSpPr>
            <p:spPr>
              <a:xfrm>
                <a:off x="3774951" y="3946796"/>
                <a:ext cx="8587" cy="39918"/>
              </a:xfrm>
              <a:custGeom>
                <a:avLst/>
                <a:gdLst/>
                <a:ahLst/>
                <a:cxnLst/>
                <a:rect l="l" t="t" r="r" b="b"/>
                <a:pathLst>
                  <a:path w="242" h="1125" extrusionOk="0">
                    <a:moveTo>
                      <a:pt x="65" y="0"/>
                    </a:moveTo>
                    <a:lnTo>
                      <a:pt x="1" y="28"/>
                    </a:lnTo>
                    <a:cubicBezTo>
                      <a:pt x="1" y="64"/>
                      <a:pt x="36" y="92"/>
                      <a:pt x="36" y="120"/>
                    </a:cubicBezTo>
                    <a:cubicBezTo>
                      <a:pt x="65" y="149"/>
                      <a:pt x="65" y="177"/>
                      <a:pt x="93" y="241"/>
                    </a:cubicBezTo>
                    <a:cubicBezTo>
                      <a:pt x="178" y="531"/>
                      <a:pt x="149" y="828"/>
                      <a:pt x="1" y="1089"/>
                    </a:cubicBezTo>
                    <a:lnTo>
                      <a:pt x="36" y="1125"/>
                    </a:lnTo>
                    <a:cubicBezTo>
                      <a:pt x="213" y="856"/>
                      <a:pt x="241" y="531"/>
                      <a:pt x="149" y="241"/>
                    </a:cubicBezTo>
                    <a:cubicBezTo>
                      <a:pt x="121" y="177"/>
                      <a:pt x="121" y="120"/>
                      <a:pt x="93" y="92"/>
                    </a:cubicBezTo>
                    <a:cubicBezTo>
                      <a:pt x="93" y="64"/>
                      <a:pt x="65" y="28"/>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0"/>
              <p:cNvSpPr/>
              <p:nvPr/>
            </p:nvSpPr>
            <p:spPr>
              <a:xfrm>
                <a:off x="3528212" y="3890948"/>
                <a:ext cx="252068" cy="102509"/>
              </a:xfrm>
              <a:custGeom>
                <a:avLst/>
                <a:gdLst/>
                <a:ahLst/>
                <a:cxnLst/>
                <a:rect l="l" t="t" r="r" b="b"/>
                <a:pathLst>
                  <a:path w="7104" h="2889" extrusionOk="0">
                    <a:moveTo>
                      <a:pt x="1566" y="0"/>
                    </a:moveTo>
                    <a:cubicBezTo>
                      <a:pt x="1198" y="0"/>
                      <a:pt x="836" y="69"/>
                      <a:pt x="503" y="251"/>
                    </a:cubicBezTo>
                    <a:cubicBezTo>
                      <a:pt x="326" y="336"/>
                      <a:pt x="206" y="456"/>
                      <a:pt x="121" y="605"/>
                    </a:cubicBezTo>
                    <a:cubicBezTo>
                      <a:pt x="57" y="690"/>
                      <a:pt x="29" y="782"/>
                      <a:pt x="1" y="867"/>
                    </a:cubicBezTo>
                    <a:lnTo>
                      <a:pt x="1" y="1072"/>
                    </a:lnTo>
                    <a:lnTo>
                      <a:pt x="1" y="1192"/>
                    </a:lnTo>
                    <a:cubicBezTo>
                      <a:pt x="121" y="1107"/>
                      <a:pt x="178" y="1015"/>
                      <a:pt x="298" y="959"/>
                    </a:cubicBezTo>
                    <a:cubicBezTo>
                      <a:pt x="475" y="867"/>
                      <a:pt x="623" y="782"/>
                      <a:pt x="800" y="690"/>
                    </a:cubicBezTo>
                    <a:lnTo>
                      <a:pt x="885" y="690"/>
                    </a:lnTo>
                    <a:cubicBezTo>
                      <a:pt x="1713" y="1072"/>
                      <a:pt x="2569" y="1461"/>
                      <a:pt x="3305" y="1991"/>
                    </a:cubicBezTo>
                    <a:cubicBezTo>
                      <a:pt x="3453" y="2076"/>
                      <a:pt x="3566" y="2168"/>
                      <a:pt x="3715" y="2253"/>
                    </a:cubicBezTo>
                    <a:cubicBezTo>
                      <a:pt x="3771" y="2281"/>
                      <a:pt x="3835" y="2345"/>
                      <a:pt x="3892" y="2373"/>
                    </a:cubicBezTo>
                    <a:cubicBezTo>
                      <a:pt x="4069" y="2487"/>
                      <a:pt x="4274" y="2550"/>
                      <a:pt x="4479" y="2663"/>
                    </a:cubicBezTo>
                    <a:cubicBezTo>
                      <a:pt x="4811" y="2822"/>
                      <a:pt x="5160" y="2888"/>
                      <a:pt x="5511" y="2888"/>
                    </a:cubicBezTo>
                    <a:cubicBezTo>
                      <a:pt x="5817" y="2888"/>
                      <a:pt x="6124" y="2838"/>
                      <a:pt x="6424" y="2755"/>
                    </a:cubicBezTo>
                    <a:cubicBezTo>
                      <a:pt x="7103" y="2579"/>
                      <a:pt x="6955" y="1843"/>
                      <a:pt x="6545" y="1425"/>
                    </a:cubicBezTo>
                    <a:cubicBezTo>
                      <a:pt x="6311" y="1135"/>
                      <a:pt x="5929" y="987"/>
                      <a:pt x="5575" y="838"/>
                    </a:cubicBezTo>
                    <a:cubicBezTo>
                      <a:pt x="4719" y="541"/>
                      <a:pt x="3835" y="456"/>
                      <a:pt x="2979" y="251"/>
                    </a:cubicBezTo>
                    <a:cubicBezTo>
                      <a:pt x="2528" y="115"/>
                      <a:pt x="2042" y="0"/>
                      <a:pt x="1566" y="0"/>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0"/>
              <p:cNvSpPr/>
              <p:nvPr/>
            </p:nvSpPr>
            <p:spPr>
              <a:xfrm>
                <a:off x="3551311" y="3911386"/>
                <a:ext cx="8338" cy="7309"/>
              </a:xfrm>
              <a:custGeom>
                <a:avLst/>
                <a:gdLst/>
                <a:ahLst/>
                <a:cxnLst/>
                <a:rect l="l" t="t" r="r" b="b"/>
                <a:pathLst>
                  <a:path w="235" h="206" extrusionOk="0">
                    <a:moveTo>
                      <a:pt x="1" y="1"/>
                    </a:moveTo>
                    <a:lnTo>
                      <a:pt x="1" y="57"/>
                    </a:lnTo>
                    <a:cubicBezTo>
                      <a:pt x="29" y="85"/>
                      <a:pt x="57" y="85"/>
                      <a:pt x="86" y="114"/>
                    </a:cubicBezTo>
                    <a:cubicBezTo>
                      <a:pt x="149" y="142"/>
                      <a:pt x="178" y="177"/>
                      <a:pt x="234" y="206"/>
                    </a:cubicBezTo>
                    <a:lnTo>
                      <a:pt x="234" y="142"/>
                    </a:lnTo>
                    <a:cubicBezTo>
                      <a:pt x="206" y="114"/>
                      <a:pt x="178" y="114"/>
                      <a:pt x="114" y="85"/>
                    </a:cubicBezTo>
                    <a:cubicBezTo>
                      <a:pt x="86" y="57"/>
                      <a:pt x="57" y="29"/>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0"/>
              <p:cNvSpPr/>
              <p:nvPr/>
            </p:nvSpPr>
            <p:spPr>
              <a:xfrm>
                <a:off x="3522961" y="3966595"/>
                <a:ext cx="7309" cy="10609"/>
              </a:xfrm>
              <a:custGeom>
                <a:avLst/>
                <a:gdLst/>
                <a:ahLst/>
                <a:cxnLst/>
                <a:rect l="l" t="t" r="r" b="b"/>
                <a:pathLst>
                  <a:path w="206" h="299" extrusionOk="0">
                    <a:moveTo>
                      <a:pt x="0" y="1"/>
                    </a:moveTo>
                    <a:cubicBezTo>
                      <a:pt x="0" y="121"/>
                      <a:pt x="92" y="241"/>
                      <a:pt x="205" y="298"/>
                    </a:cubicBezTo>
                    <a:lnTo>
                      <a:pt x="205" y="241"/>
                    </a:lnTo>
                    <a:cubicBezTo>
                      <a:pt x="121" y="213"/>
                      <a:pt x="64" y="121"/>
                      <a:pt x="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40"/>
              <p:cNvSpPr/>
              <p:nvPr/>
            </p:nvSpPr>
            <p:spPr>
              <a:xfrm>
                <a:off x="3753130" y="3974152"/>
                <a:ext cx="13590" cy="9296"/>
              </a:xfrm>
              <a:custGeom>
                <a:avLst/>
                <a:gdLst/>
                <a:ahLst/>
                <a:cxnLst/>
                <a:rect l="l" t="t" r="r" b="b"/>
                <a:pathLst>
                  <a:path w="383" h="262" extrusionOk="0">
                    <a:moveTo>
                      <a:pt x="354" y="0"/>
                    </a:moveTo>
                    <a:cubicBezTo>
                      <a:pt x="262" y="85"/>
                      <a:pt x="149" y="177"/>
                      <a:pt x="0" y="205"/>
                    </a:cubicBezTo>
                    <a:lnTo>
                      <a:pt x="0" y="262"/>
                    </a:lnTo>
                    <a:cubicBezTo>
                      <a:pt x="149" y="234"/>
                      <a:pt x="298" y="142"/>
                      <a:pt x="382" y="28"/>
                    </a:cubicBezTo>
                    <a:lnTo>
                      <a:pt x="35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40"/>
              <p:cNvSpPr/>
              <p:nvPr/>
            </p:nvSpPr>
            <p:spPr>
              <a:xfrm>
                <a:off x="3740569" y="3983413"/>
                <a:ext cx="8338" cy="3300"/>
              </a:xfrm>
              <a:custGeom>
                <a:avLst/>
                <a:gdLst/>
                <a:ahLst/>
                <a:cxnLst/>
                <a:rect l="l" t="t" r="r" b="b"/>
                <a:pathLst>
                  <a:path w="235" h="93" extrusionOk="0">
                    <a:moveTo>
                      <a:pt x="206" y="1"/>
                    </a:moveTo>
                    <a:lnTo>
                      <a:pt x="1" y="29"/>
                    </a:lnTo>
                    <a:lnTo>
                      <a:pt x="1" y="93"/>
                    </a:lnTo>
                    <a:lnTo>
                      <a:pt x="234" y="57"/>
                    </a:lnTo>
                    <a:lnTo>
                      <a:pt x="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0"/>
              <p:cNvSpPr/>
              <p:nvPr/>
            </p:nvSpPr>
            <p:spPr>
              <a:xfrm>
                <a:off x="3445647" y="4709330"/>
                <a:ext cx="162191" cy="56524"/>
              </a:xfrm>
              <a:custGeom>
                <a:avLst/>
                <a:gdLst/>
                <a:ahLst/>
                <a:cxnLst/>
                <a:rect l="l" t="t" r="r" b="b"/>
                <a:pathLst>
                  <a:path w="4571" h="1593" extrusionOk="0">
                    <a:moveTo>
                      <a:pt x="2682" y="1"/>
                    </a:moveTo>
                    <a:cubicBezTo>
                      <a:pt x="2384" y="206"/>
                      <a:pt x="2066" y="383"/>
                      <a:pt x="1712" y="532"/>
                    </a:cubicBezTo>
                    <a:cubicBezTo>
                      <a:pt x="1444" y="616"/>
                      <a:pt x="1238" y="737"/>
                      <a:pt x="970" y="885"/>
                    </a:cubicBezTo>
                    <a:cubicBezTo>
                      <a:pt x="736" y="998"/>
                      <a:pt x="0" y="1267"/>
                      <a:pt x="616" y="1501"/>
                    </a:cubicBezTo>
                    <a:cubicBezTo>
                      <a:pt x="856" y="1593"/>
                      <a:pt x="1118" y="1593"/>
                      <a:pt x="1359" y="1593"/>
                    </a:cubicBezTo>
                    <a:cubicBezTo>
                      <a:pt x="2094" y="1564"/>
                      <a:pt x="2858" y="1444"/>
                      <a:pt x="3622" y="1388"/>
                    </a:cubicBezTo>
                    <a:lnTo>
                      <a:pt x="3976" y="1388"/>
                    </a:lnTo>
                    <a:cubicBezTo>
                      <a:pt x="4040" y="1352"/>
                      <a:pt x="4125" y="1352"/>
                      <a:pt x="4217" y="1352"/>
                    </a:cubicBezTo>
                    <a:lnTo>
                      <a:pt x="4245" y="1352"/>
                    </a:lnTo>
                    <a:cubicBezTo>
                      <a:pt x="4570" y="1267"/>
                      <a:pt x="4245" y="114"/>
                      <a:pt x="4012" y="114"/>
                    </a:cubicBezTo>
                    <a:cubicBezTo>
                      <a:pt x="3901" y="123"/>
                      <a:pt x="3792" y="127"/>
                      <a:pt x="3682" y="127"/>
                    </a:cubicBezTo>
                    <a:cubicBezTo>
                      <a:pt x="3349" y="127"/>
                      <a:pt x="3017" y="86"/>
                      <a:pt x="26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0"/>
              <p:cNvSpPr/>
              <p:nvPr/>
            </p:nvSpPr>
            <p:spPr>
              <a:xfrm>
                <a:off x="3695650" y="3828572"/>
                <a:ext cx="17848" cy="81610"/>
              </a:xfrm>
              <a:custGeom>
                <a:avLst/>
                <a:gdLst/>
                <a:ahLst/>
                <a:cxnLst/>
                <a:rect l="l" t="t" r="r" b="b"/>
                <a:pathLst>
                  <a:path w="503" h="2300" extrusionOk="0">
                    <a:moveTo>
                      <a:pt x="0" y="0"/>
                    </a:moveTo>
                    <a:cubicBezTo>
                      <a:pt x="234" y="651"/>
                      <a:pt x="382" y="1415"/>
                      <a:pt x="439" y="2299"/>
                    </a:cubicBezTo>
                    <a:lnTo>
                      <a:pt x="503" y="2299"/>
                    </a:lnTo>
                    <a:cubicBezTo>
                      <a:pt x="439" y="1415"/>
                      <a:pt x="290" y="651"/>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40"/>
              <p:cNvSpPr/>
              <p:nvPr/>
            </p:nvSpPr>
            <p:spPr>
              <a:xfrm>
                <a:off x="3544037" y="3828572"/>
                <a:ext cx="13590" cy="65039"/>
              </a:xfrm>
              <a:custGeom>
                <a:avLst/>
                <a:gdLst/>
                <a:ahLst/>
                <a:cxnLst/>
                <a:rect l="l" t="t" r="r" b="b"/>
                <a:pathLst>
                  <a:path w="383" h="1833" extrusionOk="0">
                    <a:moveTo>
                      <a:pt x="1" y="0"/>
                    </a:moveTo>
                    <a:lnTo>
                      <a:pt x="319" y="1832"/>
                    </a:lnTo>
                    <a:lnTo>
                      <a:pt x="383" y="1832"/>
                    </a:lnTo>
                    <a:lnTo>
                      <a:pt x="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0"/>
              <p:cNvSpPr/>
              <p:nvPr/>
            </p:nvSpPr>
            <p:spPr>
              <a:xfrm>
                <a:off x="3586721" y="3674937"/>
                <a:ext cx="13838" cy="12596"/>
              </a:xfrm>
              <a:custGeom>
                <a:avLst/>
                <a:gdLst/>
                <a:ahLst/>
                <a:cxnLst/>
                <a:rect l="l" t="t" r="r" b="b"/>
                <a:pathLst>
                  <a:path w="390" h="355" extrusionOk="0">
                    <a:moveTo>
                      <a:pt x="0" y="0"/>
                    </a:moveTo>
                    <a:lnTo>
                      <a:pt x="0" y="57"/>
                    </a:lnTo>
                    <a:cubicBezTo>
                      <a:pt x="92" y="57"/>
                      <a:pt x="177" y="85"/>
                      <a:pt x="241" y="149"/>
                    </a:cubicBezTo>
                    <a:cubicBezTo>
                      <a:pt x="297" y="177"/>
                      <a:pt x="326" y="262"/>
                      <a:pt x="326" y="354"/>
                    </a:cubicBezTo>
                    <a:lnTo>
                      <a:pt x="389" y="354"/>
                    </a:lnTo>
                    <a:cubicBezTo>
                      <a:pt x="389" y="262"/>
                      <a:pt x="354" y="149"/>
                      <a:pt x="269" y="85"/>
                    </a:cubicBezTo>
                    <a:cubicBezTo>
                      <a:pt x="212" y="29"/>
                      <a:pt x="92"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0"/>
              <p:cNvSpPr/>
              <p:nvPr/>
            </p:nvSpPr>
            <p:spPr>
              <a:xfrm>
                <a:off x="3925144" y="4127255"/>
                <a:ext cx="51911" cy="52621"/>
              </a:xfrm>
              <a:custGeom>
                <a:avLst/>
                <a:gdLst/>
                <a:ahLst/>
                <a:cxnLst/>
                <a:rect l="l" t="t" r="r" b="b"/>
                <a:pathLst>
                  <a:path w="1463" h="1483" extrusionOk="0">
                    <a:moveTo>
                      <a:pt x="709" y="1"/>
                    </a:moveTo>
                    <a:cubicBezTo>
                      <a:pt x="298" y="1"/>
                      <a:pt x="1" y="584"/>
                      <a:pt x="487" y="1168"/>
                    </a:cubicBezTo>
                    <a:cubicBezTo>
                      <a:pt x="630" y="1335"/>
                      <a:pt x="835" y="1483"/>
                      <a:pt x="1047" y="1483"/>
                    </a:cubicBezTo>
                    <a:cubicBezTo>
                      <a:pt x="1096" y="1483"/>
                      <a:pt x="1145" y="1475"/>
                      <a:pt x="1194" y="1458"/>
                    </a:cubicBezTo>
                    <a:cubicBezTo>
                      <a:pt x="1343" y="1401"/>
                      <a:pt x="1427" y="1224"/>
                      <a:pt x="1463" y="1048"/>
                    </a:cubicBezTo>
                    <a:cubicBezTo>
                      <a:pt x="1463" y="871"/>
                      <a:pt x="1399" y="694"/>
                      <a:pt x="1343" y="545"/>
                    </a:cubicBezTo>
                    <a:cubicBezTo>
                      <a:pt x="1162" y="156"/>
                      <a:pt x="920" y="1"/>
                      <a:pt x="7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40"/>
              <p:cNvSpPr/>
              <p:nvPr/>
            </p:nvSpPr>
            <p:spPr>
              <a:xfrm>
                <a:off x="3549040" y="4340074"/>
                <a:ext cx="51982" cy="50917"/>
              </a:xfrm>
              <a:custGeom>
                <a:avLst/>
                <a:gdLst/>
                <a:ahLst/>
                <a:cxnLst/>
                <a:rect l="l" t="t" r="r" b="b"/>
                <a:pathLst>
                  <a:path w="1465" h="1435" extrusionOk="0">
                    <a:moveTo>
                      <a:pt x="850" y="0"/>
                    </a:moveTo>
                    <a:cubicBezTo>
                      <a:pt x="431" y="0"/>
                      <a:pt x="146" y="485"/>
                      <a:pt x="36" y="829"/>
                    </a:cubicBezTo>
                    <a:cubicBezTo>
                      <a:pt x="36" y="858"/>
                      <a:pt x="1" y="886"/>
                      <a:pt x="1" y="886"/>
                    </a:cubicBezTo>
                    <a:lnTo>
                      <a:pt x="1" y="942"/>
                    </a:lnTo>
                    <a:cubicBezTo>
                      <a:pt x="1" y="1006"/>
                      <a:pt x="36" y="1034"/>
                      <a:pt x="65" y="1091"/>
                    </a:cubicBezTo>
                    <a:cubicBezTo>
                      <a:pt x="150" y="1268"/>
                      <a:pt x="298" y="1388"/>
                      <a:pt x="503" y="1416"/>
                    </a:cubicBezTo>
                    <a:cubicBezTo>
                      <a:pt x="550" y="1429"/>
                      <a:pt x="595" y="1435"/>
                      <a:pt x="639" y="1435"/>
                    </a:cubicBezTo>
                    <a:cubicBezTo>
                      <a:pt x="1127" y="1435"/>
                      <a:pt x="1465" y="727"/>
                      <a:pt x="1303" y="299"/>
                    </a:cubicBezTo>
                    <a:cubicBezTo>
                      <a:pt x="1239" y="150"/>
                      <a:pt x="1062" y="30"/>
                      <a:pt x="885" y="2"/>
                    </a:cubicBezTo>
                    <a:cubicBezTo>
                      <a:pt x="873" y="1"/>
                      <a:pt x="862" y="0"/>
                      <a:pt x="8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0"/>
              <p:cNvSpPr/>
              <p:nvPr/>
            </p:nvSpPr>
            <p:spPr>
              <a:xfrm>
                <a:off x="3973754" y="4462343"/>
                <a:ext cx="36689" cy="23135"/>
              </a:xfrm>
              <a:custGeom>
                <a:avLst/>
                <a:gdLst/>
                <a:ahLst/>
                <a:cxnLst/>
                <a:rect l="l" t="t" r="r" b="b"/>
                <a:pathLst>
                  <a:path w="1034" h="652" extrusionOk="0">
                    <a:moveTo>
                      <a:pt x="234" y="1"/>
                    </a:moveTo>
                    <a:cubicBezTo>
                      <a:pt x="149" y="93"/>
                      <a:pt x="93" y="178"/>
                      <a:pt x="57" y="270"/>
                    </a:cubicBezTo>
                    <a:cubicBezTo>
                      <a:pt x="1" y="390"/>
                      <a:pt x="29" y="446"/>
                      <a:pt x="93" y="475"/>
                    </a:cubicBezTo>
                    <a:cubicBezTo>
                      <a:pt x="121" y="489"/>
                      <a:pt x="149" y="496"/>
                      <a:pt x="179" y="496"/>
                    </a:cubicBezTo>
                    <a:cubicBezTo>
                      <a:pt x="208" y="496"/>
                      <a:pt x="238" y="489"/>
                      <a:pt x="270" y="475"/>
                    </a:cubicBezTo>
                    <a:cubicBezTo>
                      <a:pt x="298" y="446"/>
                      <a:pt x="355" y="418"/>
                      <a:pt x="383" y="390"/>
                    </a:cubicBezTo>
                    <a:cubicBezTo>
                      <a:pt x="446" y="326"/>
                      <a:pt x="503" y="270"/>
                      <a:pt x="560" y="241"/>
                    </a:cubicBezTo>
                    <a:lnTo>
                      <a:pt x="560" y="241"/>
                    </a:lnTo>
                    <a:cubicBezTo>
                      <a:pt x="560" y="270"/>
                      <a:pt x="560" y="298"/>
                      <a:pt x="531" y="326"/>
                    </a:cubicBezTo>
                    <a:cubicBezTo>
                      <a:pt x="503" y="390"/>
                      <a:pt x="475" y="446"/>
                      <a:pt x="475" y="503"/>
                    </a:cubicBezTo>
                    <a:cubicBezTo>
                      <a:pt x="475" y="567"/>
                      <a:pt x="475" y="595"/>
                      <a:pt x="503" y="623"/>
                    </a:cubicBezTo>
                    <a:cubicBezTo>
                      <a:pt x="531" y="652"/>
                      <a:pt x="560" y="652"/>
                      <a:pt x="588" y="652"/>
                    </a:cubicBezTo>
                    <a:lnTo>
                      <a:pt x="652" y="652"/>
                    </a:lnTo>
                    <a:cubicBezTo>
                      <a:pt x="680" y="623"/>
                      <a:pt x="708" y="595"/>
                      <a:pt x="737" y="567"/>
                    </a:cubicBezTo>
                    <a:cubicBezTo>
                      <a:pt x="829" y="475"/>
                      <a:pt x="885" y="390"/>
                      <a:pt x="1005" y="355"/>
                    </a:cubicBezTo>
                    <a:cubicBezTo>
                      <a:pt x="1034" y="355"/>
                      <a:pt x="1034" y="326"/>
                      <a:pt x="1034" y="298"/>
                    </a:cubicBezTo>
                    <a:cubicBezTo>
                      <a:pt x="1034" y="270"/>
                      <a:pt x="1005" y="241"/>
                      <a:pt x="977" y="241"/>
                    </a:cubicBezTo>
                    <a:cubicBezTo>
                      <a:pt x="829" y="298"/>
                      <a:pt x="737" y="390"/>
                      <a:pt x="652" y="503"/>
                    </a:cubicBezTo>
                    <a:cubicBezTo>
                      <a:pt x="623" y="503"/>
                      <a:pt x="623" y="531"/>
                      <a:pt x="588" y="531"/>
                    </a:cubicBezTo>
                    <a:lnTo>
                      <a:pt x="588" y="503"/>
                    </a:lnTo>
                    <a:cubicBezTo>
                      <a:pt x="588" y="475"/>
                      <a:pt x="623" y="446"/>
                      <a:pt x="652" y="390"/>
                    </a:cubicBezTo>
                    <a:cubicBezTo>
                      <a:pt x="652" y="355"/>
                      <a:pt x="680" y="326"/>
                      <a:pt x="708" y="270"/>
                    </a:cubicBezTo>
                    <a:cubicBezTo>
                      <a:pt x="708" y="213"/>
                      <a:pt x="680" y="178"/>
                      <a:pt x="652" y="149"/>
                    </a:cubicBezTo>
                    <a:cubicBezTo>
                      <a:pt x="652" y="149"/>
                      <a:pt x="639" y="137"/>
                      <a:pt x="620" y="137"/>
                    </a:cubicBezTo>
                    <a:cubicBezTo>
                      <a:pt x="611" y="137"/>
                      <a:pt x="600" y="140"/>
                      <a:pt x="588" y="149"/>
                    </a:cubicBezTo>
                    <a:cubicBezTo>
                      <a:pt x="475" y="149"/>
                      <a:pt x="383" y="213"/>
                      <a:pt x="298" y="298"/>
                    </a:cubicBezTo>
                    <a:cubicBezTo>
                      <a:pt x="270" y="326"/>
                      <a:pt x="234" y="355"/>
                      <a:pt x="206" y="355"/>
                    </a:cubicBezTo>
                    <a:cubicBezTo>
                      <a:pt x="178" y="390"/>
                      <a:pt x="149" y="390"/>
                      <a:pt x="149" y="390"/>
                    </a:cubicBezTo>
                    <a:lnTo>
                      <a:pt x="149" y="326"/>
                    </a:lnTo>
                    <a:cubicBezTo>
                      <a:pt x="178" y="241"/>
                      <a:pt x="234" y="149"/>
                      <a:pt x="298" y="93"/>
                    </a:cubicBezTo>
                    <a:cubicBezTo>
                      <a:pt x="326" y="93"/>
                      <a:pt x="326" y="36"/>
                      <a:pt x="2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0"/>
              <p:cNvSpPr/>
              <p:nvPr/>
            </p:nvSpPr>
            <p:spPr>
              <a:xfrm>
                <a:off x="3485315" y="4717455"/>
                <a:ext cx="35660" cy="25299"/>
              </a:xfrm>
              <a:custGeom>
                <a:avLst/>
                <a:gdLst/>
                <a:ahLst/>
                <a:cxnLst/>
                <a:rect l="l" t="t" r="r" b="b"/>
                <a:pathLst>
                  <a:path w="1005" h="713" extrusionOk="0">
                    <a:moveTo>
                      <a:pt x="787" y="1"/>
                    </a:moveTo>
                    <a:cubicBezTo>
                      <a:pt x="768" y="1"/>
                      <a:pt x="750" y="5"/>
                      <a:pt x="736" y="5"/>
                    </a:cubicBezTo>
                    <a:cubicBezTo>
                      <a:pt x="651" y="62"/>
                      <a:pt x="651" y="211"/>
                      <a:pt x="679" y="274"/>
                    </a:cubicBezTo>
                    <a:lnTo>
                      <a:pt x="679" y="303"/>
                    </a:lnTo>
                    <a:cubicBezTo>
                      <a:pt x="708" y="303"/>
                      <a:pt x="708" y="331"/>
                      <a:pt x="708" y="359"/>
                    </a:cubicBezTo>
                    <a:lnTo>
                      <a:pt x="708" y="387"/>
                    </a:lnTo>
                    <a:cubicBezTo>
                      <a:pt x="708" y="387"/>
                      <a:pt x="679" y="387"/>
                      <a:pt x="623" y="359"/>
                    </a:cubicBezTo>
                    <a:cubicBezTo>
                      <a:pt x="594" y="331"/>
                      <a:pt x="594" y="331"/>
                      <a:pt x="559" y="303"/>
                    </a:cubicBezTo>
                    <a:lnTo>
                      <a:pt x="531" y="274"/>
                    </a:lnTo>
                    <a:cubicBezTo>
                      <a:pt x="531" y="239"/>
                      <a:pt x="502" y="211"/>
                      <a:pt x="474" y="211"/>
                    </a:cubicBezTo>
                    <a:cubicBezTo>
                      <a:pt x="441" y="177"/>
                      <a:pt x="405" y="164"/>
                      <a:pt x="376" y="164"/>
                    </a:cubicBezTo>
                    <a:cubicBezTo>
                      <a:pt x="355" y="164"/>
                      <a:pt x="337" y="171"/>
                      <a:pt x="326" y="182"/>
                    </a:cubicBezTo>
                    <a:cubicBezTo>
                      <a:pt x="241" y="211"/>
                      <a:pt x="205" y="303"/>
                      <a:pt x="241" y="359"/>
                    </a:cubicBezTo>
                    <a:cubicBezTo>
                      <a:pt x="241" y="387"/>
                      <a:pt x="241" y="416"/>
                      <a:pt x="269" y="451"/>
                    </a:cubicBezTo>
                    <a:lnTo>
                      <a:pt x="269" y="508"/>
                    </a:lnTo>
                    <a:cubicBezTo>
                      <a:pt x="297" y="536"/>
                      <a:pt x="297" y="564"/>
                      <a:pt x="269" y="593"/>
                    </a:cubicBezTo>
                    <a:cubicBezTo>
                      <a:pt x="269" y="593"/>
                      <a:pt x="241" y="593"/>
                      <a:pt x="205" y="564"/>
                    </a:cubicBezTo>
                    <a:cubicBezTo>
                      <a:pt x="205" y="564"/>
                      <a:pt x="149" y="508"/>
                      <a:pt x="149" y="451"/>
                    </a:cubicBezTo>
                    <a:cubicBezTo>
                      <a:pt x="120" y="451"/>
                      <a:pt x="120" y="416"/>
                      <a:pt x="120" y="416"/>
                    </a:cubicBezTo>
                    <a:cubicBezTo>
                      <a:pt x="106" y="402"/>
                      <a:pt x="92" y="395"/>
                      <a:pt x="77" y="395"/>
                    </a:cubicBezTo>
                    <a:cubicBezTo>
                      <a:pt x="62" y="395"/>
                      <a:pt x="46" y="402"/>
                      <a:pt x="28" y="416"/>
                    </a:cubicBezTo>
                    <a:cubicBezTo>
                      <a:pt x="0" y="416"/>
                      <a:pt x="0" y="451"/>
                      <a:pt x="0" y="479"/>
                    </a:cubicBezTo>
                    <a:cubicBezTo>
                      <a:pt x="28" y="508"/>
                      <a:pt x="28" y="508"/>
                      <a:pt x="28" y="536"/>
                    </a:cubicBezTo>
                    <a:cubicBezTo>
                      <a:pt x="92" y="593"/>
                      <a:pt x="120" y="656"/>
                      <a:pt x="149" y="685"/>
                    </a:cubicBezTo>
                    <a:cubicBezTo>
                      <a:pt x="177" y="685"/>
                      <a:pt x="205" y="713"/>
                      <a:pt x="269" y="713"/>
                    </a:cubicBezTo>
                    <a:cubicBezTo>
                      <a:pt x="297" y="713"/>
                      <a:pt x="326" y="685"/>
                      <a:pt x="354" y="685"/>
                    </a:cubicBezTo>
                    <a:cubicBezTo>
                      <a:pt x="417" y="628"/>
                      <a:pt x="417" y="536"/>
                      <a:pt x="382" y="479"/>
                    </a:cubicBezTo>
                    <a:lnTo>
                      <a:pt x="382" y="416"/>
                    </a:lnTo>
                    <a:cubicBezTo>
                      <a:pt x="354" y="387"/>
                      <a:pt x="354" y="359"/>
                      <a:pt x="354" y="331"/>
                    </a:cubicBezTo>
                    <a:lnTo>
                      <a:pt x="354" y="274"/>
                    </a:lnTo>
                    <a:cubicBezTo>
                      <a:pt x="382" y="274"/>
                      <a:pt x="382" y="274"/>
                      <a:pt x="417" y="303"/>
                    </a:cubicBezTo>
                    <a:lnTo>
                      <a:pt x="446" y="331"/>
                    </a:lnTo>
                    <a:lnTo>
                      <a:pt x="474" y="359"/>
                    </a:lnTo>
                    <a:cubicBezTo>
                      <a:pt x="502" y="387"/>
                      <a:pt x="531" y="416"/>
                      <a:pt x="559" y="451"/>
                    </a:cubicBezTo>
                    <a:cubicBezTo>
                      <a:pt x="606" y="493"/>
                      <a:pt x="664" y="519"/>
                      <a:pt x="716" y="519"/>
                    </a:cubicBezTo>
                    <a:cubicBezTo>
                      <a:pt x="736" y="519"/>
                      <a:pt x="754" y="515"/>
                      <a:pt x="771" y="508"/>
                    </a:cubicBezTo>
                    <a:cubicBezTo>
                      <a:pt x="828" y="479"/>
                      <a:pt x="828" y="416"/>
                      <a:pt x="828" y="331"/>
                    </a:cubicBezTo>
                    <a:cubicBezTo>
                      <a:pt x="828" y="303"/>
                      <a:pt x="828" y="274"/>
                      <a:pt x="800" y="239"/>
                    </a:cubicBezTo>
                    <a:lnTo>
                      <a:pt x="800" y="211"/>
                    </a:lnTo>
                    <a:cubicBezTo>
                      <a:pt x="771" y="182"/>
                      <a:pt x="800" y="154"/>
                      <a:pt x="800" y="126"/>
                    </a:cubicBezTo>
                    <a:lnTo>
                      <a:pt x="828" y="126"/>
                    </a:lnTo>
                    <a:cubicBezTo>
                      <a:pt x="828" y="154"/>
                      <a:pt x="856" y="182"/>
                      <a:pt x="856" y="239"/>
                    </a:cubicBezTo>
                    <a:cubicBezTo>
                      <a:pt x="876" y="264"/>
                      <a:pt x="897" y="286"/>
                      <a:pt x="919" y="286"/>
                    </a:cubicBezTo>
                    <a:cubicBezTo>
                      <a:pt x="928" y="286"/>
                      <a:pt x="938" y="282"/>
                      <a:pt x="948" y="274"/>
                    </a:cubicBezTo>
                    <a:cubicBezTo>
                      <a:pt x="976" y="274"/>
                      <a:pt x="1005" y="239"/>
                      <a:pt x="976" y="211"/>
                    </a:cubicBezTo>
                    <a:cubicBezTo>
                      <a:pt x="976" y="126"/>
                      <a:pt x="948" y="97"/>
                      <a:pt x="884" y="62"/>
                    </a:cubicBezTo>
                    <a:cubicBezTo>
                      <a:pt x="850" y="11"/>
                      <a:pt x="816" y="1"/>
                      <a:pt x="7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0"/>
              <p:cNvSpPr/>
              <p:nvPr/>
            </p:nvSpPr>
            <p:spPr>
              <a:xfrm>
                <a:off x="3898462" y="4420688"/>
                <a:ext cx="58511" cy="6316"/>
              </a:xfrm>
              <a:custGeom>
                <a:avLst/>
                <a:gdLst/>
                <a:ahLst/>
                <a:cxnLst/>
                <a:rect l="l" t="t" r="r" b="b"/>
                <a:pathLst>
                  <a:path w="1649" h="178" extrusionOk="0">
                    <a:moveTo>
                      <a:pt x="1649" y="0"/>
                    </a:moveTo>
                    <a:cubicBezTo>
                      <a:pt x="1415" y="0"/>
                      <a:pt x="1182" y="29"/>
                      <a:pt x="941" y="57"/>
                    </a:cubicBezTo>
                    <a:cubicBezTo>
                      <a:pt x="800" y="57"/>
                      <a:pt x="680" y="85"/>
                      <a:pt x="531" y="85"/>
                    </a:cubicBezTo>
                    <a:cubicBezTo>
                      <a:pt x="443" y="99"/>
                      <a:pt x="354" y="107"/>
                      <a:pt x="269" y="107"/>
                    </a:cubicBezTo>
                    <a:cubicBezTo>
                      <a:pt x="184" y="107"/>
                      <a:pt x="103" y="99"/>
                      <a:pt x="29" y="85"/>
                    </a:cubicBezTo>
                    <a:lnTo>
                      <a:pt x="1" y="149"/>
                    </a:lnTo>
                    <a:cubicBezTo>
                      <a:pt x="92" y="177"/>
                      <a:pt x="149" y="177"/>
                      <a:pt x="206" y="177"/>
                    </a:cubicBezTo>
                    <a:cubicBezTo>
                      <a:pt x="326" y="177"/>
                      <a:pt x="411" y="149"/>
                      <a:pt x="531" y="149"/>
                    </a:cubicBezTo>
                    <a:cubicBezTo>
                      <a:pt x="680" y="149"/>
                      <a:pt x="828" y="114"/>
                      <a:pt x="941" y="114"/>
                    </a:cubicBezTo>
                    <a:cubicBezTo>
                      <a:pt x="1182" y="85"/>
                      <a:pt x="1415" y="57"/>
                      <a:pt x="1649" y="57"/>
                    </a:cubicBezTo>
                    <a:lnTo>
                      <a:pt x="16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0"/>
              <p:cNvSpPr/>
              <p:nvPr/>
            </p:nvSpPr>
            <p:spPr>
              <a:xfrm>
                <a:off x="3535486" y="4662140"/>
                <a:ext cx="61811" cy="4329"/>
              </a:xfrm>
              <a:custGeom>
                <a:avLst/>
                <a:gdLst/>
                <a:ahLst/>
                <a:cxnLst/>
                <a:rect l="l" t="t" r="r" b="b"/>
                <a:pathLst>
                  <a:path w="1742" h="122" extrusionOk="0">
                    <a:moveTo>
                      <a:pt x="1" y="1"/>
                    </a:moveTo>
                    <a:lnTo>
                      <a:pt x="1" y="65"/>
                    </a:lnTo>
                    <a:cubicBezTo>
                      <a:pt x="206" y="93"/>
                      <a:pt x="383" y="121"/>
                      <a:pt x="595" y="121"/>
                    </a:cubicBezTo>
                    <a:lnTo>
                      <a:pt x="708" y="121"/>
                    </a:lnTo>
                    <a:cubicBezTo>
                      <a:pt x="829" y="121"/>
                      <a:pt x="949" y="121"/>
                      <a:pt x="1062" y="93"/>
                    </a:cubicBezTo>
                    <a:cubicBezTo>
                      <a:pt x="1165" y="79"/>
                      <a:pt x="1276" y="72"/>
                      <a:pt x="1391" y="72"/>
                    </a:cubicBezTo>
                    <a:cubicBezTo>
                      <a:pt x="1506" y="72"/>
                      <a:pt x="1625" y="79"/>
                      <a:pt x="1741" y="93"/>
                    </a:cubicBezTo>
                    <a:lnTo>
                      <a:pt x="1741" y="29"/>
                    </a:lnTo>
                    <a:cubicBezTo>
                      <a:pt x="1639" y="15"/>
                      <a:pt x="1520" y="8"/>
                      <a:pt x="1398" y="8"/>
                    </a:cubicBezTo>
                    <a:cubicBezTo>
                      <a:pt x="1276" y="8"/>
                      <a:pt x="1151" y="15"/>
                      <a:pt x="1034" y="29"/>
                    </a:cubicBezTo>
                    <a:cubicBezTo>
                      <a:pt x="949" y="65"/>
                      <a:pt x="829" y="65"/>
                      <a:pt x="708" y="65"/>
                    </a:cubicBezTo>
                    <a:cubicBezTo>
                      <a:pt x="475" y="65"/>
                      <a:pt x="242" y="65"/>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40"/>
              <p:cNvSpPr/>
              <p:nvPr/>
            </p:nvSpPr>
            <p:spPr>
              <a:xfrm>
                <a:off x="3521932" y="4093370"/>
                <a:ext cx="49250" cy="27144"/>
              </a:xfrm>
              <a:custGeom>
                <a:avLst/>
                <a:gdLst/>
                <a:ahLst/>
                <a:cxnLst/>
                <a:rect l="l" t="t" r="r" b="b"/>
                <a:pathLst>
                  <a:path w="1388" h="765" extrusionOk="0">
                    <a:moveTo>
                      <a:pt x="1331" y="0"/>
                    </a:moveTo>
                    <a:cubicBezTo>
                      <a:pt x="1211" y="234"/>
                      <a:pt x="942" y="411"/>
                      <a:pt x="588" y="531"/>
                    </a:cubicBezTo>
                    <a:cubicBezTo>
                      <a:pt x="503" y="559"/>
                      <a:pt x="447" y="588"/>
                      <a:pt x="383" y="616"/>
                    </a:cubicBezTo>
                    <a:cubicBezTo>
                      <a:pt x="270" y="644"/>
                      <a:pt x="206" y="673"/>
                      <a:pt x="1" y="708"/>
                    </a:cubicBezTo>
                    <a:lnTo>
                      <a:pt x="1" y="764"/>
                    </a:lnTo>
                    <a:cubicBezTo>
                      <a:pt x="234" y="736"/>
                      <a:pt x="270" y="708"/>
                      <a:pt x="411" y="644"/>
                    </a:cubicBezTo>
                    <a:cubicBezTo>
                      <a:pt x="475" y="644"/>
                      <a:pt x="532" y="616"/>
                      <a:pt x="588" y="588"/>
                    </a:cubicBezTo>
                    <a:cubicBezTo>
                      <a:pt x="977" y="467"/>
                      <a:pt x="1239" y="291"/>
                      <a:pt x="1388" y="29"/>
                    </a:cubicBezTo>
                    <a:lnTo>
                      <a:pt x="13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40"/>
              <p:cNvSpPr/>
              <p:nvPr/>
            </p:nvSpPr>
            <p:spPr>
              <a:xfrm>
                <a:off x="3527219" y="3916318"/>
                <a:ext cx="129795" cy="53579"/>
              </a:xfrm>
              <a:custGeom>
                <a:avLst/>
                <a:gdLst/>
                <a:ahLst/>
                <a:cxnLst/>
                <a:rect l="l" t="t" r="r" b="b"/>
                <a:pathLst>
                  <a:path w="3658" h="1510" extrusionOk="0">
                    <a:moveTo>
                      <a:pt x="884" y="1"/>
                    </a:moveTo>
                    <a:cubicBezTo>
                      <a:pt x="852" y="1"/>
                      <a:pt x="820" y="11"/>
                      <a:pt x="793" y="38"/>
                    </a:cubicBezTo>
                    <a:cubicBezTo>
                      <a:pt x="651" y="95"/>
                      <a:pt x="531" y="152"/>
                      <a:pt x="411" y="244"/>
                    </a:cubicBezTo>
                    <a:cubicBezTo>
                      <a:pt x="262" y="300"/>
                      <a:pt x="149" y="392"/>
                      <a:pt x="1" y="449"/>
                    </a:cubicBezTo>
                    <a:lnTo>
                      <a:pt x="29" y="505"/>
                    </a:lnTo>
                    <a:cubicBezTo>
                      <a:pt x="177" y="449"/>
                      <a:pt x="298" y="357"/>
                      <a:pt x="439" y="300"/>
                    </a:cubicBezTo>
                    <a:cubicBezTo>
                      <a:pt x="559" y="215"/>
                      <a:pt x="680" y="152"/>
                      <a:pt x="793" y="67"/>
                    </a:cubicBezTo>
                    <a:cubicBezTo>
                      <a:pt x="812" y="58"/>
                      <a:pt x="830" y="55"/>
                      <a:pt x="847" y="55"/>
                    </a:cubicBezTo>
                    <a:cubicBezTo>
                      <a:pt x="890" y="55"/>
                      <a:pt x="930" y="75"/>
                      <a:pt x="970" y="95"/>
                    </a:cubicBezTo>
                    <a:cubicBezTo>
                      <a:pt x="1210" y="244"/>
                      <a:pt x="1500" y="392"/>
                      <a:pt x="1769" y="477"/>
                    </a:cubicBezTo>
                    <a:lnTo>
                      <a:pt x="1797" y="505"/>
                    </a:lnTo>
                    <a:cubicBezTo>
                      <a:pt x="2420" y="774"/>
                      <a:pt x="3035" y="1128"/>
                      <a:pt x="3623" y="1510"/>
                    </a:cubicBezTo>
                    <a:lnTo>
                      <a:pt x="3658" y="1453"/>
                    </a:lnTo>
                    <a:cubicBezTo>
                      <a:pt x="3064" y="1064"/>
                      <a:pt x="2448" y="710"/>
                      <a:pt x="1826" y="449"/>
                    </a:cubicBezTo>
                    <a:lnTo>
                      <a:pt x="1769" y="420"/>
                    </a:lnTo>
                    <a:cubicBezTo>
                      <a:pt x="1536" y="328"/>
                      <a:pt x="1239" y="180"/>
                      <a:pt x="1005" y="38"/>
                    </a:cubicBezTo>
                    <a:cubicBezTo>
                      <a:pt x="969" y="18"/>
                      <a:pt x="926" y="1"/>
                      <a:pt x="8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0"/>
              <p:cNvSpPr/>
              <p:nvPr/>
            </p:nvSpPr>
            <p:spPr>
              <a:xfrm>
                <a:off x="3686105" y="3909115"/>
                <a:ext cx="87890" cy="61811"/>
              </a:xfrm>
              <a:custGeom>
                <a:avLst/>
                <a:gdLst/>
                <a:ahLst/>
                <a:cxnLst/>
                <a:rect l="l" t="t" r="r" b="b"/>
                <a:pathLst>
                  <a:path w="2477" h="1742" extrusionOk="0">
                    <a:moveTo>
                      <a:pt x="29" y="1"/>
                    </a:moveTo>
                    <a:lnTo>
                      <a:pt x="1" y="65"/>
                    </a:lnTo>
                    <a:cubicBezTo>
                      <a:pt x="559" y="241"/>
                      <a:pt x="1182" y="418"/>
                      <a:pt x="1713" y="772"/>
                    </a:cubicBezTo>
                    <a:cubicBezTo>
                      <a:pt x="1861" y="857"/>
                      <a:pt x="1946" y="949"/>
                      <a:pt x="2038" y="1034"/>
                    </a:cubicBezTo>
                    <a:cubicBezTo>
                      <a:pt x="2187" y="1182"/>
                      <a:pt x="2300" y="1416"/>
                      <a:pt x="2420" y="1741"/>
                    </a:cubicBezTo>
                    <a:lnTo>
                      <a:pt x="2477" y="1713"/>
                    </a:lnTo>
                    <a:cubicBezTo>
                      <a:pt x="2420" y="1479"/>
                      <a:pt x="2300" y="1211"/>
                      <a:pt x="2095" y="977"/>
                    </a:cubicBezTo>
                    <a:cubicBezTo>
                      <a:pt x="2010" y="885"/>
                      <a:pt x="1889" y="800"/>
                      <a:pt x="1741" y="708"/>
                    </a:cubicBezTo>
                    <a:cubicBezTo>
                      <a:pt x="1182" y="355"/>
                      <a:pt x="559" y="178"/>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40"/>
              <p:cNvSpPr/>
              <p:nvPr/>
            </p:nvSpPr>
            <p:spPr>
              <a:xfrm>
                <a:off x="3627631" y="3700022"/>
                <a:ext cx="24128" cy="9332"/>
              </a:xfrm>
              <a:custGeom>
                <a:avLst/>
                <a:gdLst/>
                <a:ahLst/>
                <a:cxnLst/>
                <a:rect l="l" t="t" r="r" b="b"/>
                <a:pathLst>
                  <a:path w="680" h="263" extrusionOk="0">
                    <a:moveTo>
                      <a:pt x="679" y="1"/>
                    </a:moveTo>
                    <a:lnTo>
                      <a:pt x="0" y="121"/>
                    </a:lnTo>
                    <a:cubicBezTo>
                      <a:pt x="85" y="206"/>
                      <a:pt x="234" y="263"/>
                      <a:pt x="382" y="263"/>
                    </a:cubicBezTo>
                    <a:cubicBezTo>
                      <a:pt x="531" y="234"/>
                      <a:pt x="651" y="121"/>
                      <a:pt x="67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40"/>
              <p:cNvSpPr/>
              <p:nvPr/>
            </p:nvSpPr>
            <p:spPr>
              <a:xfrm>
                <a:off x="3664284" y="3657125"/>
                <a:ext cx="3051" cy="19870"/>
              </a:xfrm>
              <a:custGeom>
                <a:avLst/>
                <a:gdLst/>
                <a:ahLst/>
                <a:cxnLst/>
                <a:rect l="l" t="t" r="r" b="b"/>
                <a:pathLst>
                  <a:path w="86" h="560" extrusionOk="0">
                    <a:moveTo>
                      <a:pt x="28" y="0"/>
                    </a:moveTo>
                    <a:cubicBezTo>
                      <a:pt x="28" y="177"/>
                      <a:pt x="28" y="354"/>
                      <a:pt x="0" y="531"/>
                    </a:cubicBezTo>
                    <a:lnTo>
                      <a:pt x="57" y="559"/>
                    </a:lnTo>
                    <a:cubicBezTo>
                      <a:pt x="85" y="382"/>
                      <a:pt x="85" y="177"/>
                      <a:pt x="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0"/>
              <p:cNvSpPr/>
              <p:nvPr/>
            </p:nvSpPr>
            <p:spPr>
              <a:xfrm>
                <a:off x="3701930" y="3826549"/>
                <a:ext cx="5287" cy="23135"/>
              </a:xfrm>
              <a:custGeom>
                <a:avLst/>
                <a:gdLst/>
                <a:ahLst/>
                <a:cxnLst/>
                <a:rect l="l" t="t" r="r" b="b"/>
                <a:pathLst>
                  <a:path w="149" h="652" extrusionOk="0">
                    <a:moveTo>
                      <a:pt x="85" y="0"/>
                    </a:moveTo>
                    <a:cubicBezTo>
                      <a:pt x="29" y="206"/>
                      <a:pt x="0" y="446"/>
                      <a:pt x="0" y="651"/>
                    </a:cubicBezTo>
                    <a:lnTo>
                      <a:pt x="57" y="651"/>
                    </a:lnTo>
                    <a:cubicBezTo>
                      <a:pt x="57" y="446"/>
                      <a:pt x="85" y="206"/>
                      <a:pt x="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0"/>
              <p:cNvSpPr/>
              <p:nvPr/>
            </p:nvSpPr>
            <p:spPr>
              <a:xfrm>
                <a:off x="3658997" y="3990722"/>
                <a:ext cx="14583" cy="14832"/>
              </a:xfrm>
              <a:custGeom>
                <a:avLst/>
                <a:gdLst/>
                <a:ahLst/>
                <a:cxnLst/>
                <a:rect l="l" t="t" r="r" b="b"/>
                <a:pathLst>
                  <a:path w="411" h="418" extrusionOk="0">
                    <a:moveTo>
                      <a:pt x="206" y="0"/>
                    </a:moveTo>
                    <a:cubicBezTo>
                      <a:pt x="85" y="0"/>
                      <a:pt x="1" y="92"/>
                      <a:pt x="1" y="205"/>
                    </a:cubicBezTo>
                    <a:cubicBezTo>
                      <a:pt x="1" y="325"/>
                      <a:pt x="85" y="417"/>
                      <a:pt x="206" y="417"/>
                    </a:cubicBezTo>
                    <a:cubicBezTo>
                      <a:pt x="326" y="417"/>
                      <a:pt x="411" y="325"/>
                      <a:pt x="411" y="205"/>
                    </a:cubicBezTo>
                    <a:cubicBezTo>
                      <a:pt x="411" y="92"/>
                      <a:pt x="326" y="0"/>
                      <a:pt x="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0"/>
              <p:cNvSpPr/>
              <p:nvPr/>
            </p:nvSpPr>
            <p:spPr>
              <a:xfrm>
                <a:off x="3625609" y="3816011"/>
                <a:ext cx="14583" cy="14832"/>
              </a:xfrm>
              <a:custGeom>
                <a:avLst/>
                <a:gdLst/>
                <a:ahLst/>
                <a:cxnLst/>
                <a:rect l="l" t="t" r="r" b="b"/>
                <a:pathLst>
                  <a:path w="411" h="418" extrusionOk="0">
                    <a:moveTo>
                      <a:pt x="206" y="0"/>
                    </a:moveTo>
                    <a:cubicBezTo>
                      <a:pt x="86" y="0"/>
                      <a:pt x="1" y="92"/>
                      <a:pt x="1" y="213"/>
                    </a:cubicBezTo>
                    <a:cubicBezTo>
                      <a:pt x="1" y="326"/>
                      <a:pt x="86" y="418"/>
                      <a:pt x="206" y="418"/>
                    </a:cubicBezTo>
                    <a:cubicBezTo>
                      <a:pt x="319" y="418"/>
                      <a:pt x="411" y="326"/>
                      <a:pt x="411" y="213"/>
                    </a:cubicBezTo>
                    <a:cubicBezTo>
                      <a:pt x="411" y="92"/>
                      <a:pt x="319" y="0"/>
                      <a:pt x="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0"/>
              <p:cNvSpPr/>
              <p:nvPr/>
            </p:nvSpPr>
            <p:spPr>
              <a:xfrm>
                <a:off x="3553333" y="3777336"/>
                <a:ext cx="14583" cy="14867"/>
              </a:xfrm>
              <a:custGeom>
                <a:avLst/>
                <a:gdLst/>
                <a:ahLst/>
                <a:cxnLst/>
                <a:rect l="l" t="t" r="r" b="b"/>
                <a:pathLst>
                  <a:path w="411" h="419" extrusionOk="0">
                    <a:moveTo>
                      <a:pt x="205" y="1"/>
                    </a:moveTo>
                    <a:cubicBezTo>
                      <a:pt x="92" y="1"/>
                      <a:pt x="0" y="93"/>
                      <a:pt x="0" y="206"/>
                    </a:cubicBezTo>
                    <a:cubicBezTo>
                      <a:pt x="0" y="326"/>
                      <a:pt x="92" y="418"/>
                      <a:pt x="205" y="418"/>
                    </a:cubicBezTo>
                    <a:cubicBezTo>
                      <a:pt x="326" y="418"/>
                      <a:pt x="411" y="326"/>
                      <a:pt x="411" y="206"/>
                    </a:cubicBezTo>
                    <a:cubicBezTo>
                      <a:pt x="411" y="93"/>
                      <a:pt x="326" y="1"/>
                      <a:pt x="2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40"/>
              <p:cNvSpPr/>
              <p:nvPr/>
            </p:nvSpPr>
            <p:spPr>
              <a:xfrm>
                <a:off x="3704946" y="3781630"/>
                <a:ext cx="14832" cy="14583"/>
              </a:xfrm>
              <a:custGeom>
                <a:avLst/>
                <a:gdLst/>
                <a:ahLst/>
                <a:cxnLst/>
                <a:rect l="l" t="t" r="r" b="b"/>
                <a:pathLst>
                  <a:path w="418" h="411" extrusionOk="0">
                    <a:moveTo>
                      <a:pt x="205" y="0"/>
                    </a:moveTo>
                    <a:cubicBezTo>
                      <a:pt x="92" y="0"/>
                      <a:pt x="0" y="85"/>
                      <a:pt x="0" y="205"/>
                    </a:cubicBezTo>
                    <a:cubicBezTo>
                      <a:pt x="0" y="326"/>
                      <a:pt x="92" y="410"/>
                      <a:pt x="205" y="410"/>
                    </a:cubicBezTo>
                    <a:cubicBezTo>
                      <a:pt x="326" y="410"/>
                      <a:pt x="418" y="326"/>
                      <a:pt x="418" y="205"/>
                    </a:cubicBezTo>
                    <a:cubicBezTo>
                      <a:pt x="418" y="85"/>
                      <a:pt x="326" y="0"/>
                      <a:pt x="2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40"/>
              <p:cNvSpPr/>
              <p:nvPr/>
            </p:nvSpPr>
            <p:spPr>
              <a:xfrm>
                <a:off x="3658997" y="3876756"/>
                <a:ext cx="14583" cy="14583"/>
              </a:xfrm>
              <a:custGeom>
                <a:avLst/>
                <a:gdLst/>
                <a:ahLst/>
                <a:cxnLst/>
                <a:rect l="l" t="t" r="r" b="b"/>
                <a:pathLst>
                  <a:path w="411" h="411" extrusionOk="0">
                    <a:moveTo>
                      <a:pt x="206" y="0"/>
                    </a:moveTo>
                    <a:cubicBezTo>
                      <a:pt x="85" y="0"/>
                      <a:pt x="1" y="92"/>
                      <a:pt x="1" y="205"/>
                    </a:cubicBezTo>
                    <a:cubicBezTo>
                      <a:pt x="1" y="326"/>
                      <a:pt x="85" y="411"/>
                      <a:pt x="206" y="411"/>
                    </a:cubicBezTo>
                    <a:cubicBezTo>
                      <a:pt x="326" y="411"/>
                      <a:pt x="411" y="326"/>
                      <a:pt x="411" y="205"/>
                    </a:cubicBezTo>
                    <a:cubicBezTo>
                      <a:pt x="411" y="92"/>
                      <a:pt x="326" y="0"/>
                      <a:pt x="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40"/>
              <p:cNvSpPr/>
              <p:nvPr/>
            </p:nvSpPr>
            <p:spPr>
              <a:xfrm>
                <a:off x="3699659" y="4039900"/>
                <a:ext cx="14832" cy="14583"/>
              </a:xfrm>
              <a:custGeom>
                <a:avLst/>
                <a:gdLst/>
                <a:ahLst/>
                <a:cxnLst/>
                <a:rect l="l" t="t" r="r" b="b"/>
                <a:pathLst>
                  <a:path w="418" h="411" extrusionOk="0">
                    <a:moveTo>
                      <a:pt x="213" y="1"/>
                    </a:moveTo>
                    <a:cubicBezTo>
                      <a:pt x="93" y="1"/>
                      <a:pt x="1" y="93"/>
                      <a:pt x="1" y="206"/>
                    </a:cubicBezTo>
                    <a:cubicBezTo>
                      <a:pt x="1" y="326"/>
                      <a:pt x="93" y="411"/>
                      <a:pt x="213" y="411"/>
                    </a:cubicBezTo>
                    <a:cubicBezTo>
                      <a:pt x="326" y="411"/>
                      <a:pt x="418" y="326"/>
                      <a:pt x="418" y="206"/>
                    </a:cubicBezTo>
                    <a:cubicBezTo>
                      <a:pt x="418" y="93"/>
                      <a:pt x="326" y="1"/>
                      <a:pt x="2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0"/>
              <p:cNvSpPr/>
              <p:nvPr/>
            </p:nvSpPr>
            <p:spPr>
              <a:xfrm>
                <a:off x="3574161" y="3862173"/>
                <a:ext cx="15861" cy="14619"/>
              </a:xfrm>
              <a:custGeom>
                <a:avLst/>
                <a:gdLst/>
                <a:ahLst/>
                <a:cxnLst/>
                <a:rect l="l" t="t" r="r" b="b"/>
                <a:pathLst>
                  <a:path w="447" h="412" extrusionOk="0">
                    <a:moveTo>
                      <a:pt x="241" y="1"/>
                    </a:moveTo>
                    <a:cubicBezTo>
                      <a:pt x="121" y="1"/>
                      <a:pt x="0" y="86"/>
                      <a:pt x="0" y="206"/>
                    </a:cubicBezTo>
                    <a:cubicBezTo>
                      <a:pt x="0" y="326"/>
                      <a:pt x="121" y="411"/>
                      <a:pt x="241" y="411"/>
                    </a:cubicBezTo>
                    <a:cubicBezTo>
                      <a:pt x="326" y="411"/>
                      <a:pt x="446" y="326"/>
                      <a:pt x="446" y="206"/>
                    </a:cubicBezTo>
                    <a:cubicBezTo>
                      <a:pt x="446" y="86"/>
                      <a:pt x="326" y="1"/>
                      <a:pt x="2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40"/>
              <p:cNvSpPr/>
              <p:nvPr/>
            </p:nvSpPr>
            <p:spPr>
              <a:xfrm>
                <a:off x="3748872" y="3880020"/>
                <a:ext cx="15825" cy="14583"/>
              </a:xfrm>
              <a:custGeom>
                <a:avLst/>
                <a:gdLst/>
                <a:ahLst/>
                <a:cxnLst/>
                <a:rect l="l" t="t" r="r" b="b"/>
                <a:pathLst>
                  <a:path w="446" h="411" extrusionOk="0">
                    <a:moveTo>
                      <a:pt x="205" y="0"/>
                    </a:moveTo>
                    <a:cubicBezTo>
                      <a:pt x="120" y="0"/>
                      <a:pt x="0" y="85"/>
                      <a:pt x="0" y="205"/>
                    </a:cubicBezTo>
                    <a:cubicBezTo>
                      <a:pt x="0" y="319"/>
                      <a:pt x="120" y="411"/>
                      <a:pt x="205" y="411"/>
                    </a:cubicBezTo>
                    <a:cubicBezTo>
                      <a:pt x="326" y="411"/>
                      <a:pt x="446" y="319"/>
                      <a:pt x="446" y="205"/>
                    </a:cubicBezTo>
                    <a:cubicBezTo>
                      <a:pt x="446" y="85"/>
                      <a:pt x="326" y="0"/>
                      <a:pt x="2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40"/>
              <p:cNvSpPr/>
              <p:nvPr/>
            </p:nvSpPr>
            <p:spPr>
              <a:xfrm>
                <a:off x="3489573" y="3852664"/>
                <a:ext cx="14583" cy="15825"/>
              </a:xfrm>
              <a:custGeom>
                <a:avLst/>
                <a:gdLst/>
                <a:ahLst/>
                <a:cxnLst/>
                <a:rect l="l" t="t" r="r" b="b"/>
                <a:pathLst>
                  <a:path w="411" h="446" extrusionOk="0">
                    <a:moveTo>
                      <a:pt x="206" y="0"/>
                    </a:moveTo>
                    <a:cubicBezTo>
                      <a:pt x="85" y="0"/>
                      <a:pt x="0" y="120"/>
                      <a:pt x="0" y="241"/>
                    </a:cubicBezTo>
                    <a:cubicBezTo>
                      <a:pt x="0" y="326"/>
                      <a:pt x="85" y="446"/>
                      <a:pt x="206" y="446"/>
                    </a:cubicBezTo>
                    <a:cubicBezTo>
                      <a:pt x="326" y="446"/>
                      <a:pt x="411" y="326"/>
                      <a:pt x="411" y="241"/>
                    </a:cubicBezTo>
                    <a:cubicBezTo>
                      <a:pt x="411" y="120"/>
                      <a:pt x="326" y="0"/>
                      <a:pt x="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40"/>
              <p:cNvSpPr/>
              <p:nvPr/>
            </p:nvSpPr>
            <p:spPr>
              <a:xfrm>
                <a:off x="3614077" y="4040893"/>
                <a:ext cx="14583" cy="14867"/>
              </a:xfrm>
              <a:custGeom>
                <a:avLst/>
                <a:gdLst/>
                <a:ahLst/>
                <a:cxnLst/>
                <a:rect l="l" t="t" r="r" b="b"/>
                <a:pathLst>
                  <a:path w="411" h="419" extrusionOk="0">
                    <a:moveTo>
                      <a:pt x="205" y="1"/>
                    </a:moveTo>
                    <a:cubicBezTo>
                      <a:pt x="85" y="1"/>
                      <a:pt x="0" y="93"/>
                      <a:pt x="0" y="206"/>
                    </a:cubicBezTo>
                    <a:cubicBezTo>
                      <a:pt x="0" y="326"/>
                      <a:pt x="85" y="418"/>
                      <a:pt x="205" y="418"/>
                    </a:cubicBezTo>
                    <a:cubicBezTo>
                      <a:pt x="326" y="418"/>
                      <a:pt x="411" y="326"/>
                      <a:pt x="411" y="206"/>
                    </a:cubicBezTo>
                    <a:cubicBezTo>
                      <a:pt x="411" y="93"/>
                      <a:pt x="326" y="1"/>
                      <a:pt x="2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40"/>
              <p:cNvSpPr/>
              <p:nvPr/>
            </p:nvSpPr>
            <p:spPr>
              <a:xfrm>
                <a:off x="3571145" y="4002254"/>
                <a:ext cx="14583" cy="14583"/>
              </a:xfrm>
              <a:custGeom>
                <a:avLst/>
                <a:gdLst/>
                <a:ahLst/>
                <a:cxnLst/>
                <a:rect l="l" t="t" r="r" b="b"/>
                <a:pathLst>
                  <a:path w="411" h="411" extrusionOk="0">
                    <a:moveTo>
                      <a:pt x="206" y="0"/>
                    </a:moveTo>
                    <a:cubicBezTo>
                      <a:pt x="85" y="0"/>
                      <a:pt x="1" y="92"/>
                      <a:pt x="1" y="206"/>
                    </a:cubicBezTo>
                    <a:cubicBezTo>
                      <a:pt x="1" y="326"/>
                      <a:pt x="85" y="411"/>
                      <a:pt x="206" y="411"/>
                    </a:cubicBezTo>
                    <a:cubicBezTo>
                      <a:pt x="326" y="411"/>
                      <a:pt x="411" y="326"/>
                      <a:pt x="411" y="206"/>
                    </a:cubicBezTo>
                    <a:cubicBezTo>
                      <a:pt x="411" y="92"/>
                      <a:pt x="326" y="0"/>
                      <a:pt x="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40"/>
              <p:cNvSpPr/>
              <p:nvPr/>
            </p:nvSpPr>
            <p:spPr>
              <a:xfrm>
                <a:off x="3537757" y="4039900"/>
                <a:ext cx="14583" cy="14583"/>
              </a:xfrm>
              <a:custGeom>
                <a:avLst/>
                <a:gdLst/>
                <a:ahLst/>
                <a:cxnLst/>
                <a:rect l="l" t="t" r="r" b="b"/>
                <a:pathLst>
                  <a:path w="411" h="411" extrusionOk="0">
                    <a:moveTo>
                      <a:pt x="206" y="1"/>
                    </a:moveTo>
                    <a:cubicBezTo>
                      <a:pt x="86" y="1"/>
                      <a:pt x="1" y="93"/>
                      <a:pt x="1" y="206"/>
                    </a:cubicBezTo>
                    <a:cubicBezTo>
                      <a:pt x="1" y="326"/>
                      <a:pt x="86" y="411"/>
                      <a:pt x="206" y="411"/>
                    </a:cubicBezTo>
                    <a:cubicBezTo>
                      <a:pt x="319" y="411"/>
                      <a:pt x="411" y="326"/>
                      <a:pt x="411" y="206"/>
                    </a:cubicBezTo>
                    <a:cubicBezTo>
                      <a:pt x="411" y="93"/>
                      <a:pt x="319" y="1"/>
                      <a:pt x="2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40"/>
              <p:cNvSpPr/>
              <p:nvPr/>
            </p:nvSpPr>
            <p:spPr>
              <a:xfrm>
                <a:off x="3514658" y="4645605"/>
                <a:ext cx="111983" cy="4045"/>
              </a:xfrm>
              <a:custGeom>
                <a:avLst/>
                <a:gdLst/>
                <a:ahLst/>
                <a:cxnLst/>
                <a:rect l="l" t="t" r="r" b="b"/>
                <a:pathLst>
                  <a:path w="3156" h="114" extrusionOk="0">
                    <a:moveTo>
                      <a:pt x="1" y="0"/>
                    </a:moveTo>
                    <a:lnTo>
                      <a:pt x="1" y="57"/>
                    </a:lnTo>
                    <a:cubicBezTo>
                      <a:pt x="680" y="85"/>
                      <a:pt x="1387" y="113"/>
                      <a:pt x="2067" y="113"/>
                    </a:cubicBezTo>
                    <a:lnTo>
                      <a:pt x="3156" y="113"/>
                    </a:lnTo>
                    <a:lnTo>
                      <a:pt x="3156" y="57"/>
                    </a:lnTo>
                    <a:cubicBezTo>
                      <a:pt x="2872" y="64"/>
                      <a:pt x="2587" y="68"/>
                      <a:pt x="2304" y="68"/>
                    </a:cubicBezTo>
                    <a:cubicBezTo>
                      <a:pt x="1528" y="68"/>
                      <a:pt x="757" y="4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40"/>
              <p:cNvSpPr/>
              <p:nvPr/>
            </p:nvSpPr>
            <p:spPr>
              <a:xfrm>
                <a:off x="3868090" y="4402592"/>
                <a:ext cx="109996" cy="9580"/>
              </a:xfrm>
              <a:custGeom>
                <a:avLst/>
                <a:gdLst/>
                <a:ahLst/>
                <a:cxnLst/>
                <a:rect l="l" t="t" r="r" b="b"/>
                <a:pathLst>
                  <a:path w="3100" h="270" extrusionOk="0">
                    <a:moveTo>
                      <a:pt x="2926" y="0"/>
                    </a:moveTo>
                    <a:cubicBezTo>
                      <a:pt x="2678" y="0"/>
                      <a:pt x="2414" y="42"/>
                      <a:pt x="2151" y="65"/>
                    </a:cubicBezTo>
                    <a:cubicBezTo>
                      <a:pt x="2066" y="93"/>
                      <a:pt x="2010" y="93"/>
                      <a:pt x="1918" y="128"/>
                    </a:cubicBezTo>
                    <a:cubicBezTo>
                      <a:pt x="1267" y="213"/>
                      <a:pt x="623" y="213"/>
                      <a:pt x="1" y="213"/>
                    </a:cubicBezTo>
                    <a:lnTo>
                      <a:pt x="1" y="270"/>
                    </a:lnTo>
                    <a:cubicBezTo>
                      <a:pt x="651" y="270"/>
                      <a:pt x="1302" y="270"/>
                      <a:pt x="1918" y="185"/>
                    </a:cubicBezTo>
                    <a:cubicBezTo>
                      <a:pt x="2010" y="157"/>
                      <a:pt x="2095" y="157"/>
                      <a:pt x="2151" y="128"/>
                    </a:cubicBezTo>
                    <a:cubicBezTo>
                      <a:pt x="2415" y="100"/>
                      <a:pt x="2679" y="57"/>
                      <a:pt x="2928" y="57"/>
                    </a:cubicBezTo>
                    <a:cubicBezTo>
                      <a:pt x="2986" y="57"/>
                      <a:pt x="3043" y="59"/>
                      <a:pt x="3099" y="65"/>
                    </a:cubicBezTo>
                    <a:lnTo>
                      <a:pt x="3099" y="8"/>
                    </a:lnTo>
                    <a:cubicBezTo>
                      <a:pt x="3042" y="3"/>
                      <a:pt x="2985" y="0"/>
                      <a:pt x="29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7" name="Google Shape;867;p40"/>
            <p:cNvGrpSpPr/>
            <p:nvPr/>
          </p:nvGrpSpPr>
          <p:grpSpPr>
            <a:xfrm>
              <a:off x="520010" y="1168622"/>
              <a:ext cx="4279321" cy="3269905"/>
              <a:chOff x="3245850" y="1388754"/>
              <a:chExt cx="1339926" cy="1023893"/>
            </a:xfrm>
          </p:grpSpPr>
          <p:grpSp>
            <p:nvGrpSpPr>
              <p:cNvPr id="868" name="Google Shape;868;p40"/>
              <p:cNvGrpSpPr/>
              <p:nvPr/>
            </p:nvGrpSpPr>
            <p:grpSpPr>
              <a:xfrm>
                <a:off x="3889166" y="1636096"/>
                <a:ext cx="633844" cy="776551"/>
                <a:chOff x="3889166" y="1636096"/>
                <a:chExt cx="633844" cy="776551"/>
              </a:xfrm>
            </p:grpSpPr>
            <p:sp>
              <p:nvSpPr>
                <p:cNvPr id="869" name="Google Shape;869;p40"/>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40"/>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40"/>
                <p:cNvSpPr/>
                <p:nvPr/>
              </p:nvSpPr>
              <p:spPr>
                <a:xfrm>
                  <a:off x="4470495" y="2333663"/>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40"/>
                <p:cNvSpPr/>
                <p:nvPr/>
              </p:nvSpPr>
              <p:spPr>
                <a:xfrm>
                  <a:off x="4424582" y="2333663"/>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3" name="Google Shape;873;p40"/>
              <p:cNvSpPr/>
              <p:nvPr/>
            </p:nvSpPr>
            <p:spPr>
              <a:xfrm>
                <a:off x="4473760" y="1552892"/>
                <a:ext cx="16606" cy="71071"/>
              </a:xfrm>
              <a:custGeom>
                <a:avLst/>
                <a:gdLst/>
                <a:ahLst/>
                <a:cxnLst/>
                <a:rect l="l" t="t" r="r" b="b"/>
                <a:pathLst>
                  <a:path w="468" h="2003" extrusionOk="0">
                    <a:moveTo>
                      <a:pt x="1" y="1"/>
                    </a:moveTo>
                    <a:lnTo>
                      <a:pt x="1" y="29"/>
                    </a:lnTo>
                    <a:cubicBezTo>
                      <a:pt x="383" y="588"/>
                      <a:pt x="411" y="1387"/>
                      <a:pt x="58" y="1946"/>
                    </a:cubicBezTo>
                    <a:cubicBezTo>
                      <a:pt x="58" y="1974"/>
                      <a:pt x="58" y="1974"/>
                      <a:pt x="86" y="2003"/>
                    </a:cubicBezTo>
                    <a:cubicBezTo>
                      <a:pt x="86" y="2003"/>
                      <a:pt x="114" y="2003"/>
                      <a:pt x="114" y="1974"/>
                    </a:cubicBezTo>
                    <a:cubicBezTo>
                      <a:pt x="468" y="1387"/>
                      <a:pt x="440" y="560"/>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0"/>
              <p:cNvSpPr/>
              <p:nvPr/>
            </p:nvSpPr>
            <p:spPr>
              <a:xfrm>
                <a:off x="3372342" y="1752689"/>
                <a:ext cx="40947" cy="59540"/>
              </a:xfrm>
              <a:custGeom>
                <a:avLst/>
                <a:gdLst/>
                <a:ahLst/>
                <a:cxnLst/>
                <a:rect l="l" t="t" r="r" b="b"/>
                <a:pathLst>
                  <a:path w="1154" h="1678" extrusionOk="0">
                    <a:moveTo>
                      <a:pt x="595" y="58"/>
                    </a:moveTo>
                    <a:cubicBezTo>
                      <a:pt x="857" y="58"/>
                      <a:pt x="1090" y="411"/>
                      <a:pt x="1090" y="850"/>
                    </a:cubicBezTo>
                    <a:cubicBezTo>
                      <a:pt x="1090" y="1267"/>
                      <a:pt x="857" y="1621"/>
                      <a:pt x="595" y="1621"/>
                    </a:cubicBezTo>
                    <a:cubicBezTo>
                      <a:pt x="298" y="1621"/>
                      <a:pt x="64" y="1267"/>
                      <a:pt x="64" y="850"/>
                    </a:cubicBezTo>
                    <a:cubicBezTo>
                      <a:pt x="64" y="411"/>
                      <a:pt x="298" y="58"/>
                      <a:pt x="595" y="58"/>
                    </a:cubicBezTo>
                    <a:close/>
                    <a:moveTo>
                      <a:pt x="595" y="1"/>
                    </a:moveTo>
                    <a:cubicBezTo>
                      <a:pt x="269" y="1"/>
                      <a:pt x="1" y="383"/>
                      <a:pt x="1" y="850"/>
                    </a:cubicBezTo>
                    <a:cubicBezTo>
                      <a:pt x="1" y="1296"/>
                      <a:pt x="269" y="1678"/>
                      <a:pt x="595" y="1678"/>
                    </a:cubicBezTo>
                    <a:cubicBezTo>
                      <a:pt x="885" y="1678"/>
                      <a:pt x="1154" y="1296"/>
                      <a:pt x="1154" y="850"/>
                    </a:cubicBezTo>
                    <a:cubicBezTo>
                      <a:pt x="1154" y="383"/>
                      <a:pt x="885" y="1"/>
                      <a:pt x="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40"/>
              <p:cNvSpPr/>
              <p:nvPr/>
            </p:nvSpPr>
            <p:spPr>
              <a:xfrm>
                <a:off x="4551074" y="1770287"/>
                <a:ext cx="34702" cy="52479"/>
              </a:xfrm>
              <a:custGeom>
                <a:avLst/>
                <a:gdLst/>
                <a:ahLst/>
                <a:cxnLst/>
                <a:rect l="l" t="t" r="r" b="b"/>
                <a:pathLst>
                  <a:path w="978" h="1479" extrusionOk="0">
                    <a:moveTo>
                      <a:pt x="475" y="64"/>
                    </a:moveTo>
                    <a:cubicBezTo>
                      <a:pt x="737" y="64"/>
                      <a:pt x="913" y="389"/>
                      <a:pt x="913" y="743"/>
                    </a:cubicBezTo>
                    <a:cubicBezTo>
                      <a:pt x="913" y="1125"/>
                      <a:pt x="737" y="1415"/>
                      <a:pt x="475" y="1415"/>
                    </a:cubicBezTo>
                    <a:cubicBezTo>
                      <a:pt x="234" y="1415"/>
                      <a:pt x="57" y="1125"/>
                      <a:pt x="57" y="743"/>
                    </a:cubicBezTo>
                    <a:cubicBezTo>
                      <a:pt x="57" y="389"/>
                      <a:pt x="234" y="64"/>
                      <a:pt x="475" y="64"/>
                    </a:cubicBezTo>
                    <a:close/>
                    <a:moveTo>
                      <a:pt x="475" y="0"/>
                    </a:moveTo>
                    <a:cubicBezTo>
                      <a:pt x="206" y="0"/>
                      <a:pt x="1" y="354"/>
                      <a:pt x="1" y="743"/>
                    </a:cubicBezTo>
                    <a:cubicBezTo>
                      <a:pt x="1" y="1153"/>
                      <a:pt x="206" y="1479"/>
                      <a:pt x="475" y="1479"/>
                    </a:cubicBezTo>
                    <a:cubicBezTo>
                      <a:pt x="765" y="1479"/>
                      <a:pt x="977" y="1153"/>
                      <a:pt x="977" y="743"/>
                    </a:cubicBezTo>
                    <a:cubicBezTo>
                      <a:pt x="977" y="354"/>
                      <a:pt x="765" y="0"/>
                      <a:pt x="4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40"/>
              <p:cNvSpPr/>
              <p:nvPr/>
            </p:nvSpPr>
            <p:spPr>
              <a:xfrm>
                <a:off x="3997846" y="1767271"/>
                <a:ext cx="35695" cy="52230"/>
              </a:xfrm>
              <a:custGeom>
                <a:avLst/>
                <a:gdLst/>
                <a:ahLst/>
                <a:cxnLst/>
                <a:rect l="l" t="t" r="r" b="b"/>
                <a:pathLst>
                  <a:path w="1006" h="1472" extrusionOk="0">
                    <a:moveTo>
                      <a:pt x="503" y="57"/>
                    </a:moveTo>
                    <a:cubicBezTo>
                      <a:pt x="737" y="57"/>
                      <a:pt x="942" y="354"/>
                      <a:pt x="942" y="736"/>
                    </a:cubicBezTo>
                    <a:cubicBezTo>
                      <a:pt x="942" y="1090"/>
                      <a:pt x="737" y="1415"/>
                      <a:pt x="503" y="1415"/>
                    </a:cubicBezTo>
                    <a:cubicBezTo>
                      <a:pt x="263" y="1415"/>
                      <a:pt x="58" y="1090"/>
                      <a:pt x="58" y="736"/>
                    </a:cubicBezTo>
                    <a:cubicBezTo>
                      <a:pt x="58" y="354"/>
                      <a:pt x="263" y="57"/>
                      <a:pt x="503" y="57"/>
                    </a:cubicBezTo>
                    <a:close/>
                    <a:moveTo>
                      <a:pt x="503" y="0"/>
                    </a:moveTo>
                    <a:cubicBezTo>
                      <a:pt x="234" y="0"/>
                      <a:pt x="1" y="326"/>
                      <a:pt x="1" y="736"/>
                    </a:cubicBezTo>
                    <a:cubicBezTo>
                      <a:pt x="1" y="1118"/>
                      <a:pt x="234" y="1472"/>
                      <a:pt x="503" y="1472"/>
                    </a:cubicBezTo>
                    <a:cubicBezTo>
                      <a:pt x="765" y="1472"/>
                      <a:pt x="1006" y="1118"/>
                      <a:pt x="1006" y="736"/>
                    </a:cubicBezTo>
                    <a:cubicBezTo>
                      <a:pt x="1006" y="326"/>
                      <a:pt x="765" y="0"/>
                      <a:pt x="5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40"/>
              <p:cNvSpPr/>
              <p:nvPr/>
            </p:nvSpPr>
            <p:spPr>
              <a:xfrm>
                <a:off x="4298055" y="2172613"/>
                <a:ext cx="48008" cy="124827"/>
              </a:xfrm>
              <a:custGeom>
                <a:avLst/>
                <a:gdLst/>
                <a:ahLst/>
                <a:cxnLst/>
                <a:rect l="l" t="t" r="r" b="b"/>
                <a:pathLst>
                  <a:path w="1353" h="3518" extrusionOk="0">
                    <a:moveTo>
                      <a:pt x="857" y="72"/>
                    </a:moveTo>
                    <a:cubicBezTo>
                      <a:pt x="1119" y="129"/>
                      <a:pt x="1211" y="454"/>
                      <a:pt x="1239" y="574"/>
                    </a:cubicBezTo>
                    <a:cubicBezTo>
                      <a:pt x="1295" y="836"/>
                      <a:pt x="1295" y="1077"/>
                      <a:pt x="1239" y="1338"/>
                    </a:cubicBezTo>
                    <a:cubicBezTo>
                      <a:pt x="1211" y="1430"/>
                      <a:pt x="1175" y="1544"/>
                      <a:pt x="1147" y="1636"/>
                    </a:cubicBezTo>
                    <a:cubicBezTo>
                      <a:pt x="1090" y="1841"/>
                      <a:pt x="998" y="2074"/>
                      <a:pt x="1034" y="2279"/>
                    </a:cubicBezTo>
                    <a:cubicBezTo>
                      <a:pt x="1034" y="2400"/>
                      <a:pt x="1062" y="2492"/>
                      <a:pt x="1090" y="2605"/>
                    </a:cubicBezTo>
                    <a:cubicBezTo>
                      <a:pt x="1090" y="2725"/>
                      <a:pt x="1147" y="2845"/>
                      <a:pt x="1119" y="2958"/>
                    </a:cubicBezTo>
                    <a:cubicBezTo>
                      <a:pt x="1119" y="3199"/>
                      <a:pt x="913" y="3461"/>
                      <a:pt x="680" y="3461"/>
                    </a:cubicBezTo>
                    <a:lnTo>
                      <a:pt x="560" y="3461"/>
                    </a:lnTo>
                    <a:cubicBezTo>
                      <a:pt x="263" y="3376"/>
                      <a:pt x="86" y="2987"/>
                      <a:pt x="86" y="2753"/>
                    </a:cubicBezTo>
                    <a:cubicBezTo>
                      <a:pt x="57" y="2548"/>
                      <a:pt x="149" y="2343"/>
                      <a:pt x="206" y="2138"/>
                    </a:cubicBezTo>
                    <a:cubicBezTo>
                      <a:pt x="263" y="1961"/>
                      <a:pt x="326" y="1784"/>
                      <a:pt x="326" y="1607"/>
                    </a:cubicBezTo>
                    <a:cubicBezTo>
                      <a:pt x="326" y="1430"/>
                      <a:pt x="291" y="1282"/>
                      <a:pt x="263" y="1105"/>
                    </a:cubicBezTo>
                    <a:cubicBezTo>
                      <a:pt x="263" y="1077"/>
                      <a:pt x="234" y="1013"/>
                      <a:pt x="234" y="956"/>
                    </a:cubicBezTo>
                    <a:cubicBezTo>
                      <a:pt x="206" y="780"/>
                      <a:pt x="178" y="546"/>
                      <a:pt x="291" y="334"/>
                    </a:cubicBezTo>
                    <a:cubicBezTo>
                      <a:pt x="383" y="192"/>
                      <a:pt x="560" y="72"/>
                      <a:pt x="737" y="72"/>
                    </a:cubicBezTo>
                    <a:close/>
                    <a:moveTo>
                      <a:pt x="741" y="1"/>
                    </a:moveTo>
                    <a:cubicBezTo>
                      <a:pt x="537" y="1"/>
                      <a:pt x="335" y="133"/>
                      <a:pt x="234" y="306"/>
                    </a:cubicBezTo>
                    <a:cubicBezTo>
                      <a:pt x="114" y="546"/>
                      <a:pt x="149" y="780"/>
                      <a:pt x="178" y="956"/>
                    </a:cubicBezTo>
                    <a:cubicBezTo>
                      <a:pt x="178" y="1013"/>
                      <a:pt x="206" y="1077"/>
                      <a:pt x="206" y="1133"/>
                    </a:cubicBezTo>
                    <a:cubicBezTo>
                      <a:pt x="234" y="1282"/>
                      <a:pt x="263" y="1430"/>
                      <a:pt x="263" y="1572"/>
                    </a:cubicBezTo>
                    <a:cubicBezTo>
                      <a:pt x="263" y="1784"/>
                      <a:pt x="206" y="1961"/>
                      <a:pt x="149" y="2138"/>
                    </a:cubicBezTo>
                    <a:cubicBezTo>
                      <a:pt x="86" y="2343"/>
                      <a:pt x="1" y="2548"/>
                      <a:pt x="29" y="2753"/>
                    </a:cubicBezTo>
                    <a:cubicBezTo>
                      <a:pt x="29" y="3022"/>
                      <a:pt x="234" y="3432"/>
                      <a:pt x="531" y="3517"/>
                    </a:cubicBezTo>
                    <a:lnTo>
                      <a:pt x="680" y="3517"/>
                    </a:lnTo>
                    <a:cubicBezTo>
                      <a:pt x="970" y="3517"/>
                      <a:pt x="1175" y="3227"/>
                      <a:pt x="1175" y="2958"/>
                    </a:cubicBezTo>
                    <a:cubicBezTo>
                      <a:pt x="1211" y="2845"/>
                      <a:pt x="1147" y="2725"/>
                      <a:pt x="1119" y="2576"/>
                    </a:cubicBezTo>
                    <a:cubicBezTo>
                      <a:pt x="1119" y="2492"/>
                      <a:pt x="1090" y="2371"/>
                      <a:pt x="1090" y="2279"/>
                    </a:cubicBezTo>
                    <a:cubicBezTo>
                      <a:pt x="1062" y="2074"/>
                      <a:pt x="1147" y="1869"/>
                      <a:pt x="1211" y="1664"/>
                    </a:cubicBezTo>
                    <a:cubicBezTo>
                      <a:pt x="1239" y="1544"/>
                      <a:pt x="1267" y="1459"/>
                      <a:pt x="1295" y="1338"/>
                    </a:cubicBezTo>
                    <a:cubicBezTo>
                      <a:pt x="1352" y="1105"/>
                      <a:pt x="1352" y="836"/>
                      <a:pt x="1295" y="574"/>
                    </a:cubicBezTo>
                    <a:cubicBezTo>
                      <a:pt x="1267" y="426"/>
                      <a:pt x="1175" y="100"/>
                      <a:pt x="857" y="16"/>
                    </a:cubicBezTo>
                    <a:cubicBezTo>
                      <a:pt x="819" y="5"/>
                      <a:pt x="780" y="1"/>
                      <a:pt x="7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40"/>
              <p:cNvSpPr/>
              <p:nvPr/>
            </p:nvSpPr>
            <p:spPr>
              <a:xfrm>
                <a:off x="4346026" y="1562188"/>
                <a:ext cx="104709" cy="53508"/>
              </a:xfrm>
              <a:custGeom>
                <a:avLst/>
                <a:gdLst/>
                <a:ahLst/>
                <a:cxnLst/>
                <a:rect l="l" t="t" r="r" b="b"/>
                <a:pathLst>
                  <a:path w="2951" h="1508" extrusionOk="0">
                    <a:moveTo>
                      <a:pt x="1479" y="64"/>
                    </a:moveTo>
                    <a:cubicBezTo>
                      <a:pt x="2186" y="64"/>
                      <a:pt x="2773" y="651"/>
                      <a:pt x="2893" y="772"/>
                    </a:cubicBezTo>
                    <a:cubicBezTo>
                      <a:pt x="2773" y="885"/>
                      <a:pt x="2186" y="1444"/>
                      <a:pt x="1479" y="1444"/>
                    </a:cubicBezTo>
                    <a:cubicBezTo>
                      <a:pt x="799" y="1444"/>
                      <a:pt x="212" y="885"/>
                      <a:pt x="92" y="772"/>
                    </a:cubicBezTo>
                    <a:cubicBezTo>
                      <a:pt x="212" y="651"/>
                      <a:pt x="799" y="64"/>
                      <a:pt x="1479" y="64"/>
                    </a:cubicBezTo>
                    <a:close/>
                    <a:moveTo>
                      <a:pt x="1479" y="0"/>
                    </a:moveTo>
                    <a:cubicBezTo>
                      <a:pt x="679" y="0"/>
                      <a:pt x="35" y="736"/>
                      <a:pt x="35" y="736"/>
                    </a:cubicBezTo>
                    <a:lnTo>
                      <a:pt x="0" y="772"/>
                    </a:lnTo>
                    <a:lnTo>
                      <a:pt x="35" y="772"/>
                    </a:lnTo>
                    <a:cubicBezTo>
                      <a:pt x="35" y="800"/>
                      <a:pt x="679" y="1507"/>
                      <a:pt x="1479" y="1507"/>
                    </a:cubicBezTo>
                    <a:cubicBezTo>
                      <a:pt x="2271" y="1507"/>
                      <a:pt x="2922" y="800"/>
                      <a:pt x="2950" y="772"/>
                    </a:cubicBezTo>
                    <a:lnTo>
                      <a:pt x="2950" y="736"/>
                    </a:lnTo>
                    <a:cubicBezTo>
                      <a:pt x="2922" y="736"/>
                      <a:pt x="2271" y="0"/>
                      <a:pt x="14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40"/>
              <p:cNvSpPr/>
              <p:nvPr/>
            </p:nvSpPr>
            <p:spPr>
              <a:xfrm>
                <a:off x="4376398" y="1563182"/>
                <a:ext cx="43963" cy="51521"/>
              </a:xfrm>
              <a:custGeom>
                <a:avLst/>
                <a:gdLst/>
                <a:ahLst/>
                <a:cxnLst/>
                <a:rect l="l" t="t" r="r" b="b"/>
                <a:pathLst>
                  <a:path w="1239" h="1452" extrusionOk="0">
                    <a:moveTo>
                      <a:pt x="623" y="1"/>
                    </a:moveTo>
                    <a:cubicBezTo>
                      <a:pt x="269" y="1"/>
                      <a:pt x="0" y="326"/>
                      <a:pt x="0" y="744"/>
                    </a:cubicBezTo>
                    <a:cubicBezTo>
                      <a:pt x="0" y="1126"/>
                      <a:pt x="269" y="1451"/>
                      <a:pt x="623" y="1451"/>
                    </a:cubicBezTo>
                    <a:cubicBezTo>
                      <a:pt x="976" y="1451"/>
                      <a:pt x="1238" y="1126"/>
                      <a:pt x="1238" y="744"/>
                    </a:cubicBezTo>
                    <a:cubicBezTo>
                      <a:pt x="1238" y="326"/>
                      <a:pt x="976" y="1"/>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40"/>
              <p:cNvSpPr/>
              <p:nvPr/>
            </p:nvSpPr>
            <p:spPr>
              <a:xfrm>
                <a:off x="4306358" y="1388754"/>
                <a:ext cx="17848" cy="44956"/>
              </a:xfrm>
              <a:custGeom>
                <a:avLst/>
                <a:gdLst/>
                <a:ahLst/>
                <a:cxnLst/>
                <a:rect l="l" t="t" r="r" b="b"/>
                <a:pathLst>
                  <a:path w="503" h="1267" extrusionOk="0">
                    <a:moveTo>
                      <a:pt x="503" y="0"/>
                    </a:moveTo>
                    <a:cubicBezTo>
                      <a:pt x="474" y="0"/>
                      <a:pt x="474" y="0"/>
                      <a:pt x="446" y="28"/>
                    </a:cubicBezTo>
                    <a:lnTo>
                      <a:pt x="29" y="1238"/>
                    </a:lnTo>
                    <a:cubicBezTo>
                      <a:pt x="0" y="1238"/>
                      <a:pt x="29" y="1266"/>
                      <a:pt x="29" y="1266"/>
                    </a:cubicBezTo>
                    <a:lnTo>
                      <a:pt x="57" y="1266"/>
                    </a:lnTo>
                    <a:lnTo>
                      <a:pt x="57" y="1238"/>
                    </a:lnTo>
                    <a:lnTo>
                      <a:pt x="503" y="28"/>
                    </a:lnTo>
                    <a:lnTo>
                      <a:pt x="5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0"/>
              <p:cNvSpPr/>
              <p:nvPr/>
            </p:nvSpPr>
            <p:spPr>
              <a:xfrm>
                <a:off x="4326192" y="1388754"/>
                <a:ext cx="17848" cy="44956"/>
              </a:xfrm>
              <a:custGeom>
                <a:avLst/>
                <a:gdLst/>
                <a:ahLst/>
                <a:cxnLst/>
                <a:rect l="l" t="t" r="r" b="b"/>
                <a:pathLst>
                  <a:path w="503" h="1267" extrusionOk="0">
                    <a:moveTo>
                      <a:pt x="502" y="0"/>
                    </a:moveTo>
                    <a:cubicBezTo>
                      <a:pt x="474" y="0"/>
                      <a:pt x="446" y="0"/>
                      <a:pt x="446" y="28"/>
                    </a:cubicBezTo>
                    <a:lnTo>
                      <a:pt x="0" y="1238"/>
                    </a:lnTo>
                    <a:lnTo>
                      <a:pt x="28" y="1266"/>
                    </a:lnTo>
                    <a:cubicBezTo>
                      <a:pt x="64" y="1266"/>
                      <a:pt x="64" y="1266"/>
                      <a:pt x="64" y="1238"/>
                    </a:cubicBezTo>
                    <a:lnTo>
                      <a:pt x="502" y="28"/>
                    </a:lnTo>
                    <a:lnTo>
                      <a:pt x="5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0"/>
              <p:cNvSpPr/>
              <p:nvPr/>
            </p:nvSpPr>
            <p:spPr>
              <a:xfrm>
                <a:off x="3872348" y="1550657"/>
                <a:ext cx="17883" cy="45205"/>
              </a:xfrm>
              <a:custGeom>
                <a:avLst/>
                <a:gdLst/>
                <a:ahLst/>
                <a:cxnLst/>
                <a:rect l="l" t="t" r="r" b="b"/>
                <a:pathLst>
                  <a:path w="504" h="1274" extrusionOk="0">
                    <a:moveTo>
                      <a:pt x="475" y="0"/>
                    </a:moveTo>
                    <a:cubicBezTo>
                      <a:pt x="475" y="0"/>
                      <a:pt x="439" y="0"/>
                      <a:pt x="439" y="35"/>
                    </a:cubicBezTo>
                    <a:lnTo>
                      <a:pt x="1" y="1238"/>
                    </a:lnTo>
                    <a:cubicBezTo>
                      <a:pt x="1" y="1238"/>
                      <a:pt x="1" y="1273"/>
                      <a:pt x="29" y="1273"/>
                    </a:cubicBezTo>
                    <a:cubicBezTo>
                      <a:pt x="57" y="1273"/>
                      <a:pt x="57" y="1273"/>
                      <a:pt x="57" y="1238"/>
                    </a:cubicBezTo>
                    <a:lnTo>
                      <a:pt x="503" y="35"/>
                    </a:lnTo>
                    <a:cubicBezTo>
                      <a:pt x="503" y="35"/>
                      <a:pt x="503" y="0"/>
                      <a:pt x="4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0"/>
              <p:cNvSpPr/>
              <p:nvPr/>
            </p:nvSpPr>
            <p:spPr>
              <a:xfrm>
                <a:off x="4058590" y="1767271"/>
                <a:ext cx="17635" cy="44956"/>
              </a:xfrm>
              <a:custGeom>
                <a:avLst/>
                <a:gdLst/>
                <a:ahLst/>
                <a:cxnLst/>
                <a:rect l="l" t="t" r="r" b="b"/>
                <a:pathLst>
                  <a:path w="497" h="1267" extrusionOk="0">
                    <a:moveTo>
                      <a:pt x="468" y="0"/>
                    </a:moveTo>
                    <a:cubicBezTo>
                      <a:pt x="440" y="0"/>
                      <a:pt x="440" y="29"/>
                      <a:pt x="440" y="29"/>
                    </a:cubicBezTo>
                    <a:lnTo>
                      <a:pt x="1" y="1238"/>
                    </a:lnTo>
                    <a:lnTo>
                      <a:pt x="1" y="1267"/>
                    </a:lnTo>
                    <a:lnTo>
                      <a:pt x="58" y="1267"/>
                    </a:lnTo>
                    <a:lnTo>
                      <a:pt x="496" y="57"/>
                    </a:lnTo>
                    <a:cubicBezTo>
                      <a:pt x="496" y="29"/>
                      <a:pt x="496" y="29"/>
                      <a:pt x="4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0"/>
              <p:cNvSpPr/>
              <p:nvPr/>
            </p:nvSpPr>
            <p:spPr>
              <a:xfrm>
                <a:off x="3980034" y="1534087"/>
                <a:ext cx="7309" cy="8303"/>
              </a:xfrm>
              <a:custGeom>
                <a:avLst/>
                <a:gdLst/>
                <a:ahLst/>
                <a:cxnLst/>
                <a:rect l="l" t="t" r="r" b="b"/>
                <a:pathLst>
                  <a:path w="206" h="234" extrusionOk="0">
                    <a:moveTo>
                      <a:pt x="93" y="0"/>
                    </a:moveTo>
                    <a:cubicBezTo>
                      <a:pt x="29" y="0"/>
                      <a:pt x="1" y="57"/>
                      <a:pt x="1" y="113"/>
                    </a:cubicBezTo>
                    <a:cubicBezTo>
                      <a:pt x="1" y="177"/>
                      <a:pt x="29" y="234"/>
                      <a:pt x="93" y="234"/>
                    </a:cubicBezTo>
                    <a:cubicBezTo>
                      <a:pt x="149" y="234"/>
                      <a:pt x="206" y="177"/>
                      <a:pt x="206" y="113"/>
                    </a:cubicBezTo>
                    <a:cubicBezTo>
                      <a:pt x="206" y="57"/>
                      <a:pt x="149" y="0"/>
                      <a:pt x="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0"/>
              <p:cNvSpPr/>
              <p:nvPr/>
            </p:nvSpPr>
            <p:spPr>
              <a:xfrm>
                <a:off x="3979041" y="1533058"/>
                <a:ext cx="9332" cy="10325"/>
              </a:xfrm>
              <a:custGeom>
                <a:avLst/>
                <a:gdLst/>
                <a:ahLst/>
                <a:cxnLst/>
                <a:rect l="l" t="t" r="r" b="b"/>
                <a:pathLst>
                  <a:path w="263" h="291" extrusionOk="0">
                    <a:moveTo>
                      <a:pt x="121" y="57"/>
                    </a:moveTo>
                    <a:cubicBezTo>
                      <a:pt x="177" y="57"/>
                      <a:pt x="206" y="86"/>
                      <a:pt x="206" y="142"/>
                    </a:cubicBezTo>
                    <a:cubicBezTo>
                      <a:pt x="206" y="178"/>
                      <a:pt x="177" y="234"/>
                      <a:pt x="121" y="234"/>
                    </a:cubicBezTo>
                    <a:cubicBezTo>
                      <a:pt x="85" y="234"/>
                      <a:pt x="57" y="178"/>
                      <a:pt x="57" y="142"/>
                    </a:cubicBezTo>
                    <a:cubicBezTo>
                      <a:pt x="57" y="86"/>
                      <a:pt x="85" y="57"/>
                      <a:pt x="121" y="57"/>
                    </a:cubicBezTo>
                    <a:close/>
                    <a:moveTo>
                      <a:pt x="121" y="1"/>
                    </a:moveTo>
                    <a:cubicBezTo>
                      <a:pt x="57" y="1"/>
                      <a:pt x="0" y="57"/>
                      <a:pt x="0" y="142"/>
                    </a:cubicBezTo>
                    <a:cubicBezTo>
                      <a:pt x="0" y="234"/>
                      <a:pt x="57" y="291"/>
                      <a:pt x="121" y="291"/>
                    </a:cubicBezTo>
                    <a:cubicBezTo>
                      <a:pt x="206" y="291"/>
                      <a:pt x="262" y="234"/>
                      <a:pt x="262" y="142"/>
                    </a:cubicBezTo>
                    <a:cubicBezTo>
                      <a:pt x="262" y="57"/>
                      <a:pt x="206" y="1"/>
                      <a:pt x="1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40"/>
              <p:cNvSpPr/>
              <p:nvPr/>
            </p:nvSpPr>
            <p:spPr>
              <a:xfrm>
                <a:off x="3980034" y="1553921"/>
                <a:ext cx="7309" cy="7309"/>
              </a:xfrm>
              <a:custGeom>
                <a:avLst/>
                <a:gdLst/>
                <a:ahLst/>
                <a:cxnLst/>
                <a:rect l="l" t="t" r="r" b="b"/>
                <a:pathLst>
                  <a:path w="206" h="206" extrusionOk="0">
                    <a:moveTo>
                      <a:pt x="93" y="0"/>
                    </a:moveTo>
                    <a:cubicBezTo>
                      <a:pt x="29" y="0"/>
                      <a:pt x="1" y="28"/>
                      <a:pt x="1" y="85"/>
                    </a:cubicBezTo>
                    <a:cubicBezTo>
                      <a:pt x="1" y="177"/>
                      <a:pt x="29" y="205"/>
                      <a:pt x="93" y="205"/>
                    </a:cubicBezTo>
                    <a:cubicBezTo>
                      <a:pt x="149" y="205"/>
                      <a:pt x="206" y="177"/>
                      <a:pt x="206" y="85"/>
                    </a:cubicBezTo>
                    <a:cubicBezTo>
                      <a:pt x="206" y="28"/>
                      <a:pt x="149" y="0"/>
                      <a:pt x="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0"/>
              <p:cNvSpPr/>
              <p:nvPr/>
            </p:nvSpPr>
            <p:spPr>
              <a:xfrm>
                <a:off x="3979041" y="1552892"/>
                <a:ext cx="9332" cy="9332"/>
              </a:xfrm>
              <a:custGeom>
                <a:avLst/>
                <a:gdLst/>
                <a:ahLst/>
                <a:cxnLst/>
                <a:rect l="l" t="t" r="r" b="b"/>
                <a:pathLst>
                  <a:path w="263" h="263" extrusionOk="0">
                    <a:moveTo>
                      <a:pt x="121" y="57"/>
                    </a:moveTo>
                    <a:cubicBezTo>
                      <a:pt x="177" y="57"/>
                      <a:pt x="206" y="86"/>
                      <a:pt x="206" y="114"/>
                    </a:cubicBezTo>
                    <a:cubicBezTo>
                      <a:pt x="206" y="178"/>
                      <a:pt x="177" y="206"/>
                      <a:pt x="121" y="206"/>
                    </a:cubicBezTo>
                    <a:cubicBezTo>
                      <a:pt x="85" y="206"/>
                      <a:pt x="57" y="178"/>
                      <a:pt x="57" y="114"/>
                    </a:cubicBezTo>
                    <a:cubicBezTo>
                      <a:pt x="57" y="86"/>
                      <a:pt x="85" y="57"/>
                      <a:pt x="121" y="57"/>
                    </a:cubicBezTo>
                    <a:close/>
                    <a:moveTo>
                      <a:pt x="121" y="1"/>
                    </a:moveTo>
                    <a:cubicBezTo>
                      <a:pt x="57" y="1"/>
                      <a:pt x="0" y="57"/>
                      <a:pt x="0" y="114"/>
                    </a:cubicBezTo>
                    <a:cubicBezTo>
                      <a:pt x="0" y="206"/>
                      <a:pt x="57" y="262"/>
                      <a:pt x="121" y="262"/>
                    </a:cubicBezTo>
                    <a:cubicBezTo>
                      <a:pt x="206" y="262"/>
                      <a:pt x="262" y="206"/>
                      <a:pt x="262" y="114"/>
                    </a:cubicBezTo>
                    <a:cubicBezTo>
                      <a:pt x="262" y="57"/>
                      <a:pt x="206" y="1"/>
                      <a:pt x="1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40"/>
              <p:cNvSpPr/>
              <p:nvPr/>
            </p:nvSpPr>
            <p:spPr>
              <a:xfrm>
                <a:off x="4011400" y="1521526"/>
                <a:ext cx="36689" cy="52230"/>
              </a:xfrm>
              <a:custGeom>
                <a:avLst/>
                <a:gdLst/>
                <a:ahLst/>
                <a:cxnLst/>
                <a:rect l="l" t="t" r="r" b="b"/>
                <a:pathLst>
                  <a:path w="1034" h="1472" extrusionOk="0">
                    <a:moveTo>
                      <a:pt x="532" y="57"/>
                    </a:moveTo>
                    <a:cubicBezTo>
                      <a:pt x="765" y="57"/>
                      <a:pt x="977" y="354"/>
                      <a:pt x="977" y="736"/>
                    </a:cubicBezTo>
                    <a:cubicBezTo>
                      <a:pt x="977" y="1118"/>
                      <a:pt x="765" y="1415"/>
                      <a:pt x="532" y="1415"/>
                    </a:cubicBezTo>
                    <a:cubicBezTo>
                      <a:pt x="270" y="1415"/>
                      <a:pt x="58" y="1118"/>
                      <a:pt x="58" y="736"/>
                    </a:cubicBezTo>
                    <a:cubicBezTo>
                      <a:pt x="58" y="354"/>
                      <a:pt x="270" y="57"/>
                      <a:pt x="532" y="57"/>
                    </a:cubicBezTo>
                    <a:close/>
                    <a:moveTo>
                      <a:pt x="532" y="0"/>
                    </a:moveTo>
                    <a:cubicBezTo>
                      <a:pt x="234" y="0"/>
                      <a:pt x="1" y="326"/>
                      <a:pt x="1" y="736"/>
                    </a:cubicBezTo>
                    <a:cubicBezTo>
                      <a:pt x="1" y="1146"/>
                      <a:pt x="234" y="1472"/>
                      <a:pt x="532" y="1472"/>
                    </a:cubicBezTo>
                    <a:cubicBezTo>
                      <a:pt x="800" y="1472"/>
                      <a:pt x="1034" y="1146"/>
                      <a:pt x="1034" y="736"/>
                    </a:cubicBezTo>
                    <a:cubicBezTo>
                      <a:pt x="1034" y="326"/>
                      <a:pt x="800" y="0"/>
                      <a:pt x="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40"/>
              <p:cNvSpPr/>
              <p:nvPr/>
            </p:nvSpPr>
            <p:spPr>
              <a:xfrm>
                <a:off x="4065899" y="1521526"/>
                <a:ext cx="36653" cy="52230"/>
              </a:xfrm>
              <a:custGeom>
                <a:avLst/>
                <a:gdLst/>
                <a:ahLst/>
                <a:cxnLst/>
                <a:rect l="l" t="t" r="r" b="b"/>
                <a:pathLst>
                  <a:path w="1033" h="1472" extrusionOk="0">
                    <a:moveTo>
                      <a:pt x="531" y="57"/>
                    </a:moveTo>
                    <a:cubicBezTo>
                      <a:pt x="764" y="57"/>
                      <a:pt x="969" y="354"/>
                      <a:pt x="969" y="736"/>
                    </a:cubicBezTo>
                    <a:cubicBezTo>
                      <a:pt x="969" y="1118"/>
                      <a:pt x="764" y="1415"/>
                      <a:pt x="531" y="1415"/>
                    </a:cubicBezTo>
                    <a:cubicBezTo>
                      <a:pt x="262" y="1415"/>
                      <a:pt x="57" y="1118"/>
                      <a:pt x="57" y="736"/>
                    </a:cubicBezTo>
                    <a:cubicBezTo>
                      <a:pt x="57" y="354"/>
                      <a:pt x="262" y="57"/>
                      <a:pt x="531" y="57"/>
                    </a:cubicBezTo>
                    <a:close/>
                    <a:moveTo>
                      <a:pt x="531" y="0"/>
                    </a:moveTo>
                    <a:cubicBezTo>
                      <a:pt x="234" y="0"/>
                      <a:pt x="0" y="326"/>
                      <a:pt x="0" y="736"/>
                    </a:cubicBezTo>
                    <a:cubicBezTo>
                      <a:pt x="0" y="1146"/>
                      <a:pt x="234" y="1472"/>
                      <a:pt x="531" y="1472"/>
                    </a:cubicBezTo>
                    <a:cubicBezTo>
                      <a:pt x="792" y="1472"/>
                      <a:pt x="1033" y="1146"/>
                      <a:pt x="1033" y="736"/>
                    </a:cubicBezTo>
                    <a:cubicBezTo>
                      <a:pt x="1033" y="326"/>
                      <a:pt x="792" y="0"/>
                      <a:pt x="5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0"/>
              <p:cNvSpPr/>
              <p:nvPr/>
            </p:nvSpPr>
            <p:spPr>
              <a:xfrm>
                <a:off x="3245850" y="1932438"/>
                <a:ext cx="37682" cy="49214"/>
              </a:xfrm>
              <a:custGeom>
                <a:avLst/>
                <a:gdLst/>
                <a:ahLst/>
                <a:cxnLst/>
                <a:rect l="l" t="t" r="r" b="b"/>
                <a:pathLst>
                  <a:path w="1062" h="1387" extrusionOk="0">
                    <a:moveTo>
                      <a:pt x="1005" y="0"/>
                    </a:moveTo>
                    <a:lnTo>
                      <a:pt x="0" y="736"/>
                    </a:lnTo>
                    <a:lnTo>
                      <a:pt x="941" y="1387"/>
                    </a:lnTo>
                    <a:lnTo>
                      <a:pt x="976" y="1387"/>
                    </a:lnTo>
                    <a:cubicBezTo>
                      <a:pt x="976" y="1387"/>
                      <a:pt x="1005" y="1387"/>
                      <a:pt x="1005" y="1358"/>
                    </a:cubicBezTo>
                    <a:lnTo>
                      <a:pt x="1005" y="1330"/>
                    </a:lnTo>
                    <a:lnTo>
                      <a:pt x="92" y="736"/>
                    </a:lnTo>
                    <a:lnTo>
                      <a:pt x="1033" y="64"/>
                    </a:lnTo>
                    <a:cubicBezTo>
                      <a:pt x="1061" y="64"/>
                      <a:pt x="1061" y="28"/>
                      <a:pt x="1061" y="28"/>
                    </a:cubicBezTo>
                    <a:cubicBezTo>
                      <a:pt x="1033" y="0"/>
                      <a:pt x="1033" y="0"/>
                      <a:pt x="10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40"/>
              <p:cNvSpPr/>
              <p:nvPr/>
            </p:nvSpPr>
            <p:spPr>
              <a:xfrm>
                <a:off x="3370355" y="1934673"/>
                <a:ext cx="17848" cy="44992"/>
              </a:xfrm>
              <a:custGeom>
                <a:avLst/>
                <a:gdLst/>
                <a:ahLst/>
                <a:cxnLst/>
                <a:rect l="l" t="t" r="r" b="b"/>
                <a:pathLst>
                  <a:path w="503" h="1268" extrusionOk="0">
                    <a:moveTo>
                      <a:pt x="474" y="1"/>
                    </a:moveTo>
                    <a:cubicBezTo>
                      <a:pt x="474" y="1"/>
                      <a:pt x="439" y="1"/>
                      <a:pt x="439" y="29"/>
                    </a:cubicBezTo>
                    <a:lnTo>
                      <a:pt x="0" y="1239"/>
                    </a:lnTo>
                    <a:cubicBezTo>
                      <a:pt x="0" y="1239"/>
                      <a:pt x="0" y="1267"/>
                      <a:pt x="28" y="1267"/>
                    </a:cubicBezTo>
                    <a:cubicBezTo>
                      <a:pt x="57" y="1267"/>
                      <a:pt x="57" y="1267"/>
                      <a:pt x="57" y="1239"/>
                    </a:cubicBezTo>
                    <a:lnTo>
                      <a:pt x="502" y="29"/>
                    </a:lnTo>
                    <a:cubicBezTo>
                      <a:pt x="502" y="29"/>
                      <a:pt x="502"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0"/>
              <p:cNvSpPr/>
              <p:nvPr/>
            </p:nvSpPr>
            <p:spPr>
              <a:xfrm>
                <a:off x="3393418" y="1934673"/>
                <a:ext cx="17635" cy="44992"/>
              </a:xfrm>
              <a:custGeom>
                <a:avLst/>
                <a:gdLst/>
                <a:ahLst/>
                <a:cxnLst/>
                <a:rect l="l" t="t" r="r" b="b"/>
                <a:pathLst>
                  <a:path w="497" h="1268" extrusionOk="0">
                    <a:moveTo>
                      <a:pt x="496" y="1"/>
                    </a:moveTo>
                    <a:cubicBezTo>
                      <a:pt x="468" y="1"/>
                      <a:pt x="440" y="1"/>
                      <a:pt x="440" y="29"/>
                    </a:cubicBezTo>
                    <a:lnTo>
                      <a:pt x="1" y="1239"/>
                    </a:lnTo>
                    <a:lnTo>
                      <a:pt x="29" y="1267"/>
                    </a:lnTo>
                    <a:cubicBezTo>
                      <a:pt x="57" y="1267"/>
                      <a:pt x="57" y="1267"/>
                      <a:pt x="57" y="1239"/>
                    </a:cubicBezTo>
                    <a:lnTo>
                      <a:pt x="496" y="29"/>
                    </a:lnTo>
                    <a:lnTo>
                      <a:pt x="4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0"/>
              <p:cNvSpPr/>
              <p:nvPr/>
            </p:nvSpPr>
            <p:spPr>
              <a:xfrm>
                <a:off x="3306594" y="1940954"/>
                <a:ext cx="36689" cy="30160"/>
              </a:xfrm>
              <a:custGeom>
                <a:avLst/>
                <a:gdLst/>
                <a:ahLst/>
                <a:cxnLst/>
                <a:rect l="l" t="t" r="r" b="b"/>
                <a:pathLst>
                  <a:path w="1034" h="850" extrusionOk="0">
                    <a:moveTo>
                      <a:pt x="0" y="1"/>
                    </a:moveTo>
                    <a:lnTo>
                      <a:pt x="0" y="850"/>
                    </a:lnTo>
                    <a:lnTo>
                      <a:pt x="1033" y="850"/>
                    </a:lnTo>
                    <a:lnTo>
                      <a:pt x="10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0"/>
              <p:cNvSpPr/>
              <p:nvPr/>
            </p:nvSpPr>
            <p:spPr>
              <a:xfrm>
                <a:off x="3343247" y="2131241"/>
                <a:ext cx="47972" cy="35660"/>
              </a:xfrm>
              <a:custGeom>
                <a:avLst/>
                <a:gdLst/>
                <a:ahLst/>
                <a:cxnLst/>
                <a:rect l="l" t="t" r="r" b="b"/>
                <a:pathLst>
                  <a:path w="1352" h="1005" extrusionOk="0">
                    <a:moveTo>
                      <a:pt x="644" y="0"/>
                    </a:moveTo>
                    <a:lnTo>
                      <a:pt x="0" y="1005"/>
                    </a:lnTo>
                    <a:lnTo>
                      <a:pt x="1351" y="1005"/>
                    </a:lnTo>
                    <a:lnTo>
                      <a:pt x="6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0"/>
              <p:cNvSpPr/>
              <p:nvPr/>
            </p:nvSpPr>
            <p:spPr>
              <a:xfrm>
                <a:off x="3379615" y="2107114"/>
                <a:ext cx="30409" cy="89913"/>
              </a:xfrm>
              <a:custGeom>
                <a:avLst/>
                <a:gdLst/>
                <a:ahLst/>
                <a:cxnLst/>
                <a:rect l="l" t="t" r="r" b="b"/>
                <a:pathLst>
                  <a:path w="857" h="2534" extrusionOk="0">
                    <a:moveTo>
                      <a:pt x="93" y="1"/>
                    </a:moveTo>
                    <a:cubicBezTo>
                      <a:pt x="64" y="1"/>
                      <a:pt x="64" y="29"/>
                      <a:pt x="64" y="29"/>
                    </a:cubicBezTo>
                    <a:cubicBezTo>
                      <a:pt x="64" y="58"/>
                      <a:pt x="64" y="58"/>
                      <a:pt x="93" y="58"/>
                    </a:cubicBezTo>
                    <a:cubicBezTo>
                      <a:pt x="326" y="58"/>
                      <a:pt x="531" y="270"/>
                      <a:pt x="531" y="503"/>
                    </a:cubicBezTo>
                    <a:lnTo>
                      <a:pt x="531" y="829"/>
                    </a:lnTo>
                    <a:cubicBezTo>
                      <a:pt x="531" y="977"/>
                      <a:pt x="567" y="1090"/>
                      <a:pt x="680" y="1182"/>
                    </a:cubicBezTo>
                    <a:lnTo>
                      <a:pt x="800" y="1296"/>
                    </a:lnTo>
                    <a:lnTo>
                      <a:pt x="708" y="1388"/>
                    </a:lnTo>
                    <a:cubicBezTo>
                      <a:pt x="623" y="1472"/>
                      <a:pt x="567" y="1621"/>
                      <a:pt x="567" y="1741"/>
                    </a:cubicBezTo>
                    <a:lnTo>
                      <a:pt x="567" y="2038"/>
                    </a:lnTo>
                    <a:cubicBezTo>
                      <a:pt x="567" y="2272"/>
                      <a:pt x="355" y="2477"/>
                      <a:pt x="121" y="2477"/>
                    </a:cubicBezTo>
                    <a:lnTo>
                      <a:pt x="36" y="2477"/>
                    </a:lnTo>
                    <a:cubicBezTo>
                      <a:pt x="36" y="2477"/>
                      <a:pt x="1" y="2477"/>
                      <a:pt x="1" y="2505"/>
                    </a:cubicBezTo>
                    <a:lnTo>
                      <a:pt x="36" y="2534"/>
                    </a:lnTo>
                    <a:lnTo>
                      <a:pt x="121" y="2534"/>
                    </a:lnTo>
                    <a:cubicBezTo>
                      <a:pt x="390" y="2534"/>
                      <a:pt x="623" y="2300"/>
                      <a:pt x="623" y="2038"/>
                    </a:cubicBezTo>
                    <a:lnTo>
                      <a:pt x="623" y="1741"/>
                    </a:lnTo>
                    <a:cubicBezTo>
                      <a:pt x="623" y="1621"/>
                      <a:pt x="680" y="1508"/>
                      <a:pt x="744" y="1416"/>
                    </a:cubicBezTo>
                    <a:lnTo>
                      <a:pt x="857" y="1296"/>
                    </a:lnTo>
                    <a:lnTo>
                      <a:pt x="708" y="1154"/>
                    </a:lnTo>
                    <a:cubicBezTo>
                      <a:pt x="623" y="1062"/>
                      <a:pt x="595" y="942"/>
                      <a:pt x="595" y="829"/>
                    </a:cubicBezTo>
                    <a:lnTo>
                      <a:pt x="595" y="503"/>
                    </a:lnTo>
                    <a:cubicBezTo>
                      <a:pt x="595" y="234"/>
                      <a:pt x="355" y="1"/>
                      <a:pt x="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0"/>
              <p:cNvSpPr/>
              <p:nvPr/>
            </p:nvSpPr>
            <p:spPr>
              <a:xfrm>
                <a:off x="3315855" y="2105127"/>
                <a:ext cx="30409" cy="88884"/>
              </a:xfrm>
              <a:custGeom>
                <a:avLst/>
                <a:gdLst/>
                <a:ahLst/>
                <a:cxnLst/>
                <a:rect l="l" t="t" r="r" b="b"/>
                <a:pathLst>
                  <a:path w="857" h="2505" extrusionOk="0">
                    <a:moveTo>
                      <a:pt x="800" y="0"/>
                    </a:moveTo>
                    <a:cubicBezTo>
                      <a:pt x="503" y="0"/>
                      <a:pt x="298" y="234"/>
                      <a:pt x="298" y="503"/>
                    </a:cubicBezTo>
                    <a:lnTo>
                      <a:pt x="298" y="821"/>
                    </a:lnTo>
                    <a:cubicBezTo>
                      <a:pt x="298" y="941"/>
                      <a:pt x="241" y="1062"/>
                      <a:pt x="149" y="1146"/>
                    </a:cubicBezTo>
                    <a:lnTo>
                      <a:pt x="1" y="1295"/>
                    </a:lnTo>
                    <a:lnTo>
                      <a:pt x="121" y="1415"/>
                    </a:lnTo>
                    <a:cubicBezTo>
                      <a:pt x="206" y="1500"/>
                      <a:pt x="241" y="1620"/>
                      <a:pt x="241" y="1741"/>
                    </a:cubicBezTo>
                    <a:lnTo>
                      <a:pt x="241" y="2002"/>
                    </a:lnTo>
                    <a:cubicBezTo>
                      <a:pt x="241" y="2300"/>
                      <a:pt x="475" y="2505"/>
                      <a:pt x="737" y="2505"/>
                    </a:cubicBezTo>
                    <a:lnTo>
                      <a:pt x="829" y="2505"/>
                    </a:lnTo>
                    <a:cubicBezTo>
                      <a:pt x="829" y="2505"/>
                      <a:pt x="857" y="2505"/>
                      <a:pt x="857" y="2476"/>
                    </a:cubicBezTo>
                    <a:lnTo>
                      <a:pt x="829" y="2448"/>
                    </a:lnTo>
                    <a:lnTo>
                      <a:pt x="737" y="2448"/>
                    </a:lnTo>
                    <a:cubicBezTo>
                      <a:pt x="503" y="2448"/>
                      <a:pt x="298" y="2271"/>
                      <a:pt x="298" y="2002"/>
                    </a:cubicBezTo>
                    <a:lnTo>
                      <a:pt x="298" y="1741"/>
                    </a:lnTo>
                    <a:cubicBezTo>
                      <a:pt x="298" y="1592"/>
                      <a:pt x="270" y="1472"/>
                      <a:pt x="149" y="1387"/>
                    </a:cubicBezTo>
                    <a:lnTo>
                      <a:pt x="93" y="1295"/>
                    </a:lnTo>
                    <a:lnTo>
                      <a:pt x="206" y="1175"/>
                    </a:lnTo>
                    <a:cubicBezTo>
                      <a:pt x="298" y="1090"/>
                      <a:pt x="355" y="970"/>
                      <a:pt x="355" y="821"/>
                    </a:cubicBezTo>
                    <a:lnTo>
                      <a:pt x="355" y="503"/>
                    </a:lnTo>
                    <a:cubicBezTo>
                      <a:pt x="355" y="262"/>
                      <a:pt x="560" y="57"/>
                      <a:pt x="800" y="57"/>
                    </a:cubicBezTo>
                    <a:cubicBezTo>
                      <a:pt x="800" y="57"/>
                      <a:pt x="829" y="57"/>
                      <a:pt x="829" y="29"/>
                    </a:cubicBezTo>
                    <a:cubicBezTo>
                      <a:pt x="829" y="0"/>
                      <a:pt x="800" y="0"/>
                      <a:pt x="8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40"/>
              <p:cNvSpPr/>
              <p:nvPr/>
            </p:nvSpPr>
            <p:spPr>
              <a:xfrm>
                <a:off x="3360810" y="2193972"/>
                <a:ext cx="9580" cy="19870"/>
              </a:xfrm>
              <a:custGeom>
                <a:avLst/>
                <a:gdLst/>
                <a:ahLst/>
                <a:cxnLst/>
                <a:rect l="l" t="t" r="r" b="b"/>
                <a:pathLst>
                  <a:path w="270" h="560" extrusionOk="0">
                    <a:moveTo>
                      <a:pt x="241" y="1"/>
                    </a:moveTo>
                    <a:cubicBezTo>
                      <a:pt x="241" y="1"/>
                      <a:pt x="212" y="1"/>
                      <a:pt x="212" y="29"/>
                    </a:cubicBezTo>
                    <a:lnTo>
                      <a:pt x="0" y="531"/>
                    </a:lnTo>
                    <a:cubicBezTo>
                      <a:pt x="0" y="560"/>
                      <a:pt x="0" y="560"/>
                      <a:pt x="36" y="560"/>
                    </a:cubicBezTo>
                    <a:lnTo>
                      <a:pt x="64" y="560"/>
                    </a:lnTo>
                    <a:lnTo>
                      <a:pt x="269" y="29"/>
                    </a:lnTo>
                    <a:cubicBezTo>
                      <a:pt x="269" y="29"/>
                      <a:pt x="269" y="1"/>
                      <a:pt x="2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0"/>
              <p:cNvSpPr/>
              <p:nvPr/>
            </p:nvSpPr>
            <p:spPr>
              <a:xfrm>
                <a:off x="3845240" y="1445205"/>
                <a:ext cx="8338" cy="18877"/>
              </a:xfrm>
              <a:custGeom>
                <a:avLst/>
                <a:gdLst/>
                <a:ahLst/>
                <a:cxnLst/>
                <a:rect l="l" t="t" r="r" b="b"/>
                <a:pathLst>
                  <a:path w="235" h="532" extrusionOk="0">
                    <a:moveTo>
                      <a:pt x="178" y="1"/>
                    </a:moveTo>
                    <a:lnTo>
                      <a:pt x="1" y="496"/>
                    </a:lnTo>
                    <a:cubicBezTo>
                      <a:pt x="1" y="496"/>
                      <a:pt x="1" y="531"/>
                      <a:pt x="29" y="531"/>
                    </a:cubicBezTo>
                    <a:cubicBezTo>
                      <a:pt x="29" y="531"/>
                      <a:pt x="57" y="531"/>
                      <a:pt x="57" y="496"/>
                    </a:cubicBezTo>
                    <a:lnTo>
                      <a:pt x="234" y="29"/>
                    </a:lnTo>
                    <a:lnTo>
                      <a:pt x="2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0"/>
              <p:cNvSpPr/>
              <p:nvPr/>
            </p:nvSpPr>
            <p:spPr>
              <a:xfrm>
                <a:off x="3800072" y="1393757"/>
                <a:ext cx="66033" cy="2306"/>
              </a:xfrm>
              <a:custGeom>
                <a:avLst/>
                <a:gdLst/>
                <a:ahLst/>
                <a:cxnLst/>
                <a:rect l="l" t="t" r="r" b="b"/>
                <a:pathLst>
                  <a:path w="1861" h="65" extrusionOk="0">
                    <a:moveTo>
                      <a:pt x="36" y="1"/>
                    </a:moveTo>
                    <a:cubicBezTo>
                      <a:pt x="0" y="1"/>
                      <a:pt x="0" y="36"/>
                      <a:pt x="0" y="36"/>
                    </a:cubicBezTo>
                    <a:cubicBezTo>
                      <a:pt x="0" y="64"/>
                      <a:pt x="0" y="64"/>
                      <a:pt x="36" y="64"/>
                    </a:cubicBezTo>
                    <a:lnTo>
                      <a:pt x="1833" y="64"/>
                    </a:lnTo>
                    <a:cubicBezTo>
                      <a:pt x="1861" y="64"/>
                      <a:pt x="1861" y="64"/>
                      <a:pt x="1861" y="36"/>
                    </a:cubicBezTo>
                    <a:cubicBezTo>
                      <a:pt x="1861" y="36"/>
                      <a:pt x="1861" y="1"/>
                      <a:pt x="18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40"/>
              <p:cNvSpPr/>
              <p:nvPr/>
            </p:nvSpPr>
            <p:spPr>
              <a:xfrm>
                <a:off x="4033505" y="1421113"/>
                <a:ext cx="64791" cy="2058"/>
              </a:xfrm>
              <a:custGeom>
                <a:avLst/>
                <a:gdLst/>
                <a:ahLst/>
                <a:cxnLst/>
                <a:rect l="l" t="t" r="r" b="b"/>
                <a:pathLst>
                  <a:path w="1826" h="58" extrusionOk="0">
                    <a:moveTo>
                      <a:pt x="29" y="1"/>
                    </a:moveTo>
                    <a:lnTo>
                      <a:pt x="1" y="29"/>
                    </a:lnTo>
                    <a:cubicBezTo>
                      <a:pt x="1" y="57"/>
                      <a:pt x="29" y="57"/>
                      <a:pt x="29" y="57"/>
                    </a:cubicBezTo>
                    <a:lnTo>
                      <a:pt x="1797" y="57"/>
                    </a:lnTo>
                    <a:cubicBezTo>
                      <a:pt x="1797" y="57"/>
                      <a:pt x="1826" y="57"/>
                      <a:pt x="1826" y="29"/>
                    </a:cubicBezTo>
                    <a:lnTo>
                      <a:pt x="17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40"/>
              <p:cNvSpPr/>
              <p:nvPr/>
            </p:nvSpPr>
            <p:spPr>
              <a:xfrm>
                <a:off x="3984292" y="1398583"/>
                <a:ext cx="37718" cy="48682"/>
              </a:xfrm>
              <a:custGeom>
                <a:avLst/>
                <a:gdLst/>
                <a:ahLst/>
                <a:cxnLst/>
                <a:rect l="l" t="t" r="r" b="b"/>
                <a:pathLst>
                  <a:path w="1063" h="1372" extrusionOk="0">
                    <a:moveTo>
                      <a:pt x="1024" y="1"/>
                    </a:moveTo>
                    <a:cubicBezTo>
                      <a:pt x="1018" y="1"/>
                      <a:pt x="1010" y="4"/>
                      <a:pt x="998" y="13"/>
                    </a:cubicBezTo>
                    <a:lnTo>
                      <a:pt x="1" y="749"/>
                    </a:lnTo>
                    <a:lnTo>
                      <a:pt x="970" y="1371"/>
                    </a:lnTo>
                    <a:lnTo>
                      <a:pt x="998" y="1371"/>
                    </a:lnTo>
                    <a:lnTo>
                      <a:pt x="998" y="1315"/>
                    </a:lnTo>
                    <a:lnTo>
                      <a:pt x="86" y="749"/>
                    </a:lnTo>
                    <a:lnTo>
                      <a:pt x="1062" y="41"/>
                    </a:lnTo>
                    <a:lnTo>
                      <a:pt x="1062" y="13"/>
                    </a:lnTo>
                    <a:cubicBezTo>
                      <a:pt x="1043" y="13"/>
                      <a:pt x="1037" y="1"/>
                      <a:pt x="10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02" name="Google Shape;902;p40"/>
          <p:cNvGrpSpPr/>
          <p:nvPr/>
        </p:nvGrpSpPr>
        <p:grpSpPr>
          <a:xfrm>
            <a:off x="2275429" y="822072"/>
            <a:ext cx="234788" cy="188409"/>
            <a:chOff x="2275429" y="822072"/>
            <a:chExt cx="234788" cy="188409"/>
          </a:xfrm>
        </p:grpSpPr>
        <p:sp>
          <p:nvSpPr>
            <p:cNvPr id="903" name="Google Shape;903;p40"/>
            <p:cNvSpPr/>
            <p:nvPr/>
          </p:nvSpPr>
          <p:spPr>
            <a:xfrm>
              <a:off x="2384950" y="822072"/>
              <a:ext cx="125267" cy="188409"/>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0"/>
            <p:cNvSpPr/>
            <p:nvPr/>
          </p:nvSpPr>
          <p:spPr>
            <a:xfrm>
              <a:off x="2275429" y="822072"/>
              <a:ext cx="122220" cy="188409"/>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97494002"/>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1"/>
        <p:cNvGrpSpPr/>
        <p:nvPr/>
      </p:nvGrpSpPr>
      <p:grpSpPr>
        <a:xfrm>
          <a:off x="0" y="0"/>
          <a:ext cx="0" cy="0"/>
          <a:chOff x="0" y="0"/>
          <a:chExt cx="0" cy="0"/>
        </a:xfrm>
      </p:grpSpPr>
      <p:pic>
        <p:nvPicPr>
          <p:cNvPr id="101" name="Picture Placeholder 100"/>
          <p:cNvPicPr>
            <a:picLocks noGrp="1" noChangeAspect="1"/>
          </p:cNvPicPr>
          <p:nvPr>
            <p:ph type="pic" idx="2"/>
          </p:nvPr>
        </p:nvPicPr>
        <p:blipFill>
          <a:blip r:embed="rId3"/>
          <a:stretch>
            <a:fillRect/>
          </a:stretch>
        </p:blipFill>
        <p:spPr>
          <a:xfrm>
            <a:off x="985325" y="603000"/>
            <a:ext cx="7173350" cy="3588000"/>
          </a:xfrm>
          <a:prstGeom prst="rect">
            <a:avLst/>
          </a:prstGeom>
          <a:noFill/>
          <a:ln w="9525">
            <a:noFill/>
          </a:ln>
        </p:spPr>
      </p:pic>
    </p:spTree>
    <p:extLst>
      <p:ext uri="{BB962C8B-B14F-4D97-AF65-F5344CB8AC3E}">
        <p14:creationId xmlns:p14="http://schemas.microsoft.com/office/powerpoint/2010/main" val="14341046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3"/>
        <p:cNvGrpSpPr/>
        <p:nvPr/>
      </p:nvGrpSpPr>
      <p:grpSpPr>
        <a:xfrm>
          <a:off x="0" y="0"/>
          <a:ext cx="0" cy="0"/>
          <a:chOff x="0" y="0"/>
          <a:chExt cx="0" cy="0"/>
        </a:xfrm>
      </p:grpSpPr>
      <p:sp>
        <p:nvSpPr>
          <p:cNvPr id="4" name="Content Placeholder 2"/>
          <p:cNvSpPr txBox="1"/>
          <p:nvPr/>
        </p:nvSpPr>
        <p:spPr>
          <a:xfrm>
            <a:off x="734155" y="412447"/>
            <a:ext cx="8041449" cy="4535474"/>
          </a:xfrm>
          <a:prstGeom prst="rect">
            <a:avLst/>
          </a:prstGeom>
        </p:spPr>
        <p:txBody>
          <a:bodyPr vert="horz" lIns="91440" tIns="45720" rIns="91440" bIns="45720" rtlCol="0" anchor="t">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en-US" sz="3000" b="1" dirty="0">
                <a:latin typeface="Lato" panose="020F0502020204030203" pitchFamily="34" charset="0"/>
                <a:ea typeface="Lato" panose="020F0502020204030203" pitchFamily="34" charset="0"/>
                <a:cs typeface="Lato" panose="020F0502020204030203" pitchFamily="34" charset="0"/>
              </a:rPr>
              <a:t>Root:</a:t>
            </a:r>
          </a:p>
          <a:p>
            <a:r>
              <a:rPr lang="en-US" sz="2000" dirty="0">
                <a:solidFill>
                  <a:srgbClr val="333333"/>
                </a:solidFill>
                <a:latin typeface="Lato" panose="020F0502020204030203" pitchFamily="34" charset="0"/>
                <a:ea typeface="Lato" panose="020F0502020204030203" pitchFamily="34" charset="0"/>
                <a:cs typeface="Lato" panose="020F0502020204030203" pitchFamily="34" charset="0"/>
              </a:rPr>
              <a:t>The topmost node in a tree is called the root. It is the starting point for any traversal or search operation in the tree.</a:t>
            </a:r>
          </a:p>
          <a:p>
            <a:endParaRPr lang="en-US" sz="2000" b="1" dirty="0">
              <a:solidFill>
                <a:srgbClr val="333333"/>
              </a:solidFill>
              <a:latin typeface="Lato" panose="020F0502020204030203" pitchFamily="34" charset="0"/>
              <a:ea typeface="Lato" panose="020F0502020204030203" pitchFamily="34" charset="0"/>
              <a:cs typeface="Lato" panose="020F0502020204030203" pitchFamily="34" charset="0"/>
            </a:endParaRPr>
          </a:p>
          <a:p>
            <a:r>
              <a:rPr lang="en-US" sz="3000" b="1" dirty="0">
                <a:solidFill>
                  <a:srgbClr val="333333"/>
                </a:solidFill>
                <a:latin typeface="Lato" panose="020F0502020204030203" pitchFamily="34" charset="0"/>
                <a:ea typeface="Lato" panose="020F0502020204030203" pitchFamily="34" charset="0"/>
                <a:cs typeface="Lato" panose="020F0502020204030203" pitchFamily="34" charset="0"/>
              </a:rPr>
              <a:t>Node:</a:t>
            </a:r>
          </a:p>
          <a:p>
            <a:r>
              <a:rPr lang="en-US" sz="2000" dirty="0">
                <a:solidFill>
                  <a:srgbClr val="333333"/>
                </a:solidFill>
                <a:latin typeface="Lato" panose="020F0502020204030203" pitchFamily="34" charset="0"/>
                <a:ea typeface="Lato" panose="020F0502020204030203" pitchFamily="34" charset="0"/>
                <a:cs typeface="Lato" panose="020F0502020204030203" pitchFamily="34" charset="0"/>
              </a:rPr>
              <a:t>Each element in a tree is called a node. A node contains data and may also have a reference or links to other nodes (called children).</a:t>
            </a:r>
          </a:p>
          <a:p>
            <a:endParaRPr lang="en-US" sz="2000" dirty="0">
              <a:solidFill>
                <a:srgbClr val="333333"/>
              </a:solidFill>
              <a:latin typeface="Lato" panose="020F0502020204030203" pitchFamily="34" charset="0"/>
              <a:ea typeface="Lato" panose="020F0502020204030203" pitchFamily="34" charset="0"/>
              <a:cs typeface="Lato" panose="020F0502020204030203" pitchFamily="34" charset="0"/>
            </a:endParaRPr>
          </a:p>
          <a:p>
            <a:pPr marL="0" indent="0" algn="l"/>
            <a:r>
              <a:rPr lang="en-US" sz="3200" b="1" dirty="0">
                <a:solidFill>
                  <a:srgbClr val="333333"/>
                </a:solidFill>
                <a:latin typeface="Lato" panose="020F0502020204030203" pitchFamily="34" charset="0"/>
                <a:ea typeface="Lato" panose="020F0502020204030203" pitchFamily="34" charset="0"/>
                <a:cs typeface="Lato" panose="020F0502020204030203" pitchFamily="34" charset="0"/>
                <a:sym typeface="+mn-ea"/>
              </a:rPr>
              <a:t>Edge:</a:t>
            </a:r>
            <a:endParaRPr lang="en-US" sz="3200" dirty="0">
              <a:latin typeface="Lato" panose="020F0502020204030203" pitchFamily="34" charset="0"/>
              <a:ea typeface="Lato" panose="020F0502020204030203" pitchFamily="34" charset="0"/>
              <a:cs typeface="Lato" panose="020F0502020204030203" pitchFamily="34" charset="0"/>
            </a:endParaRPr>
          </a:p>
          <a:p>
            <a:pPr marL="0" indent="0" algn="l"/>
            <a:r>
              <a:rPr lang="en-US" sz="2000" dirty="0">
                <a:solidFill>
                  <a:srgbClr val="333333"/>
                </a:solidFill>
                <a:latin typeface="Lato" panose="020F0502020204030203" pitchFamily="34" charset="0"/>
                <a:ea typeface="Lato" panose="020F0502020204030203" pitchFamily="34" charset="0"/>
                <a:cs typeface="Lato" panose="020F0502020204030203" pitchFamily="34" charset="0"/>
                <a:sym typeface="+mn-ea"/>
              </a:rPr>
              <a:t>The connection between two nodes in a tree is called an edge. It represents a relationship or link between the nodes.</a:t>
            </a:r>
            <a:endParaRPr lang="en-US" sz="2000" dirty="0">
              <a:solidFill>
                <a:srgbClr val="333333"/>
              </a:solidFill>
              <a:latin typeface="Lato" panose="020F0502020204030203" pitchFamily="34" charset="0"/>
              <a:ea typeface="Lato" panose="020F0502020204030203" pitchFamily="34" charset="0"/>
              <a:cs typeface="Lato" panose="020F0502020204030203" pitchFamily="34" charset="0"/>
            </a:endParaRPr>
          </a:p>
          <a:p>
            <a:endParaRPr lang="en-US" sz="2000" dirty="0">
              <a:solidFill>
                <a:srgbClr val="333333"/>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0583280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9"/>
        <p:cNvGrpSpPr/>
        <p:nvPr/>
      </p:nvGrpSpPr>
      <p:grpSpPr>
        <a:xfrm>
          <a:off x="0" y="0"/>
          <a:ext cx="0" cy="0"/>
          <a:chOff x="0" y="0"/>
          <a:chExt cx="0" cy="0"/>
        </a:xfrm>
      </p:grpSpPr>
      <p:sp>
        <p:nvSpPr>
          <p:cNvPr id="28" name="Content Placeholder 2"/>
          <p:cNvSpPr txBox="1"/>
          <p:nvPr/>
        </p:nvSpPr>
        <p:spPr>
          <a:xfrm>
            <a:off x="886868" y="110399"/>
            <a:ext cx="7646035" cy="4693830"/>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Lato" panose="020F0502020204030203"/>
              <a:buNone/>
              <a:defRPr sz="14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17500" algn="ctr" rtl="0">
              <a:lnSpc>
                <a:spcPct val="100000"/>
              </a:lnSpc>
              <a:spcBef>
                <a:spcPts val="0"/>
              </a:spcBef>
              <a:spcAft>
                <a:spcPts val="0"/>
              </a:spcAft>
              <a:buClr>
                <a:schemeClr val="dk1"/>
              </a:buClr>
              <a:buSzPts val="1400"/>
              <a:buFont typeface="Lato" panose="020F0502020204030203"/>
              <a:buNone/>
              <a:defRPr sz="1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17500" algn="ctr" rtl="0">
              <a:lnSpc>
                <a:spcPct val="100000"/>
              </a:lnSpc>
              <a:spcBef>
                <a:spcPts val="0"/>
              </a:spcBef>
              <a:spcAft>
                <a:spcPts val="0"/>
              </a:spcAft>
              <a:buClr>
                <a:schemeClr val="dk1"/>
              </a:buClr>
              <a:buSzPts val="1400"/>
              <a:buFont typeface="Lato" panose="020F0502020204030203"/>
              <a:buNone/>
              <a:defRPr sz="14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17500" algn="ctr" rtl="0">
              <a:lnSpc>
                <a:spcPct val="100000"/>
              </a:lnSpc>
              <a:spcBef>
                <a:spcPts val="0"/>
              </a:spcBef>
              <a:spcAft>
                <a:spcPts val="0"/>
              </a:spcAft>
              <a:buClr>
                <a:schemeClr val="dk1"/>
              </a:buClr>
              <a:buSzPts val="1400"/>
              <a:buFont typeface="Lato" panose="020F0502020204030203"/>
              <a:buNone/>
              <a:defRPr sz="14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17500" algn="ctr" rtl="0">
              <a:lnSpc>
                <a:spcPct val="100000"/>
              </a:lnSpc>
              <a:spcBef>
                <a:spcPts val="0"/>
              </a:spcBef>
              <a:spcAft>
                <a:spcPts val="0"/>
              </a:spcAft>
              <a:buClr>
                <a:schemeClr val="dk1"/>
              </a:buClr>
              <a:buSzPts val="1400"/>
              <a:buFont typeface="Lato" panose="020F0502020204030203"/>
              <a:buNone/>
              <a:defRPr sz="14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17500" algn="ctr" rtl="0">
              <a:lnSpc>
                <a:spcPct val="100000"/>
              </a:lnSpc>
              <a:spcBef>
                <a:spcPts val="0"/>
              </a:spcBef>
              <a:spcAft>
                <a:spcPts val="0"/>
              </a:spcAft>
              <a:buClr>
                <a:schemeClr val="dk1"/>
              </a:buClr>
              <a:buSzPts val="1400"/>
              <a:buFont typeface="Lato" panose="020F0502020204030203"/>
              <a:buNone/>
              <a:defRPr sz="1400" b="0" i="0" u="none" strike="noStrike" cap="none">
                <a:solidFill>
                  <a:schemeClr val="dk1"/>
                </a:solidFill>
                <a:latin typeface="Lato" panose="020F0502020204030203"/>
                <a:ea typeface="Lato" panose="020F0502020204030203"/>
                <a:cs typeface="Lato" panose="020F0502020204030203"/>
                <a:sym typeface="Lato" panose="020F0502020204030203"/>
              </a:defRPr>
            </a:lvl6pPr>
            <a:lvl7pPr marL="3200400" marR="0" lvl="6" indent="-317500" algn="ctr" rtl="0">
              <a:lnSpc>
                <a:spcPct val="100000"/>
              </a:lnSpc>
              <a:spcBef>
                <a:spcPts val="0"/>
              </a:spcBef>
              <a:spcAft>
                <a:spcPts val="0"/>
              </a:spcAft>
              <a:buClr>
                <a:schemeClr val="dk1"/>
              </a:buClr>
              <a:buSzPts val="1400"/>
              <a:buFont typeface="Lato" panose="020F0502020204030203"/>
              <a:buNone/>
              <a:defRPr sz="1400" b="0" i="0" u="none" strike="noStrike" cap="none">
                <a:solidFill>
                  <a:schemeClr val="dk1"/>
                </a:solidFill>
                <a:latin typeface="Lato" panose="020F0502020204030203"/>
                <a:ea typeface="Lato" panose="020F0502020204030203"/>
                <a:cs typeface="Lato" panose="020F0502020204030203"/>
                <a:sym typeface="Lato" panose="020F0502020204030203"/>
              </a:defRPr>
            </a:lvl7pPr>
            <a:lvl8pPr marL="3657600" marR="0" lvl="7" indent="-317500" algn="ctr" rtl="0">
              <a:lnSpc>
                <a:spcPct val="100000"/>
              </a:lnSpc>
              <a:spcBef>
                <a:spcPts val="0"/>
              </a:spcBef>
              <a:spcAft>
                <a:spcPts val="0"/>
              </a:spcAft>
              <a:buClr>
                <a:schemeClr val="dk1"/>
              </a:buClr>
              <a:buSzPts val="1400"/>
              <a:buFont typeface="Lato" panose="020F0502020204030203"/>
              <a:buNone/>
              <a:defRPr sz="1400" b="0" i="0" u="none" strike="noStrike" cap="none">
                <a:solidFill>
                  <a:schemeClr val="dk1"/>
                </a:solidFill>
                <a:latin typeface="Lato" panose="020F0502020204030203"/>
                <a:ea typeface="Lato" panose="020F0502020204030203"/>
                <a:cs typeface="Lato" panose="020F0502020204030203"/>
                <a:sym typeface="Lato" panose="020F0502020204030203"/>
              </a:defRPr>
            </a:lvl8pPr>
            <a:lvl9pPr marL="4114800" marR="0" lvl="8" indent="-317500" algn="ctr" rtl="0">
              <a:lnSpc>
                <a:spcPct val="100000"/>
              </a:lnSpc>
              <a:spcBef>
                <a:spcPts val="0"/>
              </a:spcBef>
              <a:spcAft>
                <a:spcPts val="0"/>
              </a:spcAft>
              <a:buClr>
                <a:schemeClr val="dk1"/>
              </a:buClr>
              <a:buSzPts val="1400"/>
              <a:buFont typeface="Lato" panose="020F0502020204030203"/>
              <a:buNone/>
              <a:defRPr sz="1400" b="0" i="0" u="none" strike="noStrike" cap="none">
                <a:solidFill>
                  <a:schemeClr val="dk1"/>
                </a:solidFill>
                <a:latin typeface="Lato" panose="020F0502020204030203"/>
                <a:ea typeface="Lato" panose="020F0502020204030203"/>
                <a:cs typeface="Lato" panose="020F0502020204030203"/>
                <a:sym typeface="Lato" panose="020F0502020204030203"/>
              </a:defRPr>
            </a:lvl9pPr>
          </a:lstStyle>
          <a:p>
            <a:pPr marL="0" indent="0" algn="l"/>
            <a:r>
              <a:rPr lang="en-US" sz="3000" b="1" dirty="0">
                <a:solidFill>
                  <a:srgbClr val="333333"/>
                </a:solidFill>
                <a:latin typeface="Lato" panose="020F0502020204030203" pitchFamily="34" charset="0"/>
                <a:ea typeface="Lato" panose="020F0502020204030203" pitchFamily="34" charset="0"/>
                <a:cs typeface="Lato" panose="020F0502020204030203" pitchFamily="34" charset="0"/>
              </a:rPr>
              <a:t>Edge:</a:t>
            </a:r>
            <a:endParaRPr lang="en-US" sz="2000" dirty="0">
              <a:latin typeface="Lato" panose="020F0502020204030203" pitchFamily="34" charset="0"/>
              <a:ea typeface="Lato" panose="020F0502020204030203" pitchFamily="34" charset="0"/>
              <a:cs typeface="Lato" panose="020F0502020204030203" pitchFamily="34" charset="0"/>
            </a:endParaRPr>
          </a:p>
          <a:p>
            <a:pPr marL="0" indent="0" algn="l"/>
            <a:r>
              <a:rPr lang="en-US" sz="2000" dirty="0">
                <a:solidFill>
                  <a:srgbClr val="333333"/>
                </a:solidFill>
                <a:latin typeface="Lato" panose="020F0502020204030203" pitchFamily="34" charset="0"/>
                <a:ea typeface="Lato" panose="020F0502020204030203" pitchFamily="34" charset="0"/>
                <a:cs typeface="Lato" panose="020F0502020204030203" pitchFamily="34" charset="0"/>
              </a:rPr>
              <a:t>The connection between two nodes in a tree is called an edge. It represents a relationship or link between the nodes.</a:t>
            </a:r>
          </a:p>
          <a:p>
            <a:pPr marL="0" indent="0" algn="l"/>
            <a:endParaRPr lang="en-US" sz="2000" dirty="0">
              <a:solidFill>
                <a:srgbClr val="333333"/>
              </a:solidFill>
              <a:latin typeface="Lato" panose="020F0502020204030203" pitchFamily="34" charset="0"/>
              <a:ea typeface="Lato" panose="020F0502020204030203" pitchFamily="34" charset="0"/>
              <a:cs typeface="Lato" panose="020F0502020204030203" pitchFamily="34" charset="0"/>
            </a:endParaRPr>
          </a:p>
          <a:p>
            <a:pPr marL="0" indent="0" algn="l"/>
            <a:r>
              <a:rPr lang="en-US" sz="2800" b="1" dirty="0">
                <a:solidFill>
                  <a:srgbClr val="333333"/>
                </a:solidFill>
                <a:latin typeface="Lato" panose="020F0502020204030203" pitchFamily="34" charset="0"/>
                <a:ea typeface="Lato" panose="020F0502020204030203" pitchFamily="34" charset="0"/>
                <a:cs typeface="Lato" panose="020F0502020204030203" pitchFamily="34" charset="0"/>
              </a:rPr>
              <a:t>Leaf:</a:t>
            </a:r>
            <a:endParaRPr lang="en-US" sz="2800" dirty="0">
              <a:solidFill>
                <a:srgbClr val="333333"/>
              </a:solidFill>
              <a:latin typeface="Lato" panose="020F0502020204030203" pitchFamily="34" charset="0"/>
              <a:ea typeface="Lato" panose="020F0502020204030203" pitchFamily="34" charset="0"/>
              <a:cs typeface="Lato" panose="020F0502020204030203" pitchFamily="34" charset="0"/>
            </a:endParaRPr>
          </a:p>
          <a:p>
            <a:pPr marL="24130" indent="-10795" algn="l"/>
            <a:r>
              <a:rPr lang="en-US" sz="2000" dirty="0">
                <a:solidFill>
                  <a:srgbClr val="333333"/>
                </a:solidFill>
                <a:latin typeface="Lato" panose="020F0502020204030203" pitchFamily="34" charset="0"/>
                <a:ea typeface="Lato" panose="020F0502020204030203" pitchFamily="34" charset="0"/>
                <a:cs typeface="Lato" panose="020F0502020204030203" pitchFamily="34" charset="0"/>
              </a:rPr>
              <a:t>A leaf node is a node that does not have any children. In other words, it is a node with no outgoing edges.</a:t>
            </a:r>
          </a:p>
          <a:p>
            <a:pPr marL="24130" indent="-10795" algn="l"/>
            <a:endParaRPr lang="en-US" sz="2000" dirty="0">
              <a:solidFill>
                <a:srgbClr val="333333"/>
              </a:solidFill>
              <a:latin typeface="Lato" panose="020F0502020204030203" pitchFamily="34" charset="0"/>
              <a:ea typeface="Lato" panose="020F0502020204030203" pitchFamily="34" charset="0"/>
              <a:cs typeface="Lato" panose="020F0502020204030203" pitchFamily="34" charset="0"/>
            </a:endParaRPr>
          </a:p>
          <a:p>
            <a:pPr marL="0" indent="0" algn="l"/>
            <a:r>
              <a:rPr lang="en-US" sz="2800" b="1" dirty="0">
                <a:latin typeface="Lato" panose="020F0502020204030203" pitchFamily="34" charset="0"/>
                <a:ea typeface="Lato" panose="020F0502020204030203" pitchFamily="34" charset="0"/>
                <a:cs typeface="Lato" panose="020F0502020204030203" pitchFamily="34" charset="0"/>
              </a:rPr>
              <a:t>Height: </a:t>
            </a:r>
          </a:p>
          <a:p>
            <a:pPr marL="0" indent="0" algn="l"/>
            <a:r>
              <a:rPr lang="en-US" sz="2000" dirty="0">
                <a:latin typeface="Lato" panose="020F0502020204030203" pitchFamily="34" charset="0"/>
                <a:ea typeface="Lato" panose="020F0502020204030203" pitchFamily="34" charset="0"/>
                <a:cs typeface="Lato" panose="020F0502020204030203" pitchFamily="34" charset="0"/>
              </a:rPr>
              <a:t>The height of a tree is the length of the longest path from the root node to any leaf node. It is the maximum level of any node in the tree.</a:t>
            </a:r>
            <a:br>
              <a:rPr lang="en-US" sz="2000" dirty="0">
                <a:latin typeface="Lato" panose="020F0502020204030203" pitchFamily="34" charset="0"/>
                <a:ea typeface="Lato" panose="020F0502020204030203" pitchFamily="34" charset="0"/>
                <a:cs typeface="Lato" panose="020F0502020204030203" pitchFamily="34" charset="0"/>
              </a:rPr>
            </a:br>
            <a:endParaRPr lang="en-US" sz="20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4759643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9"/>
        <p:cNvGrpSpPr/>
        <p:nvPr/>
      </p:nvGrpSpPr>
      <p:grpSpPr>
        <a:xfrm>
          <a:off x="0" y="0"/>
          <a:ext cx="0" cy="0"/>
          <a:chOff x="0" y="0"/>
          <a:chExt cx="0" cy="0"/>
        </a:xfrm>
      </p:grpSpPr>
      <p:sp>
        <p:nvSpPr>
          <p:cNvPr id="28" name="Content Placeholder 2"/>
          <p:cNvSpPr txBox="1"/>
          <p:nvPr/>
        </p:nvSpPr>
        <p:spPr>
          <a:xfrm>
            <a:off x="749013" y="278220"/>
            <a:ext cx="7645974" cy="4587060"/>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Lato" panose="020F0502020204030203"/>
              <a:buNone/>
              <a:defRPr sz="14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17500" algn="ctr" rtl="0">
              <a:lnSpc>
                <a:spcPct val="100000"/>
              </a:lnSpc>
              <a:spcBef>
                <a:spcPts val="0"/>
              </a:spcBef>
              <a:spcAft>
                <a:spcPts val="0"/>
              </a:spcAft>
              <a:buClr>
                <a:schemeClr val="dk1"/>
              </a:buClr>
              <a:buSzPts val="1400"/>
              <a:buFont typeface="Lato" panose="020F0502020204030203"/>
              <a:buNone/>
              <a:defRPr sz="1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17500" algn="ctr" rtl="0">
              <a:lnSpc>
                <a:spcPct val="100000"/>
              </a:lnSpc>
              <a:spcBef>
                <a:spcPts val="0"/>
              </a:spcBef>
              <a:spcAft>
                <a:spcPts val="0"/>
              </a:spcAft>
              <a:buClr>
                <a:schemeClr val="dk1"/>
              </a:buClr>
              <a:buSzPts val="1400"/>
              <a:buFont typeface="Lato" panose="020F0502020204030203"/>
              <a:buNone/>
              <a:defRPr sz="14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17500" algn="ctr" rtl="0">
              <a:lnSpc>
                <a:spcPct val="100000"/>
              </a:lnSpc>
              <a:spcBef>
                <a:spcPts val="0"/>
              </a:spcBef>
              <a:spcAft>
                <a:spcPts val="0"/>
              </a:spcAft>
              <a:buClr>
                <a:schemeClr val="dk1"/>
              </a:buClr>
              <a:buSzPts val="1400"/>
              <a:buFont typeface="Lato" panose="020F0502020204030203"/>
              <a:buNone/>
              <a:defRPr sz="14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17500" algn="ctr" rtl="0">
              <a:lnSpc>
                <a:spcPct val="100000"/>
              </a:lnSpc>
              <a:spcBef>
                <a:spcPts val="0"/>
              </a:spcBef>
              <a:spcAft>
                <a:spcPts val="0"/>
              </a:spcAft>
              <a:buClr>
                <a:schemeClr val="dk1"/>
              </a:buClr>
              <a:buSzPts val="1400"/>
              <a:buFont typeface="Lato" panose="020F0502020204030203"/>
              <a:buNone/>
              <a:defRPr sz="14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17500" algn="ctr" rtl="0">
              <a:lnSpc>
                <a:spcPct val="100000"/>
              </a:lnSpc>
              <a:spcBef>
                <a:spcPts val="0"/>
              </a:spcBef>
              <a:spcAft>
                <a:spcPts val="0"/>
              </a:spcAft>
              <a:buClr>
                <a:schemeClr val="dk1"/>
              </a:buClr>
              <a:buSzPts val="1400"/>
              <a:buFont typeface="Lato" panose="020F0502020204030203"/>
              <a:buNone/>
              <a:defRPr sz="1400" b="0" i="0" u="none" strike="noStrike" cap="none">
                <a:solidFill>
                  <a:schemeClr val="dk1"/>
                </a:solidFill>
                <a:latin typeface="Lato" panose="020F0502020204030203"/>
                <a:ea typeface="Lato" panose="020F0502020204030203"/>
                <a:cs typeface="Lato" panose="020F0502020204030203"/>
                <a:sym typeface="Lato" panose="020F0502020204030203"/>
              </a:defRPr>
            </a:lvl6pPr>
            <a:lvl7pPr marL="3200400" marR="0" lvl="6" indent="-317500" algn="ctr" rtl="0">
              <a:lnSpc>
                <a:spcPct val="100000"/>
              </a:lnSpc>
              <a:spcBef>
                <a:spcPts val="0"/>
              </a:spcBef>
              <a:spcAft>
                <a:spcPts val="0"/>
              </a:spcAft>
              <a:buClr>
                <a:schemeClr val="dk1"/>
              </a:buClr>
              <a:buSzPts val="1400"/>
              <a:buFont typeface="Lato" panose="020F0502020204030203"/>
              <a:buNone/>
              <a:defRPr sz="1400" b="0" i="0" u="none" strike="noStrike" cap="none">
                <a:solidFill>
                  <a:schemeClr val="dk1"/>
                </a:solidFill>
                <a:latin typeface="Lato" panose="020F0502020204030203"/>
                <a:ea typeface="Lato" panose="020F0502020204030203"/>
                <a:cs typeface="Lato" panose="020F0502020204030203"/>
                <a:sym typeface="Lato" panose="020F0502020204030203"/>
              </a:defRPr>
            </a:lvl7pPr>
            <a:lvl8pPr marL="3657600" marR="0" lvl="7" indent="-317500" algn="ctr" rtl="0">
              <a:lnSpc>
                <a:spcPct val="100000"/>
              </a:lnSpc>
              <a:spcBef>
                <a:spcPts val="0"/>
              </a:spcBef>
              <a:spcAft>
                <a:spcPts val="0"/>
              </a:spcAft>
              <a:buClr>
                <a:schemeClr val="dk1"/>
              </a:buClr>
              <a:buSzPts val="1400"/>
              <a:buFont typeface="Lato" panose="020F0502020204030203"/>
              <a:buNone/>
              <a:defRPr sz="1400" b="0" i="0" u="none" strike="noStrike" cap="none">
                <a:solidFill>
                  <a:schemeClr val="dk1"/>
                </a:solidFill>
                <a:latin typeface="Lato" panose="020F0502020204030203"/>
                <a:ea typeface="Lato" panose="020F0502020204030203"/>
                <a:cs typeface="Lato" panose="020F0502020204030203"/>
                <a:sym typeface="Lato" panose="020F0502020204030203"/>
              </a:defRPr>
            </a:lvl8pPr>
            <a:lvl9pPr marL="4114800" marR="0" lvl="8" indent="-317500" algn="ctr" rtl="0">
              <a:lnSpc>
                <a:spcPct val="100000"/>
              </a:lnSpc>
              <a:spcBef>
                <a:spcPts val="0"/>
              </a:spcBef>
              <a:spcAft>
                <a:spcPts val="0"/>
              </a:spcAft>
              <a:buClr>
                <a:schemeClr val="dk1"/>
              </a:buClr>
              <a:buSzPts val="1400"/>
              <a:buFont typeface="Lato" panose="020F0502020204030203"/>
              <a:buNone/>
              <a:defRPr sz="1400" b="0" i="0" u="none" strike="noStrike" cap="none">
                <a:solidFill>
                  <a:schemeClr val="dk1"/>
                </a:solidFill>
                <a:latin typeface="Lato" panose="020F0502020204030203"/>
                <a:ea typeface="Lato" panose="020F0502020204030203"/>
                <a:cs typeface="Lato" panose="020F0502020204030203"/>
                <a:sym typeface="Lato" panose="020F0502020204030203"/>
              </a:defRPr>
            </a:lvl9pPr>
          </a:lstStyle>
          <a:p>
            <a:pPr marL="0" indent="0" algn="l">
              <a:lnSpc>
                <a:spcPct val="100000"/>
              </a:lnSpc>
            </a:pPr>
            <a:r>
              <a:rPr lang="en-US" sz="3000" b="1" dirty="0">
                <a:solidFill>
                  <a:srgbClr val="333333"/>
                </a:solidFill>
                <a:latin typeface="Lato" panose="020F0502020204030203" pitchFamily="34" charset="0"/>
                <a:ea typeface="Lato" panose="020F0502020204030203" pitchFamily="34" charset="0"/>
                <a:cs typeface="Lato" panose="020F0502020204030203" pitchFamily="34" charset="0"/>
              </a:rPr>
              <a:t>Parent: </a:t>
            </a:r>
            <a:endParaRPr lang="en-US" sz="2000" dirty="0">
              <a:latin typeface="Lato" panose="020F0502020204030203" pitchFamily="34" charset="0"/>
              <a:ea typeface="Lato" panose="020F0502020204030203" pitchFamily="34" charset="0"/>
              <a:cs typeface="Lato" panose="020F0502020204030203" pitchFamily="34" charset="0"/>
            </a:endParaRPr>
          </a:p>
          <a:p>
            <a:pPr marL="0" indent="0" algn="l">
              <a:lnSpc>
                <a:spcPct val="100000"/>
              </a:lnSpc>
            </a:pPr>
            <a:r>
              <a:rPr lang="en-US" sz="2000" dirty="0">
                <a:solidFill>
                  <a:srgbClr val="333333"/>
                </a:solidFill>
                <a:latin typeface="Lato" panose="020F0502020204030203" pitchFamily="34" charset="0"/>
                <a:ea typeface="Lato" panose="020F0502020204030203" pitchFamily="34" charset="0"/>
                <a:cs typeface="Lato" panose="020F0502020204030203" pitchFamily="34" charset="0"/>
              </a:rPr>
              <a:t> A node in a tree may have one or more child nodes. The node that points to its child node(s) is called the parent node.</a:t>
            </a:r>
          </a:p>
          <a:p>
            <a:pPr marL="0" indent="0" algn="l">
              <a:lnSpc>
                <a:spcPct val="100000"/>
              </a:lnSpc>
            </a:pPr>
            <a:endParaRPr lang="en-US" sz="2000" dirty="0">
              <a:solidFill>
                <a:srgbClr val="333333"/>
              </a:solidFill>
              <a:latin typeface="Lato" panose="020F0502020204030203" pitchFamily="34" charset="0"/>
              <a:ea typeface="Lato" panose="020F0502020204030203" pitchFamily="34" charset="0"/>
              <a:cs typeface="Lato" panose="020F0502020204030203" pitchFamily="34" charset="0"/>
            </a:endParaRPr>
          </a:p>
          <a:p>
            <a:pPr marL="0" indent="0" algn="l">
              <a:lnSpc>
                <a:spcPct val="100000"/>
              </a:lnSpc>
            </a:pPr>
            <a:r>
              <a:rPr lang="en-US" sz="3000" b="1" dirty="0">
                <a:solidFill>
                  <a:srgbClr val="333333"/>
                </a:solidFill>
                <a:latin typeface="Lato" panose="020F0502020204030203" pitchFamily="34" charset="0"/>
                <a:ea typeface="Lato" panose="020F0502020204030203" pitchFamily="34" charset="0"/>
                <a:cs typeface="Lato" panose="020F0502020204030203" pitchFamily="34" charset="0"/>
                <a:sym typeface="+mn-ea"/>
              </a:rPr>
              <a:t>Child:</a:t>
            </a:r>
          </a:p>
          <a:p>
            <a:pPr marL="0" indent="0" algn="l">
              <a:lnSpc>
                <a:spcPct val="100000"/>
              </a:lnSpc>
            </a:pPr>
            <a:r>
              <a:rPr lang="en-US" sz="2000" dirty="0">
                <a:solidFill>
                  <a:srgbClr val="333333"/>
                </a:solidFill>
                <a:latin typeface="Lato" panose="020F0502020204030203" pitchFamily="34" charset="0"/>
                <a:ea typeface="Lato" panose="020F0502020204030203" pitchFamily="34" charset="0"/>
                <a:cs typeface="Lato" panose="020F0502020204030203" pitchFamily="34" charset="0"/>
                <a:sym typeface="+mn-ea"/>
              </a:rPr>
              <a:t>Nodes that are directly connected to a parent node are called child nodes. A parent node may have zero, one, or multiple child nodes.</a:t>
            </a:r>
          </a:p>
          <a:p>
            <a:pPr marL="0" indent="0" algn="l">
              <a:lnSpc>
                <a:spcPct val="100000"/>
              </a:lnSpc>
            </a:pPr>
            <a:endParaRPr lang="en-US" sz="2000" dirty="0">
              <a:solidFill>
                <a:srgbClr val="333333"/>
              </a:solidFill>
              <a:latin typeface="Lato" panose="020F0502020204030203" pitchFamily="34" charset="0"/>
              <a:ea typeface="Lato" panose="020F0502020204030203" pitchFamily="34" charset="0"/>
              <a:cs typeface="Lato" panose="020F0502020204030203" pitchFamily="34" charset="0"/>
              <a:sym typeface="+mn-ea"/>
            </a:endParaRPr>
          </a:p>
          <a:p>
            <a:pPr marL="0" indent="0" algn="l">
              <a:lnSpc>
                <a:spcPct val="100000"/>
              </a:lnSpc>
            </a:pPr>
            <a:r>
              <a:rPr lang="en-US" sz="3000" b="1" dirty="0">
                <a:solidFill>
                  <a:srgbClr val="333333"/>
                </a:solidFill>
                <a:latin typeface="Lato" panose="020F0502020204030203" pitchFamily="34" charset="0"/>
                <a:ea typeface="Lato" panose="020F0502020204030203" pitchFamily="34" charset="0"/>
                <a:cs typeface="Lato" panose="020F0502020204030203" pitchFamily="34" charset="0"/>
                <a:sym typeface="+mn-ea"/>
              </a:rPr>
              <a:t>Sibling:</a:t>
            </a:r>
          </a:p>
          <a:p>
            <a:pPr marL="0" indent="0" algn="l">
              <a:lnSpc>
                <a:spcPct val="100000"/>
              </a:lnSpc>
            </a:pPr>
            <a:r>
              <a:rPr lang="en-US" sz="2000" dirty="0">
                <a:solidFill>
                  <a:srgbClr val="333333"/>
                </a:solidFill>
                <a:latin typeface="Lato" panose="020F0502020204030203" pitchFamily="34" charset="0"/>
                <a:ea typeface="Lato" panose="020F0502020204030203" pitchFamily="34" charset="0"/>
                <a:cs typeface="Lato" panose="020F0502020204030203" pitchFamily="34" charset="0"/>
                <a:sym typeface="+mn-ea"/>
              </a:rPr>
              <a:t>Nodes that share the same parent node are called siblings. For example, in a binary tree, a parent node can have at most two children, making those two children siblings.</a:t>
            </a:r>
          </a:p>
          <a:p>
            <a:pPr algn="l"/>
            <a:endParaRPr lang="en-US" sz="2000" dirty="0">
              <a:solidFill>
                <a:srgbClr val="333333"/>
              </a:solidFill>
              <a:latin typeface="Lato" panose="020F0502020204030203" pitchFamily="34" charset="0"/>
              <a:ea typeface="Lato" panose="020F0502020204030203" pitchFamily="34" charset="0"/>
              <a:cs typeface="Lato" panose="020F0502020204030203" pitchFamily="34" charset="0"/>
            </a:endParaRPr>
          </a:p>
          <a:p>
            <a:pPr marL="0" indent="0" algn="l"/>
            <a:br>
              <a:rPr lang="en-US" sz="2000" dirty="0">
                <a:latin typeface="Lato" panose="020F0502020204030203" pitchFamily="34" charset="0"/>
                <a:ea typeface="Lato" panose="020F0502020204030203" pitchFamily="34" charset="0"/>
                <a:cs typeface="Lato" panose="020F0502020204030203" pitchFamily="34" charset="0"/>
              </a:rPr>
            </a:br>
            <a:endParaRPr lang="en-US" sz="20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5099560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6"/>
        <p:cNvGrpSpPr/>
        <p:nvPr/>
      </p:nvGrpSpPr>
      <p:grpSpPr>
        <a:xfrm>
          <a:off x="0" y="0"/>
          <a:ext cx="0" cy="0"/>
          <a:chOff x="0" y="0"/>
          <a:chExt cx="0" cy="0"/>
        </a:xfrm>
      </p:grpSpPr>
      <p:sp>
        <p:nvSpPr>
          <p:cNvPr id="1887" name="Google Shape;1887;p52"/>
          <p:cNvSpPr txBox="1">
            <a:spLocks noGrp="1"/>
          </p:cNvSpPr>
          <p:nvPr>
            <p:ph type="title"/>
          </p:nvPr>
        </p:nvSpPr>
        <p:spPr>
          <a:xfrm>
            <a:off x="3595826" y="2271965"/>
            <a:ext cx="4836324" cy="878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GB" dirty="0"/>
              <a:t>Types of </a:t>
            </a:r>
            <a:br>
              <a:rPr lang="en-GB" dirty="0"/>
            </a:br>
            <a:r>
              <a:rPr lang="en-US" altLang="en-GB" dirty="0"/>
              <a:t>Trees</a:t>
            </a:r>
          </a:p>
        </p:txBody>
      </p:sp>
      <p:sp>
        <p:nvSpPr>
          <p:cNvPr id="1890" name="Google Shape;1890;p52"/>
          <p:cNvSpPr/>
          <p:nvPr/>
        </p:nvSpPr>
        <p:spPr>
          <a:xfrm>
            <a:off x="5875325" y="820875"/>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91" name="Google Shape;1891;p52"/>
          <p:cNvGrpSpPr/>
          <p:nvPr/>
        </p:nvGrpSpPr>
        <p:grpSpPr>
          <a:xfrm>
            <a:off x="854579" y="820869"/>
            <a:ext cx="3441438" cy="3783274"/>
            <a:chOff x="410179" y="820869"/>
            <a:chExt cx="3441438" cy="3783274"/>
          </a:xfrm>
        </p:grpSpPr>
        <p:grpSp>
          <p:nvGrpSpPr>
            <p:cNvPr id="1892" name="Google Shape;1892;p52"/>
            <p:cNvGrpSpPr/>
            <p:nvPr/>
          </p:nvGrpSpPr>
          <p:grpSpPr>
            <a:xfrm>
              <a:off x="1055631" y="820869"/>
              <a:ext cx="2602891" cy="3783274"/>
              <a:chOff x="1055631" y="820869"/>
              <a:chExt cx="2602891" cy="3783274"/>
            </a:xfrm>
          </p:grpSpPr>
          <p:sp>
            <p:nvSpPr>
              <p:cNvPr id="1893" name="Google Shape;1893;p52"/>
              <p:cNvSpPr/>
              <p:nvPr/>
            </p:nvSpPr>
            <p:spPr>
              <a:xfrm>
                <a:off x="1055631" y="1799489"/>
                <a:ext cx="2394769" cy="1973794"/>
              </a:xfrm>
              <a:custGeom>
                <a:avLst/>
                <a:gdLst/>
                <a:ahLst/>
                <a:cxnLst/>
                <a:rect l="l" t="t" r="r" b="b"/>
                <a:pathLst>
                  <a:path w="42568" h="35085" extrusionOk="0">
                    <a:moveTo>
                      <a:pt x="28184" y="1"/>
                    </a:moveTo>
                    <a:cubicBezTo>
                      <a:pt x="27147" y="1"/>
                      <a:pt x="26108" y="74"/>
                      <a:pt x="25087" y="208"/>
                    </a:cubicBezTo>
                    <a:cubicBezTo>
                      <a:pt x="23049" y="477"/>
                      <a:pt x="21019" y="979"/>
                      <a:pt x="19130" y="1771"/>
                    </a:cubicBezTo>
                    <a:cubicBezTo>
                      <a:pt x="14857" y="3603"/>
                      <a:pt x="12530" y="8343"/>
                      <a:pt x="9049" y="11237"/>
                    </a:cubicBezTo>
                    <a:cubicBezTo>
                      <a:pt x="6750" y="13118"/>
                      <a:pt x="3920" y="13918"/>
                      <a:pt x="2357" y="16514"/>
                    </a:cubicBezTo>
                    <a:cubicBezTo>
                      <a:pt x="616" y="19344"/>
                      <a:pt x="1" y="22527"/>
                      <a:pt x="1182" y="25739"/>
                    </a:cubicBezTo>
                    <a:cubicBezTo>
                      <a:pt x="1239" y="25824"/>
                      <a:pt x="1267" y="25944"/>
                      <a:pt x="1296" y="26065"/>
                    </a:cubicBezTo>
                    <a:cubicBezTo>
                      <a:pt x="2654" y="29276"/>
                      <a:pt x="5484" y="31752"/>
                      <a:pt x="8695" y="33167"/>
                    </a:cubicBezTo>
                    <a:cubicBezTo>
                      <a:pt x="11999" y="34639"/>
                      <a:pt x="15685" y="35049"/>
                      <a:pt x="19279" y="35084"/>
                    </a:cubicBezTo>
                    <a:cubicBezTo>
                      <a:pt x="22519" y="35084"/>
                      <a:pt x="25822" y="34759"/>
                      <a:pt x="28624" y="33167"/>
                    </a:cubicBezTo>
                    <a:cubicBezTo>
                      <a:pt x="31807" y="31335"/>
                      <a:pt x="32097" y="28951"/>
                      <a:pt x="33307" y="25916"/>
                    </a:cubicBezTo>
                    <a:cubicBezTo>
                      <a:pt x="34340" y="23320"/>
                      <a:pt x="36936" y="21403"/>
                      <a:pt x="38641" y="19280"/>
                    </a:cubicBezTo>
                    <a:cubicBezTo>
                      <a:pt x="41032" y="16337"/>
                      <a:pt x="42567" y="12411"/>
                      <a:pt x="41683" y="8697"/>
                    </a:cubicBezTo>
                    <a:cubicBezTo>
                      <a:pt x="40884" y="5400"/>
                      <a:pt x="38231" y="2719"/>
                      <a:pt x="35104" y="1333"/>
                    </a:cubicBezTo>
                    <a:cubicBezTo>
                      <a:pt x="32933" y="387"/>
                      <a:pt x="30559" y="1"/>
                      <a:pt x="28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52"/>
              <p:cNvSpPr/>
              <p:nvPr/>
            </p:nvSpPr>
            <p:spPr>
              <a:xfrm rot="-4097330">
                <a:off x="2625560" y="878377"/>
                <a:ext cx="815923" cy="1020571"/>
              </a:xfrm>
              <a:custGeom>
                <a:avLst/>
                <a:gdLst/>
                <a:ahLst/>
                <a:cxnLst/>
                <a:rect l="l" t="t" r="r" b="b"/>
                <a:pathLst>
                  <a:path w="7690" h="9619" extrusionOk="0">
                    <a:moveTo>
                      <a:pt x="1814" y="0"/>
                    </a:moveTo>
                    <a:cubicBezTo>
                      <a:pt x="1314" y="0"/>
                      <a:pt x="835" y="161"/>
                      <a:pt x="503" y="527"/>
                    </a:cubicBezTo>
                    <a:cubicBezTo>
                      <a:pt x="114" y="938"/>
                      <a:pt x="1" y="1532"/>
                      <a:pt x="29" y="2063"/>
                    </a:cubicBezTo>
                    <a:cubicBezTo>
                      <a:pt x="57" y="2621"/>
                      <a:pt x="234" y="3152"/>
                      <a:pt x="383" y="3683"/>
                    </a:cubicBezTo>
                    <a:cubicBezTo>
                      <a:pt x="913" y="5777"/>
                      <a:pt x="149" y="9017"/>
                      <a:pt x="3064" y="9547"/>
                    </a:cubicBezTo>
                    <a:cubicBezTo>
                      <a:pt x="3307" y="9596"/>
                      <a:pt x="3542" y="9619"/>
                      <a:pt x="3768" y="9619"/>
                    </a:cubicBezTo>
                    <a:cubicBezTo>
                      <a:pt x="6281" y="9619"/>
                      <a:pt x="7690" y="6774"/>
                      <a:pt x="7365" y="4418"/>
                    </a:cubicBezTo>
                    <a:cubicBezTo>
                      <a:pt x="7252" y="3739"/>
                      <a:pt x="6983" y="3060"/>
                      <a:pt x="6573" y="2501"/>
                    </a:cubicBezTo>
                    <a:cubicBezTo>
                      <a:pt x="6276" y="2119"/>
                      <a:pt x="5922" y="1822"/>
                      <a:pt x="5512" y="1589"/>
                    </a:cubicBezTo>
                    <a:cubicBezTo>
                      <a:pt x="5129" y="1383"/>
                      <a:pt x="4684" y="1263"/>
                      <a:pt x="4274" y="1058"/>
                    </a:cubicBezTo>
                    <a:cubicBezTo>
                      <a:pt x="3863" y="825"/>
                      <a:pt x="3474" y="527"/>
                      <a:pt x="3064" y="322"/>
                    </a:cubicBezTo>
                    <a:cubicBezTo>
                      <a:pt x="2683" y="117"/>
                      <a:pt x="2240" y="0"/>
                      <a:pt x="1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95" name="Google Shape;1895;p52"/>
              <p:cNvGrpSpPr/>
              <p:nvPr/>
            </p:nvGrpSpPr>
            <p:grpSpPr>
              <a:xfrm flipH="1">
                <a:off x="1157326" y="1158393"/>
                <a:ext cx="2173351" cy="3445750"/>
                <a:chOff x="-1560073" y="555050"/>
                <a:chExt cx="2438132" cy="3865549"/>
              </a:xfrm>
            </p:grpSpPr>
            <p:sp>
              <p:nvSpPr>
                <p:cNvPr id="1896" name="Google Shape;1896;p52"/>
                <p:cNvSpPr/>
                <p:nvPr/>
              </p:nvSpPr>
              <p:spPr>
                <a:xfrm>
                  <a:off x="-1035421" y="1298583"/>
                  <a:ext cx="349649" cy="785952"/>
                </a:xfrm>
                <a:custGeom>
                  <a:avLst/>
                  <a:gdLst/>
                  <a:ahLst/>
                  <a:cxnLst/>
                  <a:rect l="l" t="t" r="r" b="b"/>
                  <a:pathLst>
                    <a:path w="2142" h="4815" extrusionOk="0">
                      <a:moveTo>
                        <a:pt x="670" y="1"/>
                      </a:moveTo>
                      <a:cubicBezTo>
                        <a:pt x="667" y="1"/>
                        <a:pt x="664" y="1"/>
                        <a:pt x="661" y="3"/>
                      </a:cubicBezTo>
                      <a:cubicBezTo>
                        <a:pt x="577" y="51"/>
                        <a:pt x="820" y="733"/>
                        <a:pt x="730" y="796"/>
                      </a:cubicBezTo>
                      <a:cubicBezTo>
                        <a:pt x="730" y="796"/>
                        <a:pt x="729" y="797"/>
                        <a:pt x="729" y="797"/>
                      </a:cubicBezTo>
                      <a:cubicBezTo>
                        <a:pt x="697" y="797"/>
                        <a:pt x="354" y="225"/>
                        <a:pt x="291" y="225"/>
                      </a:cubicBezTo>
                      <a:cubicBezTo>
                        <a:pt x="286" y="224"/>
                        <a:pt x="282" y="223"/>
                        <a:pt x="277" y="223"/>
                      </a:cubicBezTo>
                      <a:cubicBezTo>
                        <a:pt x="143" y="223"/>
                        <a:pt x="660" y="886"/>
                        <a:pt x="619" y="886"/>
                      </a:cubicBezTo>
                      <a:cubicBezTo>
                        <a:pt x="561" y="886"/>
                        <a:pt x="242" y="386"/>
                        <a:pt x="135" y="386"/>
                      </a:cubicBezTo>
                      <a:cubicBezTo>
                        <a:pt x="126" y="386"/>
                        <a:pt x="117" y="390"/>
                        <a:pt x="112" y="399"/>
                      </a:cubicBezTo>
                      <a:cubicBezTo>
                        <a:pt x="90" y="468"/>
                        <a:pt x="466" y="949"/>
                        <a:pt x="424" y="997"/>
                      </a:cubicBezTo>
                      <a:cubicBezTo>
                        <a:pt x="422" y="1000"/>
                        <a:pt x="419" y="1001"/>
                        <a:pt x="416" y="1001"/>
                      </a:cubicBezTo>
                      <a:cubicBezTo>
                        <a:pt x="372" y="1001"/>
                        <a:pt x="194" y="731"/>
                        <a:pt x="90" y="711"/>
                      </a:cubicBezTo>
                      <a:cubicBezTo>
                        <a:pt x="1" y="711"/>
                        <a:pt x="334" y="1171"/>
                        <a:pt x="355" y="1214"/>
                      </a:cubicBezTo>
                      <a:cubicBezTo>
                        <a:pt x="355" y="1282"/>
                        <a:pt x="508" y="1658"/>
                        <a:pt x="709" y="1901"/>
                      </a:cubicBezTo>
                      <a:cubicBezTo>
                        <a:pt x="709" y="1901"/>
                        <a:pt x="1590" y="4814"/>
                        <a:pt x="2104" y="4814"/>
                      </a:cubicBezTo>
                      <a:cubicBezTo>
                        <a:pt x="2117" y="4814"/>
                        <a:pt x="2129" y="4813"/>
                        <a:pt x="2142" y="4809"/>
                      </a:cubicBezTo>
                      <a:lnTo>
                        <a:pt x="2115" y="3265"/>
                      </a:lnTo>
                      <a:cubicBezTo>
                        <a:pt x="2115" y="3266"/>
                        <a:pt x="2115" y="3266"/>
                        <a:pt x="2114" y="3266"/>
                      </a:cubicBezTo>
                      <a:cubicBezTo>
                        <a:pt x="2075" y="3266"/>
                        <a:pt x="1259" y="1526"/>
                        <a:pt x="1259" y="1526"/>
                      </a:cubicBezTo>
                      <a:cubicBezTo>
                        <a:pt x="1259" y="1526"/>
                        <a:pt x="1349" y="664"/>
                        <a:pt x="1238" y="622"/>
                      </a:cubicBezTo>
                      <a:cubicBezTo>
                        <a:pt x="1231" y="617"/>
                        <a:pt x="1225" y="615"/>
                        <a:pt x="1219" y="615"/>
                      </a:cubicBezTo>
                      <a:cubicBezTo>
                        <a:pt x="1129" y="615"/>
                        <a:pt x="1144" y="1083"/>
                        <a:pt x="1084" y="1108"/>
                      </a:cubicBezTo>
                      <a:cubicBezTo>
                        <a:pt x="1083" y="1109"/>
                        <a:pt x="1082" y="1109"/>
                        <a:pt x="1081" y="1109"/>
                      </a:cubicBezTo>
                      <a:cubicBezTo>
                        <a:pt x="1009" y="1109"/>
                        <a:pt x="783" y="1"/>
                        <a:pt x="670" y="1"/>
                      </a:cubicBezTo>
                      <a:close/>
                    </a:path>
                  </a:pathLst>
                </a:custGeom>
                <a:solidFill>
                  <a:srgbClr val="8039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52"/>
                <p:cNvSpPr/>
                <p:nvPr/>
              </p:nvSpPr>
              <p:spPr>
                <a:xfrm>
                  <a:off x="-700616" y="1493158"/>
                  <a:ext cx="600868" cy="604277"/>
                </a:xfrm>
                <a:custGeom>
                  <a:avLst/>
                  <a:gdLst/>
                  <a:ahLst/>
                  <a:cxnLst/>
                  <a:rect l="l" t="t" r="r" b="b"/>
                  <a:pathLst>
                    <a:path w="3681" h="3702" extrusionOk="0">
                      <a:moveTo>
                        <a:pt x="2576" y="1"/>
                      </a:moveTo>
                      <a:cubicBezTo>
                        <a:pt x="2576" y="1"/>
                        <a:pt x="1698" y="550"/>
                        <a:pt x="1413" y="862"/>
                      </a:cubicBezTo>
                      <a:cubicBezTo>
                        <a:pt x="1101" y="1169"/>
                        <a:pt x="43" y="1983"/>
                        <a:pt x="43" y="1983"/>
                      </a:cubicBezTo>
                      <a:lnTo>
                        <a:pt x="1" y="3701"/>
                      </a:lnTo>
                      <a:cubicBezTo>
                        <a:pt x="1" y="3701"/>
                        <a:pt x="3681" y="1454"/>
                        <a:pt x="2576" y="1"/>
                      </a:cubicBezTo>
                      <a:close/>
                    </a:path>
                  </a:pathLst>
                </a:custGeom>
                <a:solidFill>
                  <a:srgbClr val="80FF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52"/>
                <p:cNvSpPr/>
                <p:nvPr/>
              </p:nvSpPr>
              <p:spPr>
                <a:xfrm>
                  <a:off x="-700616" y="1493158"/>
                  <a:ext cx="600868" cy="604277"/>
                </a:xfrm>
                <a:custGeom>
                  <a:avLst/>
                  <a:gdLst/>
                  <a:ahLst/>
                  <a:cxnLst/>
                  <a:rect l="l" t="t" r="r" b="b"/>
                  <a:pathLst>
                    <a:path w="3681" h="3702" extrusionOk="0">
                      <a:moveTo>
                        <a:pt x="2576" y="1"/>
                      </a:moveTo>
                      <a:cubicBezTo>
                        <a:pt x="2576" y="1"/>
                        <a:pt x="1698" y="550"/>
                        <a:pt x="1413" y="862"/>
                      </a:cubicBezTo>
                      <a:cubicBezTo>
                        <a:pt x="1101" y="1169"/>
                        <a:pt x="43" y="1983"/>
                        <a:pt x="43" y="1983"/>
                      </a:cubicBezTo>
                      <a:lnTo>
                        <a:pt x="1" y="3701"/>
                      </a:lnTo>
                      <a:cubicBezTo>
                        <a:pt x="1" y="3701"/>
                        <a:pt x="3681" y="1454"/>
                        <a:pt x="25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52"/>
                <p:cNvSpPr/>
                <p:nvPr/>
              </p:nvSpPr>
              <p:spPr>
                <a:xfrm>
                  <a:off x="-509788" y="1086868"/>
                  <a:ext cx="510109" cy="442680"/>
                </a:xfrm>
                <a:custGeom>
                  <a:avLst/>
                  <a:gdLst/>
                  <a:ahLst/>
                  <a:cxnLst/>
                  <a:rect l="l" t="t" r="r" b="b"/>
                  <a:pathLst>
                    <a:path w="3125" h="2712" extrusionOk="0">
                      <a:moveTo>
                        <a:pt x="1153" y="0"/>
                      </a:moveTo>
                      <a:cubicBezTo>
                        <a:pt x="752" y="0"/>
                        <a:pt x="360" y="187"/>
                        <a:pt x="154" y="443"/>
                      </a:cubicBezTo>
                      <a:cubicBezTo>
                        <a:pt x="0" y="639"/>
                        <a:pt x="22" y="1104"/>
                        <a:pt x="85" y="1237"/>
                      </a:cubicBezTo>
                      <a:lnTo>
                        <a:pt x="926" y="2690"/>
                      </a:lnTo>
                      <a:lnTo>
                        <a:pt x="2226" y="2690"/>
                      </a:lnTo>
                      <a:lnTo>
                        <a:pt x="2247" y="2426"/>
                      </a:lnTo>
                      <a:lnTo>
                        <a:pt x="2443" y="2712"/>
                      </a:lnTo>
                      <a:lnTo>
                        <a:pt x="3125" y="2622"/>
                      </a:lnTo>
                      <a:cubicBezTo>
                        <a:pt x="3083" y="2357"/>
                        <a:pt x="2839" y="2246"/>
                        <a:pt x="2665" y="2051"/>
                      </a:cubicBezTo>
                      <a:cubicBezTo>
                        <a:pt x="2491" y="1829"/>
                        <a:pt x="2707" y="1765"/>
                        <a:pt x="2776" y="1543"/>
                      </a:cubicBezTo>
                      <a:cubicBezTo>
                        <a:pt x="2839" y="1300"/>
                        <a:pt x="2554" y="1215"/>
                        <a:pt x="2464" y="1057"/>
                      </a:cubicBezTo>
                      <a:cubicBezTo>
                        <a:pt x="2358" y="903"/>
                        <a:pt x="2332" y="660"/>
                        <a:pt x="2226" y="486"/>
                      </a:cubicBezTo>
                      <a:cubicBezTo>
                        <a:pt x="2046" y="221"/>
                        <a:pt x="1608" y="89"/>
                        <a:pt x="1608" y="89"/>
                      </a:cubicBezTo>
                      <a:cubicBezTo>
                        <a:pt x="1461" y="28"/>
                        <a:pt x="1306" y="0"/>
                        <a:pt x="11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52"/>
                <p:cNvSpPr/>
                <p:nvPr/>
              </p:nvSpPr>
              <p:spPr>
                <a:xfrm>
                  <a:off x="-305249" y="953832"/>
                  <a:ext cx="169275" cy="165842"/>
                </a:xfrm>
                <a:custGeom>
                  <a:avLst/>
                  <a:gdLst/>
                  <a:ahLst/>
                  <a:cxnLst/>
                  <a:rect l="l" t="t" r="r" b="b"/>
                  <a:pathLst>
                    <a:path w="1037" h="1016" extrusionOk="0">
                      <a:moveTo>
                        <a:pt x="508" y="0"/>
                      </a:moveTo>
                      <a:cubicBezTo>
                        <a:pt x="222" y="0"/>
                        <a:pt x="0" y="222"/>
                        <a:pt x="0" y="508"/>
                      </a:cubicBezTo>
                      <a:cubicBezTo>
                        <a:pt x="0" y="793"/>
                        <a:pt x="222" y="1015"/>
                        <a:pt x="508" y="1015"/>
                      </a:cubicBezTo>
                      <a:cubicBezTo>
                        <a:pt x="793" y="1015"/>
                        <a:pt x="1037" y="793"/>
                        <a:pt x="1037" y="508"/>
                      </a:cubicBezTo>
                      <a:cubicBezTo>
                        <a:pt x="1037" y="222"/>
                        <a:pt x="793" y="0"/>
                        <a:pt x="5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52"/>
                <p:cNvSpPr/>
                <p:nvPr/>
              </p:nvSpPr>
              <p:spPr>
                <a:xfrm>
                  <a:off x="-502932" y="1162609"/>
                  <a:ext cx="334958" cy="500790"/>
                </a:xfrm>
                <a:custGeom>
                  <a:avLst/>
                  <a:gdLst/>
                  <a:ahLst/>
                  <a:cxnLst/>
                  <a:rect l="l" t="t" r="r" b="b"/>
                  <a:pathLst>
                    <a:path w="2052" h="3068" extrusionOk="0">
                      <a:moveTo>
                        <a:pt x="487" y="1"/>
                      </a:moveTo>
                      <a:cubicBezTo>
                        <a:pt x="487" y="43"/>
                        <a:pt x="223" y="133"/>
                        <a:pt x="1" y="773"/>
                      </a:cubicBezTo>
                      <a:cubicBezTo>
                        <a:pt x="39" y="1520"/>
                        <a:pt x="360" y="1793"/>
                        <a:pt x="571" y="1793"/>
                      </a:cubicBezTo>
                      <a:cubicBezTo>
                        <a:pt x="596" y="1793"/>
                        <a:pt x="619" y="1790"/>
                        <a:pt x="640" y="1782"/>
                      </a:cubicBezTo>
                      <a:cubicBezTo>
                        <a:pt x="645" y="1780"/>
                        <a:pt x="649" y="1779"/>
                        <a:pt x="653" y="1779"/>
                      </a:cubicBezTo>
                      <a:cubicBezTo>
                        <a:pt x="765" y="1779"/>
                        <a:pt x="656" y="2612"/>
                        <a:pt x="508" y="2887"/>
                      </a:cubicBezTo>
                      <a:cubicBezTo>
                        <a:pt x="551" y="3017"/>
                        <a:pt x="649" y="3067"/>
                        <a:pt x="776" y="3067"/>
                      </a:cubicBezTo>
                      <a:cubicBezTo>
                        <a:pt x="1034" y="3067"/>
                        <a:pt x="1412" y="2858"/>
                        <a:pt x="1689" y="2678"/>
                      </a:cubicBezTo>
                      <a:lnTo>
                        <a:pt x="1689" y="2678"/>
                      </a:lnTo>
                      <a:cubicBezTo>
                        <a:pt x="1697" y="2680"/>
                        <a:pt x="1706" y="2681"/>
                        <a:pt x="1714" y="2681"/>
                      </a:cubicBezTo>
                      <a:cubicBezTo>
                        <a:pt x="1853" y="2681"/>
                        <a:pt x="2052" y="2422"/>
                        <a:pt x="2052" y="2422"/>
                      </a:cubicBezTo>
                      <a:lnTo>
                        <a:pt x="2052" y="2422"/>
                      </a:lnTo>
                      <a:cubicBezTo>
                        <a:pt x="2052" y="2422"/>
                        <a:pt x="1899" y="2542"/>
                        <a:pt x="1689" y="2678"/>
                      </a:cubicBezTo>
                      <a:lnTo>
                        <a:pt x="1689" y="2678"/>
                      </a:lnTo>
                      <a:cubicBezTo>
                        <a:pt x="1638" y="2665"/>
                        <a:pt x="1598" y="2606"/>
                        <a:pt x="1587" y="2470"/>
                      </a:cubicBezTo>
                      <a:cubicBezTo>
                        <a:pt x="1566" y="2248"/>
                        <a:pt x="1391" y="1677"/>
                        <a:pt x="1523" y="1386"/>
                      </a:cubicBezTo>
                      <a:cubicBezTo>
                        <a:pt x="1544" y="1365"/>
                        <a:pt x="1655" y="1301"/>
                        <a:pt x="1677" y="1280"/>
                      </a:cubicBezTo>
                      <a:cubicBezTo>
                        <a:pt x="1788" y="1232"/>
                        <a:pt x="1941" y="1058"/>
                        <a:pt x="1851" y="857"/>
                      </a:cubicBezTo>
                      <a:cubicBezTo>
                        <a:pt x="1807" y="760"/>
                        <a:pt x="1742" y="734"/>
                        <a:pt x="1680" y="734"/>
                      </a:cubicBezTo>
                      <a:cubicBezTo>
                        <a:pt x="1616" y="734"/>
                        <a:pt x="1555" y="762"/>
                        <a:pt x="1523" y="773"/>
                      </a:cubicBezTo>
                      <a:cubicBezTo>
                        <a:pt x="1499" y="773"/>
                        <a:pt x="1441" y="907"/>
                        <a:pt x="1417" y="907"/>
                      </a:cubicBezTo>
                      <a:cubicBezTo>
                        <a:pt x="1415" y="907"/>
                        <a:pt x="1414" y="906"/>
                        <a:pt x="1412" y="905"/>
                      </a:cubicBezTo>
                      <a:cubicBezTo>
                        <a:pt x="773" y="725"/>
                        <a:pt x="508" y="439"/>
                        <a:pt x="487" y="1"/>
                      </a:cubicBezTo>
                      <a:close/>
                    </a:path>
                  </a:pathLst>
                </a:custGeom>
                <a:solidFill>
                  <a:srgbClr val="8039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52"/>
                <p:cNvSpPr/>
                <p:nvPr/>
              </p:nvSpPr>
              <p:spPr>
                <a:xfrm>
                  <a:off x="-395031" y="1424273"/>
                  <a:ext cx="87331" cy="52560"/>
                </a:xfrm>
                <a:custGeom>
                  <a:avLst/>
                  <a:gdLst/>
                  <a:ahLst/>
                  <a:cxnLst/>
                  <a:rect l="l" t="t" r="r" b="b"/>
                  <a:pathLst>
                    <a:path w="535" h="322" extrusionOk="0">
                      <a:moveTo>
                        <a:pt x="458" y="1"/>
                      </a:moveTo>
                      <a:cubicBezTo>
                        <a:pt x="453" y="1"/>
                        <a:pt x="447" y="2"/>
                        <a:pt x="439" y="5"/>
                      </a:cubicBezTo>
                      <a:cubicBezTo>
                        <a:pt x="265" y="74"/>
                        <a:pt x="1" y="158"/>
                        <a:pt x="1" y="158"/>
                      </a:cubicBezTo>
                      <a:cubicBezTo>
                        <a:pt x="52" y="278"/>
                        <a:pt x="117" y="322"/>
                        <a:pt x="182" y="322"/>
                      </a:cubicBezTo>
                      <a:cubicBezTo>
                        <a:pt x="357" y="322"/>
                        <a:pt x="534" y="1"/>
                        <a:pt x="4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52"/>
                <p:cNvSpPr/>
                <p:nvPr/>
              </p:nvSpPr>
              <p:spPr>
                <a:xfrm>
                  <a:off x="-499504" y="4100339"/>
                  <a:ext cx="162419" cy="225094"/>
                </a:xfrm>
                <a:custGeom>
                  <a:avLst/>
                  <a:gdLst/>
                  <a:ahLst/>
                  <a:cxnLst/>
                  <a:rect l="l" t="t" r="r" b="b"/>
                  <a:pathLst>
                    <a:path w="995" h="1379" extrusionOk="0">
                      <a:moveTo>
                        <a:pt x="1" y="0"/>
                      </a:moveTo>
                      <a:lnTo>
                        <a:pt x="70" y="968"/>
                      </a:lnTo>
                      <a:cubicBezTo>
                        <a:pt x="70" y="968"/>
                        <a:pt x="265" y="1079"/>
                        <a:pt x="466" y="1322"/>
                      </a:cubicBezTo>
                      <a:cubicBezTo>
                        <a:pt x="498" y="1362"/>
                        <a:pt x="530" y="1379"/>
                        <a:pt x="562" y="1379"/>
                      </a:cubicBezTo>
                      <a:cubicBezTo>
                        <a:pt x="722" y="1379"/>
                        <a:pt x="863" y="947"/>
                        <a:pt x="863" y="947"/>
                      </a:cubicBezTo>
                      <a:lnTo>
                        <a:pt x="995" y="22"/>
                      </a:lnTo>
                      <a:lnTo>
                        <a:pt x="1" y="0"/>
                      </a:lnTo>
                      <a:close/>
                    </a:path>
                  </a:pathLst>
                </a:custGeom>
                <a:solidFill>
                  <a:srgbClr val="8039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52"/>
                <p:cNvSpPr/>
                <p:nvPr/>
              </p:nvSpPr>
              <p:spPr>
                <a:xfrm>
                  <a:off x="166025" y="4093483"/>
                  <a:ext cx="136464" cy="179553"/>
                </a:xfrm>
                <a:custGeom>
                  <a:avLst/>
                  <a:gdLst/>
                  <a:ahLst/>
                  <a:cxnLst/>
                  <a:rect l="l" t="t" r="r" b="b"/>
                  <a:pathLst>
                    <a:path w="836" h="1100" extrusionOk="0">
                      <a:moveTo>
                        <a:pt x="0" y="0"/>
                      </a:moveTo>
                      <a:lnTo>
                        <a:pt x="286" y="925"/>
                      </a:lnTo>
                      <a:cubicBezTo>
                        <a:pt x="286" y="925"/>
                        <a:pt x="508" y="1100"/>
                        <a:pt x="598" y="1100"/>
                      </a:cubicBezTo>
                      <a:cubicBezTo>
                        <a:pt x="730" y="1100"/>
                        <a:pt x="814" y="857"/>
                        <a:pt x="814" y="857"/>
                      </a:cubicBezTo>
                      <a:lnTo>
                        <a:pt x="835" y="0"/>
                      </a:lnTo>
                      <a:close/>
                    </a:path>
                  </a:pathLst>
                </a:custGeom>
                <a:solidFill>
                  <a:srgbClr val="8039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52"/>
                <p:cNvSpPr/>
                <p:nvPr/>
              </p:nvSpPr>
              <p:spPr>
                <a:xfrm>
                  <a:off x="-632381" y="4229783"/>
                  <a:ext cx="291864" cy="144295"/>
                </a:xfrm>
                <a:custGeom>
                  <a:avLst/>
                  <a:gdLst/>
                  <a:ahLst/>
                  <a:cxnLst/>
                  <a:rect l="l" t="t" r="r" b="b"/>
                  <a:pathLst>
                    <a:path w="1788" h="884" extrusionOk="0">
                      <a:moveTo>
                        <a:pt x="1677" y="0"/>
                      </a:moveTo>
                      <a:cubicBezTo>
                        <a:pt x="1655" y="0"/>
                        <a:pt x="1629" y="22"/>
                        <a:pt x="1608" y="22"/>
                      </a:cubicBezTo>
                      <a:cubicBezTo>
                        <a:pt x="1550" y="103"/>
                        <a:pt x="1328" y="293"/>
                        <a:pt x="1189" y="293"/>
                      </a:cubicBezTo>
                      <a:cubicBezTo>
                        <a:pt x="1174" y="293"/>
                        <a:pt x="1160" y="290"/>
                        <a:pt x="1148" y="286"/>
                      </a:cubicBezTo>
                      <a:cubicBezTo>
                        <a:pt x="1058" y="244"/>
                        <a:pt x="947" y="201"/>
                        <a:pt x="926" y="175"/>
                      </a:cubicBezTo>
                      <a:cubicBezTo>
                        <a:pt x="905" y="154"/>
                        <a:pt x="862" y="154"/>
                        <a:pt x="815" y="154"/>
                      </a:cubicBezTo>
                      <a:lnTo>
                        <a:pt x="43" y="794"/>
                      </a:lnTo>
                      <a:cubicBezTo>
                        <a:pt x="1" y="815"/>
                        <a:pt x="43" y="883"/>
                        <a:pt x="91" y="883"/>
                      </a:cubicBezTo>
                      <a:lnTo>
                        <a:pt x="1232" y="883"/>
                      </a:lnTo>
                      <a:cubicBezTo>
                        <a:pt x="1259" y="883"/>
                        <a:pt x="1301" y="862"/>
                        <a:pt x="1301" y="862"/>
                      </a:cubicBezTo>
                      <a:lnTo>
                        <a:pt x="1391" y="682"/>
                      </a:lnTo>
                      <a:cubicBezTo>
                        <a:pt x="1403" y="648"/>
                        <a:pt x="1421" y="632"/>
                        <a:pt x="1435" y="632"/>
                      </a:cubicBezTo>
                      <a:cubicBezTo>
                        <a:pt x="1446" y="632"/>
                        <a:pt x="1455" y="642"/>
                        <a:pt x="1455" y="661"/>
                      </a:cubicBezTo>
                      <a:lnTo>
                        <a:pt x="1497" y="836"/>
                      </a:lnTo>
                      <a:cubicBezTo>
                        <a:pt x="1497" y="849"/>
                        <a:pt x="1563" y="856"/>
                        <a:pt x="1629" y="856"/>
                      </a:cubicBezTo>
                      <a:cubicBezTo>
                        <a:pt x="1695" y="856"/>
                        <a:pt x="1761" y="849"/>
                        <a:pt x="1761" y="836"/>
                      </a:cubicBezTo>
                      <a:cubicBezTo>
                        <a:pt x="1788" y="682"/>
                        <a:pt x="1761" y="201"/>
                        <a:pt x="1719" y="43"/>
                      </a:cubicBezTo>
                      <a:cubicBezTo>
                        <a:pt x="1719" y="22"/>
                        <a:pt x="1698" y="22"/>
                        <a:pt x="16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52"/>
                <p:cNvSpPr/>
                <p:nvPr/>
              </p:nvSpPr>
              <p:spPr>
                <a:xfrm>
                  <a:off x="191000" y="4226356"/>
                  <a:ext cx="187394" cy="194244"/>
                </a:xfrm>
                <a:custGeom>
                  <a:avLst/>
                  <a:gdLst/>
                  <a:ahLst/>
                  <a:cxnLst/>
                  <a:rect l="l" t="t" r="r" b="b"/>
                  <a:pathLst>
                    <a:path w="1148" h="1190" extrusionOk="0">
                      <a:moveTo>
                        <a:pt x="640" y="0"/>
                      </a:moveTo>
                      <a:lnTo>
                        <a:pt x="550" y="175"/>
                      </a:lnTo>
                      <a:cubicBezTo>
                        <a:pt x="527" y="212"/>
                        <a:pt x="477" y="229"/>
                        <a:pt x="426" y="229"/>
                      </a:cubicBezTo>
                      <a:cubicBezTo>
                        <a:pt x="384" y="229"/>
                        <a:pt x="341" y="218"/>
                        <a:pt x="312" y="196"/>
                      </a:cubicBezTo>
                      <a:lnTo>
                        <a:pt x="133" y="43"/>
                      </a:lnTo>
                      <a:lnTo>
                        <a:pt x="111" y="43"/>
                      </a:lnTo>
                      <a:lnTo>
                        <a:pt x="0" y="793"/>
                      </a:lnTo>
                      <a:cubicBezTo>
                        <a:pt x="0" y="857"/>
                        <a:pt x="69" y="926"/>
                        <a:pt x="180" y="968"/>
                      </a:cubicBezTo>
                      <a:cubicBezTo>
                        <a:pt x="312" y="1037"/>
                        <a:pt x="550" y="1190"/>
                        <a:pt x="709" y="1190"/>
                      </a:cubicBezTo>
                      <a:cubicBezTo>
                        <a:pt x="793" y="1190"/>
                        <a:pt x="904" y="1037"/>
                        <a:pt x="1037" y="947"/>
                      </a:cubicBezTo>
                      <a:cubicBezTo>
                        <a:pt x="1127" y="904"/>
                        <a:pt x="1148" y="815"/>
                        <a:pt x="1105" y="751"/>
                      </a:cubicBezTo>
                      <a:lnTo>
                        <a:pt x="6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52"/>
                <p:cNvSpPr/>
                <p:nvPr/>
              </p:nvSpPr>
              <p:spPr>
                <a:xfrm>
                  <a:off x="-704044" y="2075252"/>
                  <a:ext cx="1024626" cy="2081346"/>
                </a:xfrm>
                <a:custGeom>
                  <a:avLst/>
                  <a:gdLst/>
                  <a:ahLst/>
                  <a:cxnLst/>
                  <a:rect l="l" t="t" r="r" b="b"/>
                  <a:pathLst>
                    <a:path w="6277" h="12751" extrusionOk="0">
                      <a:moveTo>
                        <a:pt x="3333" y="0"/>
                      </a:moveTo>
                      <a:cubicBezTo>
                        <a:pt x="2703" y="0"/>
                        <a:pt x="2177" y="80"/>
                        <a:pt x="1539" y="157"/>
                      </a:cubicBezTo>
                      <a:cubicBezTo>
                        <a:pt x="1" y="2694"/>
                        <a:pt x="1058" y="10646"/>
                        <a:pt x="1254" y="12713"/>
                      </a:cubicBezTo>
                      <a:cubicBezTo>
                        <a:pt x="1361" y="12729"/>
                        <a:pt x="1641" y="12750"/>
                        <a:pt x="1881" y="12750"/>
                      </a:cubicBezTo>
                      <a:cubicBezTo>
                        <a:pt x="2043" y="12750"/>
                        <a:pt x="2186" y="12741"/>
                        <a:pt x="2248" y="12713"/>
                      </a:cubicBezTo>
                      <a:cubicBezTo>
                        <a:pt x="2248" y="9388"/>
                        <a:pt x="2623" y="4941"/>
                        <a:pt x="2465" y="3725"/>
                      </a:cubicBezTo>
                      <a:cubicBezTo>
                        <a:pt x="2453" y="3630"/>
                        <a:pt x="2527" y="3580"/>
                        <a:pt x="2604" y="3580"/>
                      </a:cubicBezTo>
                      <a:cubicBezTo>
                        <a:pt x="2668" y="3580"/>
                        <a:pt x="2734" y="3614"/>
                        <a:pt x="2755" y="3683"/>
                      </a:cubicBezTo>
                      <a:cubicBezTo>
                        <a:pt x="2993" y="4740"/>
                        <a:pt x="4759" y="10910"/>
                        <a:pt x="5351" y="12581"/>
                      </a:cubicBezTo>
                      <a:cubicBezTo>
                        <a:pt x="5456" y="12581"/>
                        <a:pt x="5647" y="12597"/>
                        <a:pt x="5850" y="12597"/>
                      </a:cubicBezTo>
                      <a:cubicBezTo>
                        <a:pt x="5996" y="12597"/>
                        <a:pt x="6148" y="12589"/>
                        <a:pt x="6276" y="12560"/>
                      </a:cubicBezTo>
                      <a:cubicBezTo>
                        <a:pt x="6144" y="10889"/>
                        <a:pt x="4801" y="3022"/>
                        <a:pt x="4558" y="2097"/>
                      </a:cubicBezTo>
                      <a:cubicBezTo>
                        <a:pt x="4363" y="1304"/>
                        <a:pt x="3897" y="622"/>
                        <a:pt x="3548" y="3"/>
                      </a:cubicBezTo>
                      <a:cubicBezTo>
                        <a:pt x="3475" y="1"/>
                        <a:pt x="3403" y="0"/>
                        <a:pt x="33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52"/>
                <p:cNvSpPr/>
                <p:nvPr/>
              </p:nvSpPr>
              <p:spPr>
                <a:xfrm>
                  <a:off x="-542599" y="2115408"/>
                  <a:ext cx="122753" cy="2024705"/>
                </a:xfrm>
                <a:custGeom>
                  <a:avLst/>
                  <a:gdLst/>
                  <a:ahLst/>
                  <a:cxnLst/>
                  <a:rect l="l" t="t" r="r" b="b"/>
                  <a:pathLst>
                    <a:path w="752" h="12404" extrusionOk="0">
                      <a:moveTo>
                        <a:pt x="730" y="0"/>
                      </a:moveTo>
                      <a:cubicBezTo>
                        <a:pt x="730" y="0"/>
                        <a:pt x="0" y="1740"/>
                        <a:pt x="0" y="3923"/>
                      </a:cubicBezTo>
                      <a:cubicBezTo>
                        <a:pt x="0" y="6123"/>
                        <a:pt x="598" y="12404"/>
                        <a:pt x="598" y="12404"/>
                      </a:cubicBezTo>
                      <a:lnTo>
                        <a:pt x="619" y="12382"/>
                      </a:lnTo>
                      <a:cubicBezTo>
                        <a:pt x="619" y="12382"/>
                        <a:pt x="619" y="12293"/>
                        <a:pt x="598" y="12118"/>
                      </a:cubicBezTo>
                      <a:cubicBezTo>
                        <a:pt x="487" y="10881"/>
                        <a:pt x="22" y="5837"/>
                        <a:pt x="22" y="3923"/>
                      </a:cubicBezTo>
                      <a:cubicBezTo>
                        <a:pt x="22" y="2845"/>
                        <a:pt x="223" y="1851"/>
                        <a:pt x="397" y="1148"/>
                      </a:cubicBezTo>
                      <a:cubicBezTo>
                        <a:pt x="487" y="793"/>
                        <a:pt x="577" y="508"/>
                        <a:pt x="640" y="307"/>
                      </a:cubicBezTo>
                      <a:cubicBezTo>
                        <a:pt x="661" y="222"/>
                        <a:pt x="709" y="154"/>
                        <a:pt x="730" y="90"/>
                      </a:cubicBezTo>
                      <a:cubicBezTo>
                        <a:pt x="730" y="43"/>
                        <a:pt x="751" y="22"/>
                        <a:pt x="751" y="22"/>
                      </a:cubicBezTo>
                      <a:lnTo>
                        <a:pt x="7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52"/>
                <p:cNvSpPr/>
                <p:nvPr/>
              </p:nvSpPr>
              <p:spPr>
                <a:xfrm>
                  <a:off x="-139560" y="2133527"/>
                  <a:ext cx="395355" cy="1991896"/>
                </a:xfrm>
                <a:custGeom>
                  <a:avLst/>
                  <a:gdLst/>
                  <a:ahLst/>
                  <a:cxnLst/>
                  <a:rect l="l" t="t" r="r" b="b"/>
                  <a:pathLst>
                    <a:path w="2422" h="12203" extrusionOk="0">
                      <a:moveTo>
                        <a:pt x="0" y="0"/>
                      </a:moveTo>
                      <a:lnTo>
                        <a:pt x="2401" y="12203"/>
                      </a:lnTo>
                      <a:lnTo>
                        <a:pt x="2422" y="12203"/>
                      </a:lnTo>
                      <a:lnTo>
                        <a:pt x="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52"/>
                <p:cNvSpPr/>
                <p:nvPr/>
              </p:nvSpPr>
              <p:spPr>
                <a:xfrm>
                  <a:off x="-517624" y="1514705"/>
                  <a:ext cx="525780" cy="636760"/>
                </a:xfrm>
                <a:custGeom>
                  <a:avLst/>
                  <a:gdLst/>
                  <a:ahLst/>
                  <a:cxnLst/>
                  <a:rect l="l" t="t" r="r" b="b"/>
                  <a:pathLst>
                    <a:path w="3221" h="3901" extrusionOk="0">
                      <a:moveTo>
                        <a:pt x="1677" y="1"/>
                      </a:moveTo>
                      <a:cubicBezTo>
                        <a:pt x="1677" y="1"/>
                        <a:pt x="1253" y="288"/>
                        <a:pt x="986" y="288"/>
                      </a:cubicBezTo>
                      <a:cubicBezTo>
                        <a:pt x="974" y="288"/>
                        <a:pt x="963" y="287"/>
                        <a:pt x="952" y="286"/>
                      </a:cubicBezTo>
                      <a:cubicBezTo>
                        <a:pt x="896" y="286"/>
                        <a:pt x="840" y="309"/>
                        <a:pt x="801" y="309"/>
                      </a:cubicBezTo>
                      <a:cubicBezTo>
                        <a:pt x="763" y="309"/>
                        <a:pt x="741" y="288"/>
                        <a:pt x="752" y="202"/>
                      </a:cubicBezTo>
                      <a:lnTo>
                        <a:pt x="752" y="202"/>
                      </a:lnTo>
                      <a:cubicBezTo>
                        <a:pt x="688" y="244"/>
                        <a:pt x="1" y="1851"/>
                        <a:pt x="27" y="2338"/>
                      </a:cubicBezTo>
                      <a:cubicBezTo>
                        <a:pt x="48" y="2845"/>
                        <a:pt x="292" y="3770"/>
                        <a:pt x="292" y="3770"/>
                      </a:cubicBezTo>
                      <a:cubicBezTo>
                        <a:pt x="292" y="3770"/>
                        <a:pt x="422" y="3901"/>
                        <a:pt x="1092" y="3901"/>
                      </a:cubicBezTo>
                      <a:cubicBezTo>
                        <a:pt x="1450" y="3901"/>
                        <a:pt x="1963" y="3863"/>
                        <a:pt x="2692" y="3749"/>
                      </a:cubicBezTo>
                      <a:cubicBezTo>
                        <a:pt x="3221" y="2623"/>
                        <a:pt x="3110" y="926"/>
                        <a:pt x="2428" y="223"/>
                      </a:cubicBezTo>
                      <a:cubicBezTo>
                        <a:pt x="2428" y="223"/>
                        <a:pt x="1851" y="1"/>
                        <a:pt x="167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52"/>
                <p:cNvSpPr/>
                <p:nvPr/>
              </p:nvSpPr>
              <p:spPr>
                <a:xfrm>
                  <a:off x="-6683" y="1453492"/>
                  <a:ext cx="662081" cy="632190"/>
                </a:xfrm>
                <a:custGeom>
                  <a:avLst/>
                  <a:gdLst/>
                  <a:ahLst/>
                  <a:cxnLst/>
                  <a:rect l="l" t="t" r="r" b="b"/>
                  <a:pathLst>
                    <a:path w="4056" h="3873" extrusionOk="0">
                      <a:moveTo>
                        <a:pt x="4035" y="0"/>
                      </a:moveTo>
                      <a:cubicBezTo>
                        <a:pt x="3770" y="111"/>
                        <a:pt x="2845" y="355"/>
                        <a:pt x="2845" y="355"/>
                      </a:cubicBezTo>
                      <a:cubicBezTo>
                        <a:pt x="2845" y="355"/>
                        <a:pt x="1318" y="2227"/>
                        <a:pt x="1281" y="2227"/>
                      </a:cubicBezTo>
                      <a:cubicBezTo>
                        <a:pt x="1280" y="2227"/>
                        <a:pt x="1280" y="2227"/>
                        <a:pt x="1280" y="2226"/>
                      </a:cubicBezTo>
                      <a:lnTo>
                        <a:pt x="598" y="1719"/>
                      </a:lnTo>
                      <a:lnTo>
                        <a:pt x="1" y="2908"/>
                      </a:lnTo>
                      <a:lnTo>
                        <a:pt x="1322" y="3860"/>
                      </a:lnTo>
                      <a:cubicBezTo>
                        <a:pt x="1340" y="3868"/>
                        <a:pt x="1359" y="3872"/>
                        <a:pt x="1378" y="3872"/>
                      </a:cubicBezTo>
                      <a:cubicBezTo>
                        <a:pt x="1917" y="3872"/>
                        <a:pt x="3109" y="793"/>
                        <a:pt x="3109" y="793"/>
                      </a:cubicBezTo>
                      <a:cubicBezTo>
                        <a:pt x="3109" y="793"/>
                        <a:pt x="3638" y="640"/>
                        <a:pt x="3702" y="577"/>
                      </a:cubicBezTo>
                      <a:lnTo>
                        <a:pt x="4056" y="27"/>
                      </a:lnTo>
                      <a:cubicBezTo>
                        <a:pt x="4056" y="0"/>
                        <a:pt x="4056" y="0"/>
                        <a:pt x="4035" y="0"/>
                      </a:cubicBezTo>
                      <a:close/>
                    </a:path>
                  </a:pathLst>
                </a:custGeom>
                <a:solidFill>
                  <a:srgbClr val="8039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52"/>
                <p:cNvSpPr/>
                <p:nvPr/>
              </p:nvSpPr>
              <p:spPr>
                <a:xfrm>
                  <a:off x="-409722" y="1541149"/>
                  <a:ext cx="608540" cy="469939"/>
                </a:xfrm>
                <a:custGeom>
                  <a:avLst/>
                  <a:gdLst/>
                  <a:ahLst/>
                  <a:cxnLst/>
                  <a:rect l="l" t="t" r="r" b="b"/>
                  <a:pathLst>
                    <a:path w="3728" h="2879" extrusionOk="0">
                      <a:moveTo>
                        <a:pt x="1537" y="0"/>
                      </a:moveTo>
                      <a:cubicBezTo>
                        <a:pt x="1413" y="0"/>
                        <a:pt x="1322" y="18"/>
                        <a:pt x="1322" y="18"/>
                      </a:cubicBezTo>
                      <a:cubicBezTo>
                        <a:pt x="1" y="1271"/>
                        <a:pt x="3088" y="2879"/>
                        <a:pt x="3088" y="2879"/>
                      </a:cubicBezTo>
                      <a:lnTo>
                        <a:pt x="3728" y="1668"/>
                      </a:lnTo>
                      <a:cubicBezTo>
                        <a:pt x="3728" y="1668"/>
                        <a:pt x="2359" y="589"/>
                        <a:pt x="2115" y="235"/>
                      </a:cubicBezTo>
                      <a:cubicBezTo>
                        <a:pt x="1974" y="40"/>
                        <a:pt x="1719" y="0"/>
                        <a:pt x="153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52"/>
                <p:cNvSpPr/>
                <p:nvPr/>
              </p:nvSpPr>
              <p:spPr>
                <a:xfrm>
                  <a:off x="457652" y="1437369"/>
                  <a:ext cx="108062" cy="74270"/>
                </a:xfrm>
                <a:custGeom>
                  <a:avLst/>
                  <a:gdLst/>
                  <a:ahLst/>
                  <a:cxnLst/>
                  <a:rect l="l" t="t" r="r" b="b"/>
                  <a:pathLst>
                    <a:path w="662" h="455" extrusionOk="0">
                      <a:moveTo>
                        <a:pt x="641" y="1"/>
                      </a:moveTo>
                      <a:cubicBezTo>
                        <a:pt x="528" y="1"/>
                        <a:pt x="1" y="455"/>
                        <a:pt x="1" y="455"/>
                      </a:cubicBezTo>
                      <a:lnTo>
                        <a:pt x="508" y="322"/>
                      </a:lnTo>
                      <a:cubicBezTo>
                        <a:pt x="508" y="322"/>
                        <a:pt x="662" y="79"/>
                        <a:pt x="662" y="16"/>
                      </a:cubicBezTo>
                      <a:cubicBezTo>
                        <a:pt x="660" y="6"/>
                        <a:pt x="652" y="1"/>
                        <a:pt x="641" y="1"/>
                      </a:cubicBezTo>
                      <a:close/>
                    </a:path>
                  </a:pathLst>
                </a:custGeom>
                <a:solidFill>
                  <a:srgbClr val="8039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52"/>
                <p:cNvSpPr/>
                <p:nvPr/>
              </p:nvSpPr>
              <p:spPr>
                <a:xfrm>
                  <a:off x="-488241" y="2281091"/>
                  <a:ext cx="277173" cy="50275"/>
                </a:xfrm>
                <a:custGeom>
                  <a:avLst/>
                  <a:gdLst/>
                  <a:ahLst/>
                  <a:cxnLst/>
                  <a:rect l="l" t="t" r="r" b="b"/>
                  <a:pathLst>
                    <a:path w="1698" h="308" extrusionOk="0">
                      <a:moveTo>
                        <a:pt x="1" y="1"/>
                      </a:moveTo>
                      <a:lnTo>
                        <a:pt x="85" y="307"/>
                      </a:lnTo>
                      <a:lnTo>
                        <a:pt x="1698" y="307"/>
                      </a:lnTo>
                      <a:lnTo>
                        <a:pt x="169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52"/>
                <p:cNvSpPr/>
                <p:nvPr/>
              </p:nvSpPr>
              <p:spPr>
                <a:xfrm>
                  <a:off x="-1304603" y="1871209"/>
                  <a:ext cx="830376" cy="460145"/>
                </a:xfrm>
                <a:custGeom>
                  <a:avLst/>
                  <a:gdLst/>
                  <a:ahLst/>
                  <a:cxnLst/>
                  <a:rect l="l" t="t" r="r" b="b"/>
                  <a:pathLst>
                    <a:path w="5087" h="2819" extrusionOk="0">
                      <a:moveTo>
                        <a:pt x="0" y="0"/>
                      </a:moveTo>
                      <a:lnTo>
                        <a:pt x="989" y="2818"/>
                      </a:lnTo>
                      <a:lnTo>
                        <a:pt x="5086" y="2818"/>
                      </a:lnTo>
                      <a:lnTo>
                        <a:pt x="409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52"/>
                <p:cNvSpPr/>
                <p:nvPr/>
              </p:nvSpPr>
              <p:spPr>
                <a:xfrm>
                  <a:off x="-927519" y="2072314"/>
                  <a:ext cx="83087" cy="82921"/>
                </a:xfrm>
                <a:custGeom>
                  <a:avLst/>
                  <a:gdLst/>
                  <a:ahLst/>
                  <a:cxnLst/>
                  <a:rect l="l" t="t" r="r" b="b"/>
                  <a:pathLst>
                    <a:path w="509" h="508" extrusionOk="0">
                      <a:moveTo>
                        <a:pt x="244" y="0"/>
                      </a:moveTo>
                      <a:cubicBezTo>
                        <a:pt x="112" y="0"/>
                        <a:pt x="0" y="111"/>
                        <a:pt x="0" y="264"/>
                      </a:cubicBezTo>
                      <a:cubicBezTo>
                        <a:pt x="0" y="397"/>
                        <a:pt x="112" y="508"/>
                        <a:pt x="244" y="508"/>
                      </a:cubicBezTo>
                      <a:cubicBezTo>
                        <a:pt x="397" y="508"/>
                        <a:pt x="508" y="397"/>
                        <a:pt x="508" y="264"/>
                      </a:cubicBezTo>
                      <a:cubicBezTo>
                        <a:pt x="508" y="111"/>
                        <a:pt x="397" y="0"/>
                        <a:pt x="2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52"/>
                <p:cNvSpPr/>
                <p:nvPr/>
              </p:nvSpPr>
              <p:spPr>
                <a:xfrm>
                  <a:off x="-1560073" y="2331204"/>
                  <a:ext cx="1492294" cy="68230"/>
                </a:xfrm>
                <a:custGeom>
                  <a:avLst/>
                  <a:gdLst/>
                  <a:ahLst/>
                  <a:cxnLst/>
                  <a:rect l="l" t="t" r="r" b="b"/>
                  <a:pathLst>
                    <a:path w="9142" h="418" extrusionOk="0">
                      <a:moveTo>
                        <a:pt x="0" y="0"/>
                      </a:moveTo>
                      <a:lnTo>
                        <a:pt x="0" y="418"/>
                      </a:lnTo>
                      <a:lnTo>
                        <a:pt x="9141" y="418"/>
                      </a:lnTo>
                      <a:lnTo>
                        <a:pt x="91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52"/>
                <p:cNvSpPr/>
                <p:nvPr/>
              </p:nvSpPr>
              <p:spPr>
                <a:xfrm>
                  <a:off x="277267" y="576844"/>
                  <a:ext cx="589605" cy="715600"/>
                </a:xfrm>
                <a:custGeom>
                  <a:avLst/>
                  <a:gdLst/>
                  <a:ahLst/>
                  <a:cxnLst/>
                  <a:rect l="l" t="t" r="r" b="b"/>
                  <a:pathLst>
                    <a:path w="3612" h="4384" extrusionOk="0">
                      <a:moveTo>
                        <a:pt x="1809" y="1"/>
                      </a:moveTo>
                      <a:cubicBezTo>
                        <a:pt x="815" y="1"/>
                        <a:pt x="1" y="815"/>
                        <a:pt x="1" y="1804"/>
                      </a:cubicBezTo>
                      <a:cubicBezTo>
                        <a:pt x="1" y="2798"/>
                        <a:pt x="1719" y="4384"/>
                        <a:pt x="1719" y="4384"/>
                      </a:cubicBezTo>
                      <a:cubicBezTo>
                        <a:pt x="1719" y="4384"/>
                        <a:pt x="3612" y="2798"/>
                        <a:pt x="3612" y="1804"/>
                      </a:cubicBezTo>
                      <a:cubicBezTo>
                        <a:pt x="3612" y="815"/>
                        <a:pt x="2797" y="1"/>
                        <a:pt x="18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52"/>
                <p:cNvSpPr/>
                <p:nvPr/>
              </p:nvSpPr>
              <p:spPr>
                <a:xfrm>
                  <a:off x="270335" y="555050"/>
                  <a:ext cx="607724" cy="733719"/>
                </a:xfrm>
                <a:custGeom>
                  <a:avLst/>
                  <a:gdLst/>
                  <a:ahLst/>
                  <a:cxnLst/>
                  <a:rect l="l" t="t" r="r" b="b"/>
                  <a:pathLst>
                    <a:path w="3723" h="4495" extrusionOk="0">
                      <a:moveTo>
                        <a:pt x="1872" y="112"/>
                      </a:moveTo>
                      <a:cubicBezTo>
                        <a:pt x="2359" y="112"/>
                        <a:pt x="2798" y="307"/>
                        <a:pt x="3104" y="614"/>
                      </a:cubicBezTo>
                      <a:cubicBezTo>
                        <a:pt x="3416" y="926"/>
                        <a:pt x="3612" y="1365"/>
                        <a:pt x="3612" y="1851"/>
                      </a:cubicBezTo>
                      <a:cubicBezTo>
                        <a:pt x="3612" y="2094"/>
                        <a:pt x="3501" y="2380"/>
                        <a:pt x="3326" y="2665"/>
                      </a:cubicBezTo>
                      <a:cubicBezTo>
                        <a:pt x="3062" y="3083"/>
                        <a:pt x="2665" y="3501"/>
                        <a:pt x="2338" y="3834"/>
                      </a:cubicBezTo>
                      <a:cubicBezTo>
                        <a:pt x="2179" y="4008"/>
                        <a:pt x="2026" y="4140"/>
                        <a:pt x="1915" y="4230"/>
                      </a:cubicBezTo>
                      <a:cubicBezTo>
                        <a:pt x="1872" y="4272"/>
                        <a:pt x="1830" y="4315"/>
                        <a:pt x="1783" y="4341"/>
                      </a:cubicBezTo>
                      <a:cubicBezTo>
                        <a:pt x="1779" y="4345"/>
                        <a:pt x="1776" y="4348"/>
                        <a:pt x="1772" y="4352"/>
                      </a:cubicBezTo>
                      <a:lnTo>
                        <a:pt x="1772" y="4352"/>
                      </a:lnTo>
                      <a:cubicBezTo>
                        <a:pt x="1668" y="4244"/>
                        <a:pt x="1266" y="3859"/>
                        <a:pt x="884" y="3390"/>
                      </a:cubicBezTo>
                      <a:cubicBezTo>
                        <a:pt x="683" y="3125"/>
                        <a:pt x="487" y="2861"/>
                        <a:pt x="329" y="2597"/>
                      </a:cubicBezTo>
                      <a:cubicBezTo>
                        <a:pt x="196" y="2332"/>
                        <a:pt x="112" y="2068"/>
                        <a:pt x="112" y="1851"/>
                      </a:cubicBezTo>
                      <a:cubicBezTo>
                        <a:pt x="112" y="1365"/>
                        <a:pt x="307" y="926"/>
                        <a:pt x="619" y="614"/>
                      </a:cubicBezTo>
                      <a:cubicBezTo>
                        <a:pt x="947" y="307"/>
                        <a:pt x="1386" y="112"/>
                        <a:pt x="1872" y="112"/>
                      </a:cubicBezTo>
                      <a:close/>
                      <a:moveTo>
                        <a:pt x="1872" y="1"/>
                      </a:moveTo>
                      <a:cubicBezTo>
                        <a:pt x="836" y="1"/>
                        <a:pt x="1" y="836"/>
                        <a:pt x="1" y="1851"/>
                      </a:cubicBezTo>
                      <a:cubicBezTo>
                        <a:pt x="1" y="2115"/>
                        <a:pt x="133" y="2422"/>
                        <a:pt x="286" y="2708"/>
                      </a:cubicBezTo>
                      <a:cubicBezTo>
                        <a:pt x="773" y="3569"/>
                        <a:pt x="1740" y="4447"/>
                        <a:pt x="1740" y="4447"/>
                      </a:cubicBezTo>
                      <a:lnTo>
                        <a:pt x="1783" y="4495"/>
                      </a:lnTo>
                      <a:lnTo>
                        <a:pt x="1809" y="4447"/>
                      </a:lnTo>
                      <a:cubicBezTo>
                        <a:pt x="1809" y="4447"/>
                        <a:pt x="2290" y="4077"/>
                        <a:pt x="2755" y="3548"/>
                      </a:cubicBezTo>
                      <a:cubicBezTo>
                        <a:pt x="2999" y="3284"/>
                        <a:pt x="3236" y="2993"/>
                        <a:pt x="3416" y="2708"/>
                      </a:cubicBezTo>
                      <a:cubicBezTo>
                        <a:pt x="3591" y="2422"/>
                        <a:pt x="3723" y="2115"/>
                        <a:pt x="3723" y="1851"/>
                      </a:cubicBezTo>
                      <a:cubicBezTo>
                        <a:pt x="3723" y="836"/>
                        <a:pt x="2887" y="1"/>
                        <a:pt x="18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52"/>
                <p:cNvSpPr/>
                <p:nvPr/>
              </p:nvSpPr>
              <p:spPr>
                <a:xfrm>
                  <a:off x="453327" y="827815"/>
                  <a:ext cx="237507" cy="359922"/>
                </a:xfrm>
                <a:custGeom>
                  <a:avLst/>
                  <a:gdLst/>
                  <a:ahLst/>
                  <a:cxnLst/>
                  <a:rect l="l" t="t" r="r" b="b"/>
                  <a:pathLst>
                    <a:path w="1455" h="2205" extrusionOk="0">
                      <a:moveTo>
                        <a:pt x="983" y="184"/>
                      </a:moveTo>
                      <a:cubicBezTo>
                        <a:pt x="1005" y="237"/>
                        <a:pt x="1016" y="298"/>
                        <a:pt x="1016" y="355"/>
                      </a:cubicBezTo>
                      <a:cubicBezTo>
                        <a:pt x="1016" y="397"/>
                        <a:pt x="1016" y="444"/>
                        <a:pt x="995" y="466"/>
                      </a:cubicBezTo>
                      <a:cubicBezTo>
                        <a:pt x="995" y="487"/>
                        <a:pt x="995" y="508"/>
                        <a:pt x="973" y="529"/>
                      </a:cubicBezTo>
                      <a:cubicBezTo>
                        <a:pt x="973" y="529"/>
                        <a:pt x="973" y="555"/>
                        <a:pt x="952" y="555"/>
                      </a:cubicBezTo>
                      <a:cubicBezTo>
                        <a:pt x="926" y="508"/>
                        <a:pt x="926" y="444"/>
                        <a:pt x="926" y="397"/>
                      </a:cubicBezTo>
                      <a:cubicBezTo>
                        <a:pt x="926" y="333"/>
                        <a:pt x="926" y="265"/>
                        <a:pt x="973" y="201"/>
                      </a:cubicBezTo>
                      <a:cubicBezTo>
                        <a:pt x="976" y="195"/>
                        <a:pt x="979" y="190"/>
                        <a:pt x="983" y="184"/>
                      </a:cubicBezTo>
                      <a:close/>
                      <a:moveTo>
                        <a:pt x="469" y="263"/>
                      </a:moveTo>
                      <a:cubicBezTo>
                        <a:pt x="515" y="352"/>
                        <a:pt x="541" y="456"/>
                        <a:pt x="556" y="555"/>
                      </a:cubicBezTo>
                      <a:lnTo>
                        <a:pt x="556" y="577"/>
                      </a:lnTo>
                      <a:lnTo>
                        <a:pt x="556" y="598"/>
                      </a:lnTo>
                      <a:cubicBezTo>
                        <a:pt x="556" y="619"/>
                        <a:pt x="529" y="619"/>
                        <a:pt x="529" y="619"/>
                      </a:cubicBezTo>
                      <a:cubicBezTo>
                        <a:pt x="508" y="619"/>
                        <a:pt x="487" y="619"/>
                        <a:pt x="487" y="598"/>
                      </a:cubicBezTo>
                      <a:cubicBezTo>
                        <a:pt x="466" y="577"/>
                        <a:pt x="466" y="555"/>
                        <a:pt x="445" y="508"/>
                      </a:cubicBezTo>
                      <a:lnTo>
                        <a:pt x="445" y="423"/>
                      </a:lnTo>
                      <a:cubicBezTo>
                        <a:pt x="445" y="372"/>
                        <a:pt x="452" y="315"/>
                        <a:pt x="469" y="263"/>
                      </a:cubicBezTo>
                      <a:close/>
                      <a:moveTo>
                        <a:pt x="773" y="0"/>
                      </a:moveTo>
                      <a:cubicBezTo>
                        <a:pt x="662" y="0"/>
                        <a:pt x="577" y="48"/>
                        <a:pt x="508" y="132"/>
                      </a:cubicBezTo>
                      <a:cubicBezTo>
                        <a:pt x="491" y="156"/>
                        <a:pt x="477" y="182"/>
                        <a:pt x="466" y="208"/>
                      </a:cubicBezTo>
                      <a:lnTo>
                        <a:pt x="466" y="208"/>
                      </a:lnTo>
                      <a:cubicBezTo>
                        <a:pt x="428" y="150"/>
                        <a:pt x="377" y="102"/>
                        <a:pt x="313" y="69"/>
                      </a:cubicBezTo>
                      <a:cubicBezTo>
                        <a:pt x="291" y="48"/>
                        <a:pt x="244" y="48"/>
                        <a:pt x="223" y="48"/>
                      </a:cubicBezTo>
                      <a:lnTo>
                        <a:pt x="180" y="48"/>
                      </a:lnTo>
                      <a:cubicBezTo>
                        <a:pt x="91" y="69"/>
                        <a:pt x="27" y="132"/>
                        <a:pt x="27" y="222"/>
                      </a:cubicBezTo>
                      <a:cubicBezTo>
                        <a:pt x="1" y="243"/>
                        <a:pt x="1" y="291"/>
                        <a:pt x="1" y="312"/>
                      </a:cubicBezTo>
                      <a:cubicBezTo>
                        <a:pt x="1" y="376"/>
                        <a:pt x="1" y="423"/>
                        <a:pt x="27" y="466"/>
                      </a:cubicBezTo>
                      <a:cubicBezTo>
                        <a:pt x="112" y="973"/>
                        <a:pt x="223" y="1481"/>
                        <a:pt x="355" y="1983"/>
                      </a:cubicBezTo>
                      <a:lnTo>
                        <a:pt x="376" y="1962"/>
                      </a:lnTo>
                      <a:cubicBezTo>
                        <a:pt x="244" y="1481"/>
                        <a:pt x="133" y="973"/>
                        <a:pt x="48" y="466"/>
                      </a:cubicBezTo>
                      <a:cubicBezTo>
                        <a:pt x="48" y="423"/>
                        <a:pt x="27" y="355"/>
                        <a:pt x="27" y="312"/>
                      </a:cubicBezTo>
                      <a:cubicBezTo>
                        <a:pt x="27" y="291"/>
                        <a:pt x="27" y="265"/>
                        <a:pt x="48" y="222"/>
                      </a:cubicBezTo>
                      <a:cubicBezTo>
                        <a:pt x="48" y="159"/>
                        <a:pt x="112" y="90"/>
                        <a:pt x="180" y="69"/>
                      </a:cubicBezTo>
                      <a:lnTo>
                        <a:pt x="223" y="69"/>
                      </a:lnTo>
                      <a:cubicBezTo>
                        <a:pt x="244" y="69"/>
                        <a:pt x="291" y="69"/>
                        <a:pt x="313" y="90"/>
                      </a:cubicBezTo>
                      <a:cubicBezTo>
                        <a:pt x="373" y="125"/>
                        <a:pt x="419" y="177"/>
                        <a:pt x="455" y="237"/>
                      </a:cubicBezTo>
                      <a:lnTo>
                        <a:pt x="455" y="237"/>
                      </a:lnTo>
                      <a:cubicBezTo>
                        <a:pt x="432" y="301"/>
                        <a:pt x="424" y="366"/>
                        <a:pt x="424" y="423"/>
                      </a:cubicBezTo>
                      <a:lnTo>
                        <a:pt x="424" y="529"/>
                      </a:lnTo>
                      <a:cubicBezTo>
                        <a:pt x="445" y="555"/>
                        <a:pt x="445" y="598"/>
                        <a:pt x="466" y="619"/>
                      </a:cubicBezTo>
                      <a:cubicBezTo>
                        <a:pt x="487" y="640"/>
                        <a:pt x="508" y="640"/>
                        <a:pt x="529" y="640"/>
                      </a:cubicBezTo>
                      <a:cubicBezTo>
                        <a:pt x="556" y="640"/>
                        <a:pt x="577" y="640"/>
                        <a:pt x="577" y="619"/>
                      </a:cubicBezTo>
                      <a:cubicBezTo>
                        <a:pt x="577" y="598"/>
                        <a:pt x="598" y="598"/>
                        <a:pt x="598" y="577"/>
                      </a:cubicBezTo>
                      <a:lnTo>
                        <a:pt x="577" y="555"/>
                      </a:lnTo>
                      <a:cubicBezTo>
                        <a:pt x="565" y="439"/>
                        <a:pt x="536" y="325"/>
                        <a:pt x="481" y="231"/>
                      </a:cubicBezTo>
                      <a:lnTo>
                        <a:pt x="481" y="231"/>
                      </a:lnTo>
                      <a:cubicBezTo>
                        <a:pt x="493" y="204"/>
                        <a:pt x="509" y="179"/>
                        <a:pt x="529" y="159"/>
                      </a:cubicBezTo>
                      <a:cubicBezTo>
                        <a:pt x="598" y="69"/>
                        <a:pt x="688" y="27"/>
                        <a:pt x="773" y="27"/>
                      </a:cubicBezTo>
                      <a:cubicBezTo>
                        <a:pt x="794" y="27"/>
                        <a:pt x="841" y="48"/>
                        <a:pt x="884" y="69"/>
                      </a:cubicBezTo>
                      <a:cubicBezTo>
                        <a:pt x="921" y="87"/>
                        <a:pt x="950" y="120"/>
                        <a:pt x="972" y="161"/>
                      </a:cubicBezTo>
                      <a:lnTo>
                        <a:pt x="972" y="161"/>
                      </a:lnTo>
                      <a:cubicBezTo>
                        <a:pt x="964" y="174"/>
                        <a:pt x="958" y="187"/>
                        <a:pt x="952" y="201"/>
                      </a:cubicBezTo>
                      <a:cubicBezTo>
                        <a:pt x="905" y="243"/>
                        <a:pt x="905" y="333"/>
                        <a:pt x="905" y="397"/>
                      </a:cubicBezTo>
                      <a:cubicBezTo>
                        <a:pt x="905" y="466"/>
                        <a:pt x="905" y="508"/>
                        <a:pt x="926" y="555"/>
                      </a:cubicBezTo>
                      <a:lnTo>
                        <a:pt x="926" y="577"/>
                      </a:lnTo>
                      <a:lnTo>
                        <a:pt x="952" y="577"/>
                      </a:lnTo>
                      <a:cubicBezTo>
                        <a:pt x="973" y="577"/>
                        <a:pt x="995" y="555"/>
                        <a:pt x="995" y="529"/>
                      </a:cubicBezTo>
                      <a:cubicBezTo>
                        <a:pt x="1016" y="508"/>
                        <a:pt x="1016" y="487"/>
                        <a:pt x="1016" y="487"/>
                      </a:cubicBezTo>
                      <a:cubicBezTo>
                        <a:pt x="1037" y="444"/>
                        <a:pt x="1037" y="397"/>
                        <a:pt x="1037" y="355"/>
                      </a:cubicBezTo>
                      <a:cubicBezTo>
                        <a:pt x="1037" y="293"/>
                        <a:pt x="1024" y="226"/>
                        <a:pt x="994" y="167"/>
                      </a:cubicBezTo>
                      <a:lnTo>
                        <a:pt x="994" y="167"/>
                      </a:lnTo>
                      <a:cubicBezTo>
                        <a:pt x="1045" y="95"/>
                        <a:pt x="1139" y="48"/>
                        <a:pt x="1217" y="48"/>
                      </a:cubicBezTo>
                      <a:cubicBezTo>
                        <a:pt x="1238" y="48"/>
                        <a:pt x="1259" y="48"/>
                        <a:pt x="1280" y="69"/>
                      </a:cubicBezTo>
                      <a:cubicBezTo>
                        <a:pt x="1370" y="90"/>
                        <a:pt x="1412" y="159"/>
                        <a:pt x="1433" y="243"/>
                      </a:cubicBezTo>
                      <a:lnTo>
                        <a:pt x="1433" y="355"/>
                      </a:lnTo>
                      <a:lnTo>
                        <a:pt x="1433" y="487"/>
                      </a:lnTo>
                      <a:cubicBezTo>
                        <a:pt x="1371" y="1044"/>
                        <a:pt x="1198" y="1587"/>
                        <a:pt x="1048" y="2105"/>
                      </a:cubicBezTo>
                      <a:lnTo>
                        <a:pt x="1048" y="2105"/>
                      </a:lnTo>
                      <a:cubicBezTo>
                        <a:pt x="1045" y="2102"/>
                        <a:pt x="1041" y="2098"/>
                        <a:pt x="1037" y="2094"/>
                      </a:cubicBezTo>
                      <a:lnTo>
                        <a:pt x="1016" y="2094"/>
                      </a:lnTo>
                      <a:cubicBezTo>
                        <a:pt x="1016" y="2115"/>
                        <a:pt x="1037" y="2142"/>
                        <a:pt x="1037" y="2163"/>
                      </a:cubicBezTo>
                      <a:lnTo>
                        <a:pt x="1037" y="2205"/>
                      </a:lnTo>
                      <a:lnTo>
                        <a:pt x="1058" y="2163"/>
                      </a:lnTo>
                      <a:cubicBezTo>
                        <a:pt x="1238" y="1613"/>
                        <a:pt x="1391" y="1058"/>
                        <a:pt x="1455" y="487"/>
                      </a:cubicBezTo>
                      <a:lnTo>
                        <a:pt x="1455" y="355"/>
                      </a:lnTo>
                      <a:lnTo>
                        <a:pt x="1455" y="243"/>
                      </a:lnTo>
                      <a:cubicBezTo>
                        <a:pt x="1433" y="159"/>
                        <a:pt x="1391" y="69"/>
                        <a:pt x="1301" y="48"/>
                      </a:cubicBezTo>
                      <a:cubicBezTo>
                        <a:pt x="1280" y="27"/>
                        <a:pt x="1238" y="27"/>
                        <a:pt x="1217" y="27"/>
                      </a:cubicBezTo>
                      <a:cubicBezTo>
                        <a:pt x="1126" y="27"/>
                        <a:pt x="1035" y="69"/>
                        <a:pt x="982" y="145"/>
                      </a:cubicBezTo>
                      <a:lnTo>
                        <a:pt x="982" y="145"/>
                      </a:lnTo>
                      <a:cubicBezTo>
                        <a:pt x="958" y="106"/>
                        <a:pt x="926" y="72"/>
                        <a:pt x="884" y="48"/>
                      </a:cubicBezTo>
                      <a:cubicBezTo>
                        <a:pt x="862" y="27"/>
                        <a:pt x="820" y="0"/>
                        <a:pt x="7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52"/>
                <p:cNvSpPr/>
                <p:nvPr/>
              </p:nvSpPr>
              <p:spPr>
                <a:xfrm>
                  <a:off x="468018" y="1184156"/>
                  <a:ext cx="165847" cy="93368"/>
                </a:xfrm>
                <a:custGeom>
                  <a:avLst/>
                  <a:gdLst/>
                  <a:ahLst/>
                  <a:cxnLst/>
                  <a:rect l="l" t="t" r="r" b="b"/>
                  <a:pathLst>
                    <a:path w="1016" h="572" extrusionOk="0">
                      <a:moveTo>
                        <a:pt x="1" y="1"/>
                      </a:moveTo>
                      <a:lnTo>
                        <a:pt x="1" y="1"/>
                      </a:lnTo>
                      <a:cubicBezTo>
                        <a:pt x="307" y="329"/>
                        <a:pt x="572" y="572"/>
                        <a:pt x="572" y="572"/>
                      </a:cubicBezTo>
                      <a:cubicBezTo>
                        <a:pt x="572" y="572"/>
                        <a:pt x="751" y="418"/>
                        <a:pt x="1016" y="175"/>
                      </a:cubicBezTo>
                      <a:cubicBezTo>
                        <a:pt x="794" y="175"/>
                        <a:pt x="572" y="154"/>
                        <a:pt x="355" y="112"/>
                      </a:cubicBezTo>
                      <a:cubicBezTo>
                        <a:pt x="223" y="91"/>
                        <a:pt x="112" y="43"/>
                        <a:pt x="1" y="1"/>
                      </a:cubicBezTo>
                      <a:close/>
                    </a:path>
                  </a:pathLst>
                </a:custGeom>
                <a:solidFill>
                  <a:srgbClr val="FFD8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52"/>
                <p:cNvSpPr/>
                <p:nvPr/>
              </p:nvSpPr>
              <p:spPr>
                <a:xfrm>
                  <a:off x="406803" y="1144490"/>
                  <a:ext cx="305576" cy="64966"/>
                </a:xfrm>
                <a:custGeom>
                  <a:avLst/>
                  <a:gdLst/>
                  <a:ahLst/>
                  <a:cxnLst/>
                  <a:rect l="l" t="t" r="r" b="b"/>
                  <a:pathLst>
                    <a:path w="1872" h="398" extrusionOk="0">
                      <a:moveTo>
                        <a:pt x="222" y="1"/>
                      </a:moveTo>
                      <a:cubicBezTo>
                        <a:pt x="90" y="1"/>
                        <a:pt x="0" y="90"/>
                        <a:pt x="0" y="202"/>
                      </a:cubicBezTo>
                      <a:cubicBezTo>
                        <a:pt x="0" y="307"/>
                        <a:pt x="90" y="397"/>
                        <a:pt x="222" y="397"/>
                      </a:cubicBezTo>
                      <a:lnTo>
                        <a:pt x="1676" y="397"/>
                      </a:lnTo>
                      <a:cubicBezTo>
                        <a:pt x="1787" y="397"/>
                        <a:pt x="1872" y="307"/>
                        <a:pt x="1872" y="202"/>
                      </a:cubicBezTo>
                      <a:cubicBezTo>
                        <a:pt x="1872" y="90"/>
                        <a:pt x="1787" y="1"/>
                        <a:pt x="16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52"/>
                <p:cNvSpPr/>
                <p:nvPr/>
              </p:nvSpPr>
              <p:spPr>
                <a:xfrm>
                  <a:off x="422714" y="1202275"/>
                  <a:ext cx="273745" cy="158170"/>
                </a:xfrm>
                <a:custGeom>
                  <a:avLst/>
                  <a:gdLst/>
                  <a:ahLst/>
                  <a:cxnLst/>
                  <a:rect l="l" t="t" r="r" b="b"/>
                  <a:pathLst>
                    <a:path w="1677" h="969" extrusionOk="0">
                      <a:moveTo>
                        <a:pt x="0" y="1"/>
                      </a:moveTo>
                      <a:lnTo>
                        <a:pt x="0" y="133"/>
                      </a:lnTo>
                      <a:cubicBezTo>
                        <a:pt x="0" y="593"/>
                        <a:pt x="376" y="968"/>
                        <a:pt x="841" y="968"/>
                      </a:cubicBezTo>
                      <a:cubicBezTo>
                        <a:pt x="1301" y="968"/>
                        <a:pt x="1676" y="593"/>
                        <a:pt x="1676" y="133"/>
                      </a:cubicBezTo>
                      <a:lnTo>
                        <a:pt x="16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52"/>
                <p:cNvSpPr/>
                <p:nvPr/>
              </p:nvSpPr>
              <p:spPr>
                <a:xfrm>
                  <a:off x="-254318" y="1294176"/>
                  <a:ext cx="39013" cy="26606"/>
                </a:xfrm>
                <a:custGeom>
                  <a:avLst/>
                  <a:gdLst/>
                  <a:ahLst/>
                  <a:cxnLst/>
                  <a:rect l="l" t="t" r="r" b="b"/>
                  <a:pathLst>
                    <a:path w="239" h="163" extrusionOk="0">
                      <a:moveTo>
                        <a:pt x="187" y="0"/>
                      </a:moveTo>
                      <a:cubicBezTo>
                        <a:pt x="150" y="0"/>
                        <a:pt x="119" y="15"/>
                        <a:pt x="85" y="30"/>
                      </a:cubicBezTo>
                      <a:cubicBezTo>
                        <a:pt x="43" y="51"/>
                        <a:pt x="0" y="99"/>
                        <a:pt x="0" y="162"/>
                      </a:cubicBezTo>
                      <a:lnTo>
                        <a:pt x="21" y="162"/>
                      </a:lnTo>
                      <a:cubicBezTo>
                        <a:pt x="43" y="120"/>
                        <a:pt x="64" y="78"/>
                        <a:pt x="106" y="51"/>
                      </a:cubicBezTo>
                      <a:cubicBezTo>
                        <a:pt x="119" y="41"/>
                        <a:pt x="136" y="35"/>
                        <a:pt x="156" y="35"/>
                      </a:cubicBezTo>
                      <a:cubicBezTo>
                        <a:pt x="175" y="35"/>
                        <a:pt x="196" y="41"/>
                        <a:pt x="217" y="51"/>
                      </a:cubicBezTo>
                      <a:lnTo>
                        <a:pt x="238" y="9"/>
                      </a:lnTo>
                      <a:cubicBezTo>
                        <a:pt x="220" y="3"/>
                        <a:pt x="203" y="0"/>
                        <a:pt x="1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52"/>
                <p:cNvSpPr/>
                <p:nvPr/>
              </p:nvSpPr>
              <p:spPr>
                <a:xfrm>
                  <a:off x="-452818" y="1381833"/>
                  <a:ext cx="90759" cy="29871"/>
                </a:xfrm>
                <a:custGeom>
                  <a:avLst/>
                  <a:gdLst/>
                  <a:ahLst/>
                  <a:cxnLst/>
                  <a:rect l="l" t="t" r="r" b="b"/>
                  <a:pathLst>
                    <a:path w="556" h="183" extrusionOk="0">
                      <a:moveTo>
                        <a:pt x="0" y="1"/>
                      </a:moveTo>
                      <a:lnTo>
                        <a:pt x="0" y="1"/>
                      </a:lnTo>
                      <a:cubicBezTo>
                        <a:pt x="48" y="90"/>
                        <a:pt x="159" y="175"/>
                        <a:pt x="265" y="175"/>
                      </a:cubicBezTo>
                      <a:cubicBezTo>
                        <a:pt x="285" y="180"/>
                        <a:pt x="306" y="182"/>
                        <a:pt x="327" y="182"/>
                      </a:cubicBezTo>
                      <a:cubicBezTo>
                        <a:pt x="416" y="182"/>
                        <a:pt x="500" y="138"/>
                        <a:pt x="555" y="69"/>
                      </a:cubicBez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26" name="Google Shape;1926;p52"/>
            <p:cNvGrpSpPr/>
            <p:nvPr/>
          </p:nvGrpSpPr>
          <p:grpSpPr>
            <a:xfrm>
              <a:off x="3071765" y="3307025"/>
              <a:ext cx="360758" cy="258297"/>
              <a:chOff x="4992850" y="4345375"/>
              <a:chExt cx="607336" cy="638400"/>
            </a:xfrm>
          </p:grpSpPr>
          <p:sp>
            <p:nvSpPr>
              <p:cNvPr id="1927" name="Google Shape;1927;p52"/>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52"/>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9" name="Google Shape;1929;p52"/>
            <p:cNvGrpSpPr/>
            <p:nvPr/>
          </p:nvGrpSpPr>
          <p:grpSpPr>
            <a:xfrm>
              <a:off x="1815072" y="917396"/>
              <a:ext cx="234196" cy="188409"/>
              <a:chOff x="5151797" y="479071"/>
              <a:chExt cx="234196" cy="188409"/>
            </a:xfrm>
          </p:grpSpPr>
          <p:sp>
            <p:nvSpPr>
              <p:cNvPr id="1930" name="Google Shape;1930;p52"/>
              <p:cNvSpPr/>
              <p:nvPr/>
            </p:nvSpPr>
            <p:spPr>
              <a:xfrm>
                <a:off x="5151797" y="479071"/>
                <a:ext cx="122220" cy="188409"/>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52"/>
              <p:cNvSpPr/>
              <p:nvPr/>
            </p:nvSpPr>
            <p:spPr>
              <a:xfrm>
                <a:off x="5261402" y="479071"/>
                <a:ext cx="124590" cy="188409"/>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2" name="Google Shape;1932;p52"/>
            <p:cNvGrpSpPr/>
            <p:nvPr/>
          </p:nvGrpSpPr>
          <p:grpSpPr>
            <a:xfrm>
              <a:off x="3616829" y="1825222"/>
              <a:ext cx="234788" cy="188409"/>
              <a:chOff x="6428979" y="917397"/>
              <a:chExt cx="234788" cy="188409"/>
            </a:xfrm>
          </p:grpSpPr>
          <p:sp>
            <p:nvSpPr>
              <p:cNvPr id="1933" name="Google Shape;1933;p52"/>
              <p:cNvSpPr/>
              <p:nvPr/>
            </p:nvSpPr>
            <p:spPr>
              <a:xfrm>
                <a:off x="6538500" y="917397"/>
                <a:ext cx="125267" cy="188409"/>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52"/>
              <p:cNvSpPr/>
              <p:nvPr/>
            </p:nvSpPr>
            <p:spPr>
              <a:xfrm>
                <a:off x="6428979" y="917397"/>
                <a:ext cx="122220" cy="188409"/>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5" name="Google Shape;1935;p52"/>
            <p:cNvGrpSpPr/>
            <p:nvPr/>
          </p:nvGrpSpPr>
          <p:grpSpPr>
            <a:xfrm>
              <a:off x="410179" y="2612664"/>
              <a:ext cx="1097920" cy="199693"/>
              <a:chOff x="3539162" y="2822395"/>
              <a:chExt cx="360695" cy="65604"/>
            </a:xfrm>
          </p:grpSpPr>
          <p:sp>
            <p:nvSpPr>
              <p:cNvPr id="1936" name="Google Shape;1936;p52"/>
              <p:cNvSpPr/>
              <p:nvPr/>
            </p:nvSpPr>
            <p:spPr>
              <a:xfrm>
                <a:off x="3610541" y="2831002"/>
                <a:ext cx="23504" cy="36708"/>
              </a:xfrm>
              <a:custGeom>
                <a:avLst/>
                <a:gdLst/>
                <a:ahLst/>
                <a:cxnLst/>
                <a:rect l="l" t="t" r="r" b="b"/>
                <a:pathLst>
                  <a:path w="680" h="1062" extrusionOk="0">
                    <a:moveTo>
                      <a:pt x="57" y="0"/>
                    </a:moveTo>
                    <a:lnTo>
                      <a:pt x="1" y="57"/>
                    </a:lnTo>
                    <a:lnTo>
                      <a:pt x="531" y="616"/>
                    </a:lnTo>
                    <a:lnTo>
                      <a:pt x="1" y="1005"/>
                    </a:lnTo>
                    <a:lnTo>
                      <a:pt x="57" y="1061"/>
                    </a:lnTo>
                    <a:lnTo>
                      <a:pt x="680" y="651"/>
                    </a:lnTo>
                    <a:lnTo>
                      <a:pt x="5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52"/>
              <p:cNvSpPr/>
              <p:nvPr/>
            </p:nvSpPr>
            <p:spPr>
              <a:xfrm>
                <a:off x="3626925" y="2831002"/>
                <a:ext cx="23504" cy="36708"/>
              </a:xfrm>
              <a:custGeom>
                <a:avLst/>
                <a:gdLst/>
                <a:ahLst/>
                <a:cxnLst/>
                <a:rect l="l" t="t" r="r" b="b"/>
                <a:pathLst>
                  <a:path w="680" h="1062" extrusionOk="0">
                    <a:moveTo>
                      <a:pt x="57" y="0"/>
                    </a:moveTo>
                    <a:lnTo>
                      <a:pt x="1" y="57"/>
                    </a:lnTo>
                    <a:lnTo>
                      <a:pt x="531" y="616"/>
                    </a:lnTo>
                    <a:lnTo>
                      <a:pt x="1" y="1005"/>
                    </a:lnTo>
                    <a:lnTo>
                      <a:pt x="57" y="1061"/>
                    </a:lnTo>
                    <a:lnTo>
                      <a:pt x="680" y="651"/>
                    </a:lnTo>
                    <a:lnTo>
                      <a:pt x="5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52"/>
              <p:cNvSpPr/>
              <p:nvPr/>
            </p:nvSpPr>
            <p:spPr>
              <a:xfrm>
                <a:off x="3659452" y="2830000"/>
                <a:ext cx="23504" cy="35740"/>
              </a:xfrm>
              <a:custGeom>
                <a:avLst/>
                <a:gdLst/>
                <a:ahLst/>
                <a:cxnLst/>
                <a:rect l="l" t="t" r="r" b="b"/>
                <a:pathLst>
                  <a:path w="680" h="1034" extrusionOk="0">
                    <a:moveTo>
                      <a:pt x="326" y="86"/>
                    </a:moveTo>
                    <a:cubicBezTo>
                      <a:pt x="475" y="86"/>
                      <a:pt x="588" y="291"/>
                      <a:pt x="588" y="531"/>
                    </a:cubicBezTo>
                    <a:cubicBezTo>
                      <a:pt x="588" y="765"/>
                      <a:pt x="475" y="942"/>
                      <a:pt x="326" y="942"/>
                    </a:cubicBezTo>
                    <a:cubicBezTo>
                      <a:pt x="206" y="942"/>
                      <a:pt x="93" y="765"/>
                      <a:pt x="93" y="531"/>
                    </a:cubicBezTo>
                    <a:cubicBezTo>
                      <a:pt x="93" y="291"/>
                      <a:pt x="206" y="86"/>
                      <a:pt x="326" y="86"/>
                    </a:cubicBezTo>
                    <a:close/>
                    <a:moveTo>
                      <a:pt x="326" y="1"/>
                    </a:moveTo>
                    <a:cubicBezTo>
                      <a:pt x="149" y="1"/>
                      <a:pt x="1" y="234"/>
                      <a:pt x="1" y="531"/>
                    </a:cubicBezTo>
                    <a:cubicBezTo>
                      <a:pt x="1" y="822"/>
                      <a:pt x="149" y="1034"/>
                      <a:pt x="326" y="1034"/>
                    </a:cubicBezTo>
                    <a:cubicBezTo>
                      <a:pt x="531" y="1034"/>
                      <a:pt x="680" y="822"/>
                      <a:pt x="680" y="531"/>
                    </a:cubicBezTo>
                    <a:cubicBezTo>
                      <a:pt x="680" y="234"/>
                      <a:pt x="531" y="1"/>
                      <a:pt x="3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52"/>
              <p:cNvSpPr/>
              <p:nvPr/>
            </p:nvSpPr>
            <p:spPr>
              <a:xfrm>
                <a:off x="3704215" y="2833940"/>
                <a:ext cx="3215" cy="32802"/>
              </a:xfrm>
              <a:custGeom>
                <a:avLst/>
                <a:gdLst/>
                <a:ahLst/>
                <a:cxnLst/>
                <a:rect l="l" t="t" r="r" b="b"/>
                <a:pathLst>
                  <a:path w="93" h="949" extrusionOk="0">
                    <a:moveTo>
                      <a:pt x="0" y="0"/>
                    </a:moveTo>
                    <a:lnTo>
                      <a:pt x="0" y="948"/>
                    </a:lnTo>
                    <a:lnTo>
                      <a:pt x="92" y="948"/>
                    </a:lnTo>
                    <a:lnTo>
                      <a:pt x="9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52"/>
              <p:cNvSpPr/>
              <p:nvPr/>
            </p:nvSpPr>
            <p:spPr>
              <a:xfrm>
                <a:off x="3719596" y="2835150"/>
                <a:ext cx="22536" cy="33528"/>
              </a:xfrm>
              <a:custGeom>
                <a:avLst/>
                <a:gdLst/>
                <a:ahLst/>
                <a:cxnLst/>
                <a:rect l="l" t="t" r="r" b="b"/>
                <a:pathLst>
                  <a:path w="652" h="970" extrusionOk="0">
                    <a:moveTo>
                      <a:pt x="560" y="85"/>
                    </a:moveTo>
                    <a:lnTo>
                      <a:pt x="560" y="885"/>
                    </a:lnTo>
                    <a:lnTo>
                      <a:pt x="86" y="885"/>
                    </a:lnTo>
                    <a:lnTo>
                      <a:pt x="86" y="85"/>
                    </a:lnTo>
                    <a:close/>
                    <a:moveTo>
                      <a:pt x="1" y="0"/>
                    </a:moveTo>
                    <a:lnTo>
                      <a:pt x="1" y="970"/>
                    </a:lnTo>
                    <a:lnTo>
                      <a:pt x="652" y="970"/>
                    </a:lnTo>
                    <a:lnTo>
                      <a:pt x="65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52"/>
              <p:cNvSpPr/>
              <p:nvPr/>
            </p:nvSpPr>
            <p:spPr>
              <a:xfrm>
                <a:off x="3753125" y="2835150"/>
                <a:ext cx="30590" cy="33528"/>
              </a:xfrm>
              <a:custGeom>
                <a:avLst/>
                <a:gdLst/>
                <a:ahLst/>
                <a:cxnLst/>
                <a:rect l="l" t="t" r="r" b="b"/>
                <a:pathLst>
                  <a:path w="885" h="970" extrusionOk="0">
                    <a:moveTo>
                      <a:pt x="800" y="85"/>
                    </a:moveTo>
                    <a:lnTo>
                      <a:pt x="800" y="885"/>
                    </a:lnTo>
                    <a:lnTo>
                      <a:pt x="92" y="885"/>
                    </a:lnTo>
                    <a:lnTo>
                      <a:pt x="92" y="85"/>
                    </a:lnTo>
                    <a:close/>
                    <a:moveTo>
                      <a:pt x="0" y="0"/>
                    </a:moveTo>
                    <a:lnTo>
                      <a:pt x="0" y="970"/>
                    </a:lnTo>
                    <a:lnTo>
                      <a:pt x="884" y="970"/>
                    </a:lnTo>
                    <a:lnTo>
                      <a:pt x="88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52"/>
              <p:cNvSpPr/>
              <p:nvPr/>
            </p:nvSpPr>
            <p:spPr>
              <a:xfrm>
                <a:off x="3793948" y="2835150"/>
                <a:ext cx="34772" cy="33528"/>
              </a:xfrm>
              <a:custGeom>
                <a:avLst/>
                <a:gdLst/>
                <a:ahLst/>
                <a:cxnLst/>
                <a:rect l="l" t="t" r="r" b="b"/>
                <a:pathLst>
                  <a:path w="1006" h="970" extrusionOk="0">
                    <a:moveTo>
                      <a:pt x="913" y="85"/>
                    </a:moveTo>
                    <a:lnTo>
                      <a:pt x="913" y="885"/>
                    </a:lnTo>
                    <a:lnTo>
                      <a:pt x="93" y="885"/>
                    </a:lnTo>
                    <a:lnTo>
                      <a:pt x="93" y="85"/>
                    </a:lnTo>
                    <a:close/>
                    <a:moveTo>
                      <a:pt x="1" y="0"/>
                    </a:moveTo>
                    <a:lnTo>
                      <a:pt x="1" y="970"/>
                    </a:lnTo>
                    <a:lnTo>
                      <a:pt x="1005" y="970"/>
                    </a:lnTo>
                    <a:lnTo>
                      <a:pt x="10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52"/>
              <p:cNvSpPr/>
              <p:nvPr/>
            </p:nvSpPr>
            <p:spPr>
              <a:xfrm>
                <a:off x="3839921" y="2822395"/>
                <a:ext cx="21292" cy="61699"/>
              </a:xfrm>
              <a:custGeom>
                <a:avLst/>
                <a:gdLst/>
                <a:ahLst/>
                <a:cxnLst/>
                <a:rect l="l" t="t" r="r" b="b"/>
                <a:pathLst>
                  <a:path w="616" h="1785" extrusionOk="0">
                    <a:moveTo>
                      <a:pt x="286" y="1"/>
                    </a:moveTo>
                    <a:cubicBezTo>
                      <a:pt x="268" y="1"/>
                      <a:pt x="251" y="5"/>
                      <a:pt x="234" y="16"/>
                    </a:cubicBezTo>
                    <a:lnTo>
                      <a:pt x="262" y="101"/>
                    </a:lnTo>
                    <a:lnTo>
                      <a:pt x="354" y="101"/>
                    </a:lnTo>
                    <a:cubicBezTo>
                      <a:pt x="383" y="157"/>
                      <a:pt x="411" y="221"/>
                      <a:pt x="439" y="278"/>
                    </a:cubicBezTo>
                    <a:cubicBezTo>
                      <a:pt x="439" y="334"/>
                      <a:pt x="411" y="398"/>
                      <a:pt x="411" y="483"/>
                    </a:cubicBezTo>
                    <a:cubicBezTo>
                      <a:pt x="411" y="511"/>
                      <a:pt x="383" y="575"/>
                      <a:pt x="383" y="631"/>
                    </a:cubicBezTo>
                    <a:cubicBezTo>
                      <a:pt x="383" y="723"/>
                      <a:pt x="411" y="836"/>
                      <a:pt x="467" y="900"/>
                    </a:cubicBezTo>
                    <a:cubicBezTo>
                      <a:pt x="439" y="928"/>
                      <a:pt x="411" y="957"/>
                      <a:pt x="411" y="985"/>
                    </a:cubicBezTo>
                    <a:cubicBezTo>
                      <a:pt x="383" y="1077"/>
                      <a:pt x="383" y="1134"/>
                      <a:pt x="383" y="1190"/>
                    </a:cubicBezTo>
                    <a:lnTo>
                      <a:pt x="411" y="1218"/>
                    </a:lnTo>
                    <a:cubicBezTo>
                      <a:pt x="411" y="1367"/>
                      <a:pt x="411" y="1487"/>
                      <a:pt x="354" y="1572"/>
                    </a:cubicBezTo>
                    <a:cubicBezTo>
                      <a:pt x="308" y="1639"/>
                      <a:pt x="218" y="1687"/>
                      <a:pt x="139" y="1687"/>
                    </a:cubicBezTo>
                    <a:cubicBezTo>
                      <a:pt x="109" y="1687"/>
                      <a:pt x="81" y="1680"/>
                      <a:pt x="57" y="1664"/>
                    </a:cubicBezTo>
                    <a:lnTo>
                      <a:pt x="1" y="1721"/>
                    </a:lnTo>
                    <a:cubicBezTo>
                      <a:pt x="57" y="1749"/>
                      <a:pt x="85" y="1784"/>
                      <a:pt x="142" y="1784"/>
                    </a:cubicBezTo>
                    <a:cubicBezTo>
                      <a:pt x="234" y="1784"/>
                      <a:pt x="354" y="1721"/>
                      <a:pt x="411" y="1636"/>
                    </a:cubicBezTo>
                    <a:cubicBezTo>
                      <a:pt x="467" y="1516"/>
                      <a:pt x="496" y="1395"/>
                      <a:pt x="467" y="1218"/>
                    </a:cubicBezTo>
                    <a:lnTo>
                      <a:pt x="467" y="1190"/>
                    </a:lnTo>
                    <a:lnTo>
                      <a:pt x="467" y="1013"/>
                    </a:lnTo>
                    <a:cubicBezTo>
                      <a:pt x="496" y="985"/>
                      <a:pt x="496" y="985"/>
                      <a:pt x="531" y="957"/>
                    </a:cubicBezTo>
                    <a:lnTo>
                      <a:pt x="588" y="957"/>
                    </a:lnTo>
                    <a:lnTo>
                      <a:pt x="616" y="865"/>
                    </a:lnTo>
                    <a:lnTo>
                      <a:pt x="588" y="865"/>
                    </a:lnTo>
                    <a:cubicBezTo>
                      <a:pt x="496" y="836"/>
                      <a:pt x="467" y="723"/>
                      <a:pt x="467" y="631"/>
                    </a:cubicBezTo>
                    <a:cubicBezTo>
                      <a:pt x="467" y="575"/>
                      <a:pt x="496" y="546"/>
                      <a:pt x="496" y="483"/>
                    </a:cubicBezTo>
                    <a:cubicBezTo>
                      <a:pt x="496" y="426"/>
                      <a:pt x="531" y="334"/>
                      <a:pt x="531" y="249"/>
                    </a:cubicBezTo>
                    <a:cubicBezTo>
                      <a:pt x="496" y="193"/>
                      <a:pt x="467" y="101"/>
                      <a:pt x="383" y="44"/>
                    </a:cubicBezTo>
                    <a:cubicBezTo>
                      <a:pt x="363" y="24"/>
                      <a:pt x="326" y="1"/>
                      <a:pt x="28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52"/>
              <p:cNvSpPr/>
              <p:nvPr/>
            </p:nvSpPr>
            <p:spPr>
              <a:xfrm>
                <a:off x="3873415" y="2824884"/>
                <a:ext cx="10300" cy="55062"/>
              </a:xfrm>
              <a:custGeom>
                <a:avLst/>
                <a:gdLst/>
                <a:ahLst/>
                <a:cxnLst/>
                <a:rect l="l" t="t" r="r" b="b"/>
                <a:pathLst>
                  <a:path w="298" h="1593" extrusionOk="0">
                    <a:moveTo>
                      <a:pt x="93" y="0"/>
                    </a:moveTo>
                    <a:lnTo>
                      <a:pt x="1" y="29"/>
                    </a:lnTo>
                    <a:cubicBezTo>
                      <a:pt x="206" y="531"/>
                      <a:pt x="206" y="1090"/>
                      <a:pt x="1" y="1564"/>
                    </a:cubicBezTo>
                    <a:lnTo>
                      <a:pt x="93" y="1592"/>
                    </a:lnTo>
                    <a:cubicBezTo>
                      <a:pt x="298" y="1090"/>
                      <a:pt x="298" y="503"/>
                      <a:pt x="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52"/>
              <p:cNvSpPr/>
              <p:nvPr/>
            </p:nvSpPr>
            <p:spPr>
              <a:xfrm>
                <a:off x="3886619" y="2823916"/>
                <a:ext cx="13238" cy="64084"/>
              </a:xfrm>
              <a:custGeom>
                <a:avLst/>
                <a:gdLst/>
                <a:ahLst/>
                <a:cxnLst/>
                <a:rect l="l" t="t" r="r" b="b"/>
                <a:pathLst>
                  <a:path w="383" h="1854" extrusionOk="0">
                    <a:moveTo>
                      <a:pt x="121" y="0"/>
                    </a:moveTo>
                    <a:lnTo>
                      <a:pt x="29" y="28"/>
                    </a:lnTo>
                    <a:cubicBezTo>
                      <a:pt x="298" y="587"/>
                      <a:pt x="270" y="1266"/>
                      <a:pt x="1" y="1825"/>
                    </a:cubicBezTo>
                    <a:lnTo>
                      <a:pt x="64" y="1854"/>
                    </a:lnTo>
                    <a:cubicBezTo>
                      <a:pt x="383" y="1295"/>
                      <a:pt x="383" y="587"/>
                      <a:pt x="1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52"/>
              <p:cNvSpPr/>
              <p:nvPr/>
            </p:nvSpPr>
            <p:spPr>
              <a:xfrm>
                <a:off x="3578014" y="2822395"/>
                <a:ext cx="21327" cy="61699"/>
              </a:xfrm>
              <a:custGeom>
                <a:avLst/>
                <a:gdLst/>
                <a:ahLst/>
                <a:cxnLst/>
                <a:rect l="l" t="t" r="r" b="b"/>
                <a:pathLst>
                  <a:path w="617" h="1785" extrusionOk="0">
                    <a:moveTo>
                      <a:pt x="331" y="1"/>
                    </a:moveTo>
                    <a:cubicBezTo>
                      <a:pt x="291" y="1"/>
                      <a:pt x="254" y="24"/>
                      <a:pt x="234" y="44"/>
                    </a:cubicBezTo>
                    <a:cubicBezTo>
                      <a:pt x="149" y="101"/>
                      <a:pt x="114" y="193"/>
                      <a:pt x="86" y="249"/>
                    </a:cubicBezTo>
                    <a:cubicBezTo>
                      <a:pt x="86" y="334"/>
                      <a:pt x="114" y="426"/>
                      <a:pt x="114" y="483"/>
                    </a:cubicBezTo>
                    <a:cubicBezTo>
                      <a:pt x="114" y="546"/>
                      <a:pt x="149" y="575"/>
                      <a:pt x="149" y="631"/>
                    </a:cubicBezTo>
                    <a:cubicBezTo>
                      <a:pt x="149" y="723"/>
                      <a:pt x="114" y="836"/>
                      <a:pt x="29" y="865"/>
                    </a:cubicBezTo>
                    <a:lnTo>
                      <a:pt x="1" y="865"/>
                    </a:lnTo>
                    <a:lnTo>
                      <a:pt x="29" y="957"/>
                    </a:lnTo>
                    <a:lnTo>
                      <a:pt x="86" y="957"/>
                    </a:lnTo>
                    <a:cubicBezTo>
                      <a:pt x="114" y="985"/>
                      <a:pt x="114" y="985"/>
                      <a:pt x="149" y="1013"/>
                    </a:cubicBezTo>
                    <a:lnTo>
                      <a:pt x="149" y="1190"/>
                    </a:lnTo>
                    <a:lnTo>
                      <a:pt x="114" y="1218"/>
                    </a:lnTo>
                    <a:cubicBezTo>
                      <a:pt x="114" y="1395"/>
                      <a:pt x="149" y="1516"/>
                      <a:pt x="206" y="1636"/>
                    </a:cubicBezTo>
                    <a:cubicBezTo>
                      <a:pt x="263" y="1721"/>
                      <a:pt x="383" y="1784"/>
                      <a:pt x="468" y="1784"/>
                    </a:cubicBezTo>
                    <a:cubicBezTo>
                      <a:pt x="531" y="1784"/>
                      <a:pt x="560" y="1749"/>
                      <a:pt x="616" y="1721"/>
                    </a:cubicBezTo>
                    <a:lnTo>
                      <a:pt x="560" y="1664"/>
                    </a:lnTo>
                    <a:cubicBezTo>
                      <a:pt x="534" y="1680"/>
                      <a:pt x="505" y="1687"/>
                      <a:pt x="475" y="1687"/>
                    </a:cubicBezTo>
                    <a:cubicBezTo>
                      <a:pt x="396" y="1687"/>
                      <a:pt x="309" y="1639"/>
                      <a:pt x="263" y="1572"/>
                    </a:cubicBezTo>
                    <a:cubicBezTo>
                      <a:pt x="206" y="1487"/>
                      <a:pt x="206" y="1367"/>
                      <a:pt x="206" y="1218"/>
                    </a:cubicBezTo>
                    <a:lnTo>
                      <a:pt x="234" y="1190"/>
                    </a:lnTo>
                    <a:cubicBezTo>
                      <a:pt x="234" y="1134"/>
                      <a:pt x="234" y="1077"/>
                      <a:pt x="206" y="985"/>
                    </a:cubicBezTo>
                    <a:cubicBezTo>
                      <a:pt x="206" y="957"/>
                      <a:pt x="178" y="928"/>
                      <a:pt x="149" y="900"/>
                    </a:cubicBezTo>
                    <a:cubicBezTo>
                      <a:pt x="206" y="836"/>
                      <a:pt x="234" y="723"/>
                      <a:pt x="234" y="631"/>
                    </a:cubicBezTo>
                    <a:cubicBezTo>
                      <a:pt x="234" y="575"/>
                      <a:pt x="206" y="511"/>
                      <a:pt x="206" y="483"/>
                    </a:cubicBezTo>
                    <a:cubicBezTo>
                      <a:pt x="206" y="398"/>
                      <a:pt x="178" y="334"/>
                      <a:pt x="178" y="278"/>
                    </a:cubicBezTo>
                    <a:cubicBezTo>
                      <a:pt x="206" y="221"/>
                      <a:pt x="234" y="157"/>
                      <a:pt x="263" y="101"/>
                    </a:cubicBezTo>
                    <a:lnTo>
                      <a:pt x="355" y="101"/>
                    </a:lnTo>
                    <a:lnTo>
                      <a:pt x="383" y="16"/>
                    </a:lnTo>
                    <a:cubicBezTo>
                      <a:pt x="366" y="5"/>
                      <a:pt x="348" y="1"/>
                      <a:pt x="3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52"/>
              <p:cNvSpPr/>
              <p:nvPr/>
            </p:nvSpPr>
            <p:spPr>
              <a:xfrm>
                <a:off x="3555547" y="2824884"/>
                <a:ext cx="10300" cy="55062"/>
              </a:xfrm>
              <a:custGeom>
                <a:avLst/>
                <a:gdLst/>
                <a:ahLst/>
                <a:cxnLst/>
                <a:rect l="l" t="t" r="r" b="b"/>
                <a:pathLst>
                  <a:path w="298" h="1593" extrusionOk="0">
                    <a:moveTo>
                      <a:pt x="205" y="0"/>
                    </a:moveTo>
                    <a:cubicBezTo>
                      <a:pt x="0" y="503"/>
                      <a:pt x="0" y="1090"/>
                      <a:pt x="205" y="1592"/>
                    </a:cubicBezTo>
                    <a:lnTo>
                      <a:pt x="297" y="1564"/>
                    </a:lnTo>
                    <a:cubicBezTo>
                      <a:pt x="92" y="1090"/>
                      <a:pt x="92" y="531"/>
                      <a:pt x="297" y="29"/>
                    </a:cubicBezTo>
                    <a:lnTo>
                      <a:pt x="2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52"/>
              <p:cNvSpPr/>
              <p:nvPr/>
            </p:nvSpPr>
            <p:spPr>
              <a:xfrm>
                <a:off x="3539162" y="2823916"/>
                <a:ext cx="13480" cy="64084"/>
              </a:xfrm>
              <a:custGeom>
                <a:avLst/>
                <a:gdLst/>
                <a:ahLst/>
                <a:cxnLst/>
                <a:rect l="l" t="t" r="r" b="b"/>
                <a:pathLst>
                  <a:path w="390" h="1854" extrusionOk="0">
                    <a:moveTo>
                      <a:pt x="269" y="0"/>
                    </a:moveTo>
                    <a:lnTo>
                      <a:pt x="269" y="0"/>
                    </a:lnTo>
                    <a:cubicBezTo>
                      <a:pt x="0" y="587"/>
                      <a:pt x="0" y="1295"/>
                      <a:pt x="325" y="1854"/>
                    </a:cubicBezTo>
                    <a:lnTo>
                      <a:pt x="389" y="1825"/>
                    </a:lnTo>
                    <a:cubicBezTo>
                      <a:pt x="120" y="1266"/>
                      <a:pt x="92" y="587"/>
                      <a:pt x="354" y="28"/>
                    </a:cubicBezTo>
                    <a:lnTo>
                      <a:pt x="2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9" name="Google Shape;1949;p52"/>
            <p:cNvGrpSpPr/>
            <p:nvPr/>
          </p:nvGrpSpPr>
          <p:grpSpPr>
            <a:xfrm>
              <a:off x="2477344" y="1232101"/>
              <a:ext cx="1051808" cy="229363"/>
              <a:chOff x="4002795" y="1877329"/>
              <a:chExt cx="345546" cy="75352"/>
            </a:xfrm>
          </p:grpSpPr>
          <p:sp>
            <p:nvSpPr>
              <p:cNvPr id="1950" name="Google Shape;1950;p52"/>
              <p:cNvSpPr/>
              <p:nvPr/>
            </p:nvSpPr>
            <p:spPr>
              <a:xfrm>
                <a:off x="4002795" y="1877329"/>
                <a:ext cx="345546" cy="75352"/>
              </a:xfrm>
              <a:custGeom>
                <a:avLst/>
                <a:gdLst/>
                <a:ahLst/>
                <a:cxnLst/>
                <a:rect l="l" t="t" r="r" b="b"/>
                <a:pathLst>
                  <a:path w="9997" h="2180" extrusionOk="0">
                    <a:moveTo>
                      <a:pt x="0" y="0"/>
                    </a:moveTo>
                    <a:lnTo>
                      <a:pt x="0" y="2179"/>
                    </a:lnTo>
                    <a:lnTo>
                      <a:pt x="9996" y="2179"/>
                    </a:lnTo>
                    <a:lnTo>
                      <a:pt x="99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52"/>
              <p:cNvSpPr/>
              <p:nvPr/>
            </p:nvSpPr>
            <p:spPr>
              <a:xfrm>
                <a:off x="4270785" y="1897619"/>
                <a:ext cx="21569" cy="34738"/>
              </a:xfrm>
              <a:custGeom>
                <a:avLst/>
                <a:gdLst/>
                <a:ahLst/>
                <a:cxnLst/>
                <a:rect l="l" t="t" r="r" b="b"/>
                <a:pathLst>
                  <a:path w="624" h="1005" extrusionOk="0">
                    <a:moveTo>
                      <a:pt x="559" y="0"/>
                    </a:moveTo>
                    <a:lnTo>
                      <a:pt x="1" y="595"/>
                    </a:lnTo>
                    <a:lnTo>
                      <a:pt x="559" y="1005"/>
                    </a:lnTo>
                    <a:lnTo>
                      <a:pt x="623" y="948"/>
                    </a:lnTo>
                    <a:lnTo>
                      <a:pt x="121" y="595"/>
                    </a:lnTo>
                    <a:lnTo>
                      <a:pt x="623" y="64"/>
                    </a:lnTo>
                    <a:lnTo>
                      <a:pt x="5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52"/>
              <p:cNvSpPr/>
              <p:nvPr/>
            </p:nvSpPr>
            <p:spPr>
              <a:xfrm>
                <a:off x="4254401" y="1897619"/>
                <a:ext cx="22536" cy="34738"/>
              </a:xfrm>
              <a:custGeom>
                <a:avLst/>
                <a:gdLst/>
                <a:ahLst/>
                <a:cxnLst/>
                <a:rect l="l" t="t" r="r" b="b"/>
                <a:pathLst>
                  <a:path w="652" h="1005" extrusionOk="0">
                    <a:moveTo>
                      <a:pt x="595" y="0"/>
                    </a:moveTo>
                    <a:lnTo>
                      <a:pt x="1" y="595"/>
                    </a:lnTo>
                    <a:lnTo>
                      <a:pt x="595" y="1005"/>
                    </a:lnTo>
                    <a:lnTo>
                      <a:pt x="651" y="948"/>
                    </a:lnTo>
                    <a:lnTo>
                      <a:pt x="149" y="595"/>
                    </a:lnTo>
                    <a:lnTo>
                      <a:pt x="651" y="64"/>
                    </a:lnTo>
                    <a:lnTo>
                      <a:pt x="5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52"/>
              <p:cNvSpPr/>
              <p:nvPr/>
            </p:nvSpPr>
            <p:spPr>
              <a:xfrm>
                <a:off x="4055854" y="1885970"/>
                <a:ext cx="19356" cy="57654"/>
              </a:xfrm>
              <a:custGeom>
                <a:avLst/>
                <a:gdLst/>
                <a:ahLst/>
                <a:cxnLst/>
                <a:rect l="l" t="t" r="r" b="b"/>
                <a:pathLst>
                  <a:path w="560" h="1668" extrusionOk="0">
                    <a:moveTo>
                      <a:pt x="305" y="0"/>
                    </a:moveTo>
                    <a:cubicBezTo>
                      <a:pt x="264" y="0"/>
                      <a:pt x="226" y="22"/>
                      <a:pt x="205" y="47"/>
                    </a:cubicBezTo>
                    <a:cubicBezTo>
                      <a:pt x="149" y="76"/>
                      <a:pt x="85" y="160"/>
                      <a:pt x="85" y="252"/>
                    </a:cubicBezTo>
                    <a:cubicBezTo>
                      <a:pt x="57" y="309"/>
                      <a:pt x="85" y="401"/>
                      <a:pt x="85" y="458"/>
                    </a:cubicBezTo>
                    <a:cubicBezTo>
                      <a:pt x="120" y="514"/>
                      <a:pt x="120" y="542"/>
                      <a:pt x="120" y="578"/>
                    </a:cubicBezTo>
                    <a:cubicBezTo>
                      <a:pt x="120" y="691"/>
                      <a:pt x="85" y="783"/>
                      <a:pt x="0" y="811"/>
                    </a:cubicBezTo>
                    <a:lnTo>
                      <a:pt x="28" y="896"/>
                    </a:lnTo>
                    <a:lnTo>
                      <a:pt x="57" y="896"/>
                    </a:lnTo>
                    <a:cubicBezTo>
                      <a:pt x="85" y="932"/>
                      <a:pt x="120" y="932"/>
                      <a:pt x="120" y="960"/>
                    </a:cubicBezTo>
                    <a:lnTo>
                      <a:pt x="120" y="1108"/>
                    </a:lnTo>
                    <a:lnTo>
                      <a:pt x="120" y="1137"/>
                    </a:lnTo>
                    <a:cubicBezTo>
                      <a:pt x="85" y="1314"/>
                      <a:pt x="120" y="1427"/>
                      <a:pt x="177" y="1519"/>
                    </a:cubicBezTo>
                    <a:cubicBezTo>
                      <a:pt x="234" y="1604"/>
                      <a:pt x="326" y="1667"/>
                      <a:pt x="439" y="1667"/>
                    </a:cubicBezTo>
                    <a:cubicBezTo>
                      <a:pt x="474" y="1667"/>
                      <a:pt x="531" y="1667"/>
                      <a:pt x="559" y="1639"/>
                    </a:cubicBezTo>
                    <a:lnTo>
                      <a:pt x="531" y="1547"/>
                    </a:lnTo>
                    <a:cubicBezTo>
                      <a:pt x="498" y="1567"/>
                      <a:pt x="459" y="1576"/>
                      <a:pt x="421" y="1576"/>
                    </a:cubicBezTo>
                    <a:cubicBezTo>
                      <a:pt x="352" y="1576"/>
                      <a:pt x="285" y="1545"/>
                      <a:pt x="262" y="1490"/>
                    </a:cubicBezTo>
                    <a:cubicBezTo>
                      <a:pt x="205" y="1398"/>
                      <a:pt x="177" y="1285"/>
                      <a:pt x="205" y="1137"/>
                    </a:cubicBezTo>
                    <a:lnTo>
                      <a:pt x="205" y="932"/>
                    </a:lnTo>
                    <a:cubicBezTo>
                      <a:pt x="177" y="896"/>
                      <a:pt x="149" y="868"/>
                      <a:pt x="120" y="840"/>
                    </a:cubicBezTo>
                    <a:cubicBezTo>
                      <a:pt x="177" y="783"/>
                      <a:pt x="205" y="663"/>
                      <a:pt x="205" y="578"/>
                    </a:cubicBezTo>
                    <a:cubicBezTo>
                      <a:pt x="205" y="542"/>
                      <a:pt x="205" y="486"/>
                      <a:pt x="177" y="458"/>
                    </a:cubicBezTo>
                    <a:cubicBezTo>
                      <a:pt x="177" y="366"/>
                      <a:pt x="149" y="309"/>
                      <a:pt x="177" y="252"/>
                    </a:cubicBezTo>
                    <a:cubicBezTo>
                      <a:pt x="177" y="189"/>
                      <a:pt x="205" y="132"/>
                      <a:pt x="262" y="104"/>
                    </a:cubicBezTo>
                    <a:cubicBezTo>
                      <a:pt x="262" y="90"/>
                      <a:pt x="271" y="83"/>
                      <a:pt x="283" y="83"/>
                    </a:cubicBezTo>
                    <a:cubicBezTo>
                      <a:pt x="296" y="83"/>
                      <a:pt x="311" y="90"/>
                      <a:pt x="326" y="104"/>
                    </a:cubicBezTo>
                    <a:lnTo>
                      <a:pt x="354" y="12"/>
                    </a:lnTo>
                    <a:cubicBezTo>
                      <a:pt x="338" y="4"/>
                      <a:pt x="321" y="0"/>
                      <a:pt x="3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52"/>
              <p:cNvSpPr/>
              <p:nvPr/>
            </p:nvSpPr>
            <p:spPr>
              <a:xfrm>
                <a:off x="4034319" y="1888563"/>
                <a:ext cx="9333" cy="51882"/>
              </a:xfrm>
              <a:custGeom>
                <a:avLst/>
                <a:gdLst/>
                <a:ahLst/>
                <a:cxnLst/>
                <a:rect l="l" t="t" r="r" b="b"/>
                <a:pathLst>
                  <a:path w="270" h="1501" extrusionOk="0">
                    <a:moveTo>
                      <a:pt x="213" y="1"/>
                    </a:moveTo>
                    <a:cubicBezTo>
                      <a:pt x="1" y="467"/>
                      <a:pt x="1" y="1033"/>
                      <a:pt x="177" y="1500"/>
                    </a:cubicBezTo>
                    <a:lnTo>
                      <a:pt x="269" y="1472"/>
                    </a:lnTo>
                    <a:cubicBezTo>
                      <a:pt x="93" y="1033"/>
                      <a:pt x="93" y="503"/>
                      <a:pt x="269" y="29"/>
                    </a:cubicBezTo>
                    <a:lnTo>
                      <a:pt x="2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52"/>
              <p:cNvSpPr/>
              <p:nvPr/>
            </p:nvSpPr>
            <p:spPr>
              <a:xfrm>
                <a:off x="4303311" y="1885970"/>
                <a:ext cx="19598" cy="57654"/>
              </a:xfrm>
              <a:custGeom>
                <a:avLst/>
                <a:gdLst/>
                <a:ahLst/>
                <a:cxnLst/>
                <a:rect l="l" t="t" r="r" b="b"/>
                <a:pathLst>
                  <a:path w="567" h="1668" extrusionOk="0">
                    <a:moveTo>
                      <a:pt x="256" y="0"/>
                    </a:moveTo>
                    <a:cubicBezTo>
                      <a:pt x="243" y="0"/>
                      <a:pt x="229" y="4"/>
                      <a:pt x="213" y="12"/>
                    </a:cubicBezTo>
                    <a:lnTo>
                      <a:pt x="241" y="104"/>
                    </a:lnTo>
                    <a:cubicBezTo>
                      <a:pt x="255" y="90"/>
                      <a:pt x="262" y="83"/>
                      <a:pt x="269" y="83"/>
                    </a:cubicBezTo>
                    <a:cubicBezTo>
                      <a:pt x="276" y="83"/>
                      <a:pt x="283" y="90"/>
                      <a:pt x="298" y="104"/>
                    </a:cubicBezTo>
                    <a:cubicBezTo>
                      <a:pt x="354" y="132"/>
                      <a:pt x="390" y="189"/>
                      <a:pt x="390" y="252"/>
                    </a:cubicBezTo>
                    <a:lnTo>
                      <a:pt x="390" y="458"/>
                    </a:lnTo>
                    <a:cubicBezTo>
                      <a:pt x="354" y="486"/>
                      <a:pt x="354" y="542"/>
                      <a:pt x="354" y="578"/>
                    </a:cubicBezTo>
                    <a:cubicBezTo>
                      <a:pt x="354" y="663"/>
                      <a:pt x="390" y="783"/>
                      <a:pt x="446" y="840"/>
                    </a:cubicBezTo>
                    <a:cubicBezTo>
                      <a:pt x="390" y="868"/>
                      <a:pt x="390" y="896"/>
                      <a:pt x="354" y="932"/>
                    </a:cubicBezTo>
                    <a:cubicBezTo>
                      <a:pt x="326" y="988"/>
                      <a:pt x="354" y="1073"/>
                      <a:pt x="354" y="1137"/>
                    </a:cubicBezTo>
                    <a:cubicBezTo>
                      <a:pt x="390" y="1285"/>
                      <a:pt x="354" y="1398"/>
                      <a:pt x="298" y="1490"/>
                    </a:cubicBezTo>
                    <a:cubicBezTo>
                      <a:pt x="261" y="1545"/>
                      <a:pt x="198" y="1576"/>
                      <a:pt x="135" y="1576"/>
                    </a:cubicBezTo>
                    <a:cubicBezTo>
                      <a:pt x="100" y="1576"/>
                      <a:pt x="66" y="1567"/>
                      <a:pt x="36" y="1547"/>
                    </a:cubicBezTo>
                    <a:lnTo>
                      <a:pt x="0" y="1639"/>
                    </a:lnTo>
                    <a:cubicBezTo>
                      <a:pt x="36" y="1667"/>
                      <a:pt x="92" y="1667"/>
                      <a:pt x="121" y="1667"/>
                    </a:cubicBezTo>
                    <a:cubicBezTo>
                      <a:pt x="213" y="1667"/>
                      <a:pt x="326" y="1604"/>
                      <a:pt x="390" y="1519"/>
                    </a:cubicBezTo>
                    <a:cubicBezTo>
                      <a:pt x="446" y="1427"/>
                      <a:pt x="474" y="1314"/>
                      <a:pt x="446" y="1137"/>
                    </a:cubicBezTo>
                    <a:lnTo>
                      <a:pt x="446" y="1108"/>
                    </a:lnTo>
                    <a:lnTo>
                      <a:pt x="446" y="960"/>
                    </a:lnTo>
                    <a:cubicBezTo>
                      <a:pt x="446" y="932"/>
                      <a:pt x="474" y="932"/>
                      <a:pt x="503" y="896"/>
                    </a:cubicBezTo>
                    <a:lnTo>
                      <a:pt x="531" y="896"/>
                    </a:lnTo>
                    <a:lnTo>
                      <a:pt x="566" y="811"/>
                    </a:lnTo>
                    <a:lnTo>
                      <a:pt x="531" y="811"/>
                    </a:lnTo>
                    <a:cubicBezTo>
                      <a:pt x="474" y="783"/>
                      <a:pt x="446" y="691"/>
                      <a:pt x="446" y="578"/>
                    </a:cubicBezTo>
                    <a:cubicBezTo>
                      <a:pt x="446" y="542"/>
                      <a:pt x="446" y="514"/>
                      <a:pt x="474" y="458"/>
                    </a:cubicBezTo>
                    <a:lnTo>
                      <a:pt x="474" y="252"/>
                    </a:lnTo>
                    <a:cubicBezTo>
                      <a:pt x="474" y="160"/>
                      <a:pt x="418" y="76"/>
                      <a:pt x="354" y="47"/>
                    </a:cubicBezTo>
                    <a:cubicBezTo>
                      <a:pt x="314" y="22"/>
                      <a:pt x="288" y="0"/>
                      <a:pt x="2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52"/>
              <p:cNvSpPr/>
              <p:nvPr/>
            </p:nvSpPr>
            <p:spPr>
              <a:xfrm>
                <a:off x="4167847" y="1898587"/>
                <a:ext cx="21534" cy="31834"/>
              </a:xfrm>
              <a:custGeom>
                <a:avLst/>
                <a:gdLst/>
                <a:ahLst/>
                <a:cxnLst/>
                <a:rect l="l" t="t" r="r" b="b"/>
                <a:pathLst>
                  <a:path w="623" h="921" extrusionOk="0">
                    <a:moveTo>
                      <a:pt x="531" y="93"/>
                    </a:moveTo>
                    <a:lnTo>
                      <a:pt x="531" y="828"/>
                    </a:lnTo>
                    <a:lnTo>
                      <a:pt x="92" y="828"/>
                    </a:lnTo>
                    <a:lnTo>
                      <a:pt x="92" y="93"/>
                    </a:lnTo>
                    <a:close/>
                    <a:moveTo>
                      <a:pt x="0" y="1"/>
                    </a:moveTo>
                    <a:lnTo>
                      <a:pt x="0" y="920"/>
                    </a:lnTo>
                    <a:lnTo>
                      <a:pt x="623" y="920"/>
                    </a:lnTo>
                    <a:lnTo>
                      <a:pt x="6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52"/>
              <p:cNvSpPr/>
              <p:nvPr/>
            </p:nvSpPr>
            <p:spPr>
              <a:xfrm>
                <a:off x="4128235" y="1898587"/>
                <a:ext cx="29622" cy="31834"/>
              </a:xfrm>
              <a:custGeom>
                <a:avLst/>
                <a:gdLst/>
                <a:ahLst/>
                <a:cxnLst/>
                <a:rect l="l" t="t" r="r" b="b"/>
                <a:pathLst>
                  <a:path w="857" h="921" extrusionOk="0">
                    <a:moveTo>
                      <a:pt x="764" y="93"/>
                    </a:moveTo>
                    <a:lnTo>
                      <a:pt x="764" y="828"/>
                    </a:lnTo>
                    <a:lnTo>
                      <a:pt x="85" y="828"/>
                    </a:lnTo>
                    <a:lnTo>
                      <a:pt x="85" y="93"/>
                    </a:lnTo>
                    <a:close/>
                    <a:moveTo>
                      <a:pt x="0" y="1"/>
                    </a:moveTo>
                    <a:lnTo>
                      <a:pt x="0" y="920"/>
                    </a:lnTo>
                    <a:lnTo>
                      <a:pt x="856" y="920"/>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52"/>
              <p:cNvSpPr/>
              <p:nvPr/>
            </p:nvSpPr>
            <p:spPr>
              <a:xfrm>
                <a:off x="4086410" y="1898587"/>
                <a:ext cx="32560" cy="31834"/>
              </a:xfrm>
              <a:custGeom>
                <a:avLst/>
                <a:gdLst/>
                <a:ahLst/>
                <a:cxnLst/>
                <a:rect l="l" t="t" r="r" b="b"/>
                <a:pathLst>
                  <a:path w="942" h="921" extrusionOk="0">
                    <a:moveTo>
                      <a:pt x="856" y="93"/>
                    </a:moveTo>
                    <a:lnTo>
                      <a:pt x="856" y="828"/>
                    </a:lnTo>
                    <a:lnTo>
                      <a:pt x="85" y="828"/>
                    </a:lnTo>
                    <a:lnTo>
                      <a:pt x="85" y="93"/>
                    </a:lnTo>
                    <a:close/>
                    <a:moveTo>
                      <a:pt x="0" y="1"/>
                    </a:moveTo>
                    <a:lnTo>
                      <a:pt x="0" y="920"/>
                    </a:lnTo>
                    <a:lnTo>
                      <a:pt x="941" y="920"/>
                    </a:lnTo>
                    <a:lnTo>
                      <a:pt x="94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52"/>
              <p:cNvSpPr/>
              <p:nvPr/>
            </p:nvSpPr>
            <p:spPr>
              <a:xfrm>
                <a:off x="4223844" y="1897619"/>
                <a:ext cx="22536" cy="34738"/>
              </a:xfrm>
              <a:custGeom>
                <a:avLst/>
                <a:gdLst/>
                <a:ahLst/>
                <a:cxnLst/>
                <a:rect l="l" t="t" r="r" b="b"/>
                <a:pathLst>
                  <a:path w="652" h="1005" extrusionOk="0">
                    <a:moveTo>
                      <a:pt x="326" y="92"/>
                    </a:moveTo>
                    <a:cubicBezTo>
                      <a:pt x="446" y="92"/>
                      <a:pt x="566" y="269"/>
                      <a:pt x="566" y="503"/>
                    </a:cubicBezTo>
                    <a:cubicBezTo>
                      <a:pt x="566" y="708"/>
                      <a:pt x="446" y="913"/>
                      <a:pt x="326" y="913"/>
                    </a:cubicBezTo>
                    <a:cubicBezTo>
                      <a:pt x="177" y="913"/>
                      <a:pt x="92" y="708"/>
                      <a:pt x="92" y="503"/>
                    </a:cubicBezTo>
                    <a:cubicBezTo>
                      <a:pt x="92" y="269"/>
                      <a:pt x="177" y="92"/>
                      <a:pt x="326" y="92"/>
                    </a:cubicBezTo>
                    <a:close/>
                    <a:moveTo>
                      <a:pt x="326" y="0"/>
                    </a:moveTo>
                    <a:cubicBezTo>
                      <a:pt x="149" y="0"/>
                      <a:pt x="0" y="205"/>
                      <a:pt x="0" y="503"/>
                    </a:cubicBezTo>
                    <a:cubicBezTo>
                      <a:pt x="0" y="771"/>
                      <a:pt x="149" y="1005"/>
                      <a:pt x="326" y="1005"/>
                    </a:cubicBezTo>
                    <a:cubicBezTo>
                      <a:pt x="503" y="1005"/>
                      <a:pt x="651" y="771"/>
                      <a:pt x="651" y="503"/>
                    </a:cubicBezTo>
                    <a:cubicBezTo>
                      <a:pt x="651" y="205"/>
                      <a:pt x="503" y="0"/>
                      <a:pt x="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52"/>
              <p:cNvSpPr/>
              <p:nvPr/>
            </p:nvSpPr>
            <p:spPr>
              <a:xfrm>
                <a:off x="4200616" y="1899831"/>
                <a:ext cx="2973" cy="30590"/>
              </a:xfrm>
              <a:custGeom>
                <a:avLst/>
                <a:gdLst/>
                <a:ahLst/>
                <a:cxnLst/>
                <a:rect l="l" t="t" r="r" b="b"/>
                <a:pathLst>
                  <a:path w="86" h="885" extrusionOk="0">
                    <a:moveTo>
                      <a:pt x="0" y="0"/>
                    </a:moveTo>
                    <a:lnTo>
                      <a:pt x="0" y="884"/>
                    </a:lnTo>
                    <a:lnTo>
                      <a:pt x="85" y="884"/>
                    </a:lnTo>
                    <a:lnTo>
                      <a:pt x="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1" name="Google Shape;1961;p52"/>
            <p:cNvGrpSpPr/>
            <p:nvPr/>
          </p:nvGrpSpPr>
          <p:grpSpPr>
            <a:xfrm>
              <a:off x="589980" y="3118760"/>
              <a:ext cx="957285" cy="300300"/>
              <a:chOff x="3583454" y="2026924"/>
              <a:chExt cx="430899" cy="135173"/>
            </a:xfrm>
          </p:grpSpPr>
          <p:sp>
            <p:nvSpPr>
              <p:cNvPr id="1962" name="Google Shape;1962;p52"/>
              <p:cNvSpPr/>
              <p:nvPr/>
            </p:nvSpPr>
            <p:spPr>
              <a:xfrm>
                <a:off x="3754867" y="2128093"/>
                <a:ext cx="32109" cy="30891"/>
              </a:xfrm>
              <a:custGeom>
                <a:avLst/>
                <a:gdLst/>
                <a:ahLst/>
                <a:cxnLst/>
                <a:rect l="l" t="t" r="r" b="b"/>
                <a:pathLst>
                  <a:path w="949" h="913" extrusionOk="0">
                    <a:moveTo>
                      <a:pt x="0" y="0"/>
                    </a:moveTo>
                    <a:lnTo>
                      <a:pt x="0" y="913"/>
                    </a:lnTo>
                    <a:lnTo>
                      <a:pt x="948" y="913"/>
                    </a:lnTo>
                    <a:lnTo>
                      <a:pt x="9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52"/>
              <p:cNvSpPr/>
              <p:nvPr/>
            </p:nvSpPr>
            <p:spPr>
              <a:xfrm>
                <a:off x="3801763" y="2125217"/>
                <a:ext cx="58941" cy="33767"/>
              </a:xfrm>
              <a:custGeom>
                <a:avLst/>
                <a:gdLst/>
                <a:ahLst/>
                <a:cxnLst/>
                <a:rect l="l" t="t" r="r" b="b"/>
                <a:pathLst>
                  <a:path w="1742" h="998" extrusionOk="0">
                    <a:moveTo>
                      <a:pt x="913" y="205"/>
                    </a:moveTo>
                    <a:lnTo>
                      <a:pt x="1444" y="885"/>
                    </a:lnTo>
                    <a:lnTo>
                      <a:pt x="326" y="885"/>
                    </a:lnTo>
                    <a:lnTo>
                      <a:pt x="913" y="205"/>
                    </a:lnTo>
                    <a:close/>
                    <a:moveTo>
                      <a:pt x="913" y="0"/>
                    </a:moveTo>
                    <a:lnTo>
                      <a:pt x="1" y="998"/>
                    </a:lnTo>
                    <a:lnTo>
                      <a:pt x="1741" y="998"/>
                    </a:lnTo>
                    <a:lnTo>
                      <a:pt x="9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52"/>
              <p:cNvSpPr/>
              <p:nvPr/>
            </p:nvSpPr>
            <p:spPr>
              <a:xfrm>
                <a:off x="3871668" y="2125217"/>
                <a:ext cx="34985" cy="35933"/>
              </a:xfrm>
              <a:custGeom>
                <a:avLst/>
                <a:gdLst/>
                <a:ahLst/>
                <a:cxnLst/>
                <a:rect l="l" t="t" r="r" b="b"/>
                <a:pathLst>
                  <a:path w="1034" h="1062" extrusionOk="0">
                    <a:moveTo>
                      <a:pt x="941" y="0"/>
                    </a:moveTo>
                    <a:lnTo>
                      <a:pt x="0" y="969"/>
                    </a:lnTo>
                    <a:lnTo>
                      <a:pt x="85" y="1061"/>
                    </a:lnTo>
                    <a:lnTo>
                      <a:pt x="1033" y="85"/>
                    </a:lnTo>
                    <a:lnTo>
                      <a:pt x="9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52"/>
              <p:cNvSpPr/>
              <p:nvPr/>
            </p:nvSpPr>
            <p:spPr>
              <a:xfrm>
                <a:off x="3889635" y="2125217"/>
                <a:ext cx="35933" cy="35933"/>
              </a:xfrm>
              <a:custGeom>
                <a:avLst/>
                <a:gdLst/>
                <a:ahLst/>
                <a:cxnLst/>
                <a:rect l="l" t="t" r="r" b="b"/>
                <a:pathLst>
                  <a:path w="1062" h="1062" extrusionOk="0">
                    <a:moveTo>
                      <a:pt x="941" y="0"/>
                    </a:moveTo>
                    <a:lnTo>
                      <a:pt x="0" y="969"/>
                    </a:lnTo>
                    <a:lnTo>
                      <a:pt x="120" y="1061"/>
                    </a:lnTo>
                    <a:lnTo>
                      <a:pt x="1061" y="85"/>
                    </a:lnTo>
                    <a:lnTo>
                      <a:pt x="9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52"/>
              <p:cNvSpPr/>
              <p:nvPr/>
            </p:nvSpPr>
            <p:spPr>
              <a:xfrm>
                <a:off x="3937479" y="2123052"/>
                <a:ext cx="10117" cy="34985"/>
              </a:xfrm>
              <a:custGeom>
                <a:avLst/>
                <a:gdLst/>
                <a:ahLst/>
                <a:cxnLst/>
                <a:rect l="l" t="t" r="r" b="b"/>
                <a:pathLst>
                  <a:path w="299" h="1034" extrusionOk="0">
                    <a:moveTo>
                      <a:pt x="1" y="1"/>
                    </a:moveTo>
                    <a:lnTo>
                      <a:pt x="1" y="93"/>
                    </a:lnTo>
                    <a:lnTo>
                      <a:pt x="29" y="93"/>
                    </a:lnTo>
                    <a:cubicBezTo>
                      <a:pt x="86" y="93"/>
                      <a:pt x="121" y="121"/>
                      <a:pt x="121" y="177"/>
                    </a:cubicBezTo>
                    <a:lnTo>
                      <a:pt x="121" y="418"/>
                    </a:lnTo>
                    <a:cubicBezTo>
                      <a:pt x="121" y="503"/>
                      <a:pt x="149" y="503"/>
                      <a:pt x="178" y="531"/>
                    </a:cubicBezTo>
                    <a:cubicBezTo>
                      <a:pt x="149" y="531"/>
                      <a:pt x="121" y="559"/>
                      <a:pt x="121" y="623"/>
                    </a:cubicBezTo>
                    <a:lnTo>
                      <a:pt x="121" y="857"/>
                    </a:lnTo>
                    <a:cubicBezTo>
                      <a:pt x="121" y="913"/>
                      <a:pt x="86" y="949"/>
                      <a:pt x="29" y="949"/>
                    </a:cubicBezTo>
                    <a:lnTo>
                      <a:pt x="1" y="949"/>
                    </a:lnTo>
                    <a:lnTo>
                      <a:pt x="1" y="1033"/>
                    </a:lnTo>
                    <a:lnTo>
                      <a:pt x="58" y="1033"/>
                    </a:lnTo>
                    <a:cubicBezTo>
                      <a:pt x="178" y="1033"/>
                      <a:pt x="234" y="977"/>
                      <a:pt x="234" y="885"/>
                    </a:cubicBezTo>
                    <a:lnTo>
                      <a:pt x="234" y="623"/>
                    </a:lnTo>
                    <a:cubicBezTo>
                      <a:pt x="234" y="595"/>
                      <a:pt x="234" y="559"/>
                      <a:pt x="263" y="559"/>
                    </a:cubicBezTo>
                    <a:lnTo>
                      <a:pt x="298" y="559"/>
                    </a:lnTo>
                    <a:lnTo>
                      <a:pt x="298" y="475"/>
                    </a:lnTo>
                    <a:lnTo>
                      <a:pt x="263" y="475"/>
                    </a:lnTo>
                    <a:cubicBezTo>
                      <a:pt x="234" y="475"/>
                      <a:pt x="234" y="475"/>
                      <a:pt x="234" y="418"/>
                    </a:cubicBezTo>
                    <a:lnTo>
                      <a:pt x="234" y="177"/>
                    </a:lnTo>
                    <a:cubicBezTo>
                      <a:pt x="234" y="64"/>
                      <a:pt x="178" y="1"/>
                      <a:pt x="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52"/>
              <p:cNvSpPr/>
              <p:nvPr/>
            </p:nvSpPr>
            <p:spPr>
              <a:xfrm>
                <a:off x="3959506" y="2123052"/>
                <a:ext cx="24936" cy="39046"/>
              </a:xfrm>
              <a:custGeom>
                <a:avLst/>
                <a:gdLst/>
                <a:ahLst/>
                <a:cxnLst/>
                <a:rect l="l" t="t" r="r" b="b"/>
                <a:pathLst>
                  <a:path w="737" h="1154" extrusionOk="0">
                    <a:moveTo>
                      <a:pt x="354" y="149"/>
                    </a:moveTo>
                    <a:cubicBezTo>
                      <a:pt x="468" y="149"/>
                      <a:pt x="588" y="326"/>
                      <a:pt x="588" y="559"/>
                    </a:cubicBezTo>
                    <a:cubicBezTo>
                      <a:pt x="588" y="828"/>
                      <a:pt x="468" y="1005"/>
                      <a:pt x="354" y="1005"/>
                    </a:cubicBezTo>
                    <a:cubicBezTo>
                      <a:pt x="263" y="1005"/>
                      <a:pt x="142" y="828"/>
                      <a:pt x="142" y="559"/>
                    </a:cubicBezTo>
                    <a:cubicBezTo>
                      <a:pt x="142" y="326"/>
                      <a:pt x="263" y="149"/>
                      <a:pt x="354" y="149"/>
                    </a:cubicBezTo>
                    <a:close/>
                    <a:moveTo>
                      <a:pt x="354" y="1"/>
                    </a:moveTo>
                    <a:cubicBezTo>
                      <a:pt x="142" y="1"/>
                      <a:pt x="1" y="269"/>
                      <a:pt x="1" y="559"/>
                    </a:cubicBezTo>
                    <a:cubicBezTo>
                      <a:pt x="1" y="885"/>
                      <a:pt x="142" y="1154"/>
                      <a:pt x="354" y="1154"/>
                    </a:cubicBezTo>
                    <a:cubicBezTo>
                      <a:pt x="560" y="1154"/>
                      <a:pt x="737" y="885"/>
                      <a:pt x="737" y="559"/>
                    </a:cubicBezTo>
                    <a:cubicBezTo>
                      <a:pt x="737" y="269"/>
                      <a:pt x="560" y="1"/>
                      <a:pt x="3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52"/>
              <p:cNvSpPr/>
              <p:nvPr/>
            </p:nvSpPr>
            <p:spPr>
              <a:xfrm>
                <a:off x="3989451" y="2123052"/>
                <a:ext cx="24903" cy="39046"/>
              </a:xfrm>
              <a:custGeom>
                <a:avLst/>
                <a:gdLst/>
                <a:ahLst/>
                <a:cxnLst/>
                <a:rect l="l" t="t" r="r" b="b"/>
                <a:pathLst>
                  <a:path w="736" h="1154" extrusionOk="0">
                    <a:moveTo>
                      <a:pt x="354" y="149"/>
                    </a:moveTo>
                    <a:cubicBezTo>
                      <a:pt x="467" y="149"/>
                      <a:pt x="587" y="326"/>
                      <a:pt x="587" y="559"/>
                    </a:cubicBezTo>
                    <a:cubicBezTo>
                      <a:pt x="587" y="828"/>
                      <a:pt x="467" y="1005"/>
                      <a:pt x="354" y="1005"/>
                    </a:cubicBezTo>
                    <a:cubicBezTo>
                      <a:pt x="262" y="1005"/>
                      <a:pt x="142" y="828"/>
                      <a:pt x="142" y="559"/>
                    </a:cubicBezTo>
                    <a:cubicBezTo>
                      <a:pt x="142" y="326"/>
                      <a:pt x="262" y="149"/>
                      <a:pt x="354" y="149"/>
                    </a:cubicBezTo>
                    <a:close/>
                    <a:moveTo>
                      <a:pt x="354" y="1"/>
                    </a:moveTo>
                    <a:cubicBezTo>
                      <a:pt x="142" y="1"/>
                      <a:pt x="0" y="269"/>
                      <a:pt x="0" y="559"/>
                    </a:cubicBezTo>
                    <a:cubicBezTo>
                      <a:pt x="0" y="885"/>
                      <a:pt x="142" y="1154"/>
                      <a:pt x="354" y="1154"/>
                    </a:cubicBezTo>
                    <a:cubicBezTo>
                      <a:pt x="559" y="1154"/>
                      <a:pt x="736" y="885"/>
                      <a:pt x="736" y="559"/>
                    </a:cubicBezTo>
                    <a:cubicBezTo>
                      <a:pt x="736" y="269"/>
                      <a:pt x="559" y="1"/>
                      <a:pt x="3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52"/>
              <p:cNvSpPr/>
              <p:nvPr/>
            </p:nvSpPr>
            <p:spPr>
              <a:xfrm>
                <a:off x="3656235" y="2034537"/>
                <a:ext cx="24936" cy="40670"/>
              </a:xfrm>
              <a:custGeom>
                <a:avLst/>
                <a:gdLst/>
                <a:ahLst/>
                <a:cxnLst/>
                <a:rect l="l" t="t" r="r" b="b"/>
                <a:pathLst>
                  <a:path w="737" h="1202" extrusionOk="0">
                    <a:moveTo>
                      <a:pt x="72" y="1"/>
                    </a:moveTo>
                    <a:cubicBezTo>
                      <a:pt x="57" y="1"/>
                      <a:pt x="43" y="10"/>
                      <a:pt x="29" y="27"/>
                    </a:cubicBezTo>
                    <a:cubicBezTo>
                      <a:pt x="1" y="56"/>
                      <a:pt x="1" y="84"/>
                      <a:pt x="29" y="112"/>
                    </a:cubicBezTo>
                    <a:lnTo>
                      <a:pt x="588" y="699"/>
                    </a:lnTo>
                    <a:lnTo>
                      <a:pt x="29" y="1088"/>
                    </a:lnTo>
                    <a:cubicBezTo>
                      <a:pt x="1" y="1117"/>
                      <a:pt x="1" y="1145"/>
                      <a:pt x="29" y="1173"/>
                    </a:cubicBezTo>
                    <a:lnTo>
                      <a:pt x="57" y="1202"/>
                    </a:lnTo>
                    <a:cubicBezTo>
                      <a:pt x="85" y="1202"/>
                      <a:pt x="85" y="1202"/>
                      <a:pt x="85" y="1173"/>
                    </a:cubicBezTo>
                    <a:lnTo>
                      <a:pt x="708" y="763"/>
                    </a:lnTo>
                    <a:cubicBezTo>
                      <a:pt x="708" y="735"/>
                      <a:pt x="736" y="735"/>
                      <a:pt x="736" y="699"/>
                    </a:cubicBezTo>
                    <a:cubicBezTo>
                      <a:pt x="736" y="699"/>
                      <a:pt x="736" y="671"/>
                      <a:pt x="708" y="671"/>
                    </a:cubicBezTo>
                    <a:lnTo>
                      <a:pt x="121" y="27"/>
                    </a:lnTo>
                    <a:cubicBezTo>
                      <a:pt x="103" y="10"/>
                      <a:pt x="87" y="1"/>
                      <a:pt x="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52"/>
              <p:cNvSpPr/>
              <p:nvPr/>
            </p:nvSpPr>
            <p:spPr>
              <a:xfrm>
                <a:off x="3673221" y="2034537"/>
                <a:ext cx="24936" cy="40670"/>
              </a:xfrm>
              <a:custGeom>
                <a:avLst/>
                <a:gdLst/>
                <a:ahLst/>
                <a:cxnLst/>
                <a:rect l="l" t="t" r="r" b="b"/>
                <a:pathLst>
                  <a:path w="737" h="1202" extrusionOk="0">
                    <a:moveTo>
                      <a:pt x="72" y="1"/>
                    </a:moveTo>
                    <a:cubicBezTo>
                      <a:pt x="57" y="1"/>
                      <a:pt x="43" y="10"/>
                      <a:pt x="29" y="27"/>
                    </a:cubicBezTo>
                    <a:cubicBezTo>
                      <a:pt x="1" y="56"/>
                      <a:pt x="1" y="84"/>
                      <a:pt x="29" y="112"/>
                    </a:cubicBezTo>
                    <a:lnTo>
                      <a:pt x="588" y="699"/>
                    </a:lnTo>
                    <a:lnTo>
                      <a:pt x="29" y="1088"/>
                    </a:lnTo>
                    <a:cubicBezTo>
                      <a:pt x="1" y="1117"/>
                      <a:pt x="1" y="1145"/>
                      <a:pt x="29" y="1173"/>
                    </a:cubicBezTo>
                    <a:lnTo>
                      <a:pt x="57" y="1202"/>
                    </a:lnTo>
                    <a:cubicBezTo>
                      <a:pt x="86" y="1202"/>
                      <a:pt x="86" y="1202"/>
                      <a:pt x="86" y="1173"/>
                    </a:cubicBezTo>
                    <a:lnTo>
                      <a:pt x="708" y="763"/>
                    </a:lnTo>
                    <a:cubicBezTo>
                      <a:pt x="708" y="735"/>
                      <a:pt x="737" y="735"/>
                      <a:pt x="737" y="699"/>
                    </a:cubicBezTo>
                    <a:cubicBezTo>
                      <a:pt x="737" y="699"/>
                      <a:pt x="737" y="671"/>
                      <a:pt x="708" y="671"/>
                    </a:cubicBezTo>
                    <a:lnTo>
                      <a:pt x="114" y="27"/>
                    </a:lnTo>
                    <a:cubicBezTo>
                      <a:pt x="100" y="10"/>
                      <a:pt x="86" y="1"/>
                      <a:pt x="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52"/>
              <p:cNvSpPr/>
              <p:nvPr/>
            </p:nvSpPr>
            <p:spPr>
              <a:xfrm>
                <a:off x="3706989" y="2034233"/>
                <a:ext cx="26121" cy="38098"/>
              </a:xfrm>
              <a:custGeom>
                <a:avLst/>
                <a:gdLst/>
                <a:ahLst/>
                <a:cxnLst/>
                <a:rect l="l" t="t" r="r" b="b"/>
                <a:pathLst>
                  <a:path w="772" h="1126" extrusionOk="0">
                    <a:moveTo>
                      <a:pt x="389" y="121"/>
                    </a:moveTo>
                    <a:cubicBezTo>
                      <a:pt x="531" y="121"/>
                      <a:pt x="651" y="326"/>
                      <a:pt x="651" y="567"/>
                    </a:cubicBezTo>
                    <a:cubicBezTo>
                      <a:pt x="651" y="800"/>
                      <a:pt x="531" y="1006"/>
                      <a:pt x="389" y="1006"/>
                    </a:cubicBezTo>
                    <a:cubicBezTo>
                      <a:pt x="241" y="1006"/>
                      <a:pt x="121" y="800"/>
                      <a:pt x="121" y="567"/>
                    </a:cubicBezTo>
                    <a:cubicBezTo>
                      <a:pt x="121" y="326"/>
                      <a:pt x="241" y="121"/>
                      <a:pt x="389" y="121"/>
                    </a:cubicBezTo>
                    <a:close/>
                    <a:moveTo>
                      <a:pt x="389" y="1"/>
                    </a:moveTo>
                    <a:cubicBezTo>
                      <a:pt x="177" y="1"/>
                      <a:pt x="0" y="270"/>
                      <a:pt x="0" y="567"/>
                    </a:cubicBezTo>
                    <a:cubicBezTo>
                      <a:pt x="0" y="885"/>
                      <a:pt x="177" y="1126"/>
                      <a:pt x="389" y="1126"/>
                    </a:cubicBezTo>
                    <a:cubicBezTo>
                      <a:pt x="595" y="1126"/>
                      <a:pt x="771" y="885"/>
                      <a:pt x="771" y="567"/>
                    </a:cubicBezTo>
                    <a:cubicBezTo>
                      <a:pt x="771" y="270"/>
                      <a:pt x="595" y="1"/>
                      <a:pt x="3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52"/>
              <p:cNvSpPr/>
              <p:nvPr/>
            </p:nvSpPr>
            <p:spPr>
              <a:xfrm>
                <a:off x="3753885" y="2037346"/>
                <a:ext cx="4128" cy="37861"/>
              </a:xfrm>
              <a:custGeom>
                <a:avLst/>
                <a:gdLst/>
                <a:ahLst/>
                <a:cxnLst/>
                <a:rect l="l" t="t" r="r" b="b"/>
                <a:pathLst>
                  <a:path w="122" h="1119" extrusionOk="0">
                    <a:moveTo>
                      <a:pt x="65" y="1"/>
                    </a:moveTo>
                    <a:cubicBezTo>
                      <a:pt x="29" y="1"/>
                      <a:pt x="1" y="29"/>
                      <a:pt x="1" y="58"/>
                    </a:cubicBezTo>
                    <a:lnTo>
                      <a:pt x="1" y="1062"/>
                    </a:lnTo>
                    <a:cubicBezTo>
                      <a:pt x="1" y="1090"/>
                      <a:pt x="29" y="1119"/>
                      <a:pt x="65" y="1119"/>
                    </a:cubicBezTo>
                    <a:cubicBezTo>
                      <a:pt x="93" y="1119"/>
                      <a:pt x="121" y="1090"/>
                      <a:pt x="121" y="1062"/>
                    </a:cubicBezTo>
                    <a:lnTo>
                      <a:pt x="121" y="58"/>
                    </a:lnTo>
                    <a:cubicBezTo>
                      <a:pt x="121" y="29"/>
                      <a:pt x="93" y="1"/>
                      <a:pt x="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52"/>
              <p:cNvSpPr/>
              <p:nvPr/>
            </p:nvSpPr>
            <p:spPr>
              <a:xfrm>
                <a:off x="3771852" y="2041440"/>
                <a:ext cx="20132" cy="31873"/>
              </a:xfrm>
              <a:custGeom>
                <a:avLst/>
                <a:gdLst/>
                <a:ahLst/>
                <a:cxnLst/>
                <a:rect l="l" t="t" r="r" b="b"/>
                <a:pathLst>
                  <a:path w="595" h="942" extrusionOk="0">
                    <a:moveTo>
                      <a:pt x="0" y="0"/>
                    </a:moveTo>
                    <a:lnTo>
                      <a:pt x="0" y="941"/>
                    </a:lnTo>
                    <a:lnTo>
                      <a:pt x="595" y="941"/>
                    </a:lnTo>
                    <a:lnTo>
                      <a:pt x="5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52"/>
              <p:cNvSpPr/>
              <p:nvPr/>
            </p:nvSpPr>
            <p:spPr>
              <a:xfrm>
                <a:off x="3803929" y="2039274"/>
                <a:ext cx="32820" cy="35933"/>
              </a:xfrm>
              <a:custGeom>
                <a:avLst/>
                <a:gdLst/>
                <a:ahLst/>
                <a:cxnLst/>
                <a:rect l="l" t="t" r="r" b="b"/>
                <a:pathLst>
                  <a:path w="970" h="1062" extrusionOk="0">
                    <a:moveTo>
                      <a:pt x="849" y="121"/>
                    </a:moveTo>
                    <a:lnTo>
                      <a:pt x="849" y="948"/>
                    </a:lnTo>
                    <a:lnTo>
                      <a:pt x="114" y="948"/>
                    </a:lnTo>
                    <a:lnTo>
                      <a:pt x="114" y="121"/>
                    </a:lnTo>
                    <a:close/>
                    <a:moveTo>
                      <a:pt x="57" y="1"/>
                    </a:moveTo>
                    <a:cubicBezTo>
                      <a:pt x="29" y="1"/>
                      <a:pt x="0" y="29"/>
                      <a:pt x="0" y="64"/>
                    </a:cubicBezTo>
                    <a:lnTo>
                      <a:pt x="0" y="1005"/>
                    </a:lnTo>
                    <a:cubicBezTo>
                      <a:pt x="0" y="1033"/>
                      <a:pt x="29" y="1062"/>
                      <a:pt x="57" y="1062"/>
                    </a:cubicBezTo>
                    <a:lnTo>
                      <a:pt x="913" y="1062"/>
                    </a:lnTo>
                    <a:cubicBezTo>
                      <a:pt x="941" y="1062"/>
                      <a:pt x="970" y="1033"/>
                      <a:pt x="970" y="1005"/>
                    </a:cubicBezTo>
                    <a:lnTo>
                      <a:pt x="970" y="64"/>
                    </a:lnTo>
                    <a:cubicBezTo>
                      <a:pt x="970" y="29"/>
                      <a:pt x="941" y="1"/>
                      <a:pt x="9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52"/>
              <p:cNvSpPr/>
              <p:nvPr/>
            </p:nvSpPr>
            <p:spPr>
              <a:xfrm>
                <a:off x="3847746" y="2041440"/>
                <a:ext cx="32820" cy="31873"/>
              </a:xfrm>
              <a:custGeom>
                <a:avLst/>
                <a:gdLst/>
                <a:ahLst/>
                <a:cxnLst/>
                <a:rect l="l" t="t" r="r" b="b"/>
                <a:pathLst>
                  <a:path w="970" h="942" extrusionOk="0">
                    <a:moveTo>
                      <a:pt x="0" y="0"/>
                    </a:moveTo>
                    <a:lnTo>
                      <a:pt x="0" y="941"/>
                    </a:lnTo>
                    <a:lnTo>
                      <a:pt x="969" y="941"/>
                    </a:lnTo>
                    <a:lnTo>
                      <a:pt x="9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52"/>
              <p:cNvSpPr/>
              <p:nvPr/>
            </p:nvSpPr>
            <p:spPr>
              <a:xfrm>
                <a:off x="3892477" y="2026924"/>
                <a:ext cx="25173" cy="64320"/>
              </a:xfrm>
              <a:custGeom>
                <a:avLst/>
                <a:gdLst/>
                <a:ahLst/>
                <a:cxnLst/>
                <a:rect l="l" t="t" r="r" b="b"/>
                <a:pathLst>
                  <a:path w="744" h="1901" extrusionOk="0">
                    <a:moveTo>
                      <a:pt x="349" y="0"/>
                    </a:moveTo>
                    <a:cubicBezTo>
                      <a:pt x="332" y="0"/>
                      <a:pt x="315" y="4"/>
                      <a:pt x="298" y="12"/>
                    </a:cubicBezTo>
                    <a:cubicBezTo>
                      <a:pt x="270" y="12"/>
                      <a:pt x="241" y="40"/>
                      <a:pt x="241" y="75"/>
                    </a:cubicBezTo>
                    <a:cubicBezTo>
                      <a:pt x="270" y="104"/>
                      <a:pt x="298" y="132"/>
                      <a:pt x="326" y="132"/>
                    </a:cubicBezTo>
                    <a:cubicBezTo>
                      <a:pt x="336" y="123"/>
                      <a:pt x="346" y="120"/>
                      <a:pt x="357" y="120"/>
                    </a:cubicBezTo>
                    <a:cubicBezTo>
                      <a:pt x="377" y="120"/>
                      <a:pt x="399" y="132"/>
                      <a:pt x="418" y="132"/>
                    </a:cubicBezTo>
                    <a:cubicBezTo>
                      <a:pt x="447" y="160"/>
                      <a:pt x="475" y="252"/>
                      <a:pt x="503" y="309"/>
                    </a:cubicBezTo>
                    <a:cubicBezTo>
                      <a:pt x="503" y="366"/>
                      <a:pt x="475" y="429"/>
                      <a:pt x="475" y="514"/>
                    </a:cubicBezTo>
                    <a:cubicBezTo>
                      <a:pt x="475" y="542"/>
                      <a:pt x="447" y="606"/>
                      <a:pt x="447" y="663"/>
                    </a:cubicBezTo>
                    <a:cubicBezTo>
                      <a:pt x="447" y="783"/>
                      <a:pt x="475" y="868"/>
                      <a:pt x="532" y="960"/>
                    </a:cubicBezTo>
                    <a:cubicBezTo>
                      <a:pt x="503" y="988"/>
                      <a:pt x="475" y="1016"/>
                      <a:pt x="447" y="1045"/>
                    </a:cubicBezTo>
                    <a:lnTo>
                      <a:pt x="447" y="1278"/>
                    </a:lnTo>
                    <a:lnTo>
                      <a:pt x="447" y="1313"/>
                    </a:lnTo>
                    <a:cubicBezTo>
                      <a:pt x="475" y="1455"/>
                      <a:pt x="447" y="1575"/>
                      <a:pt x="390" y="1667"/>
                    </a:cubicBezTo>
                    <a:cubicBezTo>
                      <a:pt x="344" y="1728"/>
                      <a:pt x="273" y="1775"/>
                      <a:pt x="202" y="1775"/>
                    </a:cubicBezTo>
                    <a:cubicBezTo>
                      <a:pt x="174" y="1775"/>
                      <a:pt x="147" y="1768"/>
                      <a:pt x="121" y="1752"/>
                    </a:cubicBezTo>
                    <a:cubicBezTo>
                      <a:pt x="107" y="1738"/>
                      <a:pt x="93" y="1731"/>
                      <a:pt x="79" y="1731"/>
                    </a:cubicBezTo>
                    <a:cubicBezTo>
                      <a:pt x="65" y="1731"/>
                      <a:pt x="50" y="1738"/>
                      <a:pt x="36" y="1752"/>
                    </a:cubicBezTo>
                    <a:cubicBezTo>
                      <a:pt x="1" y="1780"/>
                      <a:pt x="36" y="1809"/>
                      <a:pt x="65" y="1844"/>
                    </a:cubicBezTo>
                    <a:cubicBezTo>
                      <a:pt x="93" y="1872"/>
                      <a:pt x="150" y="1901"/>
                      <a:pt x="213" y="1901"/>
                    </a:cubicBezTo>
                    <a:cubicBezTo>
                      <a:pt x="326" y="1901"/>
                      <a:pt x="447" y="1809"/>
                      <a:pt x="503" y="1724"/>
                    </a:cubicBezTo>
                    <a:cubicBezTo>
                      <a:pt x="567" y="1604"/>
                      <a:pt x="595" y="1455"/>
                      <a:pt x="567" y="1278"/>
                    </a:cubicBezTo>
                    <a:lnTo>
                      <a:pt x="567" y="1250"/>
                    </a:lnTo>
                    <a:lnTo>
                      <a:pt x="567" y="1101"/>
                    </a:lnTo>
                    <a:cubicBezTo>
                      <a:pt x="567" y="1073"/>
                      <a:pt x="595" y="1045"/>
                      <a:pt x="623" y="1045"/>
                    </a:cubicBezTo>
                    <a:cubicBezTo>
                      <a:pt x="623" y="1016"/>
                      <a:pt x="652" y="1016"/>
                      <a:pt x="652" y="1016"/>
                    </a:cubicBezTo>
                    <a:cubicBezTo>
                      <a:pt x="660" y="1025"/>
                      <a:pt x="668" y="1028"/>
                      <a:pt x="677" y="1028"/>
                    </a:cubicBezTo>
                    <a:cubicBezTo>
                      <a:pt x="697" y="1028"/>
                      <a:pt x="719" y="1008"/>
                      <a:pt x="744" y="988"/>
                    </a:cubicBezTo>
                    <a:cubicBezTo>
                      <a:pt x="744" y="960"/>
                      <a:pt x="744" y="924"/>
                      <a:pt x="708" y="924"/>
                    </a:cubicBezTo>
                    <a:cubicBezTo>
                      <a:pt x="680" y="924"/>
                      <a:pt x="680" y="896"/>
                      <a:pt x="680" y="896"/>
                    </a:cubicBezTo>
                    <a:cubicBezTo>
                      <a:pt x="595" y="896"/>
                      <a:pt x="567" y="783"/>
                      <a:pt x="567" y="663"/>
                    </a:cubicBezTo>
                    <a:cubicBezTo>
                      <a:pt x="567" y="634"/>
                      <a:pt x="567" y="571"/>
                      <a:pt x="595" y="514"/>
                    </a:cubicBezTo>
                    <a:cubicBezTo>
                      <a:pt x="595" y="458"/>
                      <a:pt x="623" y="366"/>
                      <a:pt x="623" y="281"/>
                    </a:cubicBezTo>
                    <a:cubicBezTo>
                      <a:pt x="595" y="189"/>
                      <a:pt x="532" y="104"/>
                      <a:pt x="475" y="40"/>
                    </a:cubicBezTo>
                    <a:cubicBezTo>
                      <a:pt x="435" y="20"/>
                      <a:pt x="391" y="0"/>
                      <a:pt x="3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52"/>
              <p:cNvSpPr/>
              <p:nvPr/>
            </p:nvSpPr>
            <p:spPr>
              <a:xfrm>
                <a:off x="3928411" y="2028278"/>
                <a:ext cx="11030" cy="59854"/>
              </a:xfrm>
              <a:custGeom>
                <a:avLst/>
                <a:gdLst/>
                <a:ahLst/>
                <a:cxnLst/>
                <a:rect l="l" t="t" r="r" b="b"/>
                <a:pathLst>
                  <a:path w="326" h="1769" extrusionOk="0">
                    <a:moveTo>
                      <a:pt x="35" y="0"/>
                    </a:moveTo>
                    <a:cubicBezTo>
                      <a:pt x="0" y="35"/>
                      <a:pt x="0" y="64"/>
                      <a:pt x="0" y="92"/>
                    </a:cubicBezTo>
                    <a:cubicBezTo>
                      <a:pt x="212" y="594"/>
                      <a:pt x="212" y="1182"/>
                      <a:pt x="0" y="1684"/>
                    </a:cubicBezTo>
                    <a:cubicBezTo>
                      <a:pt x="0" y="1712"/>
                      <a:pt x="0" y="1769"/>
                      <a:pt x="35" y="1769"/>
                    </a:cubicBezTo>
                    <a:lnTo>
                      <a:pt x="64" y="1769"/>
                    </a:lnTo>
                    <a:cubicBezTo>
                      <a:pt x="92" y="1769"/>
                      <a:pt x="120" y="1769"/>
                      <a:pt x="120" y="1740"/>
                    </a:cubicBezTo>
                    <a:cubicBezTo>
                      <a:pt x="326" y="1210"/>
                      <a:pt x="326" y="594"/>
                      <a:pt x="120" y="64"/>
                    </a:cubicBezTo>
                    <a:cubicBezTo>
                      <a:pt x="92" y="35"/>
                      <a:pt x="64" y="0"/>
                      <a:pt x="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52"/>
              <p:cNvSpPr/>
              <p:nvPr/>
            </p:nvSpPr>
            <p:spPr>
              <a:xfrm>
                <a:off x="3941573" y="2027296"/>
                <a:ext cx="14854" cy="68990"/>
              </a:xfrm>
              <a:custGeom>
                <a:avLst/>
                <a:gdLst/>
                <a:ahLst/>
                <a:cxnLst/>
                <a:rect l="l" t="t" r="r" b="b"/>
                <a:pathLst>
                  <a:path w="439" h="2039" extrusionOk="0">
                    <a:moveTo>
                      <a:pt x="85" y="1"/>
                    </a:moveTo>
                    <a:cubicBezTo>
                      <a:pt x="57" y="29"/>
                      <a:pt x="28" y="64"/>
                      <a:pt x="57" y="93"/>
                    </a:cubicBezTo>
                    <a:cubicBezTo>
                      <a:pt x="319" y="680"/>
                      <a:pt x="290" y="1387"/>
                      <a:pt x="0" y="1946"/>
                    </a:cubicBezTo>
                    <a:cubicBezTo>
                      <a:pt x="0" y="1975"/>
                      <a:pt x="0" y="2038"/>
                      <a:pt x="28" y="2038"/>
                    </a:cubicBezTo>
                    <a:lnTo>
                      <a:pt x="57" y="2038"/>
                    </a:lnTo>
                    <a:cubicBezTo>
                      <a:pt x="85" y="2038"/>
                      <a:pt x="85" y="2038"/>
                      <a:pt x="113" y="2010"/>
                    </a:cubicBezTo>
                    <a:cubicBezTo>
                      <a:pt x="439" y="1416"/>
                      <a:pt x="439" y="652"/>
                      <a:pt x="142" y="29"/>
                    </a:cubicBezTo>
                    <a:cubicBezTo>
                      <a:pt x="142" y="1"/>
                      <a:pt x="113" y="1"/>
                      <a:pt x="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52"/>
              <p:cNvSpPr/>
              <p:nvPr/>
            </p:nvSpPr>
            <p:spPr>
              <a:xfrm>
                <a:off x="3622264" y="2026924"/>
                <a:ext cx="24903" cy="64320"/>
              </a:xfrm>
              <a:custGeom>
                <a:avLst/>
                <a:gdLst/>
                <a:ahLst/>
                <a:cxnLst/>
                <a:rect l="l" t="t" r="r" b="b"/>
                <a:pathLst>
                  <a:path w="736" h="1901" extrusionOk="0">
                    <a:moveTo>
                      <a:pt x="417" y="0"/>
                    </a:moveTo>
                    <a:cubicBezTo>
                      <a:pt x="367" y="0"/>
                      <a:pt x="309" y="20"/>
                      <a:pt x="269" y="40"/>
                    </a:cubicBezTo>
                    <a:cubicBezTo>
                      <a:pt x="205" y="104"/>
                      <a:pt x="149" y="189"/>
                      <a:pt x="149" y="281"/>
                    </a:cubicBezTo>
                    <a:cubicBezTo>
                      <a:pt x="120" y="366"/>
                      <a:pt x="149" y="458"/>
                      <a:pt x="149" y="514"/>
                    </a:cubicBezTo>
                    <a:cubicBezTo>
                      <a:pt x="177" y="571"/>
                      <a:pt x="177" y="634"/>
                      <a:pt x="177" y="663"/>
                    </a:cubicBezTo>
                    <a:cubicBezTo>
                      <a:pt x="177" y="783"/>
                      <a:pt x="149" y="896"/>
                      <a:pt x="64" y="896"/>
                    </a:cubicBezTo>
                    <a:lnTo>
                      <a:pt x="64" y="924"/>
                    </a:lnTo>
                    <a:cubicBezTo>
                      <a:pt x="28" y="924"/>
                      <a:pt x="0" y="960"/>
                      <a:pt x="0" y="988"/>
                    </a:cubicBezTo>
                    <a:cubicBezTo>
                      <a:pt x="20" y="1008"/>
                      <a:pt x="44" y="1028"/>
                      <a:pt x="66" y="1028"/>
                    </a:cubicBezTo>
                    <a:cubicBezTo>
                      <a:pt x="75" y="1028"/>
                      <a:pt x="84" y="1025"/>
                      <a:pt x="92" y="1016"/>
                    </a:cubicBezTo>
                    <a:cubicBezTo>
                      <a:pt x="120" y="1016"/>
                      <a:pt x="120" y="1016"/>
                      <a:pt x="120" y="1045"/>
                    </a:cubicBezTo>
                    <a:cubicBezTo>
                      <a:pt x="149" y="1045"/>
                      <a:pt x="177" y="1073"/>
                      <a:pt x="177" y="1101"/>
                    </a:cubicBezTo>
                    <a:cubicBezTo>
                      <a:pt x="205" y="1137"/>
                      <a:pt x="177" y="1193"/>
                      <a:pt x="177" y="1250"/>
                    </a:cubicBezTo>
                    <a:lnTo>
                      <a:pt x="177" y="1278"/>
                    </a:lnTo>
                    <a:cubicBezTo>
                      <a:pt x="149" y="1455"/>
                      <a:pt x="177" y="1604"/>
                      <a:pt x="269" y="1724"/>
                    </a:cubicBezTo>
                    <a:cubicBezTo>
                      <a:pt x="325" y="1809"/>
                      <a:pt x="446" y="1901"/>
                      <a:pt x="559" y="1901"/>
                    </a:cubicBezTo>
                    <a:cubicBezTo>
                      <a:pt x="594" y="1901"/>
                      <a:pt x="651" y="1872"/>
                      <a:pt x="707" y="1844"/>
                    </a:cubicBezTo>
                    <a:cubicBezTo>
                      <a:pt x="736" y="1809"/>
                      <a:pt x="736" y="1780"/>
                      <a:pt x="707" y="1752"/>
                    </a:cubicBezTo>
                    <a:cubicBezTo>
                      <a:pt x="707" y="1738"/>
                      <a:pt x="693" y="1731"/>
                      <a:pt x="676" y="1731"/>
                    </a:cubicBezTo>
                    <a:cubicBezTo>
                      <a:pt x="658" y="1731"/>
                      <a:pt x="637" y="1738"/>
                      <a:pt x="623" y="1752"/>
                    </a:cubicBezTo>
                    <a:cubicBezTo>
                      <a:pt x="597" y="1768"/>
                      <a:pt x="570" y="1775"/>
                      <a:pt x="542" y="1775"/>
                    </a:cubicBezTo>
                    <a:cubicBezTo>
                      <a:pt x="471" y="1775"/>
                      <a:pt x="400" y="1728"/>
                      <a:pt x="354" y="1667"/>
                    </a:cubicBezTo>
                    <a:cubicBezTo>
                      <a:pt x="297" y="1575"/>
                      <a:pt x="269" y="1455"/>
                      <a:pt x="297" y="1313"/>
                    </a:cubicBezTo>
                    <a:lnTo>
                      <a:pt x="297" y="1278"/>
                    </a:lnTo>
                    <a:cubicBezTo>
                      <a:pt x="297" y="1193"/>
                      <a:pt x="325" y="1137"/>
                      <a:pt x="297" y="1045"/>
                    </a:cubicBezTo>
                    <a:cubicBezTo>
                      <a:pt x="269" y="1016"/>
                      <a:pt x="241" y="988"/>
                      <a:pt x="205" y="960"/>
                    </a:cubicBezTo>
                    <a:cubicBezTo>
                      <a:pt x="269" y="868"/>
                      <a:pt x="297" y="783"/>
                      <a:pt x="297" y="663"/>
                    </a:cubicBezTo>
                    <a:cubicBezTo>
                      <a:pt x="297" y="606"/>
                      <a:pt x="297" y="542"/>
                      <a:pt x="269" y="514"/>
                    </a:cubicBezTo>
                    <a:cubicBezTo>
                      <a:pt x="269" y="429"/>
                      <a:pt x="241" y="366"/>
                      <a:pt x="269" y="309"/>
                    </a:cubicBezTo>
                    <a:cubicBezTo>
                      <a:pt x="269" y="252"/>
                      <a:pt x="297" y="160"/>
                      <a:pt x="354" y="132"/>
                    </a:cubicBezTo>
                    <a:cubicBezTo>
                      <a:pt x="373" y="132"/>
                      <a:pt x="395" y="120"/>
                      <a:pt x="416" y="120"/>
                    </a:cubicBezTo>
                    <a:cubicBezTo>
                      <a:pt x="426" y="120"/>
                      <a:pt x="436" y="123"/>
                      <a:pt x="446" y="132"/>
                    </a:cubicBezTo>
                    <a:cubicBezTo>
                      <a:pt x="474" y="132"/>
                      <a:pt x="502" y="104"/>
                      <a:pt x="502" y="75"/>
                    </a:cubicBezTo>
                    <a:cubicBezTo>
                      <a:pt x="502" y="40"/>
                      <a:pt x="502" y="12"/>
                      <a:pt x="474" y="12"/>
                    </a:cubicBezTo>
                    <a:cubicBezTo>
                      <a:pt x="457" y="4"/>
                      <a:pt x="438" y="0"/>
                      <a:pt x="41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52"/>
              <p:cNvSpPr/>
              <p:nvPr/>
            </p:nvSpPr>
            <p:spPr>
              <a:xfrm>
                <a:off x="3600474" y="2028278"/>
                <a:ext cx="11978" cy="59854"/>
              </a:xfrm>
              <a:custGeom>
                <a:avLst/>
                <a:gdLst/>
                <a:ahLst/>
                <a:cxnLst/>
                <a:rect l="l" t="t" r="r" b="b"/>
                <a:pathLst>
                  <a:path w="354" h="1769" extrusionOk="0">
                    <a:moveTo>
                      <a:pt x="290" y="0"/>
                    </a:moveTo>
                    <a:cubicBezTo>
                      <a:pt x="262" y="0"/>
                      <a:pt x="234" y="35"/>
                      <a:pt x="234" y="64"/>
                    </a:cubicBezTo>
                    <a:cubicBezTo>
                      <a:pt x="0" y="594"/>
                      <a:pt x="0" y="1210"/>
                      <a:pt x="205" y="1740"/>
                    </a:cubicBezTo>
                    <a:cubicBezTo>
                      <a:pt x="234" y="1769"/>
                      <a:pt x="234" y="1769"/>
                      <a:pt x="262" y="1769"/>
                    </a:cubicBezTo>
                    <a:lnTo>
                      <a:pt x="290" y="1769"/>
                    </a:lnTo>
                    <a:cubicBezTo>
                      <a:pt x="319" y="1769"/>
                      <a:pt x="319" y="1712"/>
                      <a:pt x="319" y="1684"/>
                    </a:cubicBezTo>
                    <a:cubicBezTo>
                      <a:pt x="113" y="1182"/>
                      <a:pt x="113" y="594"/>
                      <a:pt x="319" y="92"/>
                    </a:cubicBezTo>
                    <a:cubicBezTo>
                      <a:pt x="354" y="64"/>
                      <a:pt x="319" y="35"/>
                      <a:pt x="2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52"/>
              <p:cNvSpPr/>
              <p:nvPr/>
            </p:nvSpPr>
            <p:spPr>
              <a:xfrm>
                <a:off x="3583454" y="2027296"/>
                <a:ext cx="14887" cy="68990"/>
              </a:xfrm>
              <a:custGeom>
                <a:avLst/>
                <a:gdLst/>
                <a:ahLst/>
                <a:cxnLst/>
                <a:rect l="l" t="t" r="r" b="b"/>
                <a:pathLst>
                  <a:path w="440" h="2039" extrusionOk="0">
                    <a:moveTo>
                      <a:pt x="355" y="1"/>
                    </a:moveTo>
                    <a:cubicBezTo>
                      <a:pt x="326" y="1"/>
                      <a:pt x="291" y="1"/>
                      <a:pt x="291" y="29"/>
                    </a:cubicBezTo>
                    <a:cubicBezTo>
                      <a:pt x="1" y="652"/>
                      <a:pt x="29" y="1416"/>
                      <a:pt x="326" y="2010"/>
                    </a:cubicBezTo>
                    <a:cubicBezTo>
                      <a:pt x="355" y="2038"/>
                      <a:pt x="355" y="2038"/>
                      <a:pt x="383" y="2038"/>
                    </a:cubicBezTo>
                    <a:lnTo>
                      <a:pt x="411" y="2038"/>
                    </a:lnTo>
                    <a:cubicBezTo>
                      <a:pt x="440" y="2038"/>
                      <a:pt x="440" y="1975"/>
                      <a:pt x="440" y="1946"/>
                    </a:cubicBezTo>
                    <a:cubicBezTo>
                      <a:pt x="150" y="1387"/>
                      <a:pt x="114" y="680"/>
                      <a:pt x="383" y="93"/>
                    </a:cubicBezTo>
                    <a:cubicBezTo>
                      <a:pt x="411" y="64"/>
                      <a:pt x="383" y="29"/>
                      <a:pt x="3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2" name="Google Shape;1982;p52"/>
            <p:cNvGrpSpPr/>
            <p:nvPr/>
          </p:nvGrpSpPr>
          <p:grpSpPr>
            <a:xfrm>
              <a:off x="490876" y="1760660"/>
              <a:ext cx="598344" cy="498891"/>
              <a:chOff x="2715768" y="1997386"/>
              <a:chExt cx="269330" cy="224564"/>
            </a:xfrm>
          </p:grpSpPr>
          <p:sp>
            <p:nvSpPr>
              <p:cNvPr id="1983" name="Google Shape;1983;p52"/>
              <p:cNvSpPr/>
              <p:nvPr/>
            </p:nvSpPr>
            <p:spPr>
              <a:xfrm>
                <a:off x="2868233" y="1997386"/>
                <a:ext cx="116866" cy="116832"/>
              </a:xfrm>
              <a:custGeom>
                <a:avLst/>
                <a:gdLst/>
                <a:ahLst/>
                <a:cxnLst/>
                <a:rect l="l" t="t" r="r" b="b"/>
                <a:pathLst>
                  <a:path w="3454" h="3453" extrusionOk="0">
                    <a:moveTo>
                      <a:pt x="1729" y="947"/>
                    </a:moveTo>
                    <a:cubicBezTo>
                      <a:pt x="1938" y="947"/>
                      <a:pt x="2145" y="1036"/>
                      <a:pt x="2300" y="1210"/>
                    </a:cubicBezTo>
                    <a:cubicBezTo>
                      <a:pt x="2597" y="1536"/>
                      <a:pt x="2597" y="2038"/>
                      <a:pt x="2272" y="2328"/>
                    </a:cubicBezTo>
                    <a:cubicBezTo>
                      <a:pt x="2120" y="2466"/>
                      <a:pt x="1930" y="2534"/>
                      <a:pt x="1741" y="2534"/>
                    </a:cubicBezTo>
                    <a:cubicBezTo>
                      <a:pt x="1524" y="2534"/>
                      <a:pt x="1309" y="2445"/>
                      <a:pt x="1154" y="2271"/>
                    </a:cubicBezTo>
                    <a:cubicBezTo>
                      <a:pt x="857" y="1946"/>
                      <a:pt x="885" y="1444"/>
                      <a:pt x="1211" y="1154"/>
                    </a:cubicBezTo>
                    <a:cubicBezTo>
                      <a:pt x="1362" y="1015"/>
                      <a:pt x="1546" y="947"/>
                      <a:pt x="1729" y="947"/>
                    </a:cubicBezTo>
                    <a:close/>
                    <a:moveTo>
                      <a:pt x="1621" y="1"/>
                    </a:moveTo>
                    <a:cubicBezTo>
                      <a:pt x="1656" y="1"/>
                      <a:pt x="1656" y="29"/>
                      <a:pt x="1656" y="29"/>
                    </a:cubicBezTo>
                    <a:cubicBezTo>
                      <a:pt x="1684" y="177"/>
                      <a:pt x="1593" y="354"/>
                      <a:pt x="1444" y="383"/>
                    </a:cubicBezTo>
                    <a:cubicBezTo>
                      <a:pt x="1423" y="387"/>
                      <a:pt x="1402" y="389"/>
                      <a:pt x="1382" y="389"/>
                    </a:cubicBezTo>
                    <a:cubicBezTo>
                      <a:pt x="1235" y="389"/>
                      <a:pt x="1121" y="280"/>
                      <a:pt x="1090" y="149"/>
                    </a:cubicBezTo>
                    <a:lnTo>
                      <a:pt x="1090" y="121"/>
                    </a:lnTo>
                    <a:cubicBezTo>
                      <a:pt x="977" y="149"/>
                      <a:pt x="885" y="206"/>
                      <a:pt x="800" y="269"/>
                    </a:cubicBezTo>
                    <a:cubicBezTo>
                      <a:pt x="800" y="269"/>
                      <a:pt x="800" y="298"/>
                      <a:pt x="828" y="298"/>
                    </a:cubicBezTo>
                    <a:cubicBezTo>
                      <a:pt x="913" y="418"/>
                      <a:pt x="913" y="595"/>
                      <a:pt x="800" y="708"/>
                    </a:cubicBezTo>
                    <a:cubicBezTo>
                      <a:pt x="744" y="751"/>
                      <a:pt x="676" y="774"/>
                      <a:pt x="610" y="774"/>
                    </a:cubicBezTo>
                    <a:cubicBezTo>
                      <a:pt x="535" y="774"/>
                      <a:pt x="463" y="744"/>
                      <a:pt x="418" y="680"/>
                    </a:cubicBezTo>
                    <a:cubicBezTo>
                      <a:pt x="383" y="680"/>
                      <a:pt x="383" y="651"/>
                      <a:pt x="383" y="651"/>
                    </a:cubicBezTo>
                    <a:cubicBezTo>
                      <a:pt x="326" y="736"/>
                      <a:pt x="270" y="828"/>
                      <a:pt x="206" y="913"/>
                    </a:cubicBezTo>
                    <a:cubicBezTo>
                      <a:pt x="206" y="913"/>
                      <a:pt x="241" y="913"/>
                      <a:pt x="241" y="948"/>
                    </a:cubicBezTo>
                    <a:cubicBezTo>
                      <a:pt x="383" y="977"/>
                      <a:pt x="475" y="1154"/>
                      <a:pt x="418" y="1302"/>
                    </a:cubicBezTo>
                    <a:cubicBezTo>
                      <a:pt x="390" y="1415"/>
                      <a:pt x="272" y="1496"/>
                      <a:pt x="154" y="1496"/>
                    </a:cubicBezTo>
                    <a:cubicBezTo>
                      <a:pt x="124" y="1496"/>
                      <a:pt x="93" y="1491"/>
                      <a:pt x="64" y="1479"/>
                    </a:cubicBezTo>
                    <a:lnTo>
                      <a:pt x="29" y="1479"/>
                    </a:lnTo>
                    <a:cubicBezTo>
                      <a:pt x="29" y="1564"/>
                      <a:pt x="1" y="1684"/>
                      <a:pt x="29" y="1797"/>
                    </a:cubicBezTo>
                    <a:lnTo>
                      <a:pt x="64" y="1797"/>
                    </a:lnTo>
                    <a:cubicBezTo>
                      <a:pt x="89" y="1788"/>
                      <a:pt x="113" y="1783"/>
                      <a:pt x="138" y="1783"/>
                    </a:cubicBezTo>
                    <a:cubicBezTo>
                      <a:pt x="254" y="1783"/>
                      <a:pt x="359" y="1887"/>
                      <a:pt x="383" y="2010"/>
                    </a:cubicBezTo>
                    <a:cubicBezTo>
                      <a:pt x="418" y="2151"/>
                      <a:pt x="326" y="2300"/>
                      <a:pt x="178" y="2328"/>
                    </a:cubicBezTo>
                    <a:lnTo>
                      <a:pt x="149" y="2363"/>
                    </a:lnTo>
                    <a:cubicBezTo>
                      <a:pt x="178" y="2448"/>
                      <a:pt x="241" y="2569"/>
                      <a:pt x="298" y="2653"/>
                    </a:cubicBezTo>
                    <a:cubicBezTo>
                      <a:pt x="298" y="2653"/>
                      <a:pt x="298" y="2625"/>
                      <a:pt x="326" y="2625"/>
                    </a:cubicBezTo>
                    <a:cubicBezTo>
                      <a:pt x="378" y="2573"/>
                      <a:pt x="441" y="2550"/>
                      <a:pt x="502" y="2550"/>
                    </a:cubicBezTo>
                    <a:cubicBezTo>
                      <a:pt x="582" y="2550"/>
                      <a:pt x="660" y="2589"/>
                      <a:pt x="708" y="2653"/>
                    </a:cubicBezTo>
                    <a:cubicBezTo>
                      <a:pt x="828" y="2774"/>
                      <a:pt x="828" y="2951"/>
                      <a:pt x="708" y="3035"/>
                    </a:cubicBezTo>
                    <a:lnTo>
                      <a:pt x="680" y="3071"/>
                    </a:lnTo>
                    <a:cubicBezTo>
                      <a:pt x="772" y="3156"/>
                      <a:pt x="857" y="3212"/>
                      <a:pt x="949" y="3276"/>
                    </a:cubicBezTo>
                    <a:cubicBezTo>
                      <a:pt x="949" y="3248"/>
                      <a:pt x="949" y="3248"/>
                      <a:pt x="977" y="3212"/>
                    </a:cubicBezTo>
                    <a:cubicBezTo>
                      <a:pt x="1000" y="3100"/>
                      <a:pt x="1116" y="3018"/>
                      <a:pt x="1238" y="3018"/>
                    </a:cubicBezTo>
                    <a:cubicBezTo>
                      <a:pt x="1269" y="3018"/>
                      <a:pt x="1300" y="3024"/>
                      <a:pt x="1331" y="3035"/>
                    </a:cubicBezTo>
                    <a:cubicBezTo>
                      <a:pt x="1479" y="3099"/>
                      <a:pt x="1536" y="3248"/>
                      <a:pt x="1508" y="3389"/>
                    </a:cubicBezTo>
                    <a:cubicBezTo>
                      <a:pt x="1508" y="3425"/>
                      <a:pt x="1508" y="3425"/>
                      <a:pt x="1479" y="3453"/>
                    </a:cubicBezTo>
                    <a:lnTo>
                      <a:pt x="1833" y="3453"/>
                    </a:lnTo>
                    <a:cubicBezTo>
                      <a:pt x="1833" y="3453"/>
                      <a:pt x="1833" y="3425"/>
                      <a:pt x="1798" y="3425"/>
                    </a:cubicBezTo>
                    <a:cubicBezTo>
                      <a:pt x="1769" y="3276"/>
                      <a:pt x="1890" y="3127"/>
                      <a:pt x="2038" y="3071"/>
                    </a:cubicBezTo>
                    <a:cubicBezTo>
                      <a:pt x="2056" y="3067"/>
                      <a:pt x="2074" y="3065"/>
                      <a:pt x="2091" y="3065"/>
                    </a:cubicBezTo>
                    <a:cubicBezTo>
                      <a:pt x="2219" y="3065"/>
                      <a:pt x="2332" y="3173"/>
                      <a:pt x="2364" y="3304"/>
                    </a:cubicBezTo>
                    <a:lnTo>
                      <a:pt x="2364" y="3333"/>
                    </a:lnTo>
                    <a:cubicBezTo>
                      <a:pt x="2477" y="3304"/>
                      <a:pt x="2569" y="3248"/>
                      <a:pt x="2682" y="3184"/>
                    </a:cubicBezTo>
                    <a:cubicBezTo>
                      <a:pt x="2654" y="3184"/>
                      <a:pt x="2654" y="3184"/>
                      <a:pt x="2654" y="3156"/>
                    </a:cubicBezTo>
                    <a:cubicBezTo>
                      <a:pt x="2540" y="3035"/>
                      <a:pt x="2540" y="2859"/>
                      <a:pt x="2654" y="2774"/>
                    </a:cubicBezTo>
                    <a:cubicBezTo>
                      <a:pt x="2714" y="2714"/>
                      <a:pt x="2788" y="2683"/>
                      <a:pt x="2862" y="2683"/>
                    </a:cubicBezTo>
                    <a:cubicBezTo>
                      <a:pt x="2937" y="2683"/>
                      <a:pt x="3011" y="2714"/>
                      <a:pt x="3071" y="2774"/>
                    </a:cubicBezTo>
                    <a:cubicBezTo>
                      <a:pt x="3071" y="2802"/>
                      <a:pt x="3071" y="2802"/>
                      <a:pt x="3099" y="2830"/>
                    </a:cubicBezTo>
                    <a:cubicBezTo>
                      <a:pt x="3156" y="2717"/>
                      <a:pt x="3213" y="2625"/>
                      <a:pt x="3276" y="2540"/>
                    </a:cubicBezTo>
                    <a:cubicBezTo>
                      <a:pt x="3248" y="2540"/>
                      <a:pt x="3248" y="2540"/>
                      <a:pt x="3213" y="2505"/>
                    </a:cubicBezTo>
                    <a:cubicBezTo>
                      <a:pt x="3071" y="2477"/>
                      <a:pt x="2979" y="2300"/>
                      <a:pt x="3036" y="2151"/>
                    </a:cubicBezTo>
                    <a:cubicBezTo>
                      <a:pt x="3086" y="2039"/>
                      <a:pt x="3191" y="1957"/>
                      <a:pt x="3303" y="1957"/>
                    </a:cubicBezTo>
                    <a:cubicBezTo>
                      <a:pt x="3331" y="1957"/>
                      <a:pt x="3360" y="1963"/>
                      <a:pt x="3389" y="1974"/>
                    </a:cubicBezTo>
                    <a:cubicBezTo>
                      <a:pt x="3425" y="1974"/>
                      <a:pt x="3425" y="1974"/>
                      <a:pt x="3453" y="2010"/>
                    </a:cubicBezTo>
                    <a:lnTo>
                      <a:pt x="3453" y="1656"/>
                    </a:lnTo>
                    <a:cubicBezTo>
                      <a:pt x="3453" y="1656"/>
                      <a:pt x="3425" y="1656"/>
                      <a:pt x="3425" y="1684"/>
                    </a:cubicBezTo>
                    <a:cubicBezTo>
                      <a:pt x="3407" y="1687"/>
                      <a:pt x="3390" y="1688"/>
                      <a:pt x="3373" y="1688"/>
                    </a:cubicBezTo>
                    <a:cubicBezTo>
                      <a:pt x="3220" y="1688"/>
                      <a:pt x="3097" y="1578"/>
                      <a:pt x="3071" y="1444"/>
                    </a:cubicBezTo>
                    <a:cubicBezTo>
                      <a:pt x="3036" y="1302"/>
                      <a:pt x="3128" y="1154"/>
                      <a:pt x="3276" y="1125"/>
                    </a:cubicBezTo>
                    <a:cubicBezTo>
                      <a:pt x="3305" y="1090"/>
                      <a:pt x="3305" y="1090"/>
                      <a:pt x="3333" y="1090"/>
                    </a:cubicBezTo>
                    <a:cubicBezTo>
                      <a:pt x="3276" y="1005"/>
                      <a:pt x="3248" y="885"/>
                      <a:pt x="3156" y="800"/>
                    </a:cubicBezTo>
                    <a:lnTo>
                      <a:pt x="3156" y="828"/>
                    </a:lnTo>
                    <a:cubicBezTo>
                      <a:pt x="3104" y="880"/>
                      <a:pt x="3041" y="903"/>
                      <a:pt x="2978" y="903"/>
                    </a:cubicBezTo>
                    <a:cubicBezTo>
                      <a:pt x="2894" y="903"/>
                      <a:pt x="2810" y="864"/>
                      <a:pt x="2746" y="800"/>
                    </a:cubicBezTo>
                    <a:cubicBezTo>
                      <a:pt x="2625" y="680"/>
                      <a:pt x="2654" y="503"/>
                      <a:pt x="2774" y="418"/>
                    </a:cubicBezTo>
                    <a:cubicBezTo>
                      <a:pt x="2774" y="383"/>
                      <a:pt x="2774" y="383"/>
                      <a:pt x="2802" y="383"/>
                    </a:cubicBezTo>
                    <a:cubicBezTo>
                      <a:pt x="2717" y="326"/>
                      <a:pt x="2597" y="241"/>
                      <a:pt x="2505" y="206"/>
                    </a:cubicBezTo>
                    <a:lnTo>
                      <a:pt x="2505" y="241"/>
                    </a:lnTo>
                    <a:cubicBezTo>
                      <a:pt x="2460" y="354"/>
                      <a:pt x="2357" y="435"/>
                      <a:pt x="2242" y="435"/>
                    </a:cubicBezTo>
                    <a:cubicBezTo>
                      <a:pt x="2212" y="435"/>
                      <a:pt x="2182" y="429"/>
                      <a:pt x="2151" y="418"/>
                    </a:cubicBezTo>
                    <a:cubicBezTo>
                      <a:pt x="2010" y="354"/>
                      <a:pt x="1918" y="206"/>
                      <a:pt x="1946" y="64"/>
                    </a:cubicBezTo>
                    <a:cubicBezTo>
                      <a:pt x="1946" y="29"/>
                      <a:pt x="1975" y="29"/>
                      <a:pt x="1975" y="29"/>
                    </a:cubicBezTo>
                    <a:cubicBezTo>
                      <a:pt x="1861" y="1"/>
                      <a:pt x="1741" y="1"/>
                      <a:pt x="16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52"/>
              <p:cNvSpPr/>
              <p:nvPr/>
            </p:nvSpPr>
            <p:spPr>
              <a:xfrm>
                <a:off x="2888365" y="2020360"/>
                <a:ext cx="77821" cy="70884"/>
              </a:xfrm>
              <a:custGeom>
                <a:avLst/>
                <a:gdLst/>
                <a:ahLst/>
                <a:cxnLst/>
                <a:rect l="l" t="t" r="r" b="b"/>
                <a:pathLst>
                  <a:path w="2300" h="2095" extrusionOk="0">
                    <a:moveTo>
                      <a:pt x="1118" y="57"/>
                    </a:moveTo>
                    <a:cubicBezTo>
                      <a:pt x="1415" y="57"/>
                      <a:pt x="1677" y="178"/>
                      <a:pt x="1854" y="383"/>
                    </a:cubicBezTo>
                    <a:cubicBezTo>
                      <a:pt x="2236" y="800"/>
                      <a:pt x="2207" y="1416"/>
                      <a:pt x="1797" y="1798"/>
                    </a:cubicBezTo>
                    <a:cubicBezTo>
                      <a:pt x="1620" y="1946"/>
                      <a:pt x="1380" y="2038"/>
                      <a:pt x="1146" y="2038"/>
                    </a:cubicBezTo>
                    <a:cubicBezTo>
                      <a:pt x="884" y="2038"/>
                      <a:pt x="616" y="1918"/>
                      <a:pt x="410" y="1713"/>
                    </a:cubicBezTo>
                    <a:cubicBezTo>
                      <a:pt x="57" y="1295"/>
                      <a:pt x="85" y="680"/>
                      <a:pt x="467" y="326"/>
                    </a:cubicBezTo>
                    <a:cubicBezTo>
                      <a:pt x="644" y="149"/>
                      <a:pt x="884" y="57"/>
                      <a:pt x="1118" y="57"/>
                    </a:cubicBezTo>
                    <a:close/>
                    <a:moveTo>
                      <a:pt x="1118" y="1"/>
                    </a:moveTo>
                    <a:cubicBezTo>
                      <a:pt x="884" y="1"/>
                      <a:pt x="616" y="93"/>
                      <a:pt x="439" y="269"/>
                    </a:cubicBezTo>
                    <a:cubicBezTo>
                      <a:pt x="0" y="652"/>
                      <a:pt x="0" y="1331"/>
                      <a:pt x="382" y="1741"/>
                    </a:cubicBezTo>
                    <a:cubicBezTo>
                      <a:pt x="587" y="1974"/>
                      <a:pt x="849" y="2095"/>
                      <a:pt x="1146" y="2095"/>
                    </a:cubicBezTo>
                    <a:cubicBezTo>
                      <a:pt x="1415" y="2095"/>
                      <a:pt x="1648" y="2003"/>
                      <a:pt x="1854" y="1826"/>
                    </a:cubicBezTo>
                    <a:cubicBezTo>
                      <a:pt x="2264" y="1444"/>
                      <a:pt x="2299" y="800"/>
                      <a:pt x="1910" y="354"/>
                    </a:cubicBezTo>
                    <a:cubicBezTo>
                      <a:pt x="1705" y="149"/>
                      <a:pt x="1415" y="1"/>
                      <a:pt x="11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52"/>
              <p:cNvSpPr/>
              <p:nvPr/>
            </p:nvSpPr>
            <p:spPr>
              <a:xfrm>
                <a:off x="2715768" y="2042387"/>
                <a:ext cx="179562" cy="179562"/>
              </a:xfrm>
              <a:custGeom>
                <a:avLst/>
                <a:gdLst/>
                <a:ahLst/>
                <a:cxnLst/>
                <a:rect l="l" t="t" r="r" b="b"/>
                <a:pathLst>
                  <a:path w="5307" h="5307" extrusionOk="0">
                    <a:moveTo>
                      <a:pt x="2625" y="861"/>
                    </a:moveTo>
                    <a:cubicBezTo>
                      <a:pt x="3132" y="861"/>
                      <a:pt x="3636" y="1078"/>
                      <a:pt x="3976" y="1500"/>
                    </a:cubicBezTo>
                    <a:cubicBezTo>
                      <a:pt x="4627" y="2271"/>
                      <a:pt x="4535" y="3389"/>
                      <a:pt x="3799" y="4040"/>
                    </a:cubicBezTo>
                    <a:cubicBezTo>
                      <a:pt x="3475" y="4312"/>
                      <a:pt x="3075" y="4447"/>
                      <a:pt x="2675" y="4447"/>
                    </a:cubicBezTo>
                    <a:cubicBezTo>
                      <a:pt x="2168" y="4447"/>
                      <a:pt x="1659" y="4230"/>
                      <a:pt x="1295" y="3799"/>
                    </a:cubicBezTo>
                    <a:cubicBezTo>
                      <a:pt x="644" y="3064"/>
                      <a:pt x="736" y="1918"/>
                      <a:pt x="1472" y="1295"/>
                    </a:cubicBezTo>
                    <a:cubicBezTo>
                      <a:pt x="1801" y="1004"/>
                      <a:pt x="2214" y="861"/>
                      <a:pt x="2625" y="861"/>
                    </a:cubicBezTo>
                    <a:close/>
                    <a:moveTo>
                      <a:pt x="2590" y="1"/>
                    </a:moveTo>
                    <a:lnTo>
                      <a:pt x="2590" y="29"/>
                    </a:lnTo>
                    <a:cubicBezTo>
                      <a:pt x="2653" y="262"/>
                      <a:pt x="2476" y="503"/>
                      <a:pt x="2236" y="559"/>
                    </a:cubicBezTo>
                    <a:cubicBezTo>
                      <a:pt x="2217" y="562"/>
                      <a:pt x="2198" y="563"/>
                      <a:pt x="2179" y="563"/>
                    </a:cubicBezTo>
                    <a:cubicBezTo>
                      <a:pt x="1966" y="563"/>
                      <a:pt x="1767" y="420"/>
                      <a:pt x="1741" y="206"/>
                    </a:cubicBezTo>
                    <a:lnTo>
                      <a:pt x="1741" y="149"/>
                    </a:lnTo>
                    <a:cubicBezTo>
                      <a:pt x="1564" y="206"/>
                      <a:pt x="1415" y="262"/>
                      <a:pt x="1267" y="354"/>
                    </a:cubicBezTo>
                    <a:cubicBezTo>
                      <a:pt x="1267" y="383"/>
                      <a:pt x="1295" y="383"/>
                      <a:pt x="1295" y="383"/>
                    </a:cubicBezTo>
                    <a:cubicBezTo>
                      <a:pt x="1472" y="588"/>
                      <a:pt x="1444" y="856"/>
                      <a:pt x="1267" y="998"/>
                    </a:cubicBezTo>
                    <a:cubicBezTo>
                      <a:pt x="1188" y="1077"/>
                      <a:pt x="1086" y="1115"/>
                      <a:pt x="983" y="1115"/>
                    </a:cubicBezTo>
                    <a:cubicBezTo>
                      <a:pt x="855" y="1115"/>
                      <a:pt x="727" y="1055"/>
                      <a:pt x="644" y="941"/>
                    </a:cubicBezTo>
                    <a:cubicBezTo>
                      <a:pt x="616" y="941"/>
                      <a:pt x="616" y="941"/>
                      <a:pt x="616" y="913"/>
                    </a:cubicBezTo>
                    <a:cubicBezTo>
                      <a:pt x="503" y="1062"/>
                      <a:pt x="411" y="1175"/>
                      <a:pt x="326" y="1323"/>
                    </a:cubicBezTo>
                    <a:cubicBezTo>
                      <a:pt x="354" y="1323"/>
                      <a:pt x="354" y="1352"/>
                      <a:pt x="382" y="1352"/>
                    </a:cubicBezTo>
                    <a:cubicBezTo>
                      <a:pt x="588" y="1444"/>
                      <a:pt x="708" y="1677"/>
                      <a:pt x="644" y="1918"/>
                    </a:cubicBezTo>
                    <a:cubicBezTo>
                      <a:pt x="579" y="2098"/>
                      <a:pt x="425" y="2210"/>
                      <a:pt x="248" y="2210"/>
                    </a:cubicBezTo>
                    <a:cubicBezTo>
                      <a:pt x="195" y="2210"/>
                      <a:pt x="140" y="2200"/>
                      <a:pt x="85" y="2179"/>
                    </a:cubicBezTo>
                    <a:cubicBezTo>
                      <a:pt x="57" y="2179"/>
                      <a:pt x="57" y="2151"/>
                      <a:pt x="29" y="2151"/>
                    </a:cubicBezTo>
                    <a:cubicBezTo>
                      <a:pt x="0" y="2328"/>
                      <a:pt x="0" y="2505"/>
                      <a:pt x="0" y="2653"/>
                    </a:cubicBezTo>
                    <a:lnTo>
                      <a:pt x="57" y="2653"/>
                    </a:lnTo>
                    <a:cubicBezTo>
                      <a:pt x="77" y="2651"/>
                      <a:pt x="96" y="2650"/>
                      <a:pt x="116" y="2650"/>
                    </a:cubicBezTo>
                    <a:cubicBezTo>
                      <a:pt x="325" y="2650"/>
                      <a:pt x="508" y="2787"/>
                      <a:pt x="559" y="3007"/>
                    </a:cubicBezTo>
                    <a:cubicBezTo>
                      <a:pt x="588" y="3241"/>
                      <a:pt x="439" y="3474"/>
                      <a:pt x="206" y="3509"/>
                    </a:cubicBezTo>
                    <a:lnTo>
                      <a:pt x="149" y="3509"/>
                    </a:lnTo>
                    <a:cubicBezTo>
                      <a:pt x="206" y="3686"/>
                      <a:pt x="290" y="3828"/>
                      <a:pt x="382" y="4005"/>
                    </a:cubicBezTo>
                    <a:cubicBezTo>
                      <a:pt x="382" y="3976"/>
                      <a:pt x="411" y="3976"/>
                      <a:pt x="411" y="3948"/>
                    </a:cubicBezTo>
                    <a:cubicBezTo>
                      <a:pt x="488" y="3883"/>
                      <a:pt x="587" y="3852"/>
                      <a:pt x="688" y="3852"/>
                    </a:cubicBezTo>
                    <a:cubicBezTo>
                      <a:pt x="818" y="3852"/>
                      <a:pt x="949" y="3905"/>
                      <a:pt x="1033" y="4005"/>
                    </a:cubicBezTo>
                    <a:cubicBezTo>
                      <a:pt x="1175" y="4181"/>
                      <a:pt x="1175" y="4479"/>
                      <a:pt x="970" y="4627"/>
                    </a:cubicBezTo>
                    <a:lnTo>
                      <a:pt x="941" y="4655"/>
                    </a:lnTo>
                    <a:cubicBezTo>
                      <a:pt x="1062" y="4776"/>
                      <a:pt x="1210" y="4889"/>
                      <a:pt x="1352" y="4981"/>
                    </a:cubicBezTo>
                    <a:cubicBezTo>
                      <a:pt x="1352" y="4953"/>
                      <a:pt x="1387" y="4924"/>
                      <a:pt x="1387" y="4889"/>
                    </a:cubicBezTo>
                    <a:cubicBezTo>
                      <a:pt x="1431" y="4731"/>
                      <a:pt x="1597" y="4627"/>
                      <a:pt x="1781" y="4627"/>
                    </a:cubicBezTo>
                    <a:cubicBezTo>
                      <a:pt x="1835" y="4627"/>
                      <a:pt x="1891" y="4636"/>
                      <a:pt x="1946" y="4655"/>
                    </a:cubicBezTo>
                    <a:cubicBezTo>
                      <a:pt x="2151" y="4712"/>
                      <a:pt x="2271" y="4981"/>
                      <a:pt x="2208" y="5214"/>
                    </a:cubicBezTo>
                    <a:cubicBezTo>
                      <a:pt x="2208" y="5214"/>
                      <a:pt x="2179" y="5243"/>
                      <a:pt x="2179" y="5278"/>
                    </a:cubicBezTo>
                    <a:cubicBezTo>
                      <a:pt x="2356" y="5306"/>
                      <a:pt x="2533" y="5306"/>
                      <a:pt x="2710" y="5306"/>
                    </a:cubicBezTo>
                    <a:cubicBezTo>
                      <a:pt x="2682" y="5306"/>
                      <a:pt x="2682" y="5278"/>
                      <a:pt x="2682" y="5243"/>
                    </a:cubicBezTo>
                    <a:cubicBezTo>
                      <a:pt x="2625" y="5009"/>
                      <a:pt x="2802" y="4776"/>
                      <a:pt x="3035" y="4747"/>
                    </a:cubicBezTo>
                    <a:cubicBezTo>
                      <a:pt x="3058" y="4744"/>
                      <a:pt x="3081" y="4742"/>
                      <a:pt x="3104" y="4742"/>
                    </a:cubicBezTo>
                    <a:cubicBezTo>
                      <a:pt x="3314" y="4742"/>
                      <a:pt x="3512" y="4884"/>
                      <a:pt x="3538" y="5101"/>
                    </a:cubicBezTo>
                    <a:lnTo>
                      <a:pt x="3538" y="5158"/>
                    </a:lnTo>
                    <a:cubicBezTo>
                      <a:pt x="3714" y="5129"/>
                      <a:pt x="3863" y="5037"/>
                      <a:pt x="4005" y="4953"/>
                    </a:cubicBezTo>
                    <a:cubicBezTo>
                      <a:pt x="4005" y="4924"/>
                      <a:pt x="3976" y="4924"/>
                      <a:pt x="3976" y="4889"/>
                    </a:cubicBezTo>
                    <a:cubicBezTo>
                      <a:pt x="3799" y="4712"/>
                      <a:pt x="3828" y="4450"/>
                      <a:pt x="4005" y="4273"/>
                    </a:cubicBezTo>
                    <a:cubicBezTo>
                      <a:pt x="4081" y="4209"/>
                      <a:pt x="4181" y="4178"/>
                      <a:pt x="4282" y="4178"/>
                    </a:cubicBezTo>
                    <a:cubicBezTo>
                      <a:pt x="4412" y="4178"/>
                      <a:pt x="4543" y="4230"/>
                      <a:pt x="4627" y="4330"/>
                    </a:cubicBezTo>
                    <a:cubicBezTo>
                      <a:pt x="4655" y="4358"/>
                      <a:pt x="4655" y="4358"/>
                      <a:pt x="4684" y="4394"/>
                    </a:cubicBezTo>
                    <a:cubicBezTo>
                      <a:pt x="4776" y="4273"/>
                      <a:pt x="4889" y="4125"/>
                      <a:pt x="4981" y="3948"/>
                    </a:cubicBezTo>
                    <a:lnTo>
                      <a:pt x="4889" y="3948"/>
                    </a:lnTo>
                    <a:cubicBezTo>
                      <a:pt x="4684" y="3863"/>
                      <a:pt x="4570" y="3594"/>
                      <a:pt x="4627" y="3389"/>
                    </a:cubicBezTo>
                    <a:cubicBezTo>
                      <a:pt x="4693" y="3206"/>
                      <a:pt x="4855" y="3093"/>
                      <a:pt x="5034" y="3093"/>
                    </a:cubicBezTo>
                    <a:cubicBezTo>
                      <a:pt x="5084" y="3093"/>
                      <a:pt x="5135" y="3102"/>
                      <a:pt x="5186" y="3120"/>
                    </a:cubicBezTo>
                    <a:cubicBezTo>
                      <a:pt x="5214" y="3120"/>
                      <a:pt x="5243" y="3120"/>
                      <a:pt x="5243" y="3156"/>
                    </a:cubicBezTo>
                    <a:cubicBezTo>
                      <a:pt x="5278" y="2979"/>
                      <a:pt x="5306" y="2802"/>
                      <a:pt x="5306" y="2625"/>
                    </a:cubicBezTo>
                    <a:cubicBezTo>
                      <a:pt x="5278" y="2625"/>
                      <a:pt x="5243" y="2625"/>
                      <a:pt x="5214" y="2653"/>
                    </a:cubicBezTo>
                    <a:cubicBezTo>
                      <a:pt x="5195" y="2656"/>
                      <a:pt x="5177" y="2657"/>
                      <a:pt x="5158" y="2657"/>
                    </a:cubicBezTo>
                    <a:cubicBezTo>
                      <a:pt x="4948" y="2657"/>
                      <a:pt x="4770" y="2512"/>
                      <a:pt x="4712" y="2271"/>
                    </a:cubicBezTo>
                    <a:cubicBezTo>
                      <a:pt x="4684" y="2031"/>
                      <a:pt x="4832" y="1826"/>
                      <a:pt x="5066" y="1769"/>
                    </a:cubicBezTo>
                    <a:lnTo>
                      <a:pt x="5129" y="1769"/>
                    </a:lnTo>
                    <a:cubicBezTo>
                      <a:pt x="5066" y="1592"/>
                      <a:pt x="4981" y="1444"/>
                      <a:pt x="4889" y="1295"/>
                    </a:cubicBezTo>
                    <a:lnTo>
                      <a:pt x="4861" y="1323"/>
                    </a:lnTo>
                    <a:cubicBezTo>
                      <a:pt x="4779" y="1405"/>
                      <a:pt x="4674" y="1443"/>
                      <a:pt x="4569" y="1443"/>
                    </a:cubicBezTo>
                    <a:cubicBezTo>
                      <a:pt x="4447" y="1443"/>
                      <a:pt x="4325" y="1391"/>
                      <a:pt x="4245" y="1295"/>
                    </a:cubicBezTo>
                    <a:cubicBezTo>
                      <a:pt x="4096" y="1090"/>
                      <a:pt x="4096" y="821"/>
                      <a:pt x="4302" y="680"/>
                    </a:cubicBezTo>
                    <a:cubicBezTo>
                      <a:pt x="4302" y="644"/>
                      <a:pt x="4330" y="644"/>
                      <a:pt x="4330" y="616"/>
                    </a:cubicBezTo>
                    <a:cubicBezTo>
                      <a:pt x="4217" y="531"/>
                      <a:pt x="4068" y="411"/>
                      <a:pt x="3920" y="326"/>
                    </a:cubicBezTo>
                    <a:cubicBezTo>
                      <a:pt x="3891" y="354"/>
                      <a:pt x="3891" y="354"/>
                      <a:pt x="3891" y="383"/>
                    </a:cubicBezTo>
                    <a:cubicBezTo>
                      <a:pt x="3842" y="563"/>
                      <a:pt x="3675" y="675"/>
                      <a:pt x="3494" y="675"/>
                    </a:cubicBezTo>
                    <a:cubicBezTo>
                      <a:pt x="3441" y="675"/>
                      <a:pt x="3386" y="665"/>
                      <a:pt x="3332" y="644"/>
                    </a:cubicBezTo>
                    <a:cubicBezTo>
                      <a:pt x="3120" y="559"/>
                      <a:pt x="2979" y="326"/>
                      <a:pt x="3064" y="85"/>
                    </a:cubicBezTo>
                    <a:cubicBezTo>
                      <a:pt x="3064" y="57"/>
                      <a:pt x="3092" y="57"/>
                      <a:pt x="3092" y="29"/>
                    </a:cubicBezTo>
                    <a:cubicBezTo>
                      <a:pt x="2915" y="1"/>
                      <a:pt x="2738" y="1"/>
                      <a:pt x="25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52"/>
              <p:cNvSpPr/>
              <p:nvPr/>
            </p:nvSpPr>
            <p:spPr>
              <a:xfrm>
                <a:off x="2726765" y="2063061"/>
                <a:ext cx="156588" cy="138148"/>
              </a:xfrm>
              <a:custGeom>
                <a:avLst/>
                <a:gdLst/>
                <a:ahLst/>
                <a:cxnLst/>
                <a:rect l="l" t="t" r="r" b="b"/>
                <a:pathLst>
                  <a:path w="4628" h="4083" extrusionOk="0">
                    <a:moveTo>
                      <a:pt x="2326" y="675"/>
                    </a:moveTo>
                    <a:cubicBezTo>
                      <a:pt x="2813" y="675"/>
                      <a:pt x="3291" y="946"/>
                      <a:pt x="3538" y="1420"/>
                    </a:cubicBezTo>
                    <a:cubicBezTo>
                      <a:pt x="3856" y="2099"/>
                      <a:pt x="3623" y="2927"/>
                      <a:pt x="2944" y="3280"/>
                    </a:cubicBezTo>
                    <a:cubicBezTo>
                      <a:pt x="2749" y="3374"/>
                      <a:pt x="2545" y="3418"/>
                      <a:pt x="2345" y="3418"/>
                    </a:cubicBezTo>
                    <a:cubicBezTo>
                      <a:pt x="1847" y="3418"/>
                      <a:pt x="1371" y="3142"/>
                      <a:pt x="1119" y="2658"/>
                    </a:cubicBezTo>
                    <a:cubicBezTo>
                      <a:pt x="765" y="1979"/>
                      <a:pt x="1027" y="1158"/>
                      <a:pt x="1706" y="833"/>
                    </a:cubicBezTo>
                    <a:cubicBezTo>
                      <a:pt x="1902" y="726"/>
                      <a:pt x="2115" y="675"/>
                      <a:pt x="2326" y="675"/>
                    </a:cubicBezTo>
                    <a:close/>
                    <a:moveTo>
                      <a:pt x="2277" y="0"/>
                    </a:moveTo>
                    <a:cubicBezTo>
                      <a:pt x="1975" y="0"/>
                      <a:pt x="1669" y="68"/>
                      <a:pt x="1380" y="210"/>
                    </a:cubicBezTo>
                    <a:cubicBezTo>
                      <a:pt x="411" y="712"/>
                      <a:pt x="1" y="1950"/>
                      <a:pt x="531" y="2955"/>
                    </a:cubicBezTo>
                    <a:cubicBezTo>
                      <a:pt x="883" y="3668"/>
                      <a:pt x="1609" y="4082"/>
                      <a:pt x="2350" y="4082"/>
                    </a:cubicBezTo>
                    <a:cubicBezTo>
                      <a:pt x="2653" y="4082"/>
                      <a:pt x="2958" y="4013"/>
                      <a:pt x="3241" y="3868"/>
                    </a:cubicBezTo>
                    <a:cubicBezTo>
                      <a:pt x="4245" y="3365"/>
                      <a:pt x="4627" y="2127"/>
                      <a:pt x="4125" y="1130"/>
                    </a:cubicBezTo>
                    <a:cubicBezTo>
                      <a:pt x="3747" y="414"/>
                      <a:pt x="3025" y="0"/>
                      <a:pt x="22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52"/>
              <p:cNvSpPr/>
              <p:nvPr/>
            </p:nvSpPr>
            <p:spPr>
              <a:xfrm>
                <a:off x="2748555" y="2076121"/>
                <a:ext cx="113719" cy="111825"/>
              </a:xfrm>
              <a:custGeom>
                <a:avLst/>
                <a:gdLst/>
                <a:ahLst/>
                <a:cxnLst/>
                <a:rect l="l" t="t" r="r" b="b"/>
                <a:pathLst>
                  <a:path w="3361" h="3305" extrusionOk="0">
                    <a:moveTo>
                      <a:pt x="1656" y="65"/>
                    </a:moveTo>
                    <a:cubicBezTo>
                      <a:pt x="2243" y="65"/>
                      <a:pt x="2802" y="418"/>
                      <a:pt x="3071" y="949"/>
                    </a:cubicBezTo>
                    <a:cubicBezTo>
                      <a:pt x="3276" y="1331"/>
                      <a:pt x="3304" y="1770"/>
                      <a:pt x="3156" y="2159"/>
                    </a:cubicBezTo>
                    <a:cubicBezTo>
                      <a:pt x="3036" y="2569"/>
                      <a:pt x="2774" y="2894"/>
                      <a:pt x="2392" y="3071"/>
                    </a:cubicBezTo>
                    <a:cubicBezTo>
                      <a:pt x="2187" y="3184"/>
                      <a:pt x="1946" y="3248"/>
                      <a:pt x="1713" y="3248"/>
                    </a:cubicBezTo>
                    <a:cubicBezTo>
                      <a:pt x="1090" y="3248"/>
                      <a:pt x="559" y="2894"/>
                      <a:pt x="269" y="2364"/>
                    </a:cubicBezTo>
                    <a:cubicBezTo>
                      <a:pt x="93" y="1982"/>
                      <a:pt x="64" y="1536"/>
                      <a:pt x="177" y="1154"/>
                    </a:cubicBezTo>
                    <a:cubicBezTo>
                      <a:pt x="298" y="744"/>
                      <a:pt x="595" y="418"/>
                      <a:pt x="949" y="242"/>
                    </a:cubicBezTo>
                    <a:cubicBezTo>
                      <a:pt x="1182" y="121"/>
                      <a:pt x="1415" y="65"/>
                      <a:pt x="1656" y="65"/>
                    </a:cubicBezTo>
                    <a:close/>
                    <a:moveTo>
                      <a:pt x="1656" y="1"/>
                    </a:moveTo>
                    <a:cubicBezTo>
                      <a:pt x="1387" y="1"/>
                      <a:pt x="1154" y="65"/>
                      <a:pt x="913" y="178"/>
                    </a:cubicBezTo>
                    <a:cubicBezTo>
                      <a:pt x="531" y="390"/>
                      <a:pt x="269" y="708"/>
                      <a:pt x="121" y="1126"/>
                    </a:cubicBezTo>
                    <a:cubicBezTo>
                      <a:pt x="1" y="1536"/>
                      <a:pt x="29" y="2010"/>
                      <a:pt x="241" y="2392"/>
                    </a:cubicBezTo>
                    <a:cubicBezTo>
                      <a:pt x="503" y="2951"/>
                      <a:pt x="1062" y="3305"/>
                      <a:pt x="1713" y="3305"/>
                    </a:cubicBezTo>
                    <a:cubicBezTo>
                      <a:pt x="1946" y="3305"/>
                      <a:pt x="2187" y="3248"/>
                      <a:pt x="2420" y="3128"/>
                    </a:cubicBezTo>
                    <a:cubicBezTo>
                      <a:pt x="2802" y="2923"/>
                      <a:pt x="3099" y="2597"/>
                      <a:pt x="3212" y="2187"/>
                    </a:cubicBezTo>
                    <a:cubicBezTo>
                      <a:pt x="3361" y="1770"/>
                      <a:pt x="3333" y="1331"/>
                      <a:pt x="3127" y="921"/>
                    </a:cubicBezTo>
                    <a:cubicBezTo>
                      <a:pt x="2830" y="355"/>
                      <a:pt x="2271" y="1"/>
                      <a:pt x="16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8" name="Google Shape;1988;p52"/>
            <p:cNvGrpSpPr/>
            <p:nvPr/>
          </p:nvGrpSpPr>
          <p:grpSpPr>
            <a:xfrm>
              <a:off x="1651226" y="2613461"/>
              <a:ext cx="390430" cy="432449"/>
              <a:chOff x="3306034" y="1949508"/>
              <a:chExt cx="175743" cy="194657"/>
            </a:xfrm>
          </p:grpSpPr>
          <p:sp>
            <p:nvSpPr>
              <p:cNvPr id="1989" name="Google Shape;1989;p52"/>
              <p:cNvSpPr/>
              <p:nvPr/>
            </p:nvSpPr>
            <p:spPr>
              <a:xfrm>
                <a:off x="3335979" y="1979047"/>
                <a:ext cx="113719" cy="156961"/>
              </a:xfrm>
              <a:custGeom>
                <a:avLst/>
                <a:gdLst/>
                <a:ahLst/>
                <a:cxnLst/>
                <a:rect l="l" t="t" r="r" b="b"/>
                <a:pathLst>
                  <a:path w="3361" h="4639" extrusionOk="0">
                    <a:moveTo>
                      <a:pt x="1704" y="1"/>
                    </a:moveTo>
                    <a:cubicBezTo>
                      <a:pt x="1639" y="1"/>
                      <a:pt x="1573" y="4"/>
                      <a:pt x="1507" y="12"/>
                    </a:cubicBezTo>
                    <a:cubicBezTo>
                      <a:pt x="708" y="104"/>
                      <a:pt x="92" y="748"/>
                      <a:pt x="35" y="1575"/>
                    </a:cubicBezTo>
                    <a:cubicBezTo>
                      <a:pt x="0" y="2134"/>
                      <a:pt x="269" y="2608"/>
                      <a:pt x="651" y="2934"/>
                    </a:cubicBezTo>
                    <a:cubicBezTo>
                      <a:pt x="884" y="3139"/>
                      <a:pt x="1061" y="3436"/>
                      <a:pt x="1097" y="3754"/>
                    </a:cubicBezTo>
                    <a:lnTo>
                      <a:pt x="1181" y="4405"/>
                    </a:lnTo>
                    <a:cubicBezTo>
                      <a:pt x="1181" y="4525"/>
                      <a:pt x="1302" y="4639"/>
                      <a:pt x="1450" y="4639"/>
                    </a:cubicBezTo>
                    <a:lnTo>
                      <a:pt x="1981" y="4639"/>
                    </a:lnTo>
                    <a:cubicBezTo>
                      <a:pt x="2122" y="4639"/>
                      <a:pt x="2243" y="4525"/>
                      <a:pt x="2243" y="4377"/>
                    </a:cubicBezTo>
                    <a:lnTo>
                      <a:pt x="2335" y="3754"/>
                    </a:lnTo>
                    <a:cubicBezTo>
                      <a:pt x="2363" y="3436"/>
                      <a:pt x="2511" y="3139"/>
                      <a:pt x="2745" y="2934"/>
                    </a:cubicBezTo>
                    <a:cubicBezTo>
                      <a:pt x="3127" y="2637"/>
                      <a:pt x="3360" y="2163"/>
                      <a:pt x="3360" y="1667"/>
                    </a:cubicBezTo>
                    <a:cubicBezTo>
                      <a:pt x="3334" y="729"/>
                      <a:pt x="2617" y="1"/>
                      <a:pt x="1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52"/>
              <p:cNvSpPr/>
              <p:nvPr/>
            </p:nvSpPr>
            <p:spPr>
              <a:xfrm>
                <a:off x="3371879" y="2112055"/>
                <a:ext cx="44053" cy="32109"/>
              </a:xfrm>
              <a:custGeom>
                <a:avLst/>
                <a:gdLst/>
                <a:ahLst/>
                <a:cxnLst/>
                <a:rect l="l" t="t" r="r" b="b"/>
                <a:pathLst>
                  <a:path w="1302" h="949" extrusionOk="0">
                    <a:moveTo>
                      <a:pt x="0" y="0"/>
                    </a:moveTo>
                    <a:lnTo>
                      <a:pt x="0" y="297"/>
                    </a:lnTo>
                    <a:cubicBezTo>
                      <a:pt x="0" y="651"/>
                      <a:pt x="297" y="948"/>
                      <a:pt x="651" y="948"/>
                    </a:cubicBezTo>
                    <a:cubicBezTo>
                      <a:pt x="1005" y="920"/>
                      <a:pt x="1302" y="651"/>
                      <a:pt x="1302" y="269"/>
                    </a:cubicBezTo>
                    <a:lnTo>
                      <a:pt x="1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52"/>
              <p:cNvSpPr/>
              <p:nvPr/>
            </p:nvSpPr>
            <p:spPr>
              <a:xfrm>
                <a:off x="3363014" y="2022762"/>
                <a:ext cx="58907" cy="95279"/>
              </a:xfrm>
              <a:custGeom>
                <a:avLst/>
                <a:gdLst/>
                <a:ahLst/>
                <a:cxnLst/>
                <a:rect l="l" t="t" r="r" b="b"/>
                <a:pathLst>
                  <a:path w="1741" h="2816" extrusionOk="0">
                    <a:moveTo>
                      <a:pt x="1210" y="163"/>
                    </a:moveTo>
                    <a:cubicBezTo>
                      <a:pt x="1238" y="198"/>
                      <a:pt x="1267" y="255"/>
                      <a:pt x="1267" y="283"/>
                    </a:cubicBezTo>
                    <a:cubicBezTo>
                      <a:pt x="1295" y="375"/>
                      <a:pt x="1295" y="432"/>
                      <a:pt x="1295" y="489"/>
                    </a:cubicBezTo>
                    <a:cubicBezTo>
                      <a:pt x="1267" y="552"/>
                      <a:pt x="1238" y="581"/>
                      <a:pt x="1182" y="581"/>
                    </a:cubicBezTo>
                    <a:cubicBezTo>
                      <a:pt x="1118" y="581"/>
                      <a:pt x="1090" y="552"/>
                      <a:pt x="1090" y="489"/>
                    </a:cubicBezTo>
                    <a:cubicBezTo>
                      <a:pt x="1062" y="460"/>
                      <a:pt x="1062" y="404"/>
                      <a:pt x="1090" y="340"/>
                    </a:cubicBezTo>
                    <a:cubicBezTo>
                      <a:pt x="1118" y="283"/>
                      <a:pt x="1147" y="227"/>
                      <a:pt x="1210" y="163"/>
                    </a:cubicBezTo>
                    <a:close/>
                    <a:moveTo>
                      <a:pt x="616" y="227"/>
                    </a:moveTo>
                    <a:cubicBezTo>
                      <a:pt x="680" y="255"/>
                      <a:pt x="708" y="340"/>
                      <a:pt x="736" y="404"/>
                    </a:cubicBezTo>
                    <a:cubicBezTo>
                      <a:pt x="736" y="489"/>
                      <a:pt x="736" y="552"/>
                      <a:pt x="680" y="609"/>
                    </a:cubicBezTo>
                    <a:cubicBezTo>
                      <a:pt x="663" y="642"/>
                      <a:pt x="625" y="656"/>
                      <a:pt x="584" y="656"/>
                    </a:cubicBezTo>
                    <a:cubicBezTo>
                      <a:pt x="556" y="656"/>
                      <a:pt x="526" y="649"/>
                      <a:pt x="503" y="637"/>
                    </a:cubicBezTo>
                    <a:cubicBezTo>
                      <a:pt x="474" y="609"/>
                      <a:pt x="474" y="581"/>
                      <a:pt x="439" y="517"/>
                    </a:cubicBezTo>
                    <a:cubicBezTo>
                      <a:pt x="439" y="432"/>
                      <a:pt x="503" y="283"/>
                      <a:pt x="616" y="227"/>
                    </a:cubicBezTo>
                    <a:close/>
                    <a:moveTo>
                      <a:pt x="995" y="0"/>
                    </a:moveTo>
                    <a:cubicBezTo>
                      <a:pt x="861" y="0"/>
                      <a:pt x="730" y="70"/>
                      <a:pt x="616" y="135"/>
                    </a:cubicBezTo>
                    <a:cubicBezTo>
                      <a:pt x="559" y="107"/>
                      <a:pt x="531" y="107"/>
                      <a:pt x="474" y="78"/>
                    </a:cubicBezTo>
                    <a:cubicBezTo>
                      <a:pt x="326" y="78"/>
                      <a:pt x="206" y="107"/>
                      <a:pt x="149" y="163"/>
                    </a:cubicBezTo>
                    <a:cubicBezTo>
                      <a:pt x="0" y="340"/>
                      <a:pt x="121" y="729"/>
                      <a:pt x="206" y="991"/>
                    </a:cubicBezTo>
                    <a:cubicBezTo>
                      <a:pt x="234" y="1047"/>
                      <a:pt x="262" y="1111"/>
                      <a:pt x="262" y="1168"/>
                    </a:cubicBezTo>
                    <a:cubicBezTo>
                      <a:pt x="382" y="1642"/>
                      <a:pt x="503" y="2109"/>
                      <a:pt x="588" y="2583"/>
                    </a:cubicBezTo>
                    <a:lnTo>
                      <a:pt x="616" y="2788"/>
                    </a:lnTo>
                    <a:cubicBezTo>
                      <a:pt x="651" y="2788"/>
                      <a:pt x="651" y="2816"/>
                      <a:pt x="651" y="2816"/>
                    </a:cubicBezTo>
                    <a:lnTo>
                      <a:pt x="680" y="2816"/>
                    </a:lnTo>
                    <a:cubicBezTo>
                      <a:pt x="680" y="2788"/>
                      <a:pt x="708" y="2788"/>
                      <a:pt x="680" y="2759"/>
                    </a:cubicBezTo>
                    <a:lnTo>
                      <a:pt x="651" y="2583"/>
                    </a:lnTo>
                    <a:cubicBezTo>
                      <a:pt x="559" y="2109"/>
                      <a:pt x="439" y="1613"/>
                      <a:pt x="326" y="1139"/>
                    </a:cubicBezTo>
                    <a:cubicBezTo>
                      <a:pt x="326" y="1111"/>
                      <a:pt x="298" y="1047"/>
                      <a:pt x="262" y="963"/>
                    </a:cubicBezTo>
                    <a:cubicBezTo>
                      <a:pt x="177" y="729"/>
                      <a:pt x="57" y="340"/>
                      <a:pt x="177" y="198"/>
                    </a:cubicBezTo>
                    <a:cubicBezTo>
                      <a:pt x="234" y="135"/>
                      <a:pt x="326" y="135"/>
                      <a:pt x="474" y="135"/>
                    </a:cubicBezTo>
                    <a:cubicBezTo>
                      <a:pt x="503" y="163"/>
                      <a:pt x="531" y="163"/>
                      <a:pt x="559" y="198"/>
                    </a:cubicBezTo>
                    <a:cubicBezTo>
                      <a:pt x="439" y="283"/>
                      <a:pt x="382" y="404"/>
                      <a:pt x="382" y="552"/>
                    </a:cubicBezTo>
                    <a:cubicBezTo>
                      <a:pt x="411" y="609"/>
                      <a:pt x="439" y="665"/>
                      <a:pt x="474" y="694"/>
                    </a:cubicBezTo>
                    <a:cubicBezTo>
                      <a:pt x="507" y="707"/>
                      <a:pt x="545" y="716"/>
                      <a:pt x="582" y="716"/>
                    </a:cubicBezTo>
                    <a:cubicBezTo>
                      <a:pt x="642" y="716"/>
                      <a:pt x="701" y="694"/>
                      <a:pt x="736" y="637"/>
                    </a:cubicBezTo>
                    <a:cubicBezTo>
                      <a:pt x="793" y="581"/>
                      <a:pt x="793" y="489"/>
                      <a:pt x="793" y="404"/>
                    </a:cubicBezTo>
                    <a:cubicBezTo>
                      <a:pt x="765" y="312"/>
                      <a:pt x="736" y="255"/>
                      <a:pt x="651" y="198"/>
                    </a:cubicBezTo>
                    <a:cubicBezTo>
                      <a:pt x="761" y="127"/>
                      <a:pt x="875" y="60"/>
                      <a:pt x="990" y="60"/>
                    </a:cubicBezTo>
                    <a:cubicBezTo>
                      <a:pt x="1023" y="60"/>
                      <a:pt x="1057" y="66"/>
                      <a:pt x="1090" y="78"/>
                    </a:cubicBezTo>
                    <a:cubicBezTo>
                      <a:pt x="1118" y="78"/>
                      <a:pt x="1147" y="107"/>
                      <a:pt x="1147" y="135"/>
                    </a:cubicBezTo>
                    <a:cubicBezTo>
                      <a:pt x="1090" y="163"/>
                      <a:pt x="1062" y="255"/>
                      <a:pt x="1033" y="312"/>
                    </a:cubicBezTo>
                    <a:cubicBezTo>
                      <a:pt x="1005" y="404"/>
                      <a:pt x="1005" y="460"/>
                      <a:pt x="1033" y="517"/>
                    </a:cubicBezTo>
                    <a:cubicBezTo>
                      <a:pt x="1033" y="581"/>
                      <a:pt x="1090" y="637"/>
                      <a:pt x="1147" y="637"/>
                    </a:cubicBezTo>
                    <a:cubicBezTo>
                      <a:pt x="1159" y="641"/>
                      <a:pt x="1171" y="643"/>
                      <a:pt x="1183" y="643"/>
                    </a:cubicBezTo>
                    <a:cubicBezTo>
                      <a:pt x="1260" y="643"/>
                      <a:pt x="1328" y="568"/>
                      <a:pt x="1359" y="489"/>
                    </a:cubicBezTo>
                    <a:cubicBezTo>
                      <a:pt x="1387" y="432"/>
                      <a:pt x="1359" y="375"/>
                      <a:pt x="1323" y="283"/>
                    </a:cubicBezTo>
                    <a:cubicBezTo>
                      <a:pt x="1295" y="227"/>
                      <a:pt x="1267" y="163"/>
                      <a:pt x="1238" y="135"/>
                    </a:cubicBezTo>
                    <a:cubicBezTo>
                      <a:pt x="1267" y="107"/>
                      <a:pt x="1295" y="78"/>
                      <a:pt x="1323" y="78"/>
                    </a:cubicBezTo>
                    <a:cubicBezTo>
                      <a:pt x="1351" y="72"/>
                      <a:pt x="1381" y="68"/>
                      <a:pt x="1410" y="68"/>
                    </a:cubicBezTo>
                    <a:cubicBezTo>
                      <a:pt x="1506" y="68"/>
                      <a:pt x="1599" y="106"/>
                      <a:pt x="1621" y="198"/>
                    </a:cubicBezTo>
                    <a:cubicBezTo>
                      <a:pt x="1677" y="255"/>
                      <a:pt x="1649" y="340"/>
                      <a:pt x="1649" y="432"/>
                    </a:cubicBezTo>
                    <a:cubicBezTo>
                      <a:pt x="1621" y="665"/>
                      <a:pt x="1564" y="906"/>
                      <a:pt x="1500" y="1111"/>
                    </a:cubicBezTo>
                    <a:cubicBezTo>
                      <a:pt x="1472" y="1288"/>
                      <a:pt x="1415" y="1465"/>
                      <a:pt x="1387" y="1613"/>
                    </a:cubicBezTo>
                    <a:lnTo>
                      <a:pt x="1182" y="2731"/>
                    </a:lnTo>
                    <a:cubicBezTo>
                      <a:pt x="1182" y="2759"/>
                      <a:pt x="1210" y="2759"/>
                      <a:pt x="1210" y="2759"/>
                    </a:cubicBezTo>
                    <a:lnTo>
                      <a:pt x="1238" y="2759"/>
                    </a:lnTo>
                    <a:lnTo>
                      <a:pt x="1444" y="1642"/>
                    </a:lnTo>
                    <a:cubicBezTo>
                      <a:pt x="1472" y="1465"/>
                      <a:pt x="1536" y="1288"/>
                      <a:pt x="1564" y="1139"/>
                    </a:cubicBezTo>
                    <a:cubicBezTo>
                      <a:pt x="1621" y="906"/>
                      <a:pt x="1677" y="665"/>
                      <a:pt x="1712" y="432"/>
                    </a:cubicBezTo>
                    <a:cubicBezTo>
                      <a:pt x="1712" y="340"/>
                      <a:pt x="1741" y="255"/>
                      <a:pt x="1677" y="163"/>
                    </a:cubicBezTo>
                    <a:cubicBezTo>
                      <a:pt x="1631" y="71"/>
                      <a:pt x="1506" y="12"/>
                      <a:pt x="1396" y="12"/>
                    </a:cubicBezTo>
                    <a:cubicBezTo>
                      <a:pt x="1370" y="12"/>
                      <a:pt x="1346" y="15"/>
                      <a:pt x="1323" y="22"/>
                    </a:cubicBezTo>
                    <a:cubicBezTo>
                      <a:pt x="1267" y="50"/>
                      <a:pt x="1238" y="50"/>
                      <a:pt x="1210" y="78"/>
                    </a:cubicBezTo>
                    <a:cubicBezTo>
                      <a:pt x="1182" y="50"/>
                      <a:pt x="1147" y="50"/>
                      <a:pt x="1118" y="22"/>
                    </a:cubicBezTo>
                    <a:cubicBezTo>
                      <a:pt x="1077" y="7"/>
                      <a:pt x="1036"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52"/>
              <p:cNvSpPr/>
              <p:nvPr/>
            </p:nvSpPr>
            <p:spPr>
              <a:xfrm>
                <a:off x="3306034" y="2019413"/>
                <a:ext cx="19184" cy="5041"/>
              </a:xfrm>
              <a:custGeom>
                <a:avLst/>
                <a:gdLst/>
                <a:ahLst/>
                <a:cxnLst/>
                <a:rect l="l" t="t" r="r" b="b"/>
                <a:pathLst>
                  <a:path w="567" h="149" extrusionOk="0">
                    <a:moveTo>
                      <a:pt x="36" y="0"/>
                    </a:moveTo>
                    <a:lnTo>
                      <a:pt x="1" y="29"/>
                    </a:lnTo>
                    <a:cubicBezTo>
                      <a:pt x="1" y="57"/>
                      <a:pt x="1" y="57"/>
                      <a:pt x="36" y="57"/>
                    </a:cubicBezTo>
                    <a:lnTo>
                      <a:pt x="531" y="149"/>
                    </a:lnTo>
                    <a:cubicBezTo>
                      <a:pt x="567" y="149"/>
                      <a:pt x="567" y="121"/>
                      <a:pt x="567" y="121"/>
                    </a:cubicBezTo>
                    <a:cubicBezTo>
                      <a:pt x="567" y="85"/>
                      <a:pt x="567" y="85"/>
                      <a:pt x="531" y="85"/>
                    </a:cubicBezTo>
                    <a:lnTo>
                      <a:pt x="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52"/>
              <p:cNvSpPr/>
              <p:nvPr/>
            </p:nvSpPr>
            <p:spPr>
              <a:xfrm>
                <a:off x="3321125" y="1977761"/>
                <a:ext cx="14887" cy="14617"/>
              </a:xfrm>
              <a:custGeom>
                <a:avLst/>
                <a:gdLst/>
                <a:ahLst/>
                <a:cxnLst/>
                <a:rect l="l" t="t" r="r" b="b"/>
                <a:pathLst>
                  <a:path w="440" h="432" extrusionOk="0">
                    <a:moveTo>
                      <a:pt x="29" y="0"/>
                    </a:moveTo>
                    <a:cubicBezTo>
                      <a:pt x="22" y="0"/>
                      <a:pt x="15" y="7"/>
                      <a:pt x="0" y="22"/>
                    </a:cubicBezTo>
                    <a:lnTo>
                      <a:pt x="0" y="50"/>
                    </a:lnTo>
                    <a:lnTo>
                      <a:pt x="411" y="404"/>
                    </a:lnTo>
                    <a:lnTo>
                      <a:pt x="411" y="432"/>
                    </a:lnTo>
                    <a:cubicBezTo>
                      <a:pt x="439" y="432"/>
                      <a:pt x="439" y="404"/>
                      <a:pt x="439" y="404"/>
                    </a:cubicBezTo>
                    <a:lnTo>
                      <a:pt x="439" y="375"/>
                    </a:lnTo>
                    <a:lnTo>
                      <a:pt x="57" y="22"/>
                    </a:lnTo>
                    <a:cubicBezTo>
                      <a:pt x="43" y="7"/>
                      <a:pt x="36"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52"/>
              <p:cNvSpPr/>
              <p:nvPr/>
            </p:nvSpPr>
            <p:spPr>
              <a:xfrm>
                <a:off x="3374992" y="1950455"/>
                <a:ext cx="5041" cy="19184"/>
              </a:xfrm>
              <a:custGeom>
                <a:avLst/>
                <a:gdLst/>
                <a:ahLst/>
                <a:cxnLst/>
                <a:rect l="l" t="t" r="r" b="b"/>
                <a:pathLst>
                  <a:path w="149" h="567" extrusionOk="0">
                    <a:moveTo>
                      <a:pt x="28" y="1"/>
                    </a:moveTo>
                    <a:cubicBezTo>
                      <a:pt x="28" y="36"/>
                      <a:pt x="0" y="36"/>
                      <a:pt x="0" y="65"/>
                    </a:cubicBezTo>
                    <a:cubicBezTo>
                      <a:pt x="28" y="121"/>
                      <a:pt x="28" y="213"/>
                      <a:pt x="57" y="298"/>
                    </a:cubicBezTo>
                    <a:cubicBezTo>
                      <a:pt x="57" y="390"/>
                      <a:pt x="85" y="447"/>
                      <a:pt x="85" y="532"/>
                    </a:cubicBezTo>
                    <a:lnTo>
                      <a:pt x="120" y="567"/>
                    </a:lnTo>
                    <a:cubicBezTo>
                      <a:pt x="149" y="532"/>
                      <a:pt x="149" y="532"/>
                      <a:pt x="149" y="503"/>
                    </a:cubicBezTo>
                    <a:cubicBezTo>
                      <a:pt x="149" y="447"/>
                      <a:pt x="120" y="355"/>
                      <a:pt x="120" y="270"/>
                    </a:cubicBezTo>
                    <a:cubicBezTo>
                      <a:pt x="85" y="178"/>
                      <a:pt x="85" y="93"/>
                      <a:pt x="57" y="36"/>
                    </a:cubicBezTo>
                    <a:cubicBezTo>
                      <a:pt x="57" y="36"/>
                      <a:pt x="57"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52"/>
              <p:cNvSpPr/>
              <p:nvPr/>
            </p:nvSpPr>
            <p:spPr>
              <a:xfrm>
                <a:off x="3409944" y="1949508"/>
                <a:ext cx="3857" cy="22060"/>
              </a:xfrm>
              <a:custGeom>
                <a:avLst/>
                <a:gdLst/>
                <a:ahLst/>
                <a:cxnLst/>
                <a:rect l="l" t="t" r="r" b="b"/>
                <a:pathLst>
                  <a:path w="114" h="652" extrusionOk="0">
                    <a:moveTo>
                      <a:pt x="85" y="1"/>
                    </a:moveTo>
                    <a:cubicBezTo>
                      <a:pt x="85" y="1"/>
                      <a:pt x="57" y="1"/>
                      <a:pt x="57" y="29"/>
                    </a:cubicBezTo>
                    <a:lnTo>
                      <a:pt x="0" y="623"/>
                    </a:lnTo>
                    <a:cubicBezTo>
                      <a:pt x="0" y="623"/>
                      <a:pt x="0" y="651"/>
                      <a:pt x="28" y="651"/>
                    </a:cubicBezTo>
                    <a:lnTo>
                      <a:pt x="57" y="623"/>
                    </a:lnTo>
                    <a:lnTo>
                      <a:pt x="113" y="29"/>
                    </a:lnTo>
                    <a:cubicBezTo>
                      <a:pt x="113" y="1"/>
                      <a:pt x="113" y="1"/>
                      <a:pt x="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52"/>
              <p:cNvSpPr/>
              <p:nvPr/>
            </p:nvSpPr>
            <p:spPr>
              <a:xfrm>
                <a:off x="3447739" y="1987573"/>
                <a:ext cx="19895" cy="13906"/>
              </a:xfrm>
              <a:custGeom>
                <a:avLst/>
                <a:gdLst/>
                <a:ahLst/>
                <a:cxnLst/>
                <a:rect l="l" t="t" r="r" b="b"/>
                <a:pathLst>
                  <a:path w="588" h="411" extrusionOk="0">
                    <a:moveTo>
                      <a:pt x="531" y="0"/>
                    </a:moveTo>
                    <a:lnTo>
                      <a:pt x="29" y="354"/>
                    </a:lnTo>
                    <a:cubicBezTo>
                      <a:pt x="1" y="354"/>
                      <a:pt x="1" y="382"/>
                      <a:pt x="29" y="382"/>
                    </a:cubicBezTo>
                    <a:lnTo>
                      <a:pt x="29" y="411"/>
                    </a:lnTo>
                    <a:lnTo>
                      <a:pt x="57" y="411"/>
                    </a:lnTo>
                    <a:lnTo>
                      <a:pt x="560" y="57"/>
                    </a:lnTo>
                    <a:cubicBezTo>
                      <a:pt x="560" y="29"/>
                      <a:pt x="588" y="29"/>
                      <a:pt x="5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52"/>
              <p:cNvSpPr/>
              <p:nvPr/>
            </p:nvSpPr>
            <p:spPr>
              <a:xfrm>
                <a:off x="3461645" y="2026349"/>
                <a:ext cx="20132" cy="3147"/>
              </a:xfrm>
              <a:custGeom>
                <a:avLst/>
                <a:gdLst/>
                <a:ahLst/>
                <a:cxnLst/>
                <a:rect l="l" t="t" r="r" b="b"/>
                <a:pathLst>
                  <a:path w="595" h="93" extrusionOk="0">
                    <a:moveTo>
                      <a:pt x="35" y="1"/>
                    </a:moveTo>
                    <a:cubicBezTo>
                      <a:pt x="0" y="1"/>
                      <a:pt x="0" y="1"/>
                      <a:pt x="0" y="29"/>
                    </a:cubicBezTo>
                    <a:cubicBezTo>
                      <a:pt x="0" y="29"/>
                      <a:pt x="0" y="57"/>
                      <a:pt x="35" y="57"/>
                    </a:cubicBezTo>
                    <a:lnTo>
                      <a:pt x="566" y="92"/>
                    </a:lnTo>
                    <a:cubicBezTo>
                      <a:pt x="594" y="92"/>
                      <a:pt x="594" y="57"/>
                      <a:pt x="594" y="57"/>
                    </a:cubicBezTo>
                    <a:cubicBezTo>
                      <a:pt x="594" y="29"/>
                      <a:pt x="594" y="29"/>
                      <a:pt x="566" y="29"/>
                    </a:cubicBezTo>
                    <a:lnTo>
                      <a:pt x="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52"/>
              <p:cNvSpPr/>
              <p:nvPr/>
            </p:nvSpPr>
            <p:spPr>
              <a:xfrm>
                <a:off x="3346028" y="1991397"/>
                <a:ext cx="36880" cy="56065"/>
              </a:xfrm>
              <a:custGeom>
                <a:avLst/>
                <a:gdLst/>
                <a:ahLst/>
                <a:cxnLst/>
                <a:rect l="l" t="t" r="r" b="b"/>
                <a:pathLst>
                  <a:path w="1090" h="1657" extrusionOk="0">
                    <a:moveTo>
                      <a:pt x="1033" y="1"/>
                    </a:moveTo>
                    <a:cubicBezTo>
                      <a:pt x="708" y="64"/>
                      <a:pt x="411" y="298"/>
                      <a:pt x="234" y="623"/>
                    </a:cubicBezTo>
                    <a:cubicBezTo>
                      <a:pt x="57" y="913"/>
                      <a:pt x="0" y="1302"/>
                      <a:pt x="120" y="1621"/>
                    </a:cubicBezTo>
                    <a:cubicBezTo>
                      <a:pt x="120" y="1621"/>
                      <a:pt x="120" y="1656"/>
                      <a:pt x="149" y="1656"/>
                    </a:cubicBezTo>
                    <a:cubicBezTo>
                      <a:pt x="149" y="1656"/>
                      <a:pt x="177" y="1621"/>
                      <a:pt x="149" y="1592"/>
                    </a:cubicBezTo>
                    <a:cubicBezTo>
                      <a:pt x="57" y="1302"/>
                      <a:pt x="120" y="913"/>
                      <a:pt x="269" y="652"/>
                    </a:cubicBezTo>
                    <a:cubicBezTo>
                      <a:pt x="446" y="354"/>
                      <a:pt x="736" y="121"/>
                      <a:pt x="1061" y="64"/>
                    </a:cubicBezTo>
                    <a:cubicBezTo>
                      <a:pt x="1061" y="29"/>
                      <a:pt x="1090" y="29"/>
                      <a:pt x="10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Google Shape;910;p41"/>
          <p:cNvSpPr txBox="1">
            <a:spLocks noGrp="1"/>
          </p:cNvSpPr>
          <p:nvPr>
            <p:ph type="title" idx="2"/>
          </p:nvPr>
        </p:nvSpPr>
        <p:spPr>
          <a:xfrm>
            <a:off x="7328914" y="1153966"/>
            <a:ext cx="1144526"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dirty="0"/>
              <a:t>02</a:t>
            </a:r>
            <a:endParaRPr dirty="0"/>
          </a:p>
        </p:txBody>
      </p:sp>
    </p:spTree>
    <p:extLst>
      <p:ext uri="{BB962C8B-B14F-4D97-AF65-F5344CB8AC3E}">
        <p14:creationId xmlns:p14="http://schemas.microsoft.com/office/powerpoint/2010/main" val="8233408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21"/>
        <p:cNvGrpSpPr/>
        <p:nvPr/>
      </p:nvGrpSpPr>
      <p:grpSpPr>
        <a:xfrm>
          <a:off x="0" y="0"/>
          <a:ext cx="0" cy="0"/>
          <a:chOff x="0" y="0"/>
          <a:chExt cx="0" cy="0"/>
        </a:xfrm>
      </p:grpSpPr>
      <p:grpSp>
        <p:nvGrpSpPr>
          <p:cNvPr id="2025" name="Google Shape;2025;p54"/>
          <p:cNvGrpSpPr/>
          <p:nvPr/>
        </p:nvGrpSpPr>
        <p:grpSpPr>
          <a:xfrm>
            <a:off x="4322422" y="4672129"/>
            <a:ext cx="234196" cy="188409"/>
            <a:chOff x="5151797" y="479071"/>
            <a:chExt cx="234196" cy="188409"/>
          </a:xfrm>
        </p:grpSpPr>
        <p:sp>
          <p:nvSpPr>
            <p:cNvPr id="2026" name="Google Shape;2026;p54"/>
            <p:cNvSpPr/>
            <p:nvPr/>
          </p:nvSpPr>
          <p:spPr>
            <a:xfrm>
              <a:off x="5151797" y="479071"/>
              <a:ext cx="122220" cy="188409"/>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54"/>
            <p:cNvSpPr/>
            <p:nvPr/>
          </p:nvSpPr>
          <p:spPr>
            <a:xfrm>
              <a:off x="5261402" y="479071"/>
              <a:ext cx="124590" cy="188409"/>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28" name="Google Shape;2028;p54"/>
          <p:cNvSpPr/>
          <p:nvPr/>
        </p:nvSpPr>
        <p:spPr>
          <a:xfrm>
            <a:off x="1866473" y="366603"/>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54"/>
          <p:cNvSpPr/>
          <p:nvPr/>
        </p:nvSpPr>
        <p:spPr>
          <a:xfrm>
            <a:off x="529223" y="327849"/>
            <a:ext cx="691754" cy="865253"/>
          </a:xfrm>
          <a:custGeom>
            <a:avLst/>
            <a:gdLst/>
            <a:ahLst/>
            <a:cxnLst/>
            <a:rect l="l" t="t" r="r" b="b"/>
            <a:pathLst>
              <a:path w="7690" h="9619" extrusionOk="0">
                <a:moveTo>
                  <a:pt x="1814" y="0"/>
                </a:moveTo>
                <a:cubicBezTo>
                  <a:pt x="1314" y="0"/>
                  <a:pt x="835" y="161"/>
                  <a:pt x="503" y="527"/>
                </a:cubicBezTo>
                <a:cubicBezTo>
                  <a:pt x="114" y="938"/>
                  <a:pt x="1" y="1532"/>
                  <a:pt x="29" y="2063"/>
                </a:cubicBezTo>
                <a:cubicBezTo>
                  <a:pt x="57" y="2621"/>
                  <a:pt x="234" y="3152"/>
                  <a:pt x="383" y="3683"/>
                </a:cubicBezTo>
                <a:cubicBezTo>
                  <a:pt x="913" y="5777"/>
                  <a:pt x="149" y="9017"/>
                  <a:pt x="3064" y="9547"/>
                </a:cubicBezTo>
                <a:cubicBezTo>
                  <a:pt x="3307" y="9596"/>
                  <a:pt x="3542" y="9619"/>
                  <a:pt x="3768" y="9619"/>
                </a:cubicBezTo>
                <a:cubicBezTo>
                  <a:pt x="6281" y="9619"/>
                  <a:pt x="7690" y="6774"/>
                  <a:pt x="7365" y="4418"/>
                </a:cubicBezTo>
                <a:cubicBezTo>
                  <a:pt x="7252" y="3739"/>
                  <a:pt x="6983" y="3060"/>
                  <a:pt x="6573" y="2501"/>
                </a:cubicBezTo>
                <a:cubicBezTo>
                  <a:pt x="6276" y="2119"/>
                  <a:pt x="5922" y="1822"/>
                  <a:pt x="5512" y="1589"/>
                </a:cubicBezTo>
                <a:cubicBezTo>
                  <a:pt x="5129" y="1383"/>
                  <a:pt x="4684" y="1263"/>
                  <a:pt x="4274" y="1058"/>
                </a:cubicBezTo>
                <a:cubicBezTo>
                  <a:pt x="3863" y="825"/>
                  <a:pt x="3474" y="527"/>
                  <a:pt x="3064" y="322"/>
                </a:cubicBezTo>
                <a:cubicBezTo>
                  <a:pt x="2683" y="117"/>
                  <a:pt x="2240" y="0"/>
                  <a:pt x="1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 name="Straight Connector 9"/>
          <p:cNvCxnSpPr/>
          <p:nvPr/>
        </p:nvCxnSpPr>
        <p:spPr>
          <a:xfrm>
            <a:off x="4556618" y="702860"/>
            <a:ext cx="0" cy="163640"/>
          </a:xfrm>
          <a:prstGeom prst="line">
            <a:avLst/>
          </a:prstGeom>
        </p:spPr>
        <p:style>
          <a:lnRef idx="2">
            <a:schemeClr val="accent6"/>
          </a:lnRef>
          <a:fillRef idx="0">
            <a:schemeClr val="accent6"/>
          </a:fillRef>
          <a:effectRef idx="1">
            <a:schemeClr val="accent6"/>
          </a:effectRef>
          <a:fontRef idx="minor">
            <a:schemeClr val="tx1"/>
          </a:fontRef>
        </p:style>
      </p:cxnSp>
      <p:pic>
        <p:nvPicPr>
          <p:cNvPr id="100" name="Picture Placeholder 99"/>
          <p:cNvPicPr>
            <a:picLocks noGrp="1" noChangeAspect="1"/>
          </p:cNvPicPr>
          <p:nvPr>
            <p:ph type="pic" idx="2"/>
          </p:nvPr>
        </p:nvPicPr>
        <p:blipFill>
          <a:blip r:embed="rId3"/>
          <a:stretch>
            <a:fillRect/>
          </a:stretch>
        </p:blipFill>
        <p:spPr>
          <a:xfrm>
            <a:off x="987425" y="702945"/>
            <a:ext cx="7315200" cy="3657600"/>
          </a:xfrm>
          <a:prstGeom prst="rect">
            <a:avLst/>
          </a:prstGeom>
          <a:noFill/>
          <a:ln w="9525">
            <a:noFill/>
          </a:ln>
        </p:spPr>
      </p:pic>
    </p:spTree>
    <p:extLst>
      <p:ext uri="{BB962C8B-B14F-4D97-AF65-F5344CB8AC3E}">
        <p14:creationId xmlns:p14="http://schemas.microsoft.com/office/powerpoint/2010/main" val="20070739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1"/>
        <p:cNvGrpSpPr/>
        <p:nvPr/>
      </p:nvGrpSpPr>
      <p:grpSpPr>
        <a:xfrm>
          <a:off x="0" y="0"/>
          <a:ext cx="0" cy="0"/>
          <a:chOff x="0" y="0"/>
          <a:chExt cx="0" cy="0"/>
        </a:xfrm>
      </p:grpSpPr>
      <p:grpSp>
        <p:nvGrpSpPr>
          <p:cNvPr id="1650" name="Google Shape;1650;p50"/>
          <p:cNvGrpSpPr/>
          <p:nvPr/>
        </p:nvGrpSpPr>
        <p:grpSpPr>
          <a:xfrm>
            <a:off x="6096822" y="1186885"/>
            <a:ext cx="2171206" cy="3428826"/>
            <a:chOff x="6096822" y="1186885"/>
            <a:chExt cx="2171206" cy="3428826"/>
          </a:xfrm>
        </p:grpSpPr>
        <p:sp>
          <p:nvSpPr>
            <p:cNvPr id="1651" name="Google Shape;1651;p50"/>
            <p:cNvSpPr/>
            <p:nvPr/>
          </p:nvSpPr>
          <p:spPr>
            <a:xfrm>
              <a:off x="6146800" y="1908200"/>
              <a:ext cx="2121227" cy="1883711"/>
            </a:xfrm>
            <a:custGeom>
              <a:avLst/>
              <a:gdLst/>
              <a:ahLst/>
              <a:cxnLst/>
              <a:rect l="l" t="t" r="r" b="b"/>
              <a:pathLst>
                <a:path w="34750" h="30859" extrusionOk="0">
                  <a:moveTo>
                    <a:pt x="19927" y="1"/>
                  </a:moveTo>
                  <a:cubicBezTo>
                    <a:pt x="17317" y="1"/>
                    <a:pt x="14720" y="895"/>
                    <a:pt x="13116" y="2899"/>
                  </a:cubicBezTo>
                  <a:cubicBezTo>
                    <a:pt x="11970" y="4342"/>
                    <a:pt x="11440" y="6203"/>
                    <a:pt x="10492" y="7795"/>
                  </a:cubicBezTo>
                  <a:cubicBezTo>
                    <a:pt x="9346" y="9768"/>
                    <a:pt x="7606" y="11332"/>
                    <a:pt x="5837" y="12832"/>
                  </a:cubicBezTo>
                  <a:cubicBezTo>
                    <a:pt x="4542" y="13949"/>
                    <a:pt x="3184" y="15074"/>
                    <a:pt x="2208" y="16517"/>
                  </a:cubicBezTo>
                  <a:cubicBezTo>
                    <a:pt x="262" y="19290"/>
                    <a:pt x="1" y="23118"/>
                    <a:pt x="1472" y="26153"/>
                  </a:cubicBezTo>
                  <a:cubicBezTo>
                    <a:pt x="2859" y="28926"/>
                    <a:pt x="5250" y="30135"/>
                    <a:pt x="8221" y="30312"/>
                  </a:cubicBezTo>
                  <a:cubicBezTo>
                    <a:pt x="12027" y="30574"/>
                    <a:pt x="15826" y="30786"/>
                    <a:pt x="19632" y="30843"/>
                  </a:cubicBezTo>
                  <a:cubicBezTo>
                    <a:pt x="20489" y="30852"/>
                    <a:pt x="21343" y="30858"/>
                    <a:pt x="22195" y="30858"/>
                  </a:cubicBezTo>
                  <a:cubicBezTo>
                    <a:pt x="23952" y="30858"/>
                    <a:pt x="25703" y="30832"/>
                    <a:pt x="27470" y="30751"/>
                  </a:cubicBezTo>
                  <a:cubicBezTo>
                    <a:pt x="29126" y="30666"/>
                    <a:pt x="30894" y="30517"/>
                    <a:pt x="32246" y="29577"/>
                  </a:cubicBezTo>
                  <a:cubicBezTo>
                    <a:pt x="34042" y="28339"/>
                    <a:pt x="34750" y="25976"/>
                    <a:pt x="34488" y="23825"/>
                  </a:cubicBezTo>
                  <a:cubicBezTo>
                    <a:pt x="34219" y="21703"/>
                    <a:pt x="33102" y="19757"/>
                    <a:pt x="31863" y="17989"/>
                  </a:cubicBezTo>
                  <a:cubicBezTo>
                    <a:pt x="31099" y="16899"/>
                    <a:pt x="30243" y="15866"/>
                    <a:pt x="29656" y="14657"/>
                  </a:cubicBezTo>
                  <a:cubicBezTo>
                    <a:pt x="28680" y="12683"/>
                    <a:pt x="28447" y="10476"/>
                    <a:pt x="28029" y="8325"/>
                  </a:cubicBezTo>
                  <a:cubicBezTo>
                    <a:pt x="27591" y="6111"/>
                    <a:pt x="27675" y="3727"/>
                    <a:pt x="25971" y="1986"/>
                  </a:cubicBezTo>
                  <a:cubicBezTo>
                    <a:pt x="25058" y="1039"/>
                    <a:pt x="23728" y="543"/>
                    <a:pt x="22433" y="274"/>
                  </a:cubicBezTo>
                  <a:cubicBezTo>
                    <a:pt x="21619" y="95"/>
                    <a:pt x="20772" y="1"/>
                    <a:pt x="199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2" name="Google Shape;1652;p50"/>
            <p:cNvGrpSpPr/>
            <p:nvPr/>
          </p:nvGrpSpPr>
          <p:grpSpPr>
            <a:xfrm>
              <a:off x="7012401" y="1186885"/>
              <a:ext cx="598344" cy="498891"/>
              <a:chOff x="2715768" y="1997386"/>
              <a:chExt cx="269330" cy="224564"/>
            </a:xfrm>
          </p:grpSpPr>
          <p:sp>
            <p:nvSpPr>
              <p:cNvPr id="1653" name="Google Shape;1653;p50"/>
              <p:cNvSpPr/>
              <p:nvPr/>
            </p:nvSpPr>
            <p:spPr>
              <a:xfrm>
                <a:off x="2868233" y="1997386"/>
                <a:ext cx="116866" cy="116832"/>
              </a:xfrm>
              <a:custGeom>
                <a:avLst/>
                <a:gdLst/>
                <a:ahLst/>
                <a:cxnLst/>
                <a:rect l="l" t="t" r="r" b="b"/>
                <a:pathLst>
                  <a:path w="3454" h="3453" extrusionOk="0">
                    <a:moveTo>
                      <a:pt x="1729" y="947"/>
                    </a:moveTo>
                    <a:cubicBezTo>
                      <a:pt x="1938" y="947"/>
                      <a:pt x="2145" y="1036"/>
                      <a:pt x="2300" y="1210"/>
                    </a:cubicBezTo>
                    <a:cubicBezTo>
                      <a:pt x="2597" y="1536"/>
                      <a:pt x="2597" y="2038"/>
                      <a:pt x="2272" y="2328"/>
                    </a:cubicBezTo>
                    <a:cubicBezTo>
                      <a:pt x="2120" y="2466"/>
                      <a:pt x="1930" y="2534"/>
                      <a:pt x="1741" y="2534"/>
                    </a:cubicBezTo>
                    <a:cubicBezTo>
                      <a:pt x="1524" y="2534"/>
                      <a:pt x="1309" y="2445"/>
                      <a:pt x="1154" y="2271"/>
                    </a:cubicBezTo>
                    <a:cubicBezTo>
                      <a:pt x="857" y="1946"/>
                      <a:pt x="885" y="1444"/>
                      <a:pt x="1211" y="1154"/>
                    </a:cubicBezTo>
                    <a:cubicBezTo>
                      <a:pt x="1362" y="1015"/>
                      <a:pt x="1546" y="947"/>
                      <a:pt x="1729" y="947"/>
                    </a:cubicBezTo>
                    <a:close/>
                    <a:moveTo>
                      <a:pt x="1621" y="1"/>
                    </a:moveTo>
                    <a:cubicBezTo>
                      <a:pt x="1656" y="1"/>
                      <a:pt x="1656" y="29"/>
                      <a:pt x="1656" y="29"/>
                    </a:cubicBezTo>
                    <a:cubicBezTo>
                      <a:pt x="1684" y="177"/>
                      <a:pt x="1593" y="354"/>
                      <a:pt x="1444" y="383"/>
                    </a:cubicBezTo>
                    <a:cubicBezTo>
                      <a:pt x="1423" y="387"/>
                      <a:pt x="1402" y="389"/>
                      <a:pt x="1382" y="389"/>
                    </a:cubicBezTo>
                    <a:cubicBezTo>
                      <a:pt x="1235" y="389"/>
                      <a:pt x="1121" y="280"/>
                      <a:pt x="1090" y="149"/>
                    </a:cubicBezTo>
                    <a:lnTo>
                      <a:pt x="1090" y="121"/>
                    </a:lnTo>
                    <a:cubicBezTo>
                      <a:pt x="977" y="149"/>
                      <a:pt x="885" y="206"/>
                      <a:pt x="800" y="269"/>
                    </a:cubicBezTo>
                    <a:cubicBezTo>
                      <a:pt x="800" y="269"/>
                      <a:pt x="800" y="298"/>
                      <a:pt x="828" y="298"/>
                    </a:cubicBezTo>
                    <a:cubicBezTo>
                      <a:pt x="913" y="418"/>
                      <a:pt x="913" y="595"/>
                      <a:pt x="800" y="708"/>
                    </a:cubicBezTo>
                    <a:cubicBezTo>
                      <a:pt x="744" y="751"/>
                      <a:pt x="676" y="774"/>
                      <a:pt x="610" y="774"/>
                    </a:cubicBezTo>
                    <a:cubicBezTo>
                      <a:pt x="535" y="774"/>
                      <a:pt x="463" y="744"/>
                      <a:pt x="418" y="680"/>
                    </a:cubicBezTo>
                    <a:cubicBezTo>
                      <a:pt x="383" y="680"/>
                      <a:pt x="383" y="651"/>
                      <a:pt x="383" y="651"/>
                    </a:cubicBezTo>
                    <a:cubicBezTo>
                      <a:pt x="326" y="736"/>
                      <a:pt x="270" y="828"/>
                      <a:pt x="206" y="913"/>
                    </a:cubicBezTo>
                    <a:cubicBezTo>
                      <a:pt x="206" y="913"/>
                      <a:pt x="241" y="913"/>
                      <a:pt x="241" y="948"/>
                    </a:cubicBezTo>
                    <a:cubicBezTo>
                      <a:pt x="383" y="977"/>
                      <a:pt x="475" y="1154"/>
                      <a:pt x="418" y="1302"/>
                    </a:cubicBezTo>
                    <a:cubicBezTo>
                      <a:pt x="390" y="1415"/>
                      <a:pt x="272" y="1496"/>
                      <a:pt x="154" y="1496"/>
                    </a:cubicBezTo>
                    <a:cubicBezTo>
                      <a:pt x="124" y="1496"/>
                      <a:pt x="93" y="1491"/>
                      <a:pt x="64" y="1479"/>
                    </a:cubicBezTo>
                    <a:lnTo>
                      <a:pt x="29" y="1479"/>
                    </a:lnTo>
                    <a:cubicBezTo>
                      <a:pt x="29" y="1564"/>
                      <a:pt x="1" y="1684"/>
                      <a:pt x="29" y="1797"/>
                    </a:cubicBezTo>
                    <a:lnTo>
                      <a:pt x="64" y="1797"/>
                    </a:lnTo>
                    <a:cubicBezTo>
                      <a:pt x="89" y="1788"/>
                      <a:pt x="113" y="1783"/>
                      <a:pt x="138" y="1783"/>
                    </a:cubicBezTo>
                    <a:cubicBezTo>
                      <a:pt x="254" y="1783"/>
                      <a:pt x="359" y="1887"/>
                      <a:pt x="383" y="2010"/>
                    </a:cubicBezTo>
                    <a:cubicBezTo>
                      <a:pt x="418" y="2151"/>
                      <a:pt x="326" y="2300"/>
                      <a:pt x="178" y="2328"/>
                    </a:cubicBezTo>
                    <a:lnTo>
                      <a:pt x="149" y="2363"/>
                    </a:lnTo>
                    <a:cubicBezTo>
                      <a:pt x="178" y="2448"/>
                      <a:pt x="241" y="2569"/>
                      <a:pt x="298" y="2653"/>
                    </a:cubicBezTo>
                    <a:cubicBezTo>
                      <a:pt x="298" y="2653"/>
                      <a:pt x="298" y="2625"/>
                      <a:pt x="326" y="2625"/>
                    </a:cubicBezTo>
                    <a:cubicBezTo>
                      <a:pt x="378" y="2573"/>
                      <a:pt x="441" y="2550"/>
                      <a:pt x="502" y="2550"/>
                    </a:cubicBezTo>
                    <a:cubicBezTo>
                      <a:pt x="582" y="2550"/>
                      <a:pt x="660" y="2589"/>
                      <a:pt x="708" y="2653"/>
                    </a:cubicBezTo>
                    <a:cubicBezTo>
                      <a:pt x="828" y="2774"/>
                      <a:pt x="828" y="2951"/>
                      <a:pt x="708" y="3035"/>
                    </a:cubicBezTo>
                    <a:lnTo>
                      <a:pt x="680" y="3071"/>
                    </a:lnTo>
                    <a:cubicBezTo>
                      <a:pt x="772" y="3156"/>
                      <a:pt x="857" y="3212"/>
                      <a:pt x="949" y="3276"/>
                    </a:cubicBezTo>
                    <a:cubicBezTo>
                      <a:pt x="949" y="3248"/>
                      <a:pt x="949" y="3248"/>
                      <a:pt x="977" y="3212"/>
                    </a:cubicBezTo>
                    <a:cubicBezTo>
                      <a:pt x="1000" y="3100"/>
                      <a:pt x="1116" y="3018"/>
                      <a:pt x="1238" y="3018"/>
                    </a:cubicBezTo>
                    <a:cubicBezTo>
                      <a:pt x="1269" y="3018"/>
                      <a:pt x="1300" y="3024"/>
                      <a:pt x="1331" y="3035"/>
                    </a:cubicBezTo>
                    <a:cubicBezTo>
                      <a:pt x="1479" y="3099"/>
                      <a:pt x="1536" y="3248"/>
                      <a:pt x="1508" y="3389"/>
                    </a:cubicBezTo>
                    <a:cubicBezTo>
                      <a:pt x="1508" y="3425"/>
                      <a:pt x="1508" y="3425"/>
                      <a:pt x="1479" y="3453"/>
                    </a:cubicBezTo>
                    <a:lnTo>
                      <a:pt x="1833" y="3453"/>
                    </a:lnTo>
                    <a:cubicBezTo>
                      <a:pt x="1833" y="3453"/>
                      <a:pt x="1833" y="3425"/>
                      <a:pt x="1798" y="3425"/>
                    </a:cubicBezTo>
                    <a:cubicBezTo>
                      <a:pt x="1769" y="3276"/>
                      <a:pt x="1890" y="3127"/>
                      <a:pt x="2038" y="3071"/>
                    </a:cubicBezTo>
                    <a:cubicBezTo>
                      <a:pt x="2056" y="3067"/>
                      <a:pt x="2074" y="3065"/>
                      <a:pt x="2091" y="3065"/>
                    </a:cubicBezTo>
                    <a:cubicBezTo>
                      <a:pt x="2219" y="3065"/>
                      <a:pt x="2332" y="3173"/>
                      <a:pt x="2364" y="3304"/>
                    </a:cubicBezTo>
                    <a:lnTo>
                      <a:pt x="2364" y="3333"/>
                    </a:lnTo>
                    <a:cubicBezTo>
                      <a:pt x="2477" y="3304"/>
                      <a:pt x="2569" y="3248"/>
                      <a:pt x="2682" y="3184"/>
                    </a:cubicBezTo>
                    <a:cubicBezTo>
                      <a:pt x="2654" y="3184"/>
                      <a:pt x="2654" y="3184"/>
                      <a:pt x="2654" y="3156"/>
                    </a:cubicBezTo>
                    <a:cubicBezTo>
                      <a:pt x="2540" y="3035"/>
                      <a:pt x="2540" y="2859"/>
                      <a:pt x="2654" y="2774"/>
                    </a:cubicBezTo>
                    <a:cubicBezTo>
                      <a:pt x="2714" y="2714"/>
                      <a:pt x="2788" y="2683"/>
                      <a:pt x="2862" y="2683"/>
                    </a:cubicBezTo>
                    <a:cubicBezTo>
                      <a:pt x="2937" y="2683"/>
                      <a:pt x="3011" y="2714"/>
                      <a:pt x="3071" y="2774"/>
                    </a:cubicBezTo>
                    <a:cubicBezTo>
                      <a:pt x="3071" y="2802"/>
                      <a:pt x="3071" y="2802"/>
                      <a:pt x="3099" y="2830"/>
                    </a:cubicBezTo>
                    <a:cubicBezTo>
                      <a:pt x="3156" y="2717"/>
                      <a:pt x="3213" y="2625"/>
                      <a:pt x="3276" y="2540"/>
                    </a:cubicBezTo>
                    <a:cubicBezTo>
                      <a:pt x="3248" y="2540"/>
                      <a:pt x="3248" y="2540"/>
                      <a:pt x="3213" y="2505"/>
                    </a:cubicBezTo>
                    <a:cubicBezTo>
                      <a:pt x="3071" y="2477"/>
                      <a:pt x="2979" y="2300"/>
                      <a:pt x="3036" y="2151"/>
                    </a:cubicBezTo>
                    <a:cubicBezTo>
                      <a:pt x="3086" y="2039"/>
                      <a:pt x="3191" y="1957"/>
                      <a:pt x="3303" y="1957"/>
                    </a:cubicBezTo>
                    <a:cubicBezTo>
                      <a:pt x="3331" y="1957"/>
                      <a:pt x="3360" y="1963"/>
                      <a:pt x="3389" y="1974"/>
                    </a:cubicBezTo>
                    <a:cubicBezTo>
                      <a:pt x="3425" y="1974"/>
                      <a:pt x="3425" y="1974"/>
                      <a:pt x="3453" y="2010"/>
                    </a:cubicBezTo>
                    <a:lnTo>
                      <a:pt x="3453" y="1656"/>
                    </a:lnTo>
                    <a:cubicBezTo>
                      <a:pt x="3453" y="1656"/>
                      <a:pt x="3425" y="1656"/>
                      <a:pt x="3425" y="1684"/>
                    </a:cubicBezTo>
                    <a:cubicBezTo>
                      <a:pt x="3407" y="1687"/>
                      <a:pt x="3390" y="1688"/>
                      <a:pt x="3373" y="1688"/>
                    </a:cubicBezTo>
                    <a:cubicBezTo>
                      <a:pt x="3220" y="1688"/>
                      <a:pt x="3097" y="1578"/>
                      <a:pt x="3071" y="1444"/>
                    </a:cubicBezTo>
                    <a:cubicBezTo>
                      <a:pt x="3036" y="1302"/>
                      <a:pt x="3128" y="1154"/>
                      <a:pt x="3276" y="1125"/>
                    </a:cubicBezTo>
                    <a:cubicBezTo>
                      <a:pt x="3305" y="1090"/>
                      <a:pt x="3305" y="1090"/>
                      <a:pt x="3333" y="1090"/>
                    </a:cubicBezTo>
                    <a:cubicBezTo>
                      <a:pt x="3276" y="1005"/>
                      <a:pt x="3248" y="885"/>
                      <a:pt x="3156" y="800"/>
                    </a:cubicBezTo>
                    <a:lnTo>
                      <a:pt x="3156" y="828"/>
                    </a:lnTo>
                    <a:cubicBezTo>
                      <a:pt x="3104" y="880"/>
                      <a:pt x="3041" y="903"/>
                      <a:pt x="2978" y="903"/>
                    </a:cubicBezTo>
                    <a:cubicBezTo>
                      <a:pt x="2894" y="903"/>
                      <a:pt x="2810" y="864"/>
                      <a:pt x="2746" y="800"/>
                    </a:cubicBezTo>
                    <a:cubicBezTo>
                      <a:pt x="2625" y="680"/>
                      <a:pt x="2654" y="503"/>
                      <a:pt x="2774" y="418"/>
                    </a:cubicBezTo>
                    <a:cubicBezTo>
                      <a:pt x="2774" y="383"/>
                      <a:pt x="2774" y="383"/>
                      <a:pt x="2802" y="383"/>
                    </a:cubicBezTo>
                    <a:cubicBezTo>
                      <a:pt x="2717" y="326"/>
                      <a:pt x="2597" y="241"/>
                      <a:pt x="2505" y="206"/>
                    </a:cubicBezTo>
                    <a:lnTo>
                      <a:pt x="2505" y="241"/>
                    </a:lnTo>
                    <a:cubicBezTo>
                      <a:pt x="2460" y="354"/>
                      <a:pt x="2357" y="435"/>
                      <a:pt x="2242" y="435"/>
                    </a:cubicBezTo>
                    <a:cubicBezTo>
                      <a:pt x="2212" y="435"/>
                      <a:pt x="2182" y="429"/>
                      <a:pt x="2151" y="418"/>
                    </a:cubicBezTo>
                    <a:cubicBezTo>
                      <a:pt x="2010" y="354"/>
                      <a:pt x="1918" y="206"/>
                      <a:pt x="1946" y="64"/>
                    </a:cubicBezTo>
                    <a:cubicBezTo>
                      <a:pt x="1946" y="29"/>
                      <a:pt x="1975" y="29"/>
                      <a:pt x="1975" y="29"/>
                    </a:cubicBezTo>
                    <a:cubicBezTo>
                      <a:pt x="1861" y="1"/>
                      <a:pt x="1741" y="1"/>
                      <a:pt x="16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0"/>
              <p:cNvSpPr/>
              <p:nvPr/>
            </p:nvSpPr>
            <p:spPr>
              <a:xfrm>
                <a:off x="2888365" y="2020360"/>
                <a:ext cx="77821" cy="70884"/>
              </a:xfrm>
              <a:custGeom>
                <a:avLst/>
                <a:gdLst/>
                <a:ahLst/>
                <a:cxnLst/>
                <a:rect l="l" t="t" r="r" b="b"/>
                <a:pathLst>
                  <a:path w="2300" h="2095" extrusionOk="0">
                    <a:moveTo>
                      <a:pt x="1118" y="57"/>
                    </a:moveTo>
                    <a:cubicBezTo>
                      <a:pt x="1415" y="57"/>
                      <a:pt x="1677" y="178"/>
                      <a:pt x="1854" y="383"/>
                    </a:cubicBezTo>
                    <a:cubicBezTo>
                      <a:pt x="2236" y="800"/>
                      <a:pt x="2207" y="1416"/>
                      <a:pt x="1797" y="1798"/>
                    </a:cubicBezTo>
                    <a:cubicBezTo>
                      <a:pt x="1620" y="1946"/>
                      <a:pt x="1380" y="2038"/>
                      <a:pt x="1146" y="2038"/>
                    </a:cubicBezTo>
                    <a:cubicBezTo>
                      <a:pt x="884" y="2038"/>
                      <a:pt x="616" y="1918"/>
                      <a:pt x="410" y="1713"/>
                    </a:cubicBezTo>
                    <a:cubicBezTo>
                      <a:pt x="57" y="1295"/>
                      <a:pt x="85" y="680"/>
                      <a:pt x="467" y="326"/>
                    </a:cubicBezTo>
                    <a:cubicBezTo>
                      <a:pt x="644" y="149"/>
                      <a:pt x="884" y="57"/>
                      <a:pt x="1118" y="57"/>
                    </a:cubicBezTo>
                    <a:close/>
                    <a:moveTo>
                      <a:pt x="1118" y="1"/>
                    </a:moveTo>
                    <a:cubicBezTo>
                      <a:pt x="884" y="1"/>
                      <a:pt x="616" y="93"/>
                      <a:pt x="439" y="269"/>
                    </a:cubicBezTo>
                    <a:cubicBezTo>
                      <a:pt x="0" y="652"/>
                      <a:pt x="0" y="1331"/>
                      <a:pt x="382" y="1741"/>
                    </a:cubicBezTo>
                    <a:cubicBezTo>
                      <a:pt x="587" y="1974"/>
                      <a:pt x="849" y="2095"/>
                      <a:pt x="1146" y="2095"/>
                    </a:cubicBezTo>
                    <a:cubicBezTo>
                      <a:pt x="1415" y="2095"/>
                      <a:pt x="1648" y="2003"/>
                      <a:pt x="1854" y="1826"/>
                    </a:cubicBezTo>
                    <a:cubicBezTo>
                      <a:pt x="2264" y="1444"/>
                      <a:pt x="2299" y="800"/>
                      <a:pt x="1910" y="354"/>
                    </a:cubicBezTo>
                    <a:cubicBezTo>
                      <a:pt x="1705" y="149"/>
                      <a:pt x="1415" y="1"/>
                      <a:pt x="11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50"/>
              <p:cNvSpPr/>
              <p:nvPr/>
            </p:nvSpPr>
            <p:spPr>
              <a:xfrm>
                <a:off x="2715768" y="2042387"/>
                <a:ext cx="179562" cy="179562"/>
              </a:xfrm>
              <a:custGeom>
                <a:avLst/>
                <a:gdLst/>
                <a:ahLst/>
                <a:cxnLst/>
                <a:rect l="l" t="t" r="r" b="b"/>
                <a:pathLst>
                  <a:path w="5307" h="5307" extrusionOk="0">
                    <a:moveTo>
                      <a:pt x="2625" y="861"/>
                    </a:moveTo>
                    <a:cubicBezTo>
                      <a:pt x="3132" y="861"/>
                      <a:pt x="3636" y="1078"/>
                      <a:pt x="3976" y="1500"/>
                    </a:cubicBezTo>
                    <a:cubicBezTo>
                      <a:pt x="4627" y="2271"/>
                      <a:pt x="4535" y="3389"/>
                      <a:pt x="3799" y="4040"/>
                    </a:cubicBezTo>
                    <a:cubicBezTo>
                      <a:pt x="3475" y="4312"/>
                      <a:pt x="3075" y="4447"/>
                      <a:pt x="2675" y="4447"/>
                    </a:cubicBezTo>
                    <a:cubicBezTo>
                      <a:pt x="2168" y="4447"/>
                      <a:pt x="1659" y="4230"/>
                      <a:pt x="1295" y="3799"/>
                    </a:cubicBezTo>
                    <a:cubicBezTo>
                      <a:pt x="644" y="3064"/>
                      <a:pt x="736" y="1918"/>
                      <a:pt x="1472" y="1295"/>
                    </a:cubicBezTo>
                    <a:cubicBezTo>
                      <a:pt x="1801" y="1004"/>
                      <a:pt x="2214" y="861"/>
                      <a:pt x="2625" y="861"/>
                    </a:cubicBezTo>
                    <a:close/>
                    <a:moveTo>
                      <a:pt x="2590" y="1"/>
                    </a:moveTo>
                    <a:lnTo>
                      <a:pt x="2590" y="29"/>
                    </a:lnTo>
                    <a:cubicBezTo>
                      <a:pt x="2653" y="262"/>
                      <a:pt x="2476" y="503"/>
                      <a:pt x="2236" y="559"/>
                    </a:cubicBezTo>
                    <a:cubicBezTo>
                      <a:pt x="2217" y="562"/>
                      <a:pt x="2198" y="563"/>
                      <a:pt x="2179" y="563"/>
                    </a:cubicBezTo>
                    <a:cubicBezTo>
                      <a:pt x="1966" y="563"/>
                      <a:pt x="1767" y="420"/>
                      <a:pt x="1741" y="206"/>
                    </a:cubicBezTo>
                    <a:lnTo>
                      <a:pt x="1741" y="149"/>
                    </a:lnTo>
                    <a:cubicBezTo>
                      <a:pt x="1564" y="206"/>
                      <a:pt x="1415" y="262"/>
                      <a:pt x="1267" y="354"/>
                    </a:cubicBezTo>
                    <a:cubicBezTo>
                      <a:pt x="1267" y="383"/>
                      <a:pt x="1295" y="383"/>
                      <a:pt x="1295" y="383"/>
                    </a:cubicBezTo>
                    <a:cubicBezTo>
                      <a:pt x="1472" y="588"/>
                      <a:pt x="1444" y="856"/>
                      <a:pt x="1267" y="998"/>
                    </a:cubicBezTo>
                    <a:cubicBezTo>
                      <a:pt x="1188" y="1077"/>
                      <a:pt x="1086" y="1115"/>
                      <a:pt x="983" y="1115"/>
                    </a:cubicBezTo>
                    <a:cubicBezTo>
                      <a:pt x="855" y="1115"/>
                      <a:pt x="727" y="1055"/>
                      <a:pt x="644" y="941"/>
                    </a:cubicBezTo>
                    <a:cubicBezTo>
                      <a:pt x="616" y="941"/>
                      <a:pt x="616" y="941"/>
                      <a:pt x="616" y="913"/>
                    </a:cubicBezTo>
                    <a:cubicBezTo>
                      <a:pt x="503" y="1062"/>
                      <a:pt x="411" y="1175"/>
                      <a:pt x="326" y="1323"/>
                    </a:cubicBezTo>
                    <a:cubicBezTo>
                      <a:pt x="354" y="1323"/>
                      <a:pt x="354" y="1352"/>
                      <a:pt x="382" y="1352"/>
                    </a:cubicBezTo>
                    <a:cubicBezTo>
                      <a:pt x="588" y="1444"/>
                      <a:pt x="708" y="1677"/>
                      <a:pt x="644" y="1918"/>
                    </a:cubicBezTo>
                    <a:cubicBezTo>
                      <a:pt x="579" y="2098"/>
                      <a:pt x="425" y="2210"/>
                      <a:pt x="248" y="2210"/>
                    </a:cubicBezTo>
                    <a:cubicBezTo>
                      <a:pt x="195" y="2210"/>
                      <a:pt x="140" y="2200"/>
                      <a:pt x="85" y="2179"/>
                    </a:cubicBezTo>
                    <a:cubicBezTo>
                      <a:pt x="57" y="2179"/>
                      <a:pt x="57" y="2151"/>
                      <a:pt x="29" y="2151"/>
                    </a:cubicBezTo>
                    <a:cubicBezTo>
                      <a:pt x="0" y="2328"/>
                      <a:pt x="0" y="2505"/>
                      <a:pt x="0" y="2653"/>
                    </a:cubicBezTo>
                    <a:lnTo>
                      <a:pt x="57" y="2653"/>
                    </a:lnTo>
                    <a:cubicBezTo>
                      <a:pt x="77" y="2651"/>
                      <a:pt x="96" y="2650"/>
                      <a:pt x="116" y="2650"/>
                    </a:cubicBezTo>
                    <a:cubicBezTo>
                      <a:pt x="325" y="2650"/>
                      <a:pt x="508" y="2787"/>
                      <a:pt x="559" y="3007"/>
                    </a:cubicBezTo>
                    <a:cubicBezTo>
                      <a:pt x="588" y="3241"/>
                      <a:pt x="439" y="3474"/>
                      <a:pt x="206" y="3509"/>
                    </a:cubicBezTo>
                    <a:lnTo>
                      <a:pt x="149" y="3509"/>
                    </a:lnTo>
                    <a:cubicBezTo>
                      <a:pt x="206" y="3686"/>
                      <a:pt x="290" y="3828"/>
                      <a:pt x="382" y="4005"/>
                    </a:cubicBezTo>
                    <a:cubicBezTo>
                      <a:pt x="382" y="3976"/>
                      <a:pt x="411" y="3976"/>
                      <a:pt x="411" y="3948"/>
                    </a:cubicBezTo>
                    <a:cubicBezTo>
                      <a:pt x="488" y="3883"/>
                      <a:pt x="587" y="3852"/>
                      <a:pt x="688" y="3852"/>
                    </a:cubicBezTo>
                    <a:cubicBezTo>
                      <a:pt x="818" y="3852"/>
                      <a:pt x="949" y="3905"/>
                      <a:pt x="1033" y="4005"/>
                    </a:cubicBezTo>
                    <a:cubicBezTo>
                      <a:pt x="1175" y="4181"/>
                      <a:pt x="1175" y="4479"/>
                      <a:pt x="970" y="4627"/>
                    </a:cubicBezTo>
                    <a:lnTo>
                      <a:pt x="941" y="4655"/>
                    </a:lnTo>
                    <a:cubicBezTo>
                      <a:pt x="1062" y="4776"/>
                      <a:pt x="1210" y="4889"/>
                      <a:pt x="1352" y="4981"/>
                    </a:cubicBezTo>
                    <a:cubicBezTo>
                      <a:pt x="1352" y="4953"/>
                      <a:pt x="1387" y="4924"/>
                      <a:pt x="1387" y="4889"/>
                    </a:cubicBezTo>
                    <a:cubicBezTo>
                      <a:pt x="1431" y="4731"/>
                      <a:pt x="1597" y="4627"/>
                      <a:pt x="1781" y="4627"/>
                    </a:cubicBezTo>
                    <a:cubicBezTo>
                      <a:pt x="1835" y="4627"/>
                      <a:pt x="1891" y="4636"/>
                      <a:pt x="1946" y="4655"/>
                    </a:cubicBezTo>
                    <a:cubicBezTo>
                      <a:pt x="2151" y="4712"/>
                      <a:pt x="2271" y="4981"/>
                      <a:pt x="2208" y="5214"/>
                    </a:cubicBezTo>
                    <a:cubicBezTo>
                      <a:pt x="2208" y="5214"/>
                      <a:pt x="2179" y="5243"/>
                      <a:pt x="2179" y="5278"/>
                    </a:cubicBezTo>
                    <a:cubicBezTo>
                      <a:pt x="2356" y="5306"/>
                      <a:pt x="2533" y="5306"/>
                      <a:pt x="2710" y="5306"/>
                    </a:cubicBezTo>
                    <a:cubicBezTo>
                      <a:pt x="2682" y="5306"/>
                      <a:pt x="2682" y="5278"/>
                      <a:pt x="2682" y="5243"/>
                    </a:cubicBezTo>
                    <a:cubicBezTo>
                      <a:pt x="2625" y="5009"/>
                      <a:pt x="2802" y="4776"/>
                      <a:pt x="3035" y="4747"/>
                    </a:cubicBezTo>
                    <a:cubicBezTo>
                      <a:pt x="3058" y="4744"/>
                      <a:pt x="3081" y="4742"/>
                      <a:pt x="3104" y="4742"/>
                    </a:cubicBezTo>
                    <a:cubicBezTo>
                      <a:pt x="3314" y="4742"/>
                      <a:pt x="3512" y="4884"/>
                      <a:pt x="3538" y="5101"/>
                    </a:cubicBezTo>
                    <a:lnTo>
                      <a:pt x="3538" y="5158"/>
                    </a:lnTo>
                    <a:cubicBezTo>
                      <a:pt x="3714" y="5129"/>
                      <a:pt x="3863" y="5037"/>
                      <a:pt x="4005" y="4953"/>
                    </a:cubicBezTo>
                    <a:cubicBezTo>
                      <a:pt x="4005" y="4924"/>
                      <a:pt x="3976" y="4924"/>
                      <a:pt x="3976" y="4889"/>
                    </a:cubicBezTo>
                    <a:cubicBezTo>
                      <a:pt x="3799" y="4712"/>
                      <a:pt x="3828" y="4450"/>
                      <a:pt x="4005" y="4273"/>
                    </a:cubicBezTo>
                    <a:cubicBezTo>
                      <a:pt x="4081" y="4209"/>
                      <a:pt x="4181" y="4178"/>
                      <a:pt x="4282" y="4178"/>
                    </a:cubicBezTo>
                    <a:cubicBezTo>
                      <a:pt x="4412" y="4178"/>
                      <a:pt x="4543" y="4230"/>
                      <a:pt x="4627" y="4330"/>
                    </a:cubicBezTo>
                    <a:cubicBezTo>
                      <a:pt x="4655" y="4358"/>
                      <a:pt x="4655" y="4358"/>
                      <a:pt x="4684" y="4394"/>
                    </a:cubicBezTo>
                    <a:cubicBezTo>
                      <a:pt x="4776" y="4273"/>
                      <a:pt x="4889" y="4125"/>
                      <a:pt x="4981" y="3948"/>
                    </a:cubicBezTo>
                    <a:lnTo>
                      <a:pt x="4889" y="3948"/>
                    </a:lnTo>
                    <a:cubicBezTo>
                      <a:pt x="4684" y="3863"/>
                      <a:pt x="4570" y="3594"/>
                      <a:pt x="4627" y="3389"/>
                    </a:cubicBezTo>
                    <a:cubicBezTo>
                      <a:pt x="4693" y="3206"/>
                      <a:pt x="4855" y="3093"/>
                      <a:pt x="5034" y="3093"/>
                    </a:cubicBezTo>
                    <a:cubicBezTo>
                      <a:pt x="5084" y="3093"/>
                      <a:pt x="5135" y="3102"/>
                      <a:pt x="5186" y="3120"/>
                    </a:cubicBezTo>
                    <a:cubicBezTo>
                      <a:pt x="5214" y="3120"/>
                      <a:pt x="5243" y="3120"/>
                      <a:pt x="5243" y="3156"/>
                    </a:cubicBezTo>
                    <a:cubicBezTo>
                      <a:pt x="5278" y="2979"/>
                      <a:pt x="5306" y="2802"/>
                      <a:pt x="5306" y="2625"/>
                    </a:cubicBezTo>
                    <a:cubicBezTo>
                      <a:pt x="5278" y="2625"/>
                      <a:pt x="5243" y="2625"/>
                      <a:pt x="5214" y="2653"/>
                    </a:cubicBezTo>
                    <a:cubicBezTo>
                      <a:pt x="5195" y="2656"/>
                      <a:pt x="5177" y="2657"/>
                      <a:pt x="5158" y="2657"/>
                    </a:cubicBezTo>
                    <a:cubicBezTo>
                      <a:pt x="4948" y="2657"/>
                      <a:pt x="4770" y="2512"/>
                      <a:pt x="4712" y="2271"/>
                    </a:cubicBezTo>
                    <a:cubicBezTo>
                      <a:pt x="4684" y="2031"/>
                      <a:pt x="4832" y="1826"/>
                      <a:pt x="5066" y="1769"/>
                    </a:cubicBezTo>
                    <a:lnTo>
                      <a:pt x="5129" y="1769"/>
                    </a:lnTo>
                    <a:cubicBezTo>
                      <a:pt x="5066" y="1592"/>
                      <a:pt x="4981" y="1444"/>
                      <a:pt x="4889" y="1295"/>
                    </a:cubicBezTo>
                    <a:lnTo>
                      <a:pt x="4861" y="1323"/>
                    </a:lnTo>
                    <a:cubicBezTo>
                      <a:pt x="4779" y="1405"/>
                      <a:pt x="4674" y="1443"/>
                      <a:pt x="4569" y="1443"/>
                    </a:cubicBezTo>
                    <a:cubicBezTo>
                      <a:pt x="4447" y="1443"/>
                      <a:pt x="4325" y="1391"/>
                      <a:pt x="4245" y="1295"/>
                    </a:cubicBezTo>
                    <a:cubicBezTo>
                      <a:pt x="4096" y="1090"/>
                      <a:pt x="4096" y="821"/>
                      <a:pt x="4302" y="680"/>
                    </a:cubicBezTo>
                    <a:cubicBezTo>
                      <a:pt x="4302" y="644"/>
                      <a:pt x="4330" y="644"/>
                      <a:pt x="4330" y="616"/>
                    </a:cubicBezTo>
                    <a:cubicBezTo>
                      <a:pt x="4217" y="531"/>
                      <a:pt x="4068" y="411"/>
                      <a:pt x="3920" y="326"/>
                    </a:cubicBezTo>
                    <a:cubicBezTo>
                      <a:pt x="3891" y="354"/>
                      <a:pt x="3891" y="354"/>
                      <a:pt x="3891" y="383"/>
                    </a:cubicBezTo>
                    <a:cubicBezTo>
                      <a:pt x="3842" y="563"/>
                      <a:pt x="3675" y="675"/>
                      <a:pt x="3494" y="675"/>
                    </a:cubicBezTo>
                    <a:cubicBezTo>
                      <a:pt x="3441" y="675"/>
                      <a:pt x="3386" y="665"/>
                      <a:pt x="3332" y="644"/>
                    </a:cubicBezTo>
                    <a:cubicBezTo>
                      <a:pt x="3120" y="559"/>
                      <a:pt x="2979" y="326"/>
                      <a:pt x="3064" y="85"/>
                    </a:cubicBezTo>
                    <a:cubicBezTo>
                      <a:pt x="3064" y="57"/>
                      <a:pt x="3092" y="57"/>
                      <a:pt x="3092" y="29"/>
                    </a:cubicBezTo>
                    <a:cubicBezTo>
                      <a:pt x="2915" y="1"/>
                      <a:pt x="2738" y="1"/>
                      <a:pt x="25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50"/>
              <p:cNvSpPr/>
              <p:nvPr/>
            </p:nvSpPr>
            <p:spPr>
              <a:xfrm>
                <a:off x="2726765" y="2063061"/>
                <a:ext cx="156588" cy="138148"/>
              </a:xfrm>
              <a:custGeom>
                <a:avLst/>
                <a:gdLst/>
                <a:ahLst/>
                <a:cxnLst/>
                <a:rect l="l" t="t" r="r" b="b"/>
                <a:pathLst>
                  <a:path w="4628" h="4083" extrusionOk="0">
                    <a:moveTo>
                      <a:pt x="2326" y="675"/>
                    </a:moveTo>
                    <a:cubicBezTo>
                      <a:pt x="2813" y="675"/>
                      <a:pt x="3291" y="946"/>
                      <a:pt x="3538" y="1420"/>
                    </a:cubicBezTo>
                    <a:cubicBezTo>
                      <a:pt x="3856" y="2099"/>
                      <a:pt x="3623" y="2927"/>
                      <a:pt x="2944" y="3280"/>
                    </a:cubicBezTo>
                    <a:cubicBezTo>
                      <a:pt x="2749" y="3374"/>
                      <a:pt x="2545" y="3418"/>
                      <a:pt x="2345" y="3418"/>
                    </a:cubicBezTo>
                    <a:cubicBezTo>
                      <a:pt x="1847" y="3418"/>
                      <a:pt x="1371" y="3142"/>
                      <a:pt x="1119" y="2658"/>
                    </a:cubicBezTo>
                    <a:cubicBezTo>
                      <a:pt x="765" y="1979"/>
                      <a:pt x="1027" y="1158"/>
                      <a:pt x="1706" y="833"/>
                    </a:cubicBezTo>
                    <a:cubicBezTo>
                      <a:pt x="1902" y="726"/>
                      <a:pt x="2115" y="675"/>
                      <a:pt x="2326" y="675"/>
                    </a:cubicBezTo>
                    <a:close/>
                    <a:moveTo>
                      <a:pt x="2277" y="0"/>
                    </a:moveTo>
                    <a:cubicBezTo>
                      <a:pt x="1975" y="0"/>
                      <a:pt x="1669" y="68"/>
                      <a:pt x="1380" y="210"/>
                    </a:cubicBezTo>
                    <a:cubicBezTo>
                      <a:pt x="411" y="712"/>
                      <a:pt x="1" y="1950"/>
                      <a:pt x="531" y="2955"/>
                    </a:cubicBezTo>
                    <a:cubicBezTo>
                      <a:pt x="883" y="3668"/>
                      <a:pt x="1609" y="4082"/>
                      <a:pt x="2350" y="4082"/>
                    </a:cubicBezTo>
                    <a:cubicBezTo>
                      <a:pt x="2653" y="4082"/>
                      <a:pt x="2958" y="4013"/>
                      <a:pt x="3241" y="3868"/>
                    </a:cubicBezTo>
                    <a:cubicBezTo>
                      <a:pt x="4245" y="3365"/>
                      <a:pt x="4627" y="2127"/>
                      <a:pt x="4125" y="1130"/>
                    </a:cubicBezTo>
                    <a:cubicBezTo>
                      <a:pt x="3747" y="414"/>
                      <a:pt x="3025" y="0"/>
                      <a:pt x="22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50"/>
              <p:cNvSpPr/>
              <p:nvPr/>
            </p:nvSpPr>
            <p:spPr>
              <a:xfrm>
                <a:off x="2748555" y="2076121"/>
                <a:ext cx="113719" cy="111825"/>
              </a:xfrm>
              <a:custGeom>
                <a:avLst/>
                <a:gdLst/>
                <a:ahLst/>
                <a:cxnLst/>
                <a:rect l="l" t="t" r="r" b="b"/>
                <a:pathLst>
                  <a:path w="3361" h="3305" extrusionOk="0">
                    <a:moveTo>
                      <a:pt x="1656" y="65"/>
                    </a:moveTo>
                    <a:cubicBezTo>
                      <a:pt x="2243" y="65"/>
                      <a:pt x="2802" y="418"/>
                      <a:pt x="3071" y="949"/>
                    </a:cubicBezTo>
                    <a:cubicBezTo>
                      <a:pt x="3276" y="1331"/>
                      <a:pt x="3304" y="1770"/>
                      <a:pt x="3156" y="2159"/>
                    </a:cubicBezTo>
                    <a:cubicBezTo>
                      <a:pt x="3036" y="2569"/>
                      <a:pt x="2774" y="2894"/>
                      <a:pt x="2392" y="3071"/>
                    </a:cubicBezTo>
                    <a:cubicBezTo>
                      <a:pt x="2187" y="3184"/>
                      <a:pt x="1946" y="3248"/>
                      <a:pt x="1713" y="3248"/>
                    </a:cubicBezTo>
                    <a:cubicBezTo>
                      <a:pt x="1090" y="3248"/>
                      <a:pt x="559" y="2894"/>
                      <a:pt x="269" y="2364"/>
                    </a:cubicBezTo>
                    <a:cubicBezTo>
                      <a:pt x="93" y="1982"/>
                      <a:pt x="64" y="1536"/>
                      <a:pt x="177" y="1154"/>
                    </a:cubicBezTo>
                    <a:cubicBezTo>
                      <a:pt x="298" y="744"/>
                      <a:pt x="595" y="418"/>
                      <a:pt x="949" y="242"/>
                    </a:cubicBezTo>
                    <a:cubicBezTo>
                      <a:pt x="1182" y="121"/>
                      <a:pt x="1415" y="65"/>
                      <a:pt x="1656" y="65"/>
                    </a:cubicBezTo>
                    <a:close/>
                    <a:moveTo>
                      <a:pt x="1656" y="1"/>
                    </a:moveTo>
                    <a:cubicBezTo>
                      <a:pt x="1387" y="1"/>
                      <a:pt x="1154" y="65"/>
                      <a:pt x="913" y="178"/>
                    </a:cubicBezTo>
                    <a:cubicBezTo>
                      <a:pt x="531" y="390"/>
                      <a:pt x="269" y="708"/>
                      <a:pt x="121" y="1126"/>
                    </a:cubicBezTo>
                    <a:cubicBezTo>
                      <a:pt x="1" y="1536"/>
                      <a:pt x="29" y="2010"/>
                      <a:pt x="241" y="2392"/>
                    </a:cubicBezTo>
                    <a:cubicBezTo>
                      <a:pt x="503" y="2951"/>
                      <a:pt x="1062" y="3305"/>
                      <a:pt x="1713" y="3305"/>
                    </a:cubicBezTo>
                    <a:cubicBezTo>
                      <a:pt x="1946" y="3305"/>
                      <a:pt x="2187" y="3248"/>
                      <a:pt x="2420" y="3128"/>
                    </a:cubicBezTo>
                    <a:cubicBezTo>
                      <a:pt x="2802" y="2923"/>
                      <a:pt x="3099" y="2597"/>
                      <a:pt x="3212" y="2187"/>
                    </a:cubicBezTo>
                    <a:cubicBezTo>
                      <a:pt x="3361" y="1770"/>
                      <a:pt x="3333" y="1331"/>
                      <a:pt x="3127" y="921"/>
                    </a:cubicBezTo>
                    <a:cubicBezTo>
                      <a:pt x="2830" y="355"/>
                      <a:pt x="2271" y="1"/>
                      <a:pt x="16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8" name="Google Shape;1658;p50"/>
            <p:cNvGrpSpPr/>
            <p:nvPr/>
          </p:nvGrpSpPr>
          <p:grpSpPr>
            <a:xfrm>
              <a:off x="7517490" y="1854920"/>
              <a:ext cx="388315" cy="333067"/>
              <a:chOff x="-2044960" y="2439570"/>
              <a:chExt cx="388315" cy="333067"/>
            </a:xfrm>
          </p:grpSpPr>
          <p:sp>
            <p:nvSpPr>
              <p:cNvPr id="1659" name="Google Shape;1659;p50"/>
              <p:cNvSpPr/>
              <p:nvPr/>
            </p:nvSpPr>
            <p:spPr>
              <a:xfrm>
                <a:off x="-2044960" y="2439570"/>
                <a:ext cx="388315" cy="333067"/>
              </a:xfrm>
              <a:custGeom>
                <a:avLst/>
                <a:gdLst/>
                <a:ahLst/>
                <a:cxnLst/>
                <a:rect l="l" t="t" r="r" b="b"/>
                <a:pathLst>
                  <a:path w="5166" h="4431" extrusionOk="0">
                    <a:moveTo>
                      <a:pt x="3247" y="0"/>
                    </a:moveTo>
                    <a:cubicBezTo>
                      <a:pt x="2927" y="0"/>
                      <a:pt x="2637" y="146"/>
                      <a:pt x="2449" y="393"/>
                    </a:cubicBezTo>
                    <a:cubicBezTo>
                      <a:pt x="2300" y="301"/>
                      <a:pt x="2123" y="244"/>
                      <a:pt x="1946" y="216"/>
                    </a:cubicBezTo>
                    <a:cubicBezTo>
                      <a:pt x="1926" y="215"/>
                      <a:pt x="1907" y="214"/>
                      <a:pt x="1887" y="214"/>
                    </a:cubicBezTo>
                    <a:cubicBezTo>
                      <a:pt x="1382" y="214"/>
                      <a:pt x="950" y="646"/>
                      <a:pt x="977" y="1157"/>
                    </a:cubicBezTo>
                    <a:cubicBezTo>
                      <a:pt x="447" y="1157"/>
                      <a:pt x="1" y="1688"/>
                      <a:pt x="241" y="2246"/>
                    </a:cubicBezTo>
                    <a:cubicBezTo>
                      <a:pt x="298" y="2423"/>
                      <a:pt x="418" y="2572"/>
                      <a:pt x="567" y="2628"/>
                    </a:cubicBezTo>
                    <a:cubicBezTo>
                      <a:pt x="704" y="2699"/>
                      <a:pt x="837" y="2729"/>
                      <a:pt x="963" y="2729"/>
                    </a:cubicBezTo>
                    <a:cubicBezTo>
                      <a:pt x="1104" y="2729"/>
                      <a:pt x="1236" y="2692"/>
                      <a:pt x="1359" y="2628"/>
                    </a:cubicBezTo>
                    <a:cubicBezTo>
                      <a:pt x="1387" y="3010"/>
                      <a:pt x="1685" y="3308"/>
                      <a:pt x="2095" y="3336"/>
                    </a:cubicBezTo>
                    <a:cubicBezTo>
                      <a:pt x="2243" y="3336"/>
                      <a:pt x="2364" y="3308"/>
                      <a:pt x="2477" y="3251"/>
                    </a:cubicBezTo>
                    <a:cubicBezTo>
                      <a:pt x="2505" y="3573"/>
                      <a:pt x="2747" y="3809"/>
                      <a:pt x="3062" y="3809"/>
                    </a:cubicBezTo>
                    <a:cubicBezTo>
                      <a:pt x="3148" y="3809"/>
                      <a:pt x="3239" y="3791"/>
                      <a:pt x="3333" y="3753"/>
                    </a:cubicBezTo>
                    <a:lnTo>
                      <a:pt x="3807" y="4397"/>
                    </a:lnTo>
                    <a:cubicBezTo>
                      <a:pt x="3818" y="4421"/>
                      <a:pt x="3832" y="4431"/>
                      <a:pt x="3846" y="4431"/>
                    </a:cubicBezTo>
                    <a:cubicBezTo>
                      <a:pt x="3870" y="4431"/>
                      <a:pt x="3892" y="4404"/>
                      <a:pt x="3892" y="4369"/>
                    </a:cubicBezTo>
                    <a:lnTo>
                      <a:pt x="3892" y="3484"/>
                    </a:lnTo>
                    <a:cubicBezTo>
                      <a:pt x="3971" y="3510"/>
                      <a:pt x="4051" y="3524"/>
                      <a:pt x="4130" y="3524"/>
                    </a:cubicBezTo>
                    <a:cubicBezTo>
                      <a:pt x="4228" y="3524"/>
                      <a:pt x="4325" y="3503"/>
                      <a:pt x="4422" y="3456"/>
                    </a:cubicBezTo>
                    <a:cubicBezTo>
                      <a:pt x="4543" y="3428"/>
                      <a:pt x="4635" y="3336"/>
                      <a:pt x="4691" y="3223"/>
                    </a:cubicBezTo>
                    <a:cubicBezTo>
                      <a:pt x="4776" y="3046"/>
                      <a:pt x="4811" y="2834"/>
                      <a:pt x="4748" y="2692"/>
                    </a:cubicBezTo>
                    <a:cubicBezTo>
                      <a:pt x="4953" y="2480"/>
                      <a:pt x="5101" y="2218"/>
                      <a:pt x="5130" y="1893"/>
                    </a:cubicBezTo>
                    <a:cubicBezTo>
                      <a:pt x="5165" y="1390"/>
                      <a:pt x="4811" y="952"/>
                      <a:pt x="4337" y="803"/>
                    </a:cubicBezTo>
                    <a:cubicBezTo>
                      <a:pt x="4281" y="358"/>
                      <a:pt x="3807" y="39"/>
                      <a:pt x="3333" y="4"/>
                    </a:cubicBezTo>
                    <a:cubicBezTo>
                      <a:pt x="3304" y="2"/>
                      <a:pt x="3276" y="0"/>
                      <a:pt x="32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50"/>
              <p:cNvSpPr/>
              <p:nvPr/>
            </p:nvSpPr>
            <p:spPr>
              <a:xfrm>
                <a:off x="-1734359" y="2606296"/>
                <a:ext cx="46303" cy="35705"/>
              </a:xfrm>
              <a:custGeom>
                <a:avLst/>
                <a:gdLst/>
                <a:ahLst/>
                <a:cxnLst/>
                <a:rect l="l" t="t" r="r" b="b"/>
                <a:pathLst>
                  <a:path w="616" h="475" extrusionOk="0">
                    <a:moveTo>
                      <a:pt x="29" y="0"/>
                    </a:moveTo>
                    <a:lnTo>
                      <a:pt x="0" y="28"/>
                    </a:lnTo>
                    <a:cubicBezTo>
                      <a:pt x="0" y="57"/>
                      <a:pt x="29" y="57"/>
                      <a:pt x="29" y="57"/>
                    </a:cubicBezTo>
                    <a:cubicBezTo>
                      <a:pt x="262" y="85"/>
                      <a:pt x="467" y="234"/>
                      <a:pt x="559" y="439"/>
                    </a:cubicBezTo>
                    <a:lnTo>
                      <a:pt x="587" y="474"/>
                    </a:lnTo>
                    <a:lnTo>
                      <a:pt x="616" y="474"/>
                    </a:lnTo>
                    <a:lnTo>
                      <a:pt x="616" y="410"/>
                    </a:lnTo>
                    <a:cubicBezTo>
                      <a:pt x="531" y="177"/>
                      <a:pt x="290" y="28"/>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50"/>
              <p:cNvSpPr/>
              <p:nvPr/>
            </p:nvSpPr>
            <p:spPr>
              <a:xfrm>
                <a:off x="-1944984" y="2572770"/>
                <a:ext cx="66598" cy="60134"/>
              </a:xfrm>
              <a:custGeom>
                <a:avLst/>
                <a:gdLst/>
                <a:ahLst/>
                <a:cxnLst/>
                <a:rect l="l" t="t" r="r" b="b"/>
                <a:pathLst>
                  <a:path w="886" h="800" extrusionOk="0">
                    <a:moveTo>
                      <a:pt x="857" y="0"/>
                    </a:moveTo>
                    <a:cubicBezTo>
                      <a:pt x="411" y="0"/>
                      <a:pt x="29" y="326"/>
                      <a:pt x="1" y="772"/>
                    </a:cubicBezTo>
                    <a:cubicBezTo>
                      <a:pt x="1" y="800"/>
                      <a:pt x="1" y="800"/>
                      <a:pt x="29" y="800"/>
                    </a:cubicBezTo>
                    <a:lnTo>
                      <a:pt x="57" y="800"/>
                    </a:lnTo>
                    <a:cubicBezTo>
                      <a:pt x="86" y="354"/>
                      <a:pt x="439" y="64"/>
                      <a:pt x="857" y="64"/>
                    </a:cubicBezTo>
                    <a:cubicBezTo>
                      <a:pt x="857" y="64"/>
                      <a:pt x="885" y="64"/>
                      <a:pt x="885" y="36"/>
                    </a:cubicBezTo>
                    <a:lnTo>
                      <a:pt x="8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50"/>
              <p:cNvSpPr/>
              <p:nvPr/>
            </p:nvSpPr>
            <p:spPr>
              <a:xfrm>
                <a:off x="-1980615" y="2524361"/>
                <a:ext cx="39989" cy="13380"/>
              </a:xfrm>
              <a:custGeom>
                <a:avLst/>
                <a:gdLst/>
                <a:ahLst/>
                <a:cxnLst/>
                <a:rect l="l" t="t" r="r" b="b"/>
                <a:pathLst>
                  <a:path w="532" h="178" extrusionOk="0">
                    <a:moveTo>
                      <a:pt x="29" y="1"/>
                    </a:moveTo>
                    <a:cubicBezTo>
                      <a:pt x="29" y="29"/>
                      <a:pt x="1" y="29"/>
                      <a:pt x="1" y="57"/>
                    </a:cubicBezTo>
                    <a:lnTo>
                      <a:pt x="65" y="57"/>
                    </a:lnTo>
                    <a:cubicBezTo>
                      <a:pt x="206" y="57"/>
                      <a:pt x="355" y="86"/>
                      <a:pt x="475" y="177"/>
                    </a:cubicBezTo>
                    <a:lnTo>
                      <a:pt x="503" y="177"/>
                    </a:lnTo>
                    <a:cubicBezTo>
                      <a:pt x="531" y="149"/>
                      <a:pt x="531" y="114"/>
                      <a:pt x="503" y="114"/>
                    </a:cubicBezTo>
                    <a:cubicBezTo>
                      <a:pt x="355" y="29"/>
                      <a:pt x="206"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50"/>
              <p:cNvSpPr/>
              <p:nvPr/>
            </p:nvSpPr>
            <p:spPr>
              <a:xfrm>
                <a:off x="-1911985" y="2479710"/>
                <a:ext cx="49009" cy="53219"/>
              </a:xfrm>
              <a:custGeom>
                <a:avLst/>
                <a:gdLst/>
                <a:ahLst/>
                <a:cxnLst/>
                <a:rect l="l" t="t" r="r" b="b"/>
                <a:pathLst>
                  <a:path w="652" h="708" extrusionOk="0">
                    <a:moveTo>
                      <a:pt x="36" y="0"/>
                    </a:moveTo>
                    <a:cubicBezTo>
                      <a:pt x="0" y="0"/>
                      <a:pt x="0" y="36"/>
                      <a:pt x="0" y="36"/>
                    </a:cubicBezTo>
                    <a:lnTo>
                      <a:pt x="0" y="64"/>
                    </a:lnTo>
                    <a:cubicBezTo>
                      <a:pt x="354" y="92"/>
                      <a:pt x="595" y="354"/>
                      <a:pt x="595" y="680"/>
                    </a:cubicBezTo>
                    <a:cubicBezTo>
                      <a:pt x="595" y="708"/>
                      <a:pt x="595" y="708"/>
                      <a:pt x="623" y="708"/>
                    </a:cubicBezTo>
                    <a:cubicBezTo>
                      <a:pt x="623" y="708"/>
                      <a:pt x="651" y="708"/>
                      <a:pt x="651" y="680"/>
                    </a:cubicBezTo>
                    <a:cubicBezTo>
                      <a:pt x="651" y="326"/>
                      <a:pt x="390" y="36"/>
                      <a:pt x="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50"/>
              <p:cNvSpPr/>
              <p:nvPr/>
            </p:nvSpPr>
            <p:spPr>
              <a:xfrm>
                <a:off x="-1916269" y="2621706"/>
                <a:ext cx="49009" cy="42094"/>
              </a:xfrm>
              <a:custGeom>
                <a:avLst/>
                <a:gdLst/>
                <a:ahLst/>
                <a:cxnLst/>
                <a:rect l="l" t="t" r="r" b="b"/>
                <a:pathLst>
                  <a:path w="652" h="560" extrusionOk="0">
                    <a:moveTo>
                      <a:pt x="29" y="0"/>
                    </a:moveTo>
                    <a:cubicBezTo>
                      <a:pt x="1" y="0"/>
                      <a:pt x="1" y="29"/>
                      <a:pt x="1" y="29"/>
                    </a:cubicBezTo>
                    <a:cubicBezTo>
                      <a:pt x="1" y="177"/>
                      <a:pt x="93" y="326"/>
                      <a:pt x="206" y="446"/>
                    </a:cubicBezTo>
                    <a:cubicBezTo>
                      <a:pt x="298" y="531"/>
                      <a:pt x="447" y="559"/>
                      <a:pt x="560" y="559"/>
                    </a:cubicBezTo>
                    <a:lnTo>
                      <a:pt x="623" y="559"/>
                    </a:lnTo>
                    <a:cubicBezTo>
                      <a:pt x="652" y="559"/>
                      <a:pt x="652" y="559"/>
                      <a:pt x="652" y="531"/>
                    </a:cubicBezTo>
                    <a:cubicBezTo>
                      <a:pt x="652" y="503"/>
                      <a:pt x="652" y="503"/>
                      <a:pt x="623" y="503"/>
                    </a:cubicBezTo>
                    <a:cubicBezTo>
                      <a:pt x="597" y="508"/>
                      <a:pt x="572" y="510"/>
                      <a:pt x="548" y="510"/>
                    </a:cubicBezTo>
                    <a:cubicBezTo>
                      <a:pt x="433" y="510"/>
                      <a:pt x="333" y="458"/>
                      <a:pt x="234" y="382"/>
                    </a:cubicBezTo>
                    <a:cubicBezTo>
                      <a:pt x="121" y="297"/>
                      <a:pt x="57" y="177"/>
                      <a:pt x="57" y="29"/>
                    </a:cubicBez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50"/>
              <p:cNvSpPr/>
              <p:nvPr/>
            </p:nvSpPr>
            <p:spPr>
              <a:xfrm>
                <a:off x="-2009329" y="2550971"/>
                <a:ext cx="33600" cy="53219"/>
              </a:xfrm>
              <a:custGeom>
                <a:avLst/>
                <a:gdLst/>
                <a:ahLst/>
                <a:cxnLst/>
                <a:rect l="l" t="t" r="r" b="b"/>
                <a:pathLst>
                  <a:path w="447" h="708" extrusionOk="0">
                    <a:moveTo>
                      <a:pt x="411" y="0"/>
                    </a:moveTo>
                    <a:cubicBezTo>
                      <a:pt x="149" y="85"/>
                      <a:pt x="1" y="382"/>
                      <a:pt x="93" y="679"/>
                    </a:cubicBezTo>
                    <a:cubicBezTo>
                      <a:pt x="93" y="679"/>
                      <a:pt x="93" y="708"/>
                      <a:pt x="121" y="708"/>
                    </a:cubicBezTo>
                    <a:lnTo>
                      <a:pt x="121" y="679"/>
                    </a:lnTo>
                    <a:cubicBezTo>
                      <a:pt x="149" y="679"/>
                      <a:pt x="149" y="679"/>
                      <a:pt x="149" y="644"/>
                    </a:cubicBezTo>
                    <a:cubicBezTo>
                      <a:pt x="57" y="411"/>
                      <a:pt x="178" y="149"/>
                      <a:pt x="447" y="57"/>
                    </a:cubicBezTo>
                    <a:lnTo>
                      <a:pt x="447" y="29"/>
                    </a:lnTo>
                    <a:cubicBezTo>
                      <a:pt x="447" y="0"/>
                      <a:pt x="447"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50"/>
              <p:cNvSpPr/>
              <p:nvPr/>
            </p:nvSpPr>
            <p:spPr>
              <a:xfrm>
                <a:off x="-1752475" y="2652525"/>
                <a:ext cx="39989" cy="24505"/>
              </a:xfrm>
              <a:custGeom>
                <a:avLst/>
                <a:gdLst/>
                <a:ahLst/>
                <a:cxnLst/>
                <a:rect l="l" t="t" r="r" b="b"/>
                <a:pathLst>
                  <a:path w="532" h="326" extrusionOk="0">
                    <a:moveTo>
                      <a:pt x="531" y="1"/>
                    </a:moveTo>
                    <a:cubicBezTo>
                      <a:pt x="503" y="1"/>
                      <a:pt x="503" y="36"/>
                      <a:pt x="475" y="36"/>
                    </a:cubicBezTo>
                    <a:cubicBezTo>
                      <a:pt x="428" y="182"/>
                      <a:pt x="300" y="284"/>
                      <a:pt x="142" y="284"/>
                    </a:cubicBezTo>
                    <a:cubicBezTo>
                      <a:pt x="108" y="284"/>
                      <a:pt x="72" y="279"/>
                      <a:pt x="36" y="269"/>
                    </a:cubicBezTo>
                    <a:lnTo>
                      <a:pt x="1" y="269"/>
                    </a:lnTo>
                    <a:cubicBezTo>
                      <a:pt x="1" y="298"/>
                      <a:pt x="1" y="298"/>
                      <a:pt x="36" y="326"/>
                    </a:cubicBezTo>
                    <a:lnTo>
                      <a:pt x="149" y="326"/>
                    </a:lnTo>
                    <a:cubicBezTo>
                      <a:pt x="326" y="326"/>
                      <a:pt x="475" y="241"/>
                      <a:pt x="531" y="64"/>
                    </a:cubicBezTo>
                    <a:lnTo>
                      <a:pt x="5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50"/>
              <p:cNvSpPr/>
              <p:nvPr/>
            </p:nvSpPr>
            <p:spPr>
              <a:xfrm>
                <a:off x="-1785399" y="2495947"/>
                <a:ext cx="66523" cy="17364"/>
              </a:xfrm>
              <a:custGeom>
                <a:avLst/>
                <a:gdLst/>
                <a:ahLst/>
                <a:cxnLst/>
                <a:rect l="l" t="t" r="r" b="b"/>
                <a:pathLst>
                  <a:path w="885" h="231" extrusionOk="0">
                    <a:moveTo>
                      <a:pt x="631" y="1"/>
                    </a:moveTo>
                    <a:cubicBezTo>
                      <a:pt x="412" y="1"/>
                      <a:pt x="203" y="70"/>
                      <a:pt x="28" y="202"/>
                    </a:cubicBezTo>
                    <a:cubicBezTo>
                      <a:pt x="0" y="202"/>
                      <a:pt x="0" y="202"/>
                      <a:pt x="28" y="230"/>
                    </a:cubicBezTo>
                    <a:lnTo>
                      <a:pt x="57" y="230"/>
                    </a:lnTo>
                    <a:cubicBezTo>
                      <a:pt x="236" y="120"/>
                      <a:pt x="426" y="60"/>
                      <a:pt x="635" y="60"/>
                    </a:cubicBezTo>
                    <a:cubicBezTo>
                      <a:pt x="706" y="60"/>
                      <a:pt x="780" y="67"/>
                      <a:pt x="856" y="82"/>
                    </a:cubicBezTo>
                    <a:cubicBezTo>
                      <a:pt x="856" y="82"/>
                      <a:pt x="884" y="82"/>
                      <a:pt x="884" y="53"/>
                    </a:cubicBezTo>
                    <a:cubicBezTo>
                      <a:pt x="884" y="53"/>
                      <a:pt x="884" y="25"/>
                      <a:pt x="856" y="25"/>
                    </a:cubicBezTo>
                    <a:cubicBezTo>
                      <a:pt x="781" y="9"/>
                      <a:pt x="705" y="1"/>
                      <a:pt x="6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50"/>
              <p:cNvSpPr/>
              <p:nvPr/>
            </p:nvSpPr>
            <p:spPr>
              <a:xfrm>
                <a:off x="-1709929" y="2533532"/>
                <a:ext cx="24054" cy="41943"/>
              </a:xfrm>
              <a:custGeom>
                <a:avLst/>
                <a:gdLst/>
                <a:ahLst/>
                <a:cxnLst/>
                <a:rect l="l" t="t" r="r" b="b"/>
                <a:pathLst>
                  <a:path w="320" h="558" extrusionOk="0">
                    <a:moveTo>
                      <a:pt x="29" y="1"/>
                    </a:moveTo>
                    <a:cubicBezTo>
                      <a:pt x="22" y="1"/>
                      <a:pt x="15" y="10"/>
                      <a:pt x="1" y="27"/>
                    </a:cubicBezTo>
                    <a:cubicBezTo>
                      <a:pt x="1" y="27"/>
                      <a:pt x="1" y="55"/>
                      <a:pt x="29" y="55"/>
                    </a:cubicBezTo>
                    <a:cubicBezTo>
                      <a:pt x="178" y="169"/>
                      <a:pt x="262" y="346"/>
                      <a:pt x="262" y="558"/>
                    </a:cubicBezTo>
                    <a:lnTo>
                      <a:pt x="291" y="558"/>
                    </a:lnTo>
                    <a:cubicBezTo>
                      <a:pt x="291" y="558"/>
                      <a:pt x="319" y="558"/>
                      <a:pt x="319" y="522"/>
                    </a:cubicBezTo>
                    <a:cubicBezTo>
                      <a:pt x="319" y="317"/>
                      <a:pt x="206" y="140"/>
                      <a:pt x="57" y="27"/>
                    </a:cubicBezTo>
                    <a:cubicBezTo>
                      <a:pt x="43" y="10"/>
                      <a:pt x="36"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50"/>
              <p:cNvSpPr/>
              <p:nvPr/>
            </p:nvSpPr>
            <p:spPr>
              <a:xfrm>
                <a:off x="-1836514" y="2551948"/>
                <a:ext cx="51189" cy="63441"/>
              </a:xfrm>
              <a:custGeom>
                <a:avLst/>
                <a:gdLst/>
                <a:ahLst/>
                <a:cxnLst/>
                <a:rect l="l" t="t" r="r" b="b"/>
                <a:pathLst>
                  <a:path w="681" h="844" extrusionOk="0">
                    <a:moveTo>
                      <a:pt x="142" y="1"/>
                    </a:moveTo>
                    <a:cubicBezTo>
                      <a:pt x="104" y="1"/>
                      <a:pt x="66" y="6"/>
                      <a:pt x="29" y="16"/>
                    </a:cubicBezTo>
                    <a:cubicBezTo>
                      <a:pt x="1" y="16"/>
                      <a:pt x="1" y="16"/>
                      <a:pt x="1" y="44"/>
                    </a:cubicBezTo>
                    <a:lnTo>
                      <a:pt x="29" y="72"/>
                    </a:lnTo>
                    <a:cubicBezTo>
                      <a:pt x="72" y="61"/>
                      <a:pt x="113" y="55"/>
                      <a:pt x="153" y="55"/>
                    </a:cubicBezTo>
                    <a:cubicBezTo>
                      <a:pt x="305" y="55"/>
                      <a:pt x="436" y="137"/>
                      <a:pt x="532" y="277"/>
                    </a:cubicBezTo>
                    <a:cubicBezTo>
                      <a:pt x="624" y="426"/>
                      <a:pt x="624" y="631"/>
                      <a:pt x="503" y="780"/>
                    </a:cubicBezTo>
                    <a:cubicBezTo>
                      <a:pt x="475" y="808"/>
                      <a:pt x="475" y="808"/>
                      <a:pt x="503" y="843"/>
                    </a:cubicBezTo>
                    <a:lnTo>
                      <a:pt x="532" y="843"/>
                    </a:lnTo>
                    <a:lnTo>
                      <a:pt x="532" y="808"/>
                    </a:lnTo>
                    <a:cubicBezTo>
                      <a:pt x="680" y="666"/>
                      <a:pt x="680" y="398"/>
                      <a:pt x="560" y="221"/>
                    </a:cubicBezTo>
                    <a:cubicBezTo>
                      <a:pt x="490" y="99"/>
                      <a:pt x="316" y="1"/>
                      <a:pt x="1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50"/>
              <p:cNvSpPr/>
              <p:nvPr/>
            </p:nvSpPr>
            <p:spPr>
              <a:xfrm>
                <a:off x="-1847639" y="2623810"/>
                <a:ext cx="15485" cy="37809"/>
              </a:xfrm>
              <a:custGeom>
                <a:avLst/>
                <a:gdLst/>
                <a:ahLst/>
                <a:cxnLst/>
                <a:rect l="l" t="t" r="r" b="b"/>
                <a:pathLst>
                  <a:path w="206" h="503" extrusionOk="0">
                    <a:moveTo>
                      <a:pt x="92" y="1"/>
                    </a:moveTo>
                    <a:cubicBezTo>
                      <a:pt x="29" y="64"/>
                      <a:pt x="0" y="177"/>
                      <a:pt x="0" y="269"/>
                    </a:cubicBezTo>
                    <a:cubicBezTo>
                      <a:pt x="29" y="383"/>
                      <a:pt x="92" y="475"/>
                      <a:pt x="177" y="503"/>
                    </a:cubicBezTo>
                    <a:lnTo>
                      <a:pt x="206" y="503"/>
                    </a:lnTo>
                    <a:lnTo>
                      <a:pt x="206" y="446"/>
                    </a:lnTo>
                    <a:cubicBezTo>
                      <a:pt x="121" y="418"/>
                      <a:pt x="64" y="354"/>
                      <a:pt x="64" y="269"/>
                    </a:cubicBezTo>
                    <a:cubicBezTo>
                      <a:pt x="64" y="177"/>
                      <a:pt x="92" y="93"/>
                      <a:pt x="149" y="29"/>
                    </a:cubicBezTo>
                    <a:lnTo>
                      <a:pt x="1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1" name="Google Shape;1671;p50"/>
            <p:cNvGrpSpPr/>
            <p:nvPr/>
          </p:nvGrpSpPr>
          <p:grpSpPr>
            <a:xfrm>
              <a:off x="6391476" y="1674286"/>
              <a:ext cx="1631854" cy="2941424"/>
              <a:chOff x="6800376" y="1674286"/>
              <a:chExt cx="1631854" cy="2941424"/>
            </a:xfrm>
          </p:grpSpPr>
          <p:grpSp>
            <p:nvGrpSpPr>
              <p:cNvPr id="1672" name="Google Shape;1672;p50"/>
              <p:cNvGrpSpPr/>
              <p:nvPr/>
            </p:nvGrpSpPr>
            <p:grpSpPr>
              <a:xfrm>
                <a:off x="6800380" y="1853630"/>
                <a:ext cx="1631850" cy="2762080"/>
                <a:chOff x="-1014959" y="1538651"/>
                <a:chExt cx="1981603" cy="3354074"/>
              </a:xfrm>
            </p:grpSpPr>
            <p:sp>
              <p:nvSpPr>
                <p:cNvPr id="1673" name="Google Shape;1673;p50"/>
                <p:cNvSpPr/>
                <p:nvPr/>
              </p:nvSpPr>
              <p:spPr>
                <a:xfrm>
                  <a:off x="-705552" y="1690618"/>
                  <a:ext cx="241206" cy="352612"/>
                </a:xfrm>
                <a:custGeom>
                  <a:avLst/>
                  <a:gdLst/>
                  <a:ahLst/>
                  <a:cxnLst/>
                  <a:rect l="l" t="t" r="r" b="b"/>
                  <a:pathLst>
                    <a:path w="1719" h="2513" extrusionOk="0">
                      <a:moveTo>
                        <a:pt x="1089" y="1"/>
                      </a:moveTo>
                      <a:cubicBezTo>
                        <a:pt x="1086" y="1"/>
                        <a:pt x="1082" y="1"/>
                        <a:pt x="1079" y="1"/>
                      </a:cubicBezTo>
                      <a:cubicBezTo>
                        <a:pt x="843" y="22"/>
                        <a:pt x="860" y="723"/>
                        <a:pt x="862" y="766"/>
                      </a:cubicBezTo>
                      <a:lnTo>
                        <a:pt x="862" y="766"/>
                      </a:lnTo>
                      <a:cubicBezTo>
                        <a:pt x="861" y="752"/>
                        <a:pt x="854" y="667"/>
                        <a:pt x="772" y="504"/>
                      </a:cubicBezTo>
                      <a:cubicBezTo>
                        <a:pt x="696" y="351"/>
                        <a:pt x="587" y="302"/>
                        <a:pt x="481" y="302"/>
                      </a:cubicBezTo>
                      <a:cubicBezTo>
                        <a:pt x="373" y="302"/>
                        <a:pt x="267" y="353"/>
                        <a:pt x="201" y="398"/>
                      </a:cubicBezTo>
                      <a:cubicBezTo>
                        <a:pt x="111" y="440"/>
                        <a:pt x="132" y="572"/>
                        <a:pt x="243" y="594"/>
                      </a:cubicBezTo>
                      <a:cubicBezTo>
                        <a:pt x="264" y="615"/>
                        <a:pt x="286" y="615"/>
                        <a:pt x="307" y="615"/>
                      </a:cubicBezTo>
                      <a:cubicBezTo>
                        <a:pt x="314" y="614"/>
                        <a:pt x="321" y="614"/>
                        <a:pt x="328" y="614"/>
                      </a:cubicBezTo>
                      <a:cubicBezTo>
                        <a:pt x="517" y="614"/>
                        <a:pt x="637" y="886"/>
                        <a:pt x="571" y="1080"/>
                      </a:cubicBezTo>
                      <a:cubicBezTo>
                        <a:pt x="554" y="1184"/>
                        <a:pt x="512" y="1219"/>
                        <a:pt x="461" y="1219"/>
                      </a:cubicBezTo>
                      <a:cubicBezTo>
                        <a:pt x="447" y="1219"/>
                        <a:pt x="432" y="1217"/>
                        <a:pt x="418" y="1212"/>
                      </a:cubicBezTo>
                      <a:cubicBezTo>
                        <a:pt x="375" y="1191"/>
                        <a:pt x="333" y="1143"/>
                        <a:pt x="333" y="1101"/>
                      </a:cubicBezTo>
                      <a:cubicBezTo>
                        <a:pt x="314" y="976"/>
                        <a:pt x="265" y="927"/>
                        <a:pt x="214" y="927"/>
                      </a:cubicBezTo>
                      <a:cubicBezTo>
                        <a:pt x="193" y="927"/>
                        <a:pt x="173" y="934"/>
                        <a:pt x="153" y="948"/>
                      </a:cubicBezTo>
                      <a:cubicBezTo>
                        <a:pt x="111" y="969"/>
                        <a:pt x="69" y="1011"/>
                        <a:pt x="69" y="1080"/>
                      </a:cubicBezTo>
                      <a:cubicBezTo>
                        <a:pt x="0" y="1540"/>
                        <a:pt x="418" y="1587"/>
                        <a:pt x="550" y="1587"/>
                      </a:cubicBezTo>
                      <a:cubicBezTo>
                        <a:pt x="661" y="1762"/>
                        <a:pt x="571" y="2005"/>
                        <a:pt x="571" y="2005"/>
                      </a:cubicBezTo>
                      <a:cubicBezTo>
                        <a:pt x="571" y="2005"/>
                        <a:pt x="994" y="2248"/>
                        <a:pt x="1343" y="2513"/>
                      </a:cubicBezTo>
                      <a:cubicBezTo>
                        <a:pt x="1718" y="1455"/>
                        <a:pt x="1676" y="615"/>
                        <a:pt x="1607" y="266"/>
                      </a:cubicBezTo>
                      <a:cubicBezTo>
                        <a:pt x="1586" y="176"/>
                        <a:pt x="1475" y="107"/>
                        <a:pt x="1391" y="107"/>
                      </a:cubicBezTo>
                      <a:cubicBezTo>
                        <a:pt x="1305" y="114"/>
                        <a:pt x="1254" y="168"/>
                        <a:pt x="1226" y="241"/>
                      </a:cubicBezTo>
                      <a:lnTo>
                        <a:pt x="1226" y="241"/>
                      </a:lnTo>
                      <a:cubicBezTo>
                        <a:pt x="1207" y="107"/>
                        <a:pt x="1167" y="1"/>
                        <a:pt x="1089" y="1"/>
                      </a:cubicBezTo>
                      <a:close/>
                    </a:path>
                  </a:pathLst>
                </a:custGeom>
                <a:solidFill>
                  <a:srgbClr val="FCBA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50"/>
                <p:cNvSpPr/>
                <p:nvPr/>
              </p:nvSpPr>
              <p:spPr>
                <a:xfrm>
                  <a:off x="-662614" y="1869527"/>
                  <a:ext cx="155191" cy="207105"/>
                </a:xfrm>
                <a:custGeom>
                  <a:avLst/>
                  <a:gdLst/>
                  <a:ahLst/>
                  <a:cxnLst/>
                  <a:rect l="l" t="t" r="r" b="b"/>
                  <a:pathLst>
                    <a:path w="1106" h="1476" extrusionOk="0">
                      <a:moveTo>
                        <a:pt x="730" y="1"/>
                      </a:moveTo>
                      <a:cubicBezTo>
                        <a:pt x="730" y="1"/>
                        <a:pt x="180" y="709"/>
                        <a:pt x="69" y="841"/>
                      </a:cubicBezTo>
                      <a:cubicBezTo>
                        <a:pt x="48" y="973"/>
                        <a:pt x="1" y="1476"/>
                        <a:pt x="1" y="1476"/>
                      </a:cubicBezTo>
                      <a:cubicBezTo>
                        <a:pt x="1" y="1476"/>
                        <a:pt x="820" y="1454"/>
                        <a:pt x="1106" y="1190"/>
                      </a:cubicBezTo>
                      <a:cubicBezTo>
                        <a:pt x="973" y="1016"/>
                        <a:pt x="905" y="508"/>
                        <a:pt x="952" y="376"/>
                      </a:cubicBezTo>
                      <a:cubicBezTo>
                        <a:pt x="995" y="244"/>
                        <a:pt x="1037" y="69"/>
                        <a:pt x="1037" y="69"/>
                      </a:cubicBezTo>
                      <a:lnTo>
                        <a:pt x="730" y="1"/>
                      </a:lnTo>
                      <a:close/>
                    </a:path>
                  </a:pathLst>
                </a:custGeom>
                <a:solidFill>
                  <a:srgbClr val="FCBA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50"/>
                <p:cNvSpPr/>
                <p:nvPr/>
              </p:nvSpPr>
              <p:spPr>
                <a:xfrm>
                  <a:off x="-699658" y="2009005"/>
                  <a:ext cx="683346" cy="584412"/>
                </a:xfrm>
                <a:custGeom>
                  <a:avLst/>
                  <a:gdLst/>
                  <a:ahLst/>
                  <a:cxnLst/>
                  <a:rect l="l" t="t" r="r" b="b"/>
                  <a:pathLst>
                    <a:path w="4870" h="4165" extrusionOk="0">
                      <a:moveTo>
                        <a:pt x="1370" y="0"/>
                      </a:moveTo>
                      <a:cubicBezTo>
                        <a:pt x="1370" y="0"/>
                        <a:pt x="854" y="332"/>
                        <a:pt x="400" y="332"/>
                      </a:cubicBezTo>
                      <a:cubicBezTo>
                        <a:pt x="332" y="332"/>
                        <a:pt x="265" y="324"/>
                        <a:pt x="201" y="307"/>
                      </a:cubicBezTo>
                      <a:lnTo>
                        <a:pt x="201" y="307"/>
                      </a:lnTo>
                      <a:cubicBezTo>
                        <a:pt x="69" y="794"/>
                        <a:pt x="0" y="3548"/>
                        <a:pt x="2691" y="4050"/>
                      </a:cubicBezTo>
                      <a:cubicBezTo>
                        <a:pt x="2691" y="4067"/>
                        <a:pt x="3495" y="4164"/>
                        <a:pt x="4133" y="4164"/>
                      </a:cubicBezTo>
                      <a:cubicBezTo>
                        <a:pt x="4479" y="4164"/>
                        <a:pt x="4777" y="4136"/>
                        <a:pt x="4870" y="4050"/>
                      </a:cubicBezTo>
                      <a:lnTo>
                        <a:pt x="4716" y="1190"/>
                      </a:lnTo>
                      <a:cubicBezTo>
                        <a:pt x="4716" y="1190"/>
                        <a:pt x="4256" y="1322"/>
                        <a:pt x="3791" y="1386"/>
                      </a:cubicBezTo>
                      <a:cubicBezTo>
                        <a:pt x="3463" y="1454"/>
                        <a:pt x="3130" y="1476"/>
                        <a:pt x="2956" y="1476"/>
                      </a:cubicBezTo>
                      <a:cubicBezTo>
                        <a:pt x="2824" y="1476"/>
                        <a:pt x="1676" y="1433"/>
                        <a:pt x="137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50"/>
                <p:cNvSpPr/>
                <p:nvPr/>
              </p:nvSpPr>
              <p:spPr>
                <a:xfrm>
                  <a:off x="-644091" y="1835429"/>
                  <a:ext cx="136669" cy="161503"/>
                </a:xfrm>
                <a:custGeom>
                  <a:avLst/>
                  <a:gdLst/>
                  <a:ahLst/>
                  <a:cxnLst/>
                  <a:rect l="l" t="t" r="r" b="b"/>
                  <a:pathLst>
                    <a:path w="974" h="1151" extrusionOk="0">
                      <a:moveTo>
                        <a:pt x="794" y="0"/>
                      </a:moveTo>
                      <a:lnTo>
                        <a:pt x="1" y="1105"/>
                      </a:lnTo>
                      <a:cubicBezTo>
                        <a:pt x="27" y="1126"/>
                        <a:pt x="27" y="1126"/>
                        <a:pt x="48" y="1148"/>
                      </a:cubicBezTo>
                      <a:cubicBezTo>
                        <a:pt x="51" y="1150"/>
                        <a:pt x="56" y="1151"/>
                        <a:pt x="64" y="1151"/>
                      </a:cubicBezTo>
                      <a:cubicBezTo>
                        <a:pt x="128" y="1151"/>
                        <a:pt x="357" y="1079"/>
                        <a:pt x="376" y="1037"/>
                      </a:cubicBezTo>
                      <a:cubicBezTo>
                        <a:pt x="397" y="994"/>
                        <a:pt x="641" y="994"/>
                        <a:pt x="641" y="994"/>
                      </a:cubicBezTo>
                      <a:cubicBezTo>
                        <a:pt x="641" y="994"/>
                        <a:pt x="641" y="793"/>
                        <a:pt x="688" y="709"/>
                      </a:cubicBezTo>
                      <a:cubicBezTo>
                        <a:pt x="730" y="598"/>
                        <a:pt x="974" y="466"/>
                        <a:pt x="905" y="111"/>
                      </a:cubicBezTo>
                      <a:cubicBezTo>
                        <a:pt x="905" y="111"/>
                        <a:pt x="794" y="27"/>
                        <a:pt x="794" y="0"/>
                      </a:cubicBezTo>
                      <a:close/>
                    </a:path>
                  </a:pathLst>
                </a:custGeom>
                <a:solidFill>
                  <a:srgbClr val="FCBA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50"/>
                <p:cNvSpPr/>
                <p:nvPr/>
              </p:nvSpPr>
              <p:spPr>
                <a:xfrm>
                  <a:off x="-718181" y="1776495"/>
                  <a:ext cx="173713" cy="167396"/>
                </a:xfrm>
                <a:custGeom>
                  <a:avLst/>
                  <a:gdLst/>
                  <a:ahLst/>
                  <a:cxnLst/>
                  <a:rect l="l" t="t" r="r" b="b"/>
                  <a:pathLst>
                    <a:path w="1238" h="1193" extrusionOk="0">
                      <a:moveTo>
                        <a:pt x="808" y="0"/>
                      </a:moveTo>
                      <a:cubicBezTo>
                        <a:pt x="612" y="0"/>
                        <a:pt x="455" y="107"/>
                        <a:pt x="333" y="267"/>
                      </a:cubicBezTo>
                      <a:cubicBezTo>
                        <a:pt x="222" y="447"/>
                        <a:pt x="0" y="732"/>
                        <a:pt x="111" y="928"/>
                      </a:cubicBezTo>
                      <a:cubicBezTo>
                        <a:pt x="132" y="997"/>
                        <a:pt x="222" y="1039"/>
                        <a:pt x="291" y="1081"/>
                      </a:cubicBezTo>
                      <a:lnTo>
                        <a:pt x="312" y="1081"/>
                      </a:lnTo>
                      <a:lnTo>
                        <a:pt x="312" y="1108"/>
                      </a:lnTo>
                      <a:lnTo>
                        <a:pt x="333" y="1108"/>
                      </a:lnTo>
                      <a:cubicBezTo>
                        <a:pt x="397" y="1150"/>
                        <a:pt x="487" y="1171"/>
                        <a:pt x="508" y="1192"/>
                      </a:cubicBezTo>
                      <a:cubicBezTo>
                        <a:pt x="555" y="1192"/>
                        <a:pt x="598" y="1192"/>
                        <a:pt x="640" y="1171"/>
                      </a:cubicBezTo>
                      <a:lnTo>
                        <a:pt x="640" y="1150"/>
                      </a:lnTo>
                      <a:cubicBezTo>
                        <a:pt x="687" y="1108"/>
                        <a:pt x="709" y="1060"/>
                        <a:pt x="687" y="1018"/>
                      </a:cubicBezTo>
                      <a:lnTo>
                        <a:pt x="687" y="975"/>
                      </a:lnTo>
                      <a:lnTo>
                        <a:pt x="661" y="949"/>
                      </a:lnTo>
                      <a:cubicBezTo>
                        <a:pt x="687" y="949"/>
                        <a:pt x="687" y="949"/>
                        <a:pt x="709" y="975"/>
                      </a:cubicBezTo>
                      <a:cubicBezTo>
                        <a:pt x="751" y="975"/>
                        <a:pt x="793" y="949"/>
                        <a:pt x="820" y="928"/>
                      </a:cubicBezTo>
                      <a:cubicBezTo>
                        <a:pt x="841" y="907"/>
                        <a:pt x="841" y="864"/>
                        <a:pt x="841" y="817"/>
                      </a:cubicBezTo>
                      <a:cubicBezTo>
                        <a:pt x="841" y="796"/>
                        <a:pt x="841" y="775"/>
                        <a:pt x="820" y="775"/>
                      </a:cubicBezTo>
                      <a:lnTo>
                        <a:pt x="793" y="753"/>
                      </a:lnTo>
                      <a:lnTo>
                        <a:pt x="793" y="732"/>
                      </a:lnTo>
                      <a:cubicBezTo>
                        <a:pt x="820" y="753"/>
                        <a:pt x="841" y="753"/>
                        <a:pt x="841" y="753"/>
                      </a:cubicBezTo>
                      <a:lnTo>
                        <a:pt x="862" y="753"/>
                      </a:lnTo>
                      <a:cubicBezTo>
                        <a:pt x="994" y="753"/>
                        <a:pt x="1036" y="621"/>
                        <a:pt x="1015" y="531"/>
                      </a:cubicBezTo>
                      <a:lnTo>
                        <a:pt x="1015" y="489"/>
                      </a:lnTo>
                      <a:lnTo>
                        <a:pt x="1058" y="489"/>
                      </a:lnTo>
                      <a:cubicBezTo>
                        <a:pt x="1073" y="496"/>
                        <a:pt x="1086" y="498"/>
                        <a:pt x="1098" y="498"/>
                      </a:cubicBezTo>
                      <a:cubicBezTo>
                        <a:pt x="1122" y="498"/>
                        <a:pt x="1140" y="489"/>
                        <a:pt x="1169" y="489"/>
                      </a:cubicBezTo>
                      <a:cubicBezTo>
                        <a:pt x="1169" y="468"/>
                        <a:pt x="1190" y="468"/>
                        <a:pt x="1216" y="447"/>
                      </a:cubicBezTo>
                      <a:cubicBezTo>
                        <a:pt x="1216" y="447"/>
                        <a:pt x="1237" y="420"/>
                        <a:pt x="1237" y="378"/>
                      </a:cubicBezTo>
                      <a:lnTo>
                        <a:pt x="1237" y="357"/>
                      </a:lnTo>
                      <a:lnTo>
                        <a:pt x="1237" y="336"/>
                      </a:lnTo>
                      <a:cubicBezTo>
                        <a:pt x="1216" y="246"/>
                        <a:pt x="1169" y="156"/>
                        <a:pt x="1084" y="93"/>
                      </a:cubicBezTo>
                      <a:cubicBezTo>
                        <a:pt x="1036" y="71"/>
                        <a:pt x="994" y="50"/>
                        <a:pt x="925" y="24"/>
                      </a:cubicBezTo>
                      <a:cubicBezTo>
                        <a:pt x="904" y="24"/>
                        <a:pt x="883" y="3"/>
                        <a:pt x="862" y="3"/>
                      </a:cubicBezTo>
                      <a:cubicBezTo>
                        <a:pt x="844" y="1"/>
                        <a:pt x="826" y="0"/>
                        <a:pt x="808" y="0"/>
                      </a:cubicBezTo>
                      <a:close/>
                    </a:path>
                  </a:pathLst>
                </a:custGeom>
                <a:solidFill>
                  <a:srgbClr val="F76B0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50"/>
                <p:cNvSpPr/>
                <p:nvPr/>
              </p:nvSpPr>
              <p:spPr>
                <a:xfrm>
                  <a:off x="-615746" y="1813960"/>
                  <a:ext cx="71281" cy="32413"/>
                </a:xfrm>
                <a:custGeom>
                  <a:avLst/>
                  <a:gdLst/>
                  <a:ahLst/>
                  <a:cxnLst/>
                  <a:rect l="l" t="t" r="r" b="b"/>
                  <a:pathLst>
                    <a:path w="508" h="231" extrusionOk="0">
                      <a:moveTo>
                        <a:pt x="1" y="0"/>
                      </a:moveTo>
                      <a:cubicBezTo>
                        <a:pt x="64" y="22"/>
                        <a:pt x="132" y="69"/>
                        <a:pt x="174" y="132"/>
                      </a:cubicBezTo>
                      <a:lnTo>
                        <a:pt x="264" y="201"/>
                      </a:lnTo>
                      <a:lnTo>
                        <a:pt x="285" y="201"/>
                      </a:lnTo>
                      <a:cubicBezTo>
                        <a:pt x="285" y="222"/>
                        <a:pt x="285" y="222"/>
                        <a:pt x="306" y="222"/>
                      </a:cubicBezTo>
                      <a:lnTo>
                        <a:pt x="328" y="222"/>
                      </a:lnTo>
                      <a:cubicBezTo>
                        <a:pt x="340" y="228"/>
                        <a:pt x="354" y="230"/>
                        <a:pt x="369" y="230"/>
                      </a:cubicBezTo>
                      <a:cubicBezTo>
                        <a:pt x="408" y="230"/>
                        <a:pt x="451" y="211"/>
                        <a:pt x="486" y="180"/>
                      </a:cubicBezTo>
                      <a:cubicBezTo>
                        <a:pt x="486" y="180"/>
                        <a:pt x="507" y="153"/>
                        <a:pt x="507" y="111"/>
                      </a:cubicBezTo>
                      <a:lnTo>
                        <a:pt x="507" y="90"/>
                      </a:lnTo>
                      <a:cubicBezTo>
                        <a:pt x="486" y="153"/>
                        <a:pt x="460" y="201"/>
                        <a:pt x="396" y="201"/>
                      </a:cubicBezTo>
                      <a:cubicBezTo>
                        <a:pt x="375" y="201"/>
                        <a:pt x="328" y="201"/>
                        <a:pt x="285" y="180"/>
                      </a:cubicBezTo>
                      <a:cubicBezTo>
                        <a:pt x="243" y="153"/>
                        <a:pt x="222" y="132"/>
                        <a:pt x="195" y="111"/>
                      </a:cubicBezTo>
                      <a:cubicBezTo>
                        <a:pt x="132" y="69"/>
                        <a:pt x="64" y="22"/>
                        <a:pt x="1" y="0"/>
                      </a:cubicBezTo>
                      <a:close/>
                    </a:path>
                  </a:pathLst>
                </a:custGeom>
                <a:solidFill>
                  <a:srgbClr val="C954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50"/>
                <p:cNvSpPr/>
                <p:nvPr/>
              </p:nvSpPr>
              <p:spPr>
                <a:xfrm>
                  <a:off x="-652931" y="1848058"/>
                  <a:ext cx="80262" cy="34237"/>
                </a:xfrm>
                <a:custGeom>
                  <a:avLst/>
                  <a:gdLst/>
                  <a:ahLst/>
                  <a:cxnLst/>
                  <a:rect l="l" t="t" r="r" b="b"/>
                  <a:pathLst>
                    <a:path w="572" h="244" extrusionOk="0">
                      <a:moveTo>
                        <a:pt x="0" y="0"/>
                      </a:moveTo>
                      <a:lnTo>
                        <a:pt x="0" y="0"/>
                      </a:lnTo>
                      <a:cubicBezTo>
                        <a:pt x="43" y="21"/>
                        <a:pt x="90" y="43"/>
                        <a:pt x="111" y="69"/>
                      </a:cubicBezTo>
                      <a:cubicBezTo>
                        <a:pt x="154" y="90"/>
                        <a:pt x="196" y="111"/>
                        <a:pt x="222" y="132"/>
                      </a:cubicBezTo>
                      <a:cubicBezTo>
                        <a:pt x="244" y="154"/>
                        <a:pt x="307" y="201"/>
                        <a:pt x="328" y="222"/>
                      </a:cubicBezTo>
                      <a:cubicBezTo>
                        <a:pt x="355" y="243"/>
                        <a:pt x="376" y="243"/>
                        <a:pt x="376" y="243"/>
                      </a:cubicBezTo>
                      <a:cubicBezTo>
                        <a:pt x="508" y="243"/>
                        <a:pt x="571" y="111"/>
                        <a:pt x="550" y="21"/>
                      </a:cubicBezTo>
                      <a:lnTo>
                        <a:pt x="550" y="21"/>
                      </a:lnTo>
                      <a:cubicBezTo>
                        <a:pt x="550" y="69"/>
                        <a:pt x="529" y="90"/>
                        <a:pt x="529" y="111"/>
                      </a:cubicBezTo>
                      <a:cubicBezTo>
                        <a:pt x="508" y="132"/>
                        <a:pt x="487" y="175"/>
                        <a:pt x="460" y="201"/>
                      </a:cubicBezTo>
                      <a:lnTo>
                        <a:pt x="376" y="201"/>
                      </a:lnTo>
                      <a:cubicBezTo>
                        <a:pt x="355" y="201"/>
                        <a:pt x="328" y="175"/>
                        <a:pt x="307" y="175"/>
                      </a:cubicBezTo>
                      <a:cubicBezTo>
                        <a:pt x="286" y="154"/>
                        <a:pt x="265" y="132"/>
                        <a:pt x="244" y="111"/>
                      </a:cubicBezTo>
                      <a:cubicBezTo>
                        <a:pt x="196" y="90"/>
                        <a:pt x="154" y="69"/>
                        <a:pt x="133" y="42"/>
                      </a:cubicBezTo>
                      <a:cubicBezTo>
                        <a:pt x="90" y="21"/>
                        <a:pt x="43" y="21"/>
                        <a:pt x="0" y="0"/>
                      </a:cubicBezTo>
                      <a:close/>
                    </a:path>
                  </a:pathLst>
                </a:custGeom>
                <a:solidFill>
                  <a:srgbClr val="C954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50"/>
                <p:cNvSpPr/>
                <p:nvPr/>
              </p:nvSpPr>
              <p:spPr>
                <a:xfrm>
                  <a:off x="-606906" y="1828132"/>
                  <a:ext cx="52759" cy="54162"/>
                </a:xfrm>
                <a:custGeom>
                  <a:avLst/>
                  <a:gdLst/>
                  <a:ahLst/>
                  <a:cxnLst/>
                  <a:rect l="l" t="t" r="r" b="b"/>
                  <a:pathLst>
                    <a:path w="376" h="386" extrusionOk="0">
                      <a:moveTo>
                        <a:pt x="163" y="1"/>
                      </a:moveTo>
                      <a:cubicBezTo>
                        <a:pt x="152" y="1"/>
                        <a:pt x="141" y="3"/>
                        <a:pt x="132" y="10"/>
                      </a:cubicBezTo>
                      <a:cubicBezTo>
                        <a:pt x="111" y="10"/>
                        <a:pt x="90" y="10"/>
                        <a:pt x="69" y="31"/>
                      </a:cubicBezTo>
                      <a:cubicBezTo>
                        <a:pt x="27" y="79"/>
                        <a:pt x="0" y="121"/>
                        <a:pt x="0" y="184"/>
                      </a:cubicBezTo>
                      <a:cubicBezTo>
                        <a:pt x="0" y="232"/>
                        <a:pt x="0" y="274"/>
                        <a:pt x="27" y="317"/>
                      </a:cubicBezTo>
                      <a:cubicBezTo>
                        <a:pt x="48" y="343"/>
                        <a:pt x="48" y="364"/>
                        <a:pt x="69" y="385"/>
                      </a:cubicBezTo>
                      <a:cubicBezTo>
                        <a:pt x="201" y="385"/>
                        <a:pt x="243" y="253"/>
                        <a:pt x="222" y="163"/>
                      </a:cubicBezTo>
                      <a:lnTo>
                        <a:pt x="222" y="121"/>
                      </a:lnTo>
                      <a:lnTo>
                        <a:pt x="265" y="121"/>
                      </a:lnTo>
                      <a:cubicBezTo>
                        <a:pt x="280" y="128"/>
                        <a:pt x="293" y="130"/>
                        <a:pt x="305" y="130"/>
                      </a:cubicBezTo>
                      <a:cubicBezTo>
                        <a:pt x="329" y="130"/>
                        <a:pt x="347" y="121"/>
                        <a:pt x="376" y="121"/>
                      </a:cubicBezTo>
                      <a:cubicBezTo>
                        <a:pt x="354" y="100"/>
                        <a:pt x="354" y="100"/>
                        <a:pt x="333" y="100"/>
                      </a:cubicBezTo>
                      <a:cubicBezTo>
                        <a:pt x="291" y="79"/>
                        <a:pt x="265" y="31"/>
                        <a:pt x="222" y="10"/>
                      </a:cubicBezTo>
                      <a:cubicBezTo>
                        <a:pt x="208" y="10"/>
                        <a:pt x="185" y="1"/>
                        <a:pt x="163" y="1"/>
                      </a:cubicBezTo>
                      <a:close/>
                    </a:path>
                  </a:pathLst>
                </a:custGeom>
                <a:solidFill>
                  <a:srgbClr val="C954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50"/>
                <p:cNvSpPr/>
                <p:nvPr/>
              </p:nvSpPr>
              <p:spPr>
                <a:xfrm>
                  <a:off x="-600311" y="1826449"/>
                  <a:ext cx="77315" cy="86995"/>
                </a:xfrm>
                <a:custGeom>
                  <a:avLst/>
                  <a:gdLst/>
                  <a:ahLst/>
                  <a:cxnLst/>
                  <a:rect l="l" t="t" r="r" b="b"/>
                  <a:pathLst>
                    <a:path w="551" h="620" extrusionOk="0">
                      <a:moveTo>
                        <a:pt x="133" y="1"/>
                      </a:moveTo>
                      <a:cubicBezTo>
                        <a:pt x="112" y="1"/>
                        <a:pt x="85" y="22"/>
                        <a:pt x="64" y="43"/>
                      </a:cubicBezTo>
                      <a:cubicBezTo>
                        <a:pt x="22" y="91"/>
                        <a:pt x="1" y="133"/>
                        <a:pt x="1" y="175"/>
                      </a:cubicBezTo>
                      <a:cubicBezTo>
                        <a:pt x="1" y="223"/>
                        <a:pt x="1" y="286"/>
                        <a:pt x="22" y="329"/>
                      </a:cubicBezTo>
                      <a:lnTo>
                        <a:pt x="154" y="461"/>
                      </a:lnTo>
                      <a:cubicBezTo>
                        <a:pt x="175" y="487"/>
                        <a:pt x="196" y="530"/>
                        <a:pt x="218" y="551"/>
                      </a:cubicBezTo>
                      <a:cubicBezTo>
                        <a:pt x="218" y="572"/>
                        <a:pt x="265" y="593"/>
                        <a:pt x="265" y="619"/>
                      </a:cubicBezTo>
                      <a:cubicBezTo>
                        <a:pt x="286" y="619"/>
                        <a:pt x="286" y="551"/>
                        <a:pt x="286" y="551"/>
                      </a:cubicBezTo>
                      <a:cubicBezTo>
                        <a:pt x="307" y="508"/>
                        <a:pt x="329" y="461"/>
                        <a:pt x="376" y="419"/>
                      </a:cubicBezTo>
                      <a:cubicBezTo>
                        <a:pt x="376" y="400"/>
                        <a:pt x="478" y="279"/>
                        <a:pt x="532" y="279"/>
                      </a:cubicBezTo>
                      <a:cubicBezTo>
                        <a:pt x="539" y="279"/>
                        <a:pt x="546" y="281"/>
                        <a:pt x="551" y="286"/>
                      </a:cubicBezTo>
                      <a:cubicBezTo>
                        <a:pt x="508" y="196"/>
                        <a:pt x="418" y="154"/>
                        <a:pt x="329" y="91"/>
                      </a:cubicBezTo>
                      <a:cubicBezTo>
                        <a:pt x="307" y="64"/>
                        <a:pt x="265" y="22"/>
                        <a:pt x="218" y="22"/>
                      </a:cubicBezTo>
                      <a:cubicBezTo>
                        <a:pt x="196" y="1"/>
                        <a:pt x="175" y="1"/>
                        <a:pt x="133" y="1"/>
                      </a:cubicBezTo>
                      <a:close/>
                    </a:path>
                  </a:pathLst>
                </a:custGeom>
                <a:solidFill>
                  <a:srgbClr val="FCBA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50"/>
                <p:cNvSpPr/>
                <p:nvPr/>
              </p:nvSpPr>
              <p:spPr>
                <a:xfrm>
                  <a:off x="-705552" y="1776775"/>
                  <a:ext cx="117305" cy="167115"/>
                </a:xfrm>
                <a:custGeom>
                  <a:avLst/>
                  <a:gdLst/>
                  <a:ahLst/>
                  <a:cxnLst/>
                  <a:rect l="l" t="t" r="r" b="b"/>
                  <a:pathLst>
                    <a:path w="836" h="1191" extrusionOk="0">
                      <a:moveTo>
                        <a:pt x="730" y="1"/>
                      </a:moveTo>
                      <a:cubicBezTo>
                        <a:pt x="529" y="1"/>
                        <a:pt x="375" y="112"/>
                        <a:pt x="243" y="265"/>
                      </a:cubicBezTo>
                      <a:cubicBezTo>
                        <a:pt x="243" y="286"/>
                        <a:pt x="222" y="313"/>
                        <a:pt x="222" y="313"/>
                      </a:cubicBezTo>
                      <a:cubicBezTo>
                        <a:pt x="153" y="397"/>
                        <a:pt x="111" y="487"/>
                        <a:pt x="69" y="577"/>
                      </a:cubicBezTo>
                      <a:cubicBezTo>
                        <a:pt x="21" y="640"/>
                        <a:pt x="0" y="730"/>
                        <a:pt x="0" y="794"/>
                      </a:cubicBezTo>
                      <a:cubicBezTo>
                        <a:pt x="0" y="841"/>
                        <a:pt x="0" y="884"/>
                        <a:pt x="21" y="926"/>
                      </a:cubicBezTo>
                      <a:cubicBezTo>
                        <a:pt x="42" y="995"/>
                        <a:pt x="132" y="1037"/>
                        <a:pt x="201" y="1079"/>
                      </a:cubicBezTo>
                      <a:lnTo>
                        <a:pt x="222" y="1079"/>
                      </a:lnTo>
                      <a:lnTo>
                        <a:pt x="222" y="1106"/>
                      </a:lnTo>
                      <a:lnTo>
                        <a:pt x="243" y="1106"/>
                      </a:lnTo>
                      <a:cubicBezTo>
                        <a:pt x="307" y="1148"/>
                        <a:pt x="397" y="1169"/>
                        <a:pt x="418" y="1190"/>
                      </a:cubicBezTo>
                      <a:lnTo>
                        <a:pt x="486" y="1190"/>
                      </a:lnTo>
                      <a:cubicBezTo>
                        <a:pt x="508" y="1190"/>
                        <a:pt x="529" y="1190"/>
                        <a:pt x="550" y="1169"/>
                      </a:cubicBezTo>
                      <a:lnTo>
                        <a:pt x="550" y="1148"/>
                      </a:lnTo>
                      <a:cubicBezTo>
                        <a:pt x="597" y="1127"/>
                        <a:pt x="597" y="1079"/>
                        <a:pt x="597" y="1037"/>
                      </a:cubicBezTo>
                      <a:lnTo>
                        <a:pt x="597" y="1016"/>
                      </a:lnTo>
                      <a:lnTo>
                        <a:pt x="597" y="973"/>
                      </a:lnTo>
                      <a:lnTo>
                        <a:pt x="571" y="947"/>
                      </a:lnTo>
                      <a:cubicBezTo>
                        <a:pt x="597" y="947"/>
                        <a:pt x="597" y="947"/>
                        <a:pt x="619" y="973"/>
                      </a:cubicBezTo>
                      <a:lnTo>
                        <a:pt x="640" y="973"/>
                      </a:lnTo>
                      <a:cubicBezTo>
                        <a:pt x="682" y="973"/>
                        <a:pt x="703" y="947"/>
                        <a:pt x="730" y="926"/>
                      </a:cubicBezTo>
                      <a:cubicBezTo>
                        <a:pt x="571" y="815"/>
                        <a:pt x="529" y="709"/>
                        <a:pt x="508" y="577"/>
                      </a:cubicBezTo>
                      <a:lnTo>
                        <a:pt x="486" y="577"/>
                      </a:lnTo>
                      <a:cubicBezTo>
                        <a:pt x="465" y="551"/>
                        <a:pt x="418" y="529"/>
                        <a:pt x="375" y="508"/>
                      </a:cubicBezTo>
                      <a:lnTo>
                        <a:pt x="375" y="508"/>
                      </a:lnTo>
                      <a:cubicBezTo>
                        <a:pt x="418" y="529"/>
                        <a:pt x="465" y="529"/>
                        <a:pt x="508" y="550"/>
                      </a:cubicBezTo>
                      <a:lnTo>
                        <a:pt x="508" y="577"/>
                      </a:lnTo>
                      <a:cubicBezTo>
                        <a:pt x="529" y="286"/>
                        <a:pt x="835" y="22"/>
                        <a:pt x="835" y="22"/>
                      </a:cubicBezTo>
                      <a:cubicBezTo>
                        <a:pt x="814" y="22"/>
                        <a:pt x="793" y="1"/>
                        <a:pt x="772" y="1"/>
                      </a:cubicBezTo>
                      <a:close/>
                    </a:path>
                  </a:pathLst>
                </a:custGeom>
                <a:solidFill>
                  <a:srgbClr val="F766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50"/>
                <p:cNvSpPr/>
                <p:nvPr/>
              </p:nvSpPr>
              <p:spPr>
                <a:xfrm>
                  <a:off x="595644" y="4401469"/>
                  <a:ext cx="370999" cy="476790"/>
                </a:xfrm>
                <a:custGeom>
                  <a:avLst/>
                  <a:gdLst/>
                  <a:ahLst/>
                  <a:cxnLst/>
                  <a:rect l="l" t="t" r="r" b="b"/>
                  <a:pathLst>
                    <a:path w="2644" h="3398" extrusionOk="0">
                      <a:moveTo>
                        <a:pt x="1766" y="1"/>
                      </a:moveTo>
                      <a:lnTo>
                        <a:pt x="466" y="1566"/>
                      </a:lnTo>
                      <a:cubicBezTo>
                        <a:pt x="466" y="1566"/>
                        <a:pt x="640" y="2005"/>
                        <a:pt x="333" y="2512"/>
                      </a:cubicBezTo>
                      <a:cubicBezTo>
                        <a:pt x="90" y="2861"/>
                        <a:pt x="0" y="3104"/>
                        <a:pt x="90" y="3284"/>
                      </a:cubicBezTo>
                      <a:cubicBezTo>
                        <a:pt x="114" y="3359"/>
                        <a:pt x="173" y="3398"/>
                        <a:pt x="237" y="3398"/>
                      </a:cubicBezTo>
                      <a:cubicBezTo>
                        <a:pt x="286" y="3398"/>
                        <a:pt x="337" y="3375"/>
                        <a:pt x="376" y="3326"/>
                      </a:cubicBezTo>
                      <a:lnTo>
                        <a:pt x="2602" y="662"/>
                      </a:lnTo>
                      <a:cubicBezTo>
                        <a:pt x="2644" y="614"/>
                        <a:pt x="2644" y="530"/>
                        <a:pt x="2580" y="482"/>
                      </a:cubicBezTo>
                      <a:cubicBezTo>
                        <a:pt x="2427" y="329"/>
                        <a:pt x="2115" y="22"/>
                        <a:pt x="1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50"/>
                <p:cNvSpPr/>
                <p:nvPr/>
              </p:nvSpPr>
              <p:spPr>
                <a:xfrm>
                  <a:off x="-285010" y="2987740"/>
                  <a:ext cx="484516" cy="1779475"/>
                </a:xfrm>
                <a:custGeom>
                  <a:avLst/>
                  <a:gdLst/>
                  <a:ahLst/>
                  <a:cxnLst/>
                  <a:rect l="l" t="t" r="r" b="b"/>
                  <a:pathLst>
                    <a:path w="3453" h="12682" extrusionOk="0">
                      <a:moveTo>
                        <a:pt x="3067" y="0"/>
                      </a:moveTo>
                      <a:cubicBezTo>
                        <a:pt x="3065" y="0"/>
                        <a:pt x="3063" y="3"/>
                        <a:pt x="3062" y="10"/>
                      </a:cubicBezTo>
                      <a:cubicBezTo>
                        <a:pt x="3041" y="142"/>
                        <a:pt x="1" y="887"/>
                        <a:pt x="1" y="887"/>
                      </a:cubicBezTo>
                      <a:cubicBezTo>
                        <a:pt x="1" y="887"/>
                        <a:pt x="154" y="4963"/>
                        <a:pt x="397" y="8310"/>
                      </a:cubicBezTo>
                      <a:cubicBezTo>
                        <a:pt x="640" y="10425"/>
                        <a:pt x="968" y="12122"/>
                        <a:pt x="878" y="12608"/>
                      </a:cubicBezTo>
                      <a:cubicBezTo>
                        <a:pt x="1687" y="12668"/>
                        <a:pt x="2193" y="12682"/>
                        <a:pt x="2489" y="12682"/>
                      </a:cubicBezTo>
                      <a:cubicBezTo>
                        <a:pt x="2742" y="12682"/>
                        <a:pt x="2840" y="12672"/>
                        <a:pt x="2840" y="12672"/>
                      </a:cubicBezTo>
                      <a:lnTo>
                        <a:pt x="3020" y="8490"/>
                      </a:lnTo>
                      <a:lnTo>
                        <a:pt x="3104" y="6264"/>
                      </a:lnTo>
                      <a:cubicBezTo>
                        <a:pt x="3104" y="6264"/>
                        <a:pt x="3194" y="1263"/>
                        <a:pt x="3326" y="1241"/>
                      </a:cubicBezTo>
                      <a:cubicBezTo>
                        <a:pt x="3452" y="1221"/>
                        <a:pt x="3117" y="0"/>
                        <a:pt x="306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50"/>
                <p:cNvSpPr/>
                <p:nvPr/>
              </p:nvSpPr>
              <p:spPr>
                <a:xfrm>
                  <a:off x="-83930" y="3040922"/>
                  <a:ext cx="939285" cy="1601836"/>
                </a:xfrm>
                <a:custGeom>
                  <a:avLst/>
                  <a:gdLst/>
                  <a:ahLst/>
                  <a:cxnLst/>
                  <a:rect l="l" t="t" r="r" b="b"/>
                  <a:pathLst>
                    <a:path w="6694" h="11416" extrusionOk="0">
                      <a:moveTo>
                        <a:pt x="3786" y="1"/>
                      </a:moveTo>
                      <a:lnTo>
                        <a:pt x="439" y="730"/>
                      </a:lnTo>
                      <a:cubicBezTo>
                        <a:pt x="439" y="730"/>
                        <a:pt x="1" y="3569"/>
                        <a:pt x="550" y="5906"/>
                      </a:cubicBezTo>
                      <a:cubicBezTo>
                        <a:pt x="704" y="6588"/>
                        <a:pt x="1190" y="7360"/>
                        <a:pt x="1803" y="8090"/>
                      </a:cubicBezTo>
                      <a:cubicBezTo>
                        <a:pt x="3236" y="9850"/>
                        <a:pt x="5330" y="11415"/>
                        <a:pt x="5330" y="11415"/>
                      </a:cubicBezTo>
                      <a:cubicBezTo>
                        <a:pt x="5330" y="11415"/>
                        <a:pt x="6213" y="10532"/>
                        <a:pt x="6694" y="9697"/>
                      </a:cubicBezTo>
                      <a:cubicBezTo>
                        <a:pt x="5287" y="8375"/>
                        <a:pt x="4468" y="7360"/>
                        <a:pt x="4008" y="6588"/>
                      </a:cubicBezTo>
                      <a:cubicBezTo>
                        <a:pt x="3458" y="5663"/>
                        <a:pt x="3437" y="5071"/>
                        <a:pt x="3479" y="4717"/>
                      </a:cubicBezTo>
                      <a:cubicBezTo>
                        <a:pt x="4119" y="445"/>
                        <a:pt x="3786" y="1"/>
                        <a:pt x="378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50"/>
                <p:cNvSpPr/>
                <p:nvPr/>
              </p:nvSpPr>
              <p:spPr>
                <a:xfrm>
                  <a:off x="332963" y="3069126"/>
                  <a:ext cx="500933" cy="1378455"/>
                </a:xfrm>
                <a:custGeom>
                  <a:avLst/>
                  <a:gdLst/>
                  <a:ahLst/>
                  <a:cxnLst/>
                  <a:rect l="l" t="t" r="r" b="b"/>
                  <a:pathLst>
                    <a:path w="3570" h="9824" extrusionOk="0">
                      <a:moveTo>
                        <a:pt x="355" y="1"/>
                      </a:moveTo>
                      <a:lnTo>
                        <a:pt x="286" y="22"/>
                      </a:lnTo>
                      <a:cubicBezTo>
                        <a:pt x="307" y="133"/>
                        <a:pt x="355" y="550"/>
                        <a:pt x="355" y="1301"/>
                      </a:cubicBezTo>
                      <a:cubicBezTo>
                        <a:pt x="355" y="2047"/>
                        <a:pt x="286" y="3130"/>
                        <a:pt x="43" y="4537"/>
                      </a:cubicBezTo>
                      <a:cubicBezTo>
                        <a:pt x="22" y="4669"/>
                        <a:pt x="1" y="4822"/>
                        <a:pt x="1" y="4981"/>
                      </a:cubicBezTo>
                      <a:cubicBezTo>
                        <a:pt x="1" y="5441"/>
                        <a:pt x="133" y="6059"/>
                        <a:pt x="641" y="6831"/>
                      </a:cubicBezTo>
                      <a:cubicBezTo>
                        <a:pt x="1169" y="7624"/>
                        <a:pt x="2026" y="8592"/>
                        <a:pt x="3527" y="9824"/>
                      </a:cubicBezTo>
                      <a:lnTo>
                        <a:pt x="3569" y="9760"/>
                      </a:lnTo>
                      <a:cubicBezTo>
                        <a:pt x="2073" y="8550"/>
                        <a:pt x="1212" y="7577"/>
                        <a:pt x="704" y="6805"/>
                      </a:cubicBezTo>
                      <a:cubicBezTo>
                        <a:pt x="202" y="6012"/>
                        <a:pt x="70" y="5441"/>
                        <a:pt x="70" y="4981"/>
                      </a:cubicBezTo>
                      <a:cubicBezTo>
                        <a:pt x="70" y="4822"/>
                        <a:pt x="91" y="4669"/>
                        <a:pt x="112" y="4537"/>
                      </a:cubicBezTo>
                      <a:cubicBezTo>
                        <a:pt x="355" y="3130"/>
                        <a:pt x="418" y="2047"/>
                        <a:pt x="418" y="1301"/>
                      </a:cubicBezTo>
                      <a:cubicBezTo>
                        <a:pt x="418" y="439"/>
                        <a:pt x="355" y="1"/>
                        <a:pt x="3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50"/>
                <p:cNvSpPr/>
                <p:nvPr/>
              </p:nvSpPr>
              <p:spPr>
                <a:xfrm>
                  <a:off x="-365493" y="4756900"/>
                  <a:ext cx="519455" cy="135825"/>
                </a:xfrm>
                <a:custGeom>
                  <a:avLst/>
                  <a:gdLst/>
                  <a:ahLst/>
                  <a:cxnLst/>
                  <a:rect l="l" t="t" r="r" b="b"/>
                  <a:pathLst>
                    <a:path w="3702" h="968" extrusionOk="0">
                      <a:moveTo>
                        <a:pt x="1475" y="0"/>
                      </a:moveTo>
                      <a:cubicBezTo>
                        <a:pt x="1475" y="0"/>
                        <a:pt x="1343" y="307"/>
                        <a:pt x="793" y="355"/>
                      </a:cubicBezTo>
                      <a:cubicBezTo>
                        <a:pt x="397" y="376"/>
                        <a:pt x="180" y="460"/>
                        <a:pt x="69" y="619"/>
                      </a:cubicBezTo>
                      <a:cubicBezTo>
                        <a:pt x="0" y="725"/>
                        <a:pt x="90" y="857"/>
                        <a:pt x="201" y="857"/>
                      </a:cubicBezTo>
                      <a:lnTo>
                        <a:pt x="3458" y="968"/>
                      </a:lnTo>
                      <a:cubicBezTo>
                        <a:pt x="3527" y="968"/>
                        <a:pt x="3590" y="926"/>
                        <a:pt x="3590" y="857"/>
                      </a:cubicBezTo>
                      <a:cubicBezTo>
                        <a:pt x="3617" y="661"/>
                        <a:pt x="3701" y="328"/>
                        <a:pt x="3437" y="64"/>
                      </a:cubicBezTo>
                      <a:lnTo>
                        <a:pt x="14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50"/>
                <p:cNvSpPr/>
                <p:nvPr/>
              </p:nvSpPr>
              <p:spPr>
                <a:xfrm>
                  <a:off x="-297639" y="2172900"/>
                  <a:ext cx="803598" cy="1023458"/>
                </a:xfrm>
                <a:custGeom>
                  <a:avLst/>
                  <a:gdLst/>
                  <a:ahLst/>
                  <a:cxnLst/>
                  <a:rect l="l" t="t" r="r" b="b"/>
                  <a:pathLst>
                    <a:path w="5727" h="7294" extrusionOk="0">
                      <a:moveTo>
                        <a:pt x="773" y="265"/>
                      </a:moveTo>
                      <a:lnTo>
                        <a:pt x="730" y="286"/>
                      </a:lnTo>
                      <a:lnTo>
                        <a:pt x="730" y="286"/>
                      </a:lnTo>
                      <a:lnTo>
                        <a:pt x="766" y="277"/>
                      </a:lnTo>
                      <a:lnTo>
                        <a:pt x="766" y="277"/>
                      </a:lnTo>
                      <a:lnTo>
                        <a:pt x="773" y="265"/>
                      </a:lnTo>
                      <a:close/>
                      <a:moveTo>
                        <a:pt x="2777" y="1"/>
                      </a:moveTo>
                      <a:lnTo>
                        <a:pt x="2644" y="22"/>
                      </a:lnTo>
                      <a:lnTo>
                        <a:pt x="1698" y="239"/>
                      </a:lnTo>
                      <a:lnTo>
                        <a:pt x="1365" y="175"/>
                      </a:lnTo>
                      <a:lnTo>
                        <a:pt x="1233" y="154"/>
                      </a:lnTo>
                      <a:lnTo>
                        <a:pt x="1148" y="175"/>
                      </a:lnTo>
                      <a:lnTo>
                        <a:pt x="995" y="218"/>
                      </a:lnTo>
                      <a:lnTo>
                        <a:pt x="766" y="277"/>
                      </a:lnTo>
                      <a:lnTo>
                        <a:pt x="766" y="277"/>
                      </a:lnTo>
                      <a:lnTo>
                        <a:pt x="175" y="1386"/>
                      </a:lnTo>
                      <a:lnTo>
                        <a:pt x="1" y="3501"/>
                      </a:lnTo>
                      <a:cubicBezTo>
                        <a:pt x="1" y="3501"/>
                        <a:pt x="440" y="3501"/>
                        <a:pt x="466" y="3744"/>
                      </a:cubicBezTo>
                      <a:cubicBezTo>
                        <a:pt x="551" y="4183"/>
                        <a:pt x="598" y="5129"/>
                        <a:pt x="419" y="6848"/>
                      </a:cubicBezTo>
                      <a:cubicBezTo>
                        <a:pt x="397" y="6874"/>
                        <a:pt x="397" y="6916"/>
                        <a:pt x="419" y="6959"/>
                      </a:cubicBezTo>
                      <a:lnTo>
                        <a:pt x="419" y="7138"/>
                      </a:lnTo>
                      <a:cubicBezTo>
                        <a:pt x="508" y="7159"/>
                        <a:pt x="598" y="7181"/>
                        <a:pt x="683" y="7181"/>
                      </a:cubicBezTo>
                      <a:cubicBezTo>
                        <a:pt x="1086" y="7261"/>
                        <a:pt x="1489" y="7293"/>
                        <a:pt x="1879" y="7293"/>
                      </a:cubicBezTo>
                      <a:cubicBezTo>
                        <a:pt x="2236" y="7293"/>
                        <a:pt x="2583" y="7266"/>
                        <a:pt x="2909" y="7223"/>
                      </a:cubicBezTo>
                      <a:cubicBezTo>
                        <a:pt x="2999" y="7223"/>
                        <a:pt x="3083" y="7202"/>
                        <a:pt x="3173" y="7181"/>
                      </a:cubicBezTo>
                      <a:cubicBezTo>
                        <a:pt x="4141" y="7048"/>
                        <a:pt x="4960" y="6763"/>
                        <a:pt x="5357" y="6583"/>
                      </a:cubicBezTo>
                      <a:cubicBezTo>
                        <a:pt x="5552" y="6520"/>
                        <a:pt x="5684" y="6345"/>
                        <a:pt x="5684" y="6123"/>
                      </a:cubicBezTo>
                      <a:cubicBezTo>
                        <a:pt x="5727" y="5156"/>
                        <a:pt x="5706" y="2332"/>
                        <a:pt x="4474" y="1032"/>
                      </a:cubicBezTo>
                      <a:cubicBezTo>
                        <a:pt x="4119" y="662"/>
                        <a:pt x="3681" y="371"/>
                        <a:pt x="3326" y="197"/>
                      </a:cubicBezTo>
                      <a:cubicBezTo>
                        <a:pt x="3242" y="154"/>
                        <a:pt x="3152" y="107"/>
                        <a:pt x="3083" y="85"/>
                      </a:cubicBezTo>
                      <a:cubicBezTo>
                        <a:pt x="2999" y="64"/>
                        <a:pt x="2930" y="43"/>
                        <a:pt x="2866" y="22"/>
                      </a:cubicBezTo>
                      <a:cubicBezTo>
                        <a:pt x="2798" y="1"/>
                        <a:pt x="2777" y="1"/>
                        <a:pt x="277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50"/>
                <p:cNvSpPr/>
                <p:nvPr/>
              </p:nvSpPr>
              <p:spPr>
                <a:xfrm>
                  <a:off x="-316161" y="2391800"/>
                  <a:ext cx="49813" cy="488998"/>
                </a:xfrm>
                <a:custGeom>
                  <a:avLst/>
                  <a:gdLst/>
                  <a:ahLst/>
                  <a:cxnLst/>
                  <a:rect l="l" t="t" r="r" b="b"/>
                  <a:pathLst>
                    <a:path w="355" h="3485" extrusionOk="0">
                      <a:moveTo>
                        <a:pt x="286" y="1"/>
                      </a:moveTo>
                      <a:cubicBezTo>
                        <a:pt x="286" y="1"/>
                        <a:pt x="91" y="2073"/>
                        <a:pt x="1" y="3485"/>
                      </a:cubicBezTo>
                      <a:lnTo>
                        <a:pt x="69" y="3485"/>
                      </a:lnTo>
                      <a:cubicBezTo>
                        <a:pt x="112" y="2776"/>
                        <a:pt x="175" y="1920"/>
                        <a:pt x="244" y="1217"/>
                      </a:cubicBezTo>
                      <a:cubicBezTo>
                        <a:pt x="265" y="883"/>
                        <a:pt x="307" y="577"/>
                        <a:pt x="334" y="355"/>
                      </a:cubicBezTo>
                      <a:cubicBezTo>
                        <a:pt x="355" y="159"/>
                        <a:pt x="355" y="27"/>
                        <a:pt x="355" y="27"/>
                      </a:cubicBezTo>
                      <a:lnTo>
                        <a:pt x="2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50"/>
                <p:cNvSpPr/>
                <p:nvPr/>
              </p:nvSpPr>
              <p:spPr>
                <a:xfrm>
                  <a:off x="-328790" y="2769402"/>
                  <a:ext cx="189288" cy="406633"/>
                </a:xfrm>
                <a:custGeom>
                  <a:avLst/>
                  <a:gdLst/>
                  <a:ahLst/>
                  <a:cxnLst/>
                  <a:rect l="l" t="t" r="r" b="b"/>
                  <a:pathLst>
                    <a:path w="1349" h="2898" extrusionOk="0">
                      <a:moveTo>
                        <a:pt x="202" y="1"/>
                      </a:moveTo>
                      <a:cubicBezTo>
                        <a:pt x="202" y="1"/>
                        <a:pt x="1" y="1719"/>
                        <a:pt x="27" y="2200"/>
                      </a:cubicBezTo>
                      <a:cubicBezTo>
                        <a:pt x="48" y="2665"/>
                        <a:pt x="334" y="2776"/>
                        <a:pt x="773" y="2887"/>
                      </a:cubicBezTo>
                      <a:cubicBezTo>
                        <a:pt x="804" y="2894"/>
                        <a:pt x="833" y="2898"/>
                        <a:pt x="861" y="2898"/>
                      </a:cubicBezTo>
                      <a:cubicBezTo>
                        <a:pt x="1252" y="2898"/>
                        <a:pt x="1349" y="2248"/>
                        <a:pt x="1349" y="2248"/>
                      </a:cubicBezTo>
                      <a:lnTo>
                        <a:pt x="1217" y="244"/>
                      </a:lnTo>
                      <a:lnTo>
                        <a:pt x="20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50"/>
                <p:cNvSpPr/>
                <p:nvPr/>
              </p:nvSpPr>
              <p:spPr>
                <a:xfrm>
                  <a:off x="-300586" y="2833949"/>
                  <a:ext cx="265761" cy="86995"/>
                </a:xfrm>
                <a:custGeom>
                  <a:avLst/>
                  <a:gdLst/>
                  <a:ahLst/>
                  <a:cxnLst/>
                  <a:rect l="l" t="t" r="r" b="b"/>
                  <a:pathLst>
                    <a:path w="1894" h="620" extrusionOk="0">
                      <a:moveTo>
                        <a:pt x="1" y="1"/>
                      </a:moveTo>
                      <a:cubicBezTo>
                        <a:pt x="133" y="112"/>
                        <a:pt x="265" y="201"/>
                        <a:pt x="418" y="265"/>
                      </a:cubicBezTo>
                      <a:cubicBezTo>
                        <a:pt x="572" y="355"/>
                        <a:pt x="725" y="397"/>
                        <a:pt x="905" y="466"/>
                      </a:cubicBezTo>
                      <a:cubicBezTo>
                        <a:pt x="1058" y="508"/>
                        <a:pt x="1211" y="550"/>
                        <a:pt x="1386" y="577"/>
                      </a:cubicBezTo>
                      <a:cubicBezTo>
                        <a:pt x="1566" y="619"/>
                        <a:pt x="1719" y="619"/>
                        <a:pt x="1893" y="619"/>
                      </a:cubicBezTo>
                      <a:cubicBezTo>
                        <a:pt x="1809" y="598"/>
                        <a:pt x="1719" y="598"/>
                        <a:pt x="1650" y="577"/>
                      </a:cubicBezTo>
                      <a:lnTo>
                        <a:pt x="1518" y="550"/>
                      </a:lnTo>
                      <a:lnTo>
                        <a:pt x="1386" y="529"/>
                      </a:lnTo>
                      <a:cubicBezTo>
                        <a:pt x="1233" y="487"/>
                        <a:pt x="1079" y="445"/>
                        <a:pt x="926" y="397"/>
                      </a:cubicBezTo>
                      <a:cubicBezTo>
                        <a:pt x="751" y="355"/>
                        <a:pt x="593" y="286"/>
                        <a:pt x="440" y="223"/>
                      </a:cubicBezTo>
                      <a:cubicBezTo>
                        <a:pt x="286" y="154"/>
                        <a:pt x="133" y="90"/>
                        <a:pt x="1" y="1"/>
                      </a:cubicBezTo>
                      <a:close/>
                    </a:path>
                  </a:pathLst>
                </a:custGeom>
                <a:solidFill>
                  <a:srgbClr val="F388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50"/>
                <p:cNvSpPr/>
                <p:nvPr/>
              </p:nvSpPr>
              <p:spPr>
                <a:xfrm>
                  <a:off x="-109188" y="2036508"/>
                  <a:ext cx="201215" cy="253830"/>
                </a:xfrm>
                <a:custGeom>
                  <a:avLst/>
                  <a:gdLst/>
                  <a:ahLst/>
                  <a:cxnLst/>
                  <a:rect l="l" t="t" r="r" b="b"/>
                  <a:pathLst>
                    <a:path w="1434" h="1809" extrusionOk="0">
                      <a:moveTo>
                        <a:pt x="1169" y="0"/>
                      </a:moveTo>
                      <a:lnTo>
                        <a:pt x="112" y="465"/>
                      </a:lnTo>
                      <a:lnTo>
                        <a:pt x="69" y="1057"/>
                      </a:lnTo>
                      <a:cubicBezTo>
                        <a:pt x="69" y="1057"/>
                        <a:pt x="48" y="1079"/>
                        <a:pt x="1" y="1105"/>
                      </a:cubicBezTo>
                      <a:lnTo>
                        <a:pt x="154" y="1412"/>
                      </a:lnTo>
                      <a:lnTo>
                        <a:pt x="376" y="1808"/>
                      </a:lnTo>
                      <a:lnTo>
                        <a:pt x="815" y="1454"/>
                      </a:lnTo>
                      <a:lnTo>
                        <a:pt x="1434" y="973"/>
                      </a:lnTo>
                      <a:cubicBezTo>
                        <a:pt x="1391" y="946"/>
                        <a:pt x="1391" y="925"/>
                        <a:pt x="1370" y="883"/>
                      </a:cubicBezTo>
                      <a:cubicBezTo>
                        <a:pt x="1301" y="661"/>
                        <a:pt x="1169" y="0"/>
                        <a:pt x="1169" y="0"/>
                      </a:cubicBezTo>
                      <a:close/>
                    </a:path>
                  </a:pathLst>
                </a:custGeom>
                <a:solidFill>
                  <a:srgbClr val="FCBA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50"/>
                <p:cNvSpPr/>
                <p:nvPr/>
              </p:nvSpPr>
              <p:spPr>
                <a:xfrm>
                  <a:off x="-133604" y="1916113"/>
                  <a:ext cx="219737" cy="196722"/>
                </a:xfrm>
                <a:custGeom>
                  <a:avLst/>
                  <a:gdLst/>
                  <a:ahLst/>
                  <a:cxnLst/>
                  <a:rect l="l" t="t" r="r" b="b"/>
                  <a:pathLst>
                    <a:path w="1566" h="1402" extrusionOk="0">
                      <a:moveTo>
                        <a:pt x="945" y="0"/>
                      </a:moveTo>
                      <a:cubicBezTo>
                        <a:pt x="906" y="0"/>
                        <a:pt x="862" y="7"/>
                        <a:pt x="814" y="23"/>
                      </a:cubicBezTo>
                      <a:cubicBezTo>
                        <a:pt x="619" y="65"/>
                        <a:pt x="43" y="176"/>
                        <a:pt x="21" y="218"/>
                      </a:cubicBezTo>
                      <a:cubicBezTo>
                        <a:pt x="0" y="245"/>
                        <a:pt x="21" y="615"/>
                        <a:pt x="21" y="726"/>
                      </a:cubicBezTo>
                      <a:cubicBezTo>
                        <a:pt x="3" y="856"/>
                        <a:pt x="1" y="1402"/>
                        <a:pt x="580" y="1402"/>
                      </a:cubicBezTo>
                      <a:cubicBezTo>
                        <a:pt x="682" y="1402"/>
                        <a:pt x="804" y="1384"/>
                        <a:pt x="947" y="1344"/>
                      </a:cubicBezTo>
                      <a:cubicBezTo>
                        <a:pt x="1280" y="1255"/>
                        <a:pt x="1385" y="1011"/>
                        <a:pt x="1343" y="858"/>
                      </a:cubicBezTo>
                      <a:cubicBezTo>
                        <a:pt x="1475" y="837"/>
                        <a:pt x="1565" y="662"/>
                        <a:pt x="1497" y="509"/>
                      </a:cubicBezTo>
                      <a:cubicBezTo>
                        <a:pt x="1454" y="351"/>
                        <a:pt x="1280" y="308"/>
                        <a:pt x="1280" y="308"/>
                      </a:cubicBezTo>
                      <a:lnTo>
                        <a:pt x="1148" y="65"/>
                      </a:lnTo>
                      <a:cubicBezTo>
                        <a:pt x="1148" y="65"/>
                        <a:pt x="1070" y="0"/>
                        <a:pt x="945" y="0"/>
                      </a:cubicBezTo>
                      <a:close/>
                    </a:path>
                  </a:pathLst>
                </a:custGeom>
                <a:solidFill>
                  <a:srgbClr val="FCBA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50"/>
                <p:cNvSpPr/>
                <p:nvPr/>
              </p:nvSpPr>
              <p:spPr>
                <a:xfrm>
                  <a:off x="-204887" y="1828132"/>
                  <a:ext cx="309540" cy="227591"/>
                </a:xfrm>
                <a:custGeom>
                  <a:avLst/>
                  <a:gdLst/>
                  <a:ahLst/>
                  <a:cxnLst/>
                  <a:rect l="l" t="t" r="r" b="b"/>
                  <a:pathLst>
                    <a:path w="2206" h="1622" extrusionOk="0">
                      <a:moveTo>
                        <a:pt x="1143" y="0"/>
                      </a:moveTo>
                      <a:cubicBezTo>
                        <a:pt x="969" y="0"/>
                        <a:pt x="786" y="72"/>
                        <a:pt x="619" y="274"/>
                      </a:cubicBezTo>
                      <a:cubicBezTo>
                        <a:pt x="466" y="296"/>
                        <a:pt x="202" y="385"/>
                        <a:pt x="223" y="761"/>
                      </a:cubicBezTo>
                      <a:cubicBezTo>
                        <a:pt x="112" y="935"/>
                        <a:pt x="1" y="1136"/>
                        <a:pt x="154" y="1464"/>
                      </a:cubicBezTo>
                      <a:cubicBezTo>
                        <a:pt x="207" y="1582"/>
                        <a:pt x="305" y="1621"/>
                        <a:pt x="389" y="1621"/>
                      </a:cubicBezTo>
                      <a:cubicBezTo>
                        <a:pt x="450" y="1621"/>
                        <a:pt x="503" y="1601"/>
                        <a:pt x="529" y="1575"/>
                      </a:cubicBezTo>
                      <a:lnTo>
                        <a:pt x="529" y="1353"/>
                      </a:lnTo>
                      <a:cubicBezTo>
                        <a:pt x="529" y="1353"/>
                        <a:pt x="529" y="935"/>
                        <a:pt x="640" y="893"/>
                      </a:cubicBezTo>
                      <a:cubicBezTo>
                        <a:pt x="663" y="883"/>
                        <a:pt x="704" y="880"/>
                        <a:pt x="757" y="880"/>
                      </a:cubicBezTo>
                      <a:cubicBezTo>
                        <a:pt x="858" y="880"/>
                        <a:pt x="1004" y="892"/>
                        <a:pt x="1145" y="892"/>
                      </a:cubicBezTo>
                      <a:cubicBezTo>
                        <a:pt x="1295" y="892"/>
                        <a:pt x="1441" y="879"/>
                        <a:pt x="1523" y="824"/>
                      </a:cubicBezTo>
                      <a:cubicBezTo>
                        <a:pt x="1540" y="808"/>
                        <a:pt x="1556" y="801"/>
                        <a:pt x="1569" y="801"/>
                      </a:cubicBezTo>
                      <a:cubicBezTo>
                        <a:pt x="1592" y="801"/>
                        <a:pt x="1608" y="819"/>
                        <a:pt x="1608" y="845"/>
                      </a:cubicBezTo>
                      <a:cubicBezTo>
                        <a:pt x="1656" y="978"/>
                        <a:pt x="1698" y="1178"/>
                        <a:pt x="1740" y="1221"/>
                      </a:cubicBezTo>
                      <a:cubicBezTo>
                        <a:pt x="1740" y="1136"/>
                        <a:pt x="1761" y="1046"/>
                        <a:pt x="1872" y="1046"/>
                      </a:cubicBezTo>
                      <a:cubicBezTo>
                        <a:pt x="1885" y="1043"/>
                        <a:pt x="1896" y="1042"/>
                        <a:pt x="1906" y="1042"/>
                      </a:cubicBezTo>
                      <a:cubicBezTo>
                        <a:pt x="1973" y="1042"/>
                        <a:pt x="2005" y="1095"/>
                        <a:pt x="2005" y="1136"/>
                      </a:cubicBezTo>
                      <a:cubicBezTo>
                        <a:pt x="2026" y="1178"/>
                        <a:pt x="2073" y="1289"/>
                        <a:pt x="1962" y="1422"/>
                      </a:cubicBezTo>
                      <a:cubicBezTo>
                        <a:pt x="2052" y="1353"/>
                        <a:pt x="2205" y="1242"/>
                        <a:pt x="2205" y="935"/>
                      </a:cubicBezTo>
                      <a:cubicBezTo>
                        <a:pt x="2185" y="617"/>
                        <a:pt x="2060" y="295"/>
                        <a:pt x="1787" y="295"/>
                      </a:cubicBezTo>
                      <a:cubicBezTo>
                        <a:pt x="1779" y="295"/>
                        <a:pt x="1770" y="295"/>
                        <a:pt x="1761" y="296"/>
                      </a:cubicBezTo>
                      <a:cubicBezTo>
                        <a:pt x="1644" y="165"/>
                        <a:pt x="1405" y="0"/>
                        <a:pt x="1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50"/>
                <p:cNvSpPr/>
                <p:nvPr/>
              </p:nvSpPr>
              <p:spPr>
                <a:xfrm>
                  <a:off x="-93612" y="1822239"/>
                  <a:ext cx="135968" cy="47426"/>
                </a:xfrm>
                <a:custGeom>
                  <a:avLst/>
                  <a:gdLst/>
                  <a:ahLst/>
                  <a:cxnLst/>
                  <a:rect l="l" t="t" r="r" b="b"/>
                  <a:pathLst>
                    <a:path w="969" h="338" extrusionOk="0">
                      <a:moveTo>
                        <a:pt x="619" y="31"/>
                      </a:moveTo>
                      <a:lnTo>
                        <a:pt x="641" y="52"/>
                      </a:lnTo>
                      <a:lnTo>
                        <a:pt x="683" y="52"/>
                      </a:lnTo>
                      <a:lnTo>
                        <a:pt x="641" y="31"/>
                      </a:lnTo>
                      <a:close/>
                      <a:moveTo>
                        <a:pt x="451" y="1"/>
                      </a:moveTo>
                      <a:cubicBezTo>
                        <a:pt x="388" y="1"/>
                        <a:pt x="322" y="16"/>
                        <a:pt x="244" y="31"/>
                      </a:cubicBezTo>
                      <a:cubicBezTo>
                        <a:pt x="202" y="31"/>
                        <a:pt x="154" y="52"/>
                        <a:pt x="112" y="73"/>
                      </a:cubicBezTo>
                      <a:cubicBezTo>
                        <a:pt x="70" y="94"/>
                        <a:pt x="22" y="121"/>
                        <a:pt x="1" y="163"/>
                      </a:cubicBezTo>
                      <a:cubicBezTo>
                        <a:pt x="43" y="142"/>
                        <a:pt x="91" y="121"/>
                        <a:pt x="133" y="121"/>
                      </a:cubicBezTo>
                      <a:lnTo>
                        <a:pt x="265" y="73"/>
                      </a:lnTo>
                      <a:cubicBezTo>
                        <a:pt x="355" y="52"/>
                        <a:pt x="440" y="31"/>
                        <a:pt x="529" y="31"/>
                      </a:cubicBezTo>
                      <a:lnTo>
                        <a:pt x="619" y="31"/>
                      </a:lnTo>
                      <a:cubicBezTo>
                        <a:pt x="598" y="10"/>
                        <a:pt x="572" y="10"/>
                        <a:pt x="529" y="10"/>
                      </a:cubicBezTo>
                      <a:cubicBezTo>
                        <a:pt x="503" y="4"/>
                        <a:pt x="477" y="1"/>
                        <a:pt x="451" y="1"/>
                      </a:cubicBezTo>
                      <a:close/>
                      <a:moveTo>
                        <a:pt x="683" y="52"/>
                      </a:moveTo>
                      <a:lnTo>
                        <a:pt x="704" y="73"/>
                      </a:lnTo>
                      <a:cubicBezTo>
                        <a:pt x="704" y="73"/>
                        <a:pt x="730" y="73"/>
                        <a:pt x="730" y="94"/>
                      </a:cubicBezTo>
                      <a:lnTo>
                        <a:pt x="773" y="121"/>
                      </a:lnTo>
                      <a:lnTo>
                        <a:pt x="794" y="142"/>
                      </a:lnTo>
                      <a:cubicBezTo>
                        <a:pt x="863" y="184"/>
                        <a:pt x="926" y="253"/>
                        <a:pt x="968" y="338"/>
                      </a:cubicBezTo>
                      <a:cubicBezTo>
                        <a:pt x="947" y="253"/>
                        <a:pt x="884" y="163"/>
                        <a:pt x="815" y="94"/>
                      </a:cubicBezTo>
                      <a:lnTo>
                        <a:pt x="773" y="73"/>
                      </a:lnTo>
                      <a:lnTo>
                        <a:pt x="752" y="73"/>
                      </a:lnTo>
                      <a:cubicBezTo>
                        <a:pt x="730" y="52"/>
                        <a:pt x="704" y="52"/>
                        <a:pt x="683" y="5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50"/>
                <p:cNvSpPr/>
                <p:nvPr/>
              </p:nvSpPr>
              <p:spPr>
                <a:xfrm>
                  <a:off x="-183277" y="1859424"/>
                  <a:ext cx="71281" cy="84470"/>
                </a:xfrm>
                <a:custGeom>
                  <a:avLst/>
                  <a:gdLst/>
                  <a:ahLst/>
                  <a:cxnLst/>
                  <a:rect l="l" t="t" r="r" b="b"/>
                  <a:pathLst>
                    <a:path w="508" h="602" extrusionOk="0">
                      <a:moveTo>
                        <a:pt x="440" y="1"/>
                      </a:moveTo>
                      <a:cubicBezTo>
                        <a:pt x="383" y="1"/>
                        <a:pt x="336" y="20"/>
                        <a:pt x="286" y="51"/>
                      </a:cubicBezTo>
                      <a:cubicBezTo>
                        <a:pt x="243" y="51"/>
                        <a:pt x="222" y="73"/>
                        <a:pt x="201" y="94"/>
                      </a:cubicBezTo>
                      <a:cubicBezTo>
                        <a:pt x="180" y="120"/>
                        <a:pt x="153" y="120"/>
                        <a:pt x="153" y="141"/>
                      </a:cubicBezTo>
                      <a:cubicBezTo>
                        <a:pt x="180" y="141"/>
                        <a:pt x="180" y="120"/>
                        <a:pt x="201" y="120"/>
                      </a:cubicBezTo>
                      <a:cubicBezTo>
                        <a:pt x="222" y="94"/>
                        <a:pt x="222" y="94"/>
                        <a:pt x="243" y="94"/>
                      </a:cubicBezTo>
                      <a:cubicBezTo>
                        <a:pt x="264" y="94"/>
                        <a:pt x="286" y="73"/>
                        <a:pt x="286" y="73"/>
                      </a:cubicBezTo>
                      <a:cubicBezTo>
                        <a:pt x="354" y="51"/>
                        <a:pt x="418" y="30"/>
                        <a:pt x="508" y="9"/>
                      </a:cubicBezTo>
                      <a:cubicBezTo>
                        <a:pt x="484" y="3"/>
                        <a:pt x="461" y="1"/>
                        <a:pt x="440" y="1"/>
                      </a:cubicBezTo>
                      <a:close/>
                      <a:moveTo>
                        <a:pt x="153" y="141"/>
                      </a:moveTo>
                      <a:cubicBezTo>
                        <a:pt x="132" y="141"/>
                        <a:pt x="111" y="162"/>
                        <a:pt x="111" y="184"/>
                      </a:cubicBezTo>
                      <a:cubicBezTo>
                        <a:pt x="48" y="226"/>
                        <a:pt x="0" y="295"/>
                        <a:pt x="0" y="384"/>
                      </a:cubicBezTo>
                      <a:lnTo>
                        <a:pt x="0" y="490"/>
                      </a:lnTo>
                      <a:cubicBezTo>
                        <a:pt x="0" y="517"/>
                        <a:pt x="21" y="559"/>
                        <a:pt x="21" y="601"/>
                      </a:cubicBezTo>
                      <a:cubicBezTo>
                        <a:pt x="48" y="559"/>
                        <a:pt x="21" y="517"/>
                        <a:pt x="48" y="490"/>
                      </a:cubicBezTo>
                      <a:lnTo>
                        <a:pt x="48" y="384"/>
                      </a:lnTo>
                      <a:cubicBezTo>
                        <a:pt x="48" y="337"/>
                        <a:pt x="69" y="316"/>
                        <a:pt x="69" y="273"/>
                      </a:cubicBezTo>
                      <a:cubicBezTo>
                        <a:pt x="90" y="252"/>
                        <a:pt x="111" y="226"/>
                        <a:pt x="132" y="184"/>
                      </a:cubicBezTo>
                      <a:cubicBezTo>
                        <a:pt x="132" y="184"/>
                        <a:pt x="132" y="162"/>
                        <a:pt x="153" y="14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50"/>
                <p:cNvSpPr/>
                <p:nvPr/>
              </p:nvSpPr>
              <p:spPr>
                <a:xfrm>
                  <a:off x="-155213" y="2191562"/>
                  <a:ext cx="98924" cy="175955"/>
                </a:xfrm>
                <a:custGeom>
                  <a:avLst/>
                  <a:gdLst/>
                  <a:ahLst/>
                  <a:cxnLst/>
                  <a:rect l="l" t="t" r="r" b="b"/>
                  <a:pathLst>
                    <a:path w="705" h="1254" extrusionOk="0">
                      <a:moveTo>
                        <a:pt x="329" y="0"/>
                      </a:moveTo>
                      <a:lnTo>
                        <a:pt x="1" y="85"/>
                      </a:lnTo>
                      <a:lnTo>
                        <a:pt x="244" y="1253"/>
                      </a:lnTo>
                      <a:lnTo>
                        <a:pt x="704" y="703"/>
                      </a:lnTo>
                      <a:lnTo>
                        <a:pt x="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50"/>
                <p:cNvSpPr/>
                <p:nvPr/>
              </p:nvSpPr>
              <p:spPr>
                <a:xfrm>
                  <a:off x="-56427" y="2172900"/>
                  <a:ext cx="204162" cy="197564"/>
                </a:xfrm>
                <a:custGeom>
                  <a:avLst/>
                  <a:gdLst/>
                  <a:ahLst/>
                  <a:cxnLst/>
                  <a:rect l="l" t="t" r="r" b="b"/>
                  <a:pathLst>
                    <a:path w="1455" h="1408" extrusionOk="0">
                      <a:moveTo>
                        <a:pt x="1058" y="1"/>
                      </a:moveTo>
                      <a:lnTo>
                        <a:pt x="0" y="836"/>
                      </a:lnTo>
                      <a:lnTo>
                        <a:pt x="376" y="1407"/>
                      </a:lnTo>
                      <a:cubicBezTo>
                        <a:pt x="376" y="1407"/>
                        <a:pt x="1232" y="440"/>
                        <a:pt x="1454" y="133"/>
                      </a:cubicBezTo>
                      <a:cubicBezTo>
                        <a:pt x="1280" y="43"/>
                        <a:pt x="1058" y="1"/>
                        <a:pt x="10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50"/>
                <p:cNvSpPr/>
                <p:nvPr/>
              </p:nvSpPr>
              <p:spPr>
                <a:xfrm>
                  <a:off x="-591331" y="2485113"/>
                  <a:ext cx="328624" cy="345315"/>
                </a:xfrm>
                <a:custGeom>
                  <a:avLst/>
                  <a:gdLst/>
                  <a:ahLst/>
                  <a:cxnLst/>
                  <a:rect l="l" t="t" r="r" b="b"/>
                  <a:pathLst>
                    <a:path w="2342" h="2461" extrusionOk="0">
                      <a:moveTo>
                        <a:pt x="1434" y="0"/>
                      </a:moveTo>
                      <a:cubicBezTo>
                        <a:pt x="1400" y="0"/>
                        <a:pt x="1369" y="16"/>
                        <a:pt x="1343" y="65"/>
                      </a:cubicBezTo>
                      <a:cubicBezTo>
                        <a:pt x="1280" y="176"/>
                        <a:pt x="1211" y="329"/>
                        <a:pt x="1169" y="483"/>
                      </a:cubicBezTo>
                      <a:cubicBezTo>
                        <a:pt x="1126" y="462"/>
                        <a:pt x="661" y="129"/>
                        <a:pt x="598" y="107"/>
                      </a:cubicBezTo>
                      <a:cubicBezTo>
                        <a:pt x="590" y="106"/>
                        <a:pt x="582" y="105"/>
                        <a:pt x="575" y="105"/>
                      </a:cubicBezTo>
                      <a:cubicBezTo>
                        <a:pt x="493" y="105"/>
                        <a:pt x="418" y="201"/>
                        <a:pt x="418" y="240"/>
                      </a:cubicBezTo>
                      <a:cubicBezTo>
                        <a:pt x="397" y="287"/>
                        <a:pt x="418" y="329"/>
                        <a:pt x="444" y="372"/>
                      </a:cubicBezTo>
                      <a:cubicBezTo>
                        <a:pt x="437" y="370"/>
                        <a:pt x="430" y="369"/>
                        <a:pt x="424" y="369"/>
                      </a:cubicBezTo>
                      <a:cubicBezTo>
                        <a:pt x="363" y="369"/>
                        <a:pt x="309" y="447"/>
                        <a:pt x="286" y="504"/>
                      </a:cubicBezTo>
                      <a:cubicBezTo>
                        <a:pt x="265" y="573"/>
                        <a:pt x="243" y="636"/>
                        <a:pt x="286" y="684"/>
                      </a:cubicBezTo>
                      <a:cubicBezTo>
                        <a:pt x="222" y="684"/>
                        <a:pt x="180" y="726"/>
                        <a:pt x="154" y="789"/>
                      </a:cubicBezTo>
                      <a:cubicBezTo>
                        <a:pt x="111" y="858"/>
                        <a:pt x="132" y="969"/>
                        <a:pt x="180" y="990"/>
                      </a:cubicBezTo>
                      <a:cubicBezTo>
                        <a:pt x="180" y="990"/>
                        <a:pt x="111" y="1012"/>
                        <a:pt x="90" y="1054"/>
                      </a:cubicBezTo>
                      <a:cubicBezTo>
                        <a:pt x="48" y="1123"/>
                        <a:pt x="0" y="1212"/>
                        <a:pt x="132" y="1318"/>
                      </a:cubicBezTo>
                      <a:cubicBezTo>
                        <a:pt x="243" y="1408"/>
                        <a:pt x="354" y="1477"/>
                        <a:pt x="577" y="1630"/>
                      </a:cubicBezTo>
                      <a:cubicBezTo>
                        <a:pt x="793" y="1783"/>
                        <a:pt x="904" y="1826"/>
                        <a:pt x="1015" y="1826"/>
                      </a:cubicBezTo>
                      <a:cubicBezTo>
                        <a:pt x="1079" y="1937"/>
                        <a:pt x="1237" y="2159"/>
                        <a:pt x="1523" y="2444"/>
                      </a:cubicBezTo>
                      <a:cubicBezTo>
                        <a:pt x="1532" y="2455"/>
                        <a:pt x="1544" y="2460"/>
                        <a:pt x="1558" y="2460"/>
                      </a:cubicBezTo>
                      <a:cubicBezTo>
                        <a:pt x="1758" y="2460"/>
                        <a:pt x="2342" y="1306"/>
                        <a:pt x="2094" y="1123"/>
                      </a:cubicBezTo>
                      <a:cubicBezTo>
                        <a:pt x="1787" y="900"/>
                        <a:pt x="1544" y="705"/>
                        <a:pt x="1523" y="684"/>
                      </a:cubicBezTo>
                      <a:cubicBezTo>
                        <a:pt x="1475" y="657"/>
                        <a:pt x="1544" y="594"/>
                        <a:pt x="1586" y="372"/>
                      </a:cubicBezTo>
                      <a:cubicBezTo>
                        <a:pt x="1676" y="65"/>
                        <a:pt x="1565" y="44"/>
                        <a:pt x="1523" y="23"/>
                      </a:cubicBezTo>
                      <a:cubicBezTo>
                        <a:pt x="1492" y="11"/>
                        <a:pt x="1462" y="0"/>
                        <a:pt x="1434" y="0"/>
                      </a:cubicBezTo>
                      <a:close/>
                    </a:path>
                  </a:pathLst>
                </a:custGeom>
                <a:solidFill>
                  <a:srgbClr val="FCBA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50"/>
                <p:cNvSpPr/>
                <p:nvPr/>
              </p:nvSpPr>
              <p:spPr>
                <a:xfrm>
                  <a:off x="-414807" y="2302836"/>
                  <a:ext cx="877826" cy="672951"/>
                </a:xfrm>
                <a:custGeom>
                  <a:avLst/>
                  <a:gdLst/>
                  <a:ahLst/>
                  <a:cxnLst/>
                  <a:rect l="l" t="t" r="r" b="b"/>
                  <a:pathLst>
                    <a:path w="6256" h="4796" extrusionOk="0">
                      <a:moveTo>
                        <a:pt x="4050" y="0"/>
                      </a:moveTo>
                      <a:cubicBezTo>
                        <a:pt x="4050" y="0"/>
                        <a:pt x="3326" y="1586"/>
                        <a:pt x="2993" y="1803"/>
                      </a:cubicBezTo>
                      <a:cubicBezTo>
                        <a:pt x="2930" y="1885"/>
                        <a:pt x="2443" y="2461"/>
                        <a:pt x="1580" y="2461"/>
                      </a:cubicBezTo>
                      <a:cubicBezTo>
                        <a:pt x="1276" y="2461"/>
                        <a:pt x="925" y="2390"/>
                        <a:pt x="529" y="2199"/>
                      </a:cubicBezTo>
                      <a:cubicBezTo>
                        <a:pt x="529" y="2199"/>
                        <a:pt x="460" y="3125"/>
                        <a:pt x="1" y="3479"/>
                      </a:cubicBezTo>
                      <a:cubicBezTo>
                        <a:pt x="234" y="3804"/>
                        <a:pt x="1412" y="4796"/>
                        <a:pt x="2871" y="4796"/>
                      </a:cubicBezTo>
                      <a:cubicBezTo>
                        <a:pt x="3597" y="4796"/>
                        <a:pt x="4393" y="4550"/>
                        <a:pt x="5176" y="3854"/>
                      </a:cubicBezTo>
                      <a:cubicBezTo>
                        <a:pt x="5198" y="3854"/>
                        <a:pt x="6255" y="2993"/>
                        <a:pt x="6234" y="2575"/>
                      </a:cubicBezTo>
                      <a:lnTo>
                        <a:pt x="405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50"/>
                <p:cNvSpPr/>
                <p:nvPr/>
              </p:nvSpPr>
              <p:spPr>
                <a:xfrm>
                  <a:off x="-421542" y="2762807"/>
                  <a:ext cx="807387" cy="216646"/>
                </a:xfrm>
                <a:custGeom>
                  <a:avLst/>
                  <a:gdLst/>
                  <a:ahLst/>
                  <a:cxnLst/>
                  <a:rect l="l" t="t" r="r" b="b"/>
                  <a:pathLst>
                    <a:path w="5754" h="1544" extrusionOk="0">
                      <a:moveTo>
                        <a:pt x="5711" y="0"/>
                      </a:moveTo>
                      <a:cubicBezTo>
                        <a:pt x="5092" y="841"/>
                        <a:pt x="4077" y="1454"/>
                        <a:pt x="2999" y="1480"/>
                      </a:cubicBezTo>
                      <a:lnTo>
                        <a:pt x="2935" y="1480"/>
                      </a:lnTo>
                      <a:cubicBezTo>
                        <a:pt x="2274" y="1480"/>
                        <a:pt x="1635" y="1279"/>
                        <a:pt x="1058" y="973"/>
                      </a:cubicBezTo>
                      <a:cubicBezTo>
                        <a:pt x="842" y="841"/>
                        <a:pt x="620" y="687"/>
                        <a:pt x="424" y="529"/>
                      </a:cubicBezTo>
                      <a:cubicBezTo>
                        <a:pt x="424" y="529"/>
                        <a:pt x="376" y="508"/>
                        <a:pt x="355" y="465"/>
                      </a:cubicBezTo>
                      <a:cubicBezTo>
                        <a:pt x="313" y="423"/>
                        <a:pt x="223" y="354"/>
                        <a:pt x="181" y="291"/>
                      </a:cubicBezTo>
                      <a:cubicBezTo>
                        <a:pt x="133" y="264"/>
                        <a:pt x="112" y="243"/>
                        <a:pt x="91" y="222"/>
                      </a:cubicBezTo>
                      <a:lnTo>
                        <a:pt x="91" y="201"/>
                      </a:lnTo>
                      <a:lnTo>
                        <a:pt x="49" y="201"/>
                      </a:lnTo>
                      <a:lnTo>
                        <a:pt x="27" y="180"/>
                      </a:lnTo>
                      <a:lnTo>
                        <a:pt x="1" y="201"/>
                      </a:lnTo>
                      <a:cubicBezTo>
                        <a:pt x="1" y="222"/>
                        <a:pt x="27" y="222"/>
                        <a:pt x="27" y="222"/>
                      </a:cubicBezTo>
                      <a:cubicBezTo>
                        <a:pt x="27" y="243"/>
                        <a:pt x="27" y="243"/>
                        <a:pt x="49" y="264"/>
                      </a:cubicBezTo>
                      <a:cubicBezTo>
                        <a:pt x="70" y="312"/>
                        <a:pt x="160" y="375"/>
                        <a:pt x="223" y="444"/>
                      </a:cubicBezTo>
                      <a:cubicBezTo>
                        <a:pt x="265" y="465"/>
                        <a:pt x="292" y="508"/>
                        <a:pt x="334" y="529"/>
                      </a:cubicBezTo>
                      <a:lnTo>
                        <a:pt x="376" y="576"/>
                      </a:lnTo>
                      <a:cubicBezTo>
                        <a:pt x="577" y="751"/>
                        <a:pt x="794" y="883"/>
                        <a:pt x="1037" y="1015"/>
                      </a:cubicBezTo>
                      <a:cubicBezTo>
                        <a:pt x="1613" y="1348"/>
                        <a:pt x="2248" y="1544"/>
                        <a:pt x="2935" y="1544"/>
                      </a:cubicBezTo>
                      <a:lnTo>
                        <a:pt x="2999" y="1544"/>
                      </a:lnTo>
                      <a:cubicBezTo>
                        <a:pt x="4098" y="1523"/>
                        <a:pt x="5113" y="904"/>
                        <a:pt x="5753" y="26"/>
                      </a:cubicBezTo>
                      <a:lnTo>
                        <a:pt x="57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50"/>
                <p:cNvSpPr/>
                <p:nvPr/>
              </p:nvSpPr>
              <p:spPr>
                <a:xfrm>
                  <a:off x="-343524" y="2333146"/>
                  <a:ext cx="485218" cy="322163"/>
                </a:xfrm>
                <a:custGeom>
                  <a:avLst/>
                  <a:gdLst/>
                  <a:ahLst/>
                  <a:cxnLst/>
                  <a:rect l="l" t="t" r="r" b="b"/>
                  <a:pathLst>
                    <a:path w="3458" h="2296" extrusionOk="0">
                      <a:moveTo>
                        <a:pt x="3410" y="1"/>
                      </a:moveTo>
                      <a:cubicBezTo>
                        <a:pt x="3236" y="286"/>
                        <a:pt x="3040" y="841"/>
                        <a:pt x="2707" y="1323"/>
                      </a:cubicBezTo>
                      <a:cubicBezTo>
                        <a:pt x="2353" y="1809"/>
                        <a:pt x="1872" y="2206"/>
                        <a:pt x="1142" y="2227"/>
                      </a:cubicBezTo>
                      <a:cubicBezTo>
                        <a:pt x="814" y="2227"/>
                        <a:pt x="460" y="2137"/>
                        <a:pt x="42" y="1962"/>
                      </a:cubicBezTo>
                      <a:lnTo>
                        <a:pt x="0" y="2005"/>
                      </a:lnTo>
                      <a:cubicBezTo>
                        <a:pt x="439" y="2206"/>
                        <a:pt x="814" y="2295"/>
                        <a:pt x="1142" y="2295"/>
                      </a:cubicBezTo>
                      <a:cubicBezTo>
                        <a:pt x="1893" y="2295"/>
                        <a:pt x="2400" y="1851"/>
                        <a:pt x="2749" y="1370"/>
                      </a:cubicBezTo>
                      <a:cubicBezTo>
                        <a:pt x="3104" y="863"/>
                        <a:pt x="3304" y="313"/>
                        <a:pt x="3458" y="22"/>
                      </a:cubicBezTo>
                      <a:lnTo>
                        <a:pt x="34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50"/>
                <p:cNvSpPr/>
                <p:nvPr/>
              </p:nvSpPr>
              <p:spPr>
                <a:xfrm>
                  <a:off x="-93612" y="2101757"/>
                  <a:ext cx="121094" cy="43077"/>
                </a:xfrm>
                <a:custGeom>
                  <a:avLst/>
                  <a:gdLst/>
                  <a:ahLst/>
                  <a:cxnLst/>
                  <a:rect l="l" t="t" r="r" b="b"/>
                  <a:pathLst>
                    <a:path w="863" h="307" extrusionOk="0">
                      <a:moveTo>
                        <a:pt x="1" y="0"/>
                      </a:moveTo>
                      <a:lnTo>
                        <a:pt x="1" y="0"/>
                      </a:lnTo>
                      <a:cubicBezTo>
                        <a:pt x="134" y="229"/>
                        <a:pt x="281" y="306"/>
                        <a:pt x="417" y="306"/>
                      </a:cubicBezTo>
                      <a:cubicBezTo>
                        <a:pt x="619" y="306"/>
                        <a:pt x="796" y="134"/>
                        <a:pt x="863" y="43"/>
                      </a:cubicBezTo>
                      <a:lnTo>
                        <a:pt x="863" y="43"/>
                      </a:lnTo>
                      <a:cubicBezTo>
                        <a:pt x="722" y="122"/>
                        <a:pt x="589" y="150"/>
                        <a:pt x="470" y="150"/>
                      </a:cubicBezTo>
                      <a:cubicBezTo>
                        <a:pt x="194" y="150"/>
                        <a:pt x="1"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50"/>
                <p:cNvSpPr/>
                <p:nvPr/>
              </p:nvSpPr>
              <p:spPr>
                <a:xfrm>
                  <a:off x="-1014959" y="1538651"/>
                  <a:ext cx="489006" cy="488998"/>
                </a:xfrm>
                <a:custGeom>
                  <a:avLst/>
                  <a:gdLst/>
                  <a:ahLst/>
                  <a:cxnLst/>
                  <a:rect l="l" t="t" r="r" b="b"/>
                  <a:pathLst>
                    <a:path w="3485" h="3485" extrusionOk="0">
                      <a:moveTo>
                        <a:pt x="1745" y="1"/>
                      </a:moveTo>
                      <a:cubicBezTo>
                        <a:pt x="793" y="1"/>
                        <a:pt x="0" y="772"/>
                        <a:pt x="0" y="1745"/>
                      </a:cubicBezTo>
                      <a:cubicBezTo>
                        <a:pt x="0" y="2713"/>
                        <a:pt x="793" y="3485"/>
                        <a:pt x="1745" y="3485"/>
                      </a:cubicBezTo>
                      <a:cubicBezTo>
                        <a:pt x="2713" y="3485"/>
                        <a:pt x="3484" y="2713"/>
                        <a:pt x="3484" y="1745"/>
                      </a:cubicBezTo>
                      <a:cubicBezTo>
                        <a:pt x="3484" y="772"/>
                        <a:pt x="2713" y="1"/>
                        <a:pt x="17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50"/>
                <p:cNvSpPr/>
                <p:nvPr/>
              </p:nvSpPr>
              <p:spPr>
                <a:xfrm>
                  <a:off x="5033" y="3195976"/>
                  <a:ext cx="136669" cy="946004"/>
                </a:xfrm>
                <a:custGeom>
                  <a:avLst/>
                  <a:gdLst/>
                  <a:ahLst/>
                  <a:cxnLst/>
                  <a:rect l="l" t="t" r="r" b="b"/>
                  <a:pathLst>
                    <a:path w="974" h="6742" extrusionOk="0">
                      <a:moveTo>
                        <a:pt x="133" y="1"/>
                      </a:moveTo>
                      <a:cubicBezTo>
                        <a:pt x="91" y="529"/>
                        <a:pt x="70" y="1079"/>
                        <a:pt x="70" y="1629"/>
                      </a:cubicBezTo>
                      <a:lnTo>
                        <a:pt x="70" y="1914"/>
                      </a:lnTo>
                      <a:cubicBezTo>
                        <a:pt x="70" y="2226"/>
                        <a:pt x="91" y="2533"/>
                        <a:pt x="91" y="2819"/>
                      </a:cubicBezTo>
                      <a:cubicBezTo>
                        <a:pt x="91" y="3083"/>
                        <a:pt x="1" y="4140"/>
                        <a:pt x="202" y="4843"/>
                      </a:cubicBezTo>
                      <a:cubicBezTo>
                        <a:pt x="424" y="5769"/>
                        <a:pt x="794" y="6498"/>
                        <a:pt x="926" y="6741"/>
                      </a:cubicBezTo>
                      <a:lnTo>
                        <a:pt x="974" y="6720"/>
                      </a:lnTo>
                      <a:cubicBezTo>
                        <a:pt x="842" y="6408"/>
                        <a:pt x="466" y="5769"/>
                        <a:pt x="244" y="4843"/>
                      </a:cubicBezTo>
                      <a:cubicBezTo>
                        <a:pt x="49" y="4140"/>
                        <a:pt x="133" y="3083"/>
                        <a:pt x="133" y="2819"/>
                      </a:cubicBezTo>
                      <a:cubicBezTo>
                        <a:pt x="133" y="2512"/>
                        <a:pt x="112" y="2200"/>
                        <a:pt x="112" y="1914"/>
                      </a:cubicBezTo>
                      <a:cubicBezTo>
                        <a:pt x="112" y="1275"/>
                        <a:pt x="133" y="661"/>
                        <a:pt x="181" y="43"/>
                      </a:cubicBezTo>
                      <a:lnTo>
                        <a:pt x="1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50"/>
                <p:cNvSpPr/>
                <p:nvPr/>
              </p:nvSpPr>
              <p:spPr>
                <a:xfrm>
                  <a:off x="197273" y="3195976"/>
                  <a:ext cx="141861" cy="89942"/>
                </a:xfrm>
                <a:custGeom>
                  <a:avLst/>
                  <a:gdLst/>
                  <a:ahLst/>
                  <a:cxnLst/>
                  <a:rect l="l" t="t" r="r" b="b"/>
                  <a:pathLst>
                    <a:path w="1011" h="641" extrusionOk="0">
                      <a:moveTo>
                        <a:pt x="43" y="1"/>
                      </a:moveTo>
                      <a:lnTo>
                        <a:pt x="0" y="22"/>
                      </a:lnTo>
                      <a:cubicBezTo>
                        <a:pt x="111" y="175"/>
                        <a:pt x="154" y="196"/>
                        <a:pt x="217" y="265"/>
                      </a:cubicBezTo>
                      <a:cubicBezTo>
                        <a:pt x="265" y="286"/>
                        <a:pt x="307" y="307"/>
                        <a:pt x="349" y="350"/>
                      </a:cubicBezTo>
                      <a:cubicBezTo>
                        <a:pt x="571" y="550"/>
                        <a:pt x="793" y="640"/>
                        <a:pt x="1010" y="640"/>
                      </a:cubicBezTo>
                      <a:lnTo>
                        <a:pt x="1010" y="593"/>
                      </a:lnTo>
                      <a:cubicBezTo>
                        <a:pt x="814" y="593"/>
                        <a:pt x="592" y="508"/>
                        <a:pt x="376" y="328"/>
                      </a:cubicBezTo>
                      <a:cubicBezTo>
                        <a:pt x="328" y="286"/>
                        <a:pt x="286" y="244"/>
                        <a:pt x="265" y="217"/>
                      </a:cubicBezTo>
                      <a:cubicBezTo>
                        <a:pt x="175" y="154"/>
                        <a:pt x="132" y="133"/>
                        <a:pt x="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50"/>
                <p:cNvSpPr/>
                <p:nvPr/>
              </p:nvSpPr>
              <p:spPr>
                <a:xfrm>
                  <a:off x="-69056" y="2061626"/>
                  <a:ext cx="55706" cy="25818"/>
                </a:xfrm>
                <a:custGeom>
                  <a:avLst/>
                  <a:gdLst/>
                  <a:ahLst/>
                  <a:cxnLst/>
                  <a:rect l="l" t="t" r="r" b="b"/>
                  <a:pathLst>
                    <a:path w="397" h="184" extrusionOk="0">
                      <a:moveTo>
                        <a:pt x="397" y="1"/>
                      </a:moveTo>
                      <a:lnTo>
                        <a:pt x="0" y="133"/>
                      </a:lnTo>
                      <a:cubicBezTo>
                        <a:pt x="51" y="164"/>
                        <a:pt x="112" y="184"/>
                        <a:pt x="175" y="184"/>
                      </a:cubicBezTo>
                      <a:cubicBezTo>
                        <a:pt x="198" y="184"/>
                        <a:pt x="221" y="181"/>
                        <a:pt x="243" y="175"/>
                      </a:cubicBezTo>
                      <a:cubicBezTo>
                        <a:pt x="312" y="154"/>
                        <a:pt x="376" y="85"/>
                        <a:pt x="39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50"/>
                <p:cNvSpPr/>
                <p:nvPr/>
              </p:nvSpPr>
              <p:spPr>
                <a:xfrm>
                  <a:off x="45867" y="1980801"/>
                  <a:ext cx="21749" cy="21609"/>
                </a:xfrm>
                <a:custGeom>
                  <a:avLst/>
                  <a:gdLst/>
                  <a:ahLst/>
                  <a:cxnLst/>
                  <a:rect l="l" t="t" r="r" b="b"/>
                  <a:pathLst>
                    <a:path w="155" h="154" extrusionOk="0">
                      <a:moveTo>
                        <a:pt x="154" y="1"/>
                      </a:moveTo>
                      <a:cubicBezTo>
                        <a:pt x="133" y="1"/>
                        <a:pt x="85" y="1"/>
                        <a:pt x="43" y="48"/>
                      </a:cubicBezTo>
                      <a:cubicBezTo>
                        <a:pt x="22" y="69"/>
                        <a:pt x="1" y="112"/>
                        <a:pt x="1" y="154"/>
                      </a:cubicBezTo>
                      <a:lnTo>
                        <a:pt x="22" y="154"/>
                      </a:lnTo>
                      <a:cubicBezTo>
                        <a:pt x="22" y="112"/>
                        <a:pt x="43" y="69"/>
                        <a:pt x="64" y="48"/>
                      </a:cubicBezTo>
                      <a:cubicBezTo>
                        <a:pt x="85" y="22"/>
                        <a:pt x="133" y="22"/>
                        <a:pt x="154" y="22"/>
                      </a:cubicBezTo>
                      <a:lnTo>
                        <a:pt x="1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9" name="Google Shape;1709;p50"/>
              <p:cNvGrpSpPr/>
              <p:nvPr/>
            </p:nvGrpSpPr>
            <p:grpSpPr>
              <a:xfrm>
                <a:off x="6800376" y="1674286"/>
                <a:ext cx="390430" cy="432449"/>
                <a:chOff x="3306034" y="1949508"/>
                <a:chExt cx="175743" cy="194657"/>
              </a:xfrm>
            </p:grpSpPr>
            <p:sp>
              <p:nvSpPr>
                <p:cNvPr id="1710" name="Google Shape;1710;p50"/>
                <p:cNvSpPr/>
                <p:nvPr/>
              </p:nvSpPr>
              <p:spPr>
                <a:xfrm>
                  <a:off x="3335979" y="1979047"/>
                  <a:ext cx="113719" cy="156961"/>
                </a:xfrm>
                <a:custGeom>
                  <a:avLst/>
                  <a:gdLst/>
                  <a:ahLst/>
                  <a:cxnLst/>
                  <a:rect l="l" t="t" r="r" b="b"/>
                  <a:pathLst>
                    <a:path w="3361" h="4639" extrusionOk="0">
                      <a:moveTo>
                        <a:pt x="1704" y="1"/>
                      </a:moveTo>
                      <a:cubicBezTo>
                        <a:pt x="1639" y="1"/>
                        <a:pt x="1573" y="4"/>
                        <a:pt x="1507" y="12"/>
                      </a:cubicBezTo>
                      <a:cubicBezTo>
                        <a:pt x="708" y="104"/>
                        <a:pt x="92" y="748"/>
                        <a:pt x="35" y="1575"/>
                      </a:cubicBezTo>
                      <a:cubicBezTo>
                        <a:pt x="0" y="2134"/>
                        <a:pt x="269" y="2608"/>
                        <a:pt x="651" y="2934"/>
                      </a:cubicBezTo>
                      <a:cubicBezTo>
                        <a:pt x="884" y="3139"/>
                        <a:pt x="1061" y="3436"/>
                        <a:pt x="1097" y="3754"/>
                      </a:cubicBezTo>
                      <a:lnTo>
                        <a:pt x="1181" y="4405"/>
                      </a:lnTo>
                      <a:cubicBezTo>
                        <a:pt x="1181" y="4525"/>
                        <a:pt x="1302" y="4639"/>
                        <a:pt x="1450" y="4639"/>
                      </a:cubicBezTo>
                      <a:lnTo>
                        <a:pt x="1981" y="4639"/>
                      </a:lnTo>
                      <a:cubicBezTo>
                        <a:pt x="2122" y="4639"/>
                        <a:pt x="2243" y="4525"/>
                        <a:pt x="2243" y="4377"/>
                      </a:cubicBezTo>
                      <a:lnTo>
                        <a:pt x="2335" y="3754"/>
                      </a:lnTo>
                      <a:cubicBezTo>
                        <a:pt x="2363" y="3436"/>
                        <a:pt x="2511" y="3139"/>
                        <a:pt x="2745" y="2934"/>
                      </a:cubicBezTo>
                      <a:cubicBezTo>
                        <a:pt x="3127" y="2637"/>
                        <a:pt x="3360" y="2163"/>
                        <a:pt x="3360" y="1667"/>
                      </a:cubicBezTo>
                      <a:cubicBezTo>
                        <a:pt x="3334" y="729"/>
                        <a:pt x="2617" y="1"/>
                        <a:pt x="1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50"/>
                <p:cNvSpPr/>
                <p:nvPr/>
              </p:nvSpPr>
              <p:spPr>
                <a:xfrm>
                  <a:off x="3371879" y="2112055"/>
                  <a:ext cx="44053" cy="32109"/>
                </a:xfrm>
                <a:custGeom>
                  <a:avLst/>
                  <a:gdLst/>
                  <a:ahLst/>
                  <a:cxnLst/>
                  <a:rect l="l" t="t" r="r" b="b"/>
                  <a:pathLst>
                    <a:path w="1302" h="949" extrusionOk="0">
                      <a:moveTo>
                        <a:pt x="0" y="0"/>
                      </a:moveTo>
                      <a:lnTo>
                        <a:pt x="0" y="297"/>
                      </a:lnTo>
                      <a:cubicBezTo>
                        <a:pt x="0" y="651"/>
                        <a:pt x="297" y="948"/>
                        <a:pt x="651" y="948"/>
                      </a:cubicBezTo>
                      <a:cubicBezTo>
                        <a:pt x="1005" y="920"/>
                        <a:pt x="1302" y="651"/>
                        <a:pt x="1302" y="269"/>
                      </a:cubicBezTo>
                      <a:lnTo>
                        <a:pt x="1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50"/>
                <p:cNvSpPr/>
                <p:nvPr/>
              </p:nvSpPr>
              <p:spPr>
                <a:xfrm>
                  <a:off x="3363014" y="2022762"/>
                  <a:ext cx="58907" cy="95279"/>
                </a:xfrm>
                <a:custGeom>
                  <a:avLst/>
                  <a:gdLst/>
                  <a:ahLst/>
                  <a:cxnLst/>
                  <a:rect l="l" t="t" r="r" b="b"/>
                  <a:pathLst>
                    <a:path w="1741" h="2816" extrusionOk="0">
                      <a:moveTo>
                        <a:pt x="1210" y="163"/>
                      </a:moveTo>
                      <a:cubicBezTo>
                        <a:pt x="1238" y="198"/>
                        <a:pt x="1267" y="255"/>
                        <a:pt x="1267" y="283"/>
                      </a:cubicBezTo>
                      <a:cubicBezTo>
                        <a:pt x="1295" y="375"/>
                        <a:pt x="1295" y="432"/>
                        <a:pt x="1295" y="489"/>
                      </a:cubicBezTo>
                      <a:cubicBezTo>
                        <a:pt x="1267" y="552"/>
                        <a:pt x="1238" y="581"/>
                        <a:pt x="1182" y="581"/>
                      </a:cubicBezTo>
                      <a:cubicBezTo>
                        <a:pt x="1118" y="581"/>
                        <a:pt x="1090" y="552"/>
                        <a:pt x="1090" y="489"/>
                      </a:cubicBezTo>
                      <a:cubicBezTo>
                        <a:pt x="1062" y="460"/>
                        <a:pt x="1062" y="404"/>
                        <a:pt x="1090" y="340"/>
                      </a:cubicBezTo>
                      <a:cubicBezTo>
                        <a:pt x="1118" y="283"/>
                        <a:pt x="1147" y="227"/>
                        <a:pt x="1210" y="163"/>
                      </a:cubicBezTo>
                      <a:close/>
                      <a:moveTo>
                        <a:pt x="616" y="227"/>
                      </a:moveTo>
                      <a:cubicBezTo>
                        <a:pt x="680" y="255"/>
                        <a:pt x="708" y="340"/>
                        <a:pt x="736" y="404"/>
                      </a:cubicBezTo>
                      <a:cubicBezTo>
                        <a:pt x="736" y="489"/>
                        <a:pt x="736" y="552"/>
                        <a:pt x="680" y="609"/>
                      </a:cubicBezTo>
                      <a:cubicBezTo>
                        <a:pt x="663" y="642"/>
                        <a:pt x="625" y="656"/>
                        <a:pt x="584" y="656"/>
                      </a:cubicBezTo>
                      <a:cubicBezTo>
                        <a:pt x="556" y="656"/>
                        <a:pt x="526" y="649"/>
                        <a:pt x="503" y="637"/>
                      </a:cubicBezTo>
                      <a:cubicBezTo>
                        <a:pt x="474" y="609"/>
                        <a:pt x="474" y="581"/>
                        <a:pt x="439" y="517"/>
                      </a:cubicBezTo>
                      <a:cubicBezTo>
                        <a:pt x="439" y="432"/>
                        <a:pt x="503" y="283"/>
                        <a:pt x="616" y="227"/>
                      </a:cubicBezTo>
                      <a:close/>
                      <a:moveTo>
                        <a:pt x="995" y="0"/>
                      </a:moveTo>
                      <a:cubicBezTo>
                        <a:pt x="861" y="0"/>
                        <a:pt x="730" y="70"/>
                        <a:pt x="616" y="135"/>
                      </a:cubicBezTo>
                      <a:cubicBezTo>
                        <a:pt x="559" y="107"/>
                        <a:pt x="531" y="107"/>
                        <a:pt x="474" y="78"/>
                      </a:cubicBezTo>
                      <a:cubicBezTo>
                        <a:pt x="326" y="78"/>
                        <a:pt x="206" y="107"/>
                        <a:pt x="149" y="163"/>
                      </a:cubicBezTo>
                      <a:cubicBezTo>
                        <a:pt x="0" y="340"/>
                        <a:pt x="121" y="729"/>
                        <a:pt x="206" y="991"/>
                      </a:cubicBezTo>
                      <a:cubicBezTo>
                        <a:pt x="234" y="1047"/>
                        <a:pt x="262" y="1111"/>
                        <a:pt x="262" y="1168"/>
                      </a:cubicBezTo>
                      <a:cubicBezTo>
                        <a:pt x="382" y="1642"/>
                        <a:pt x="503" y="2109"/>
                        <a:pt x="588" y="2583"/>
                      </a:cubicBezTo>
                      <a:lnTo>
                        <a:pt x="616" y="2788"/>
                      </a:lnTo>
                      <a:cubicBezTo>
                        <a:pt x="651" y="2788"/>
                        <a:pt x="651" y="2816"/>
                        <a:pt x="651" y="2816"/>
                      </a:cubicBezTo>
                      <a:lnTo>
                        <a:pt x="680" y="2816"/>
                      </a:lnTo>
                      <a:cubicBezTo>
                        <a:pt x="680" y="2788"/>
                        <a:pt x="708" y="2788"/>
                        <a:pt x="680" y="2759"/>
                      </a:cubicBezTo>
                      <a:lnTo>
                        <a:pt x="651" y="2583"/>
                      </a:lnTo>
                      <a:cubicBezTo>
                        <a:pt x="559" y="2109"/>
                        <a:pt x="439" y="1613"/>
                        <a:pt x="326" y="1139"/>
                      </a:cubicBezTo>
                      <a:cubicBezTo>
                        <a:pt x="326" y="1111"/>
                        <a:pt x="298" y="1047"/>
                        <a:pt x="262" y="963"/>
                      </a:cubicBezTo>
                      <a:cubicBezTo>
                        <a:pt x="177" y="729"/>
                        <a:pt x="57" y="340"/>
                        <a:pt x="177" y="198"/>
                      </a:cubicBezTo>
                      <a:cubicBezTo>
                        <a:pt x="234" y="135"/>
                        <a:pt x="326" y="135"/>
                        <a:pt x="474" y="135"/>
                      </a:cubicBezTo>
                      <a:cubicBezTo>
                        <a:pt x="503" y="163"/>
                        <a:pt x="531" y="163"/>
                        <a:pt x="559" y="198"/>
                      </a:cubicBezTo>
                      <a:cubicBezTo>
                        <a:pt x="439" y="283"/>
                        <a:pt x="382" y="404"/>
                        <a:pt x="382" y="552"/>
                      </a:cubicBezTo>
                      <a:cubicBezTo>
                        <a:pt x="411" y="609"/>
                        <a:pt x="439" y="665"/>
                        <a:pt x="474" y="694"/>
                      </a:cubicBezTo>
                      <a:cubicBezTo>
                        <a:pt x="507" y="707"/>
                        <a:pt x="545" y="716"/>
                        <a:pt x="582" y="716"/>
                      </a:cubicBezTo>
                      <a:cubicBezTo>
                        <a:pt x="642" y="716"/>
                        <a:pt x="701" y="694"/>
                        <a:pt x="736" y="637"/>
                      </a:cubicBezTo>
                      <a:cubicBezTo>
                        <a:pt x="793" y="581"/>
                        <a:pt x="793" y="489"/>
                        <a:pt x="793" y="404"/>
                      </a:cubicBezTo>
                      <a:cubicBezTo>
                        <a:pt x="765" y="312"/>
                        <a:pt x="736" y="255"/>
                        <a:pt x="651" y="198"/>
                      </a:cubicBezTo>
                      <a:cubicBezTo>
                        <a:pt x="761" y="127"/>
                        <a:pt x="875" y="60"/>
                        <a:pt x="990" y="60"/>
                      </a:cubicBezTo>
                      <a:cubicBezTo>
                        <a:pt x="1023" y="60"/>
                        <a:pt x="1057" y="66"/>
                        <a:pt x="1090" y="78"/>
                      </a:cubicBezTo>
                      <a:cubicBezTo>
                        <a:pt x="1118" y="78"/>
                        <a:pt x="1147" y="107"/>
                        <a:pt x="1147" y="135"/>
                      </a:cubicBezTo>
                      <a:cubicBezTo>
                        <a:pt x="1090" y="163"/>
                        <a:pt x="1062" y="255"/>
                        <a:pt x="1033" y="312"/>
                      </a:cubicBezTo>
                      <a:cubicBezTo>
                        <a:pt x="1005" y="404"/>
                        <a:pt x="1005" y="460"/>
                        <a:pt x="1033" y="517"/>
                      </a:cubicBezTo>
                      <a:cubicBezTo>
                        <a:pt x="1033" y="581"/>
                        <a:pt x="1090" y="637"/>
                        <a:pt x="1147" y="637"/>
                      </a:cubicBezTo>
                      <a:cubicBezTo>
                        <a:pt x="1159" y="641"/>
                        <a:pt x="1171" y="643"/>
                        <a:pt x="1183" y="643"/>
                      </a:cubicBezTo>
                      <a:cubicBezTo>
                        <a:pt x="1260" y="643"/>
                        <a:pt x="1328" y="568"/>
                        <a:pt x="1359" y="489"/>
                      </a:cubicBezTo>
                      <a:cubicBezTo>
                        <a:pt x="1387" y="432"/>
                        <a:pt x="1359" y="375"/>
                        <a:pt x="1323" y="283"/>
                      </a:cubicBezTo>
                      <a:cubicBezTo>
                        <a:pt x="1295" y="227"/>
                        <a:pt x="1267" y="163"/>
                        <a:pt x="1238" y="135"/>
                      </a:cubicBezTo>
                      <a:cubicBezTo>
                        <a:pt x="1267" y="107"/>
                        <a:pt x="1295" y="78"/>
                        <a:pt x="1323" y="78"/>
                      </a:cubicBezTo>
                      <a:cubicBezTo>
                        <a:pt x="1351" y="72"/>
                        <a:pt x="1381" y="68"/>
                        <a:pt x="1410" y="68"/>
                      </a:cubicBezTo>
                      <a:cubicBezTo>
                        <a:pt x="1506" y="68"/>
                        <a:pt x="1599" y="106"/>
                        <a:pt x="1621" y="198"/>
                      </a:cubicBezTo>
                      <a:cubicBezTo>
                        <a:pt x="1677" y="255"/>
                        <a:pt x="1649" y="340"/>
                        <a:pt x="1649" y="432"/>
                      </a:cubicBezTo>
                      <a:cubicBezTo>
                        <a:pt x="1621" y="665"/>
                        <a:pt x="1564" y="906"/>
                        <a:pt x="1500" y="1111"/>
                      </a:cubicBezTo>
                      <a:cubicBezTo>
                        <a:pt x="1472" y="1288"/>
                        <a:pt x="1415" y="1465"/>
                        <a:pt x="1387" y="1613"/>
                      </a:cubicBezTo>
                      <a:lnTo>
                        <a:pt x="1182" y="2731"/>
                      </a:lnTo>
                      <a:cubicBezTo>
                        <a:pt x="1182" y="2759"/>
                        <a:pt x="1210" y="2759"/>
                        <a:pt x="1210" y="2759"/>
                      </a:cubicBezTo>
                      <a:lnTo>
                        <a:pt x="1238" y="2759"/>
                      </a:lnTo>
                      <a:lnTo>
                        <a:pt x="1444" y="1642"/>
                      </a:lnTo>
                      <a:cubicBezTo>
                        <a:pt x="1472" y="1465"/>
                        <a:pt x="1536" y="1288"/>
                        <a:pt x="1564" y="1139"/>
                      </a:cubicBezTo>
                      <a:cubicBezTo>
                        <a:pt x="1621" y="906"/>
                        <a:pt x="1677" y="665"/>
                        <a:pt x="1712" y="432"/>
                      </a:cubicBezTo>
                      <a:cubicBezTo>
                        <a:pt x="1712" y="340"/>
                        <a:pt x="1741" y="255"/>
                        <a:pt x="1677" y="163"/>
                      </a:cubicBezTo>
                      <a:cubicBezTo>
                        <a:pt x="1631" y="71"/>
                        <a:pt x="1506" y="12"/>
                        <a:pt x="1396" y="12"/>
                      </a:cubicBezTo>
                      <a:cubicBezTo>
                        <a:pt x="1370" y="12"/>
                        <a:pt x="1346" y="15"/>
                        <a:pt x="1323" y="22"/>
                      </a:cubicBezTo>
                      <a:cubicBezTo>
                        <a:pt x="1267" y="50"/>
                        <a:pt x="1238" y="50"/>
                        <a:pt x="1210" y="78"/>
                      </a:cubicBezTo>
                      <a:cubicBezTo>
                        <a:pt x="1182" y="50"/>
                        <a:pt x="1147" y="50"/>
                        <a:pt x="1118" y="22"/>
                      </a:cubicBezTo>
                      <a:cubicBezTo>
                        <a:pt x="1077" y="7"/>
                        <a:pt x="1036"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50"/>
                <p:cNvSpPr/>
                <p:nvPr/>
              </p:nvSpPr>
              <p:spPr>
                <a:xfrm>
                  <a:off x="3306034" y="2019413"/>
                  <a:ext cx="19184" cy="5041"/>
                </a:xfrm>
                <a:custGeom>
                  <a:avLst/>
                  <a:gdLst/>
                  <a:ahLst/>
                  <a:cxnLst/>
                  <a:rect l="l" t="t" r="r" b="b"/>
                  <a:pathLst>
                    <a:path w="567" h="149" extrusionOk="0">
                      <a:moveTo>
                        <a:pt x="36" y="0"/>
                      </a:moveTo>
                      <a:lnTo>
                        <a:pt x="1" y="29"/>
                      </a:lnTo>
                      <a:cubicBezTo>
                        <a:pt x="1" y="57"/>
                        <a:pt x="1" y="57"/>
                        <a:pt x="36" y="57"/>
                      </a:cubicBezTo>
                      <a:lnTo>
                        <a:pt x="531" y="149"/>
                      </a:lnTo>
                      <a:cubicBezTo>
                        <a:pt x="567" y="149"/>
                        <a:pt x="567" y="121"/>
                        <a:pt x="567" y="121"/>
                      </a:cubicBezTo>
                      <a:cubicBezTo>
                        <a:pt x="567" y="85"/>
                        <a:pt x="567" y="85"/>
                        <a:pt x="531" y="85"/>
                      </a:cubicBezTo>
                      <a:lnTo>
                        <a:pt x="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50"/>
                <p:cNvSpPr/>
                <p:nvPr/>
              </p:nvSpPr>
              <p:spPr>
                <a:xfrm>
                  <a:off x="3321125" y="1977761"/>
                  <a:ext cx="14887" cy="14617"/>
                </a:xfrm>
                <a:custGeom>
                  <a:avLst/>
                  <a:gdLst/>
                  <a:ahLst/>
                  <a:cxnLst/>
                  <a:rect l="l" t="t" r="r" b="b"/>
                  <a:pathLst>
                    <a:path w="440" h="432" extrusionOk="0">
                      <a:moveTo>
                        <a:pt x="29" y="0"/>
                      </a:moveTo>
                      <a:cubicBezTo>
                        <a:pt x="22" y="0"/>
                        <a:pt x="15" y="7"/>
                        <a:pt x="0" y="22"/>
                      </a:cubicBezTo>
                      <a:lnTo>
                        <a:pt x="0" y="50"/>
                      </a:lnTo>
                      <a:lnTo>
                        <a:pt x="411" y="404"/>
                      </a:lnTo>
                      <a:lnTo>
                        <a:pt x="411" y="432"/>
                      </a:lnTo>
                      <a:cubicBezTo>
                        <a:pt x="439" y="432"/>
                        <a:pt x="439" y="404"/>
                        <a:pt x="439" y="404"/>
                      </a:cubicBezTo>
                      <a:lnTo>
                        <a:pt x="439" y="375"/>
                      </a:lnTo>
                      <a:lnTo>
                        <a:pt x="57" y="22"/>
                      </a:lnTo>
                      <a:cubicBezTo>
                        <a:pt x="43" y="7"/>
                        <a:pt x="36"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50"/>
                <p:cNvSpPr/>
                <p:nvPr/>
              </p:nvSpPr>
              <p:spPr>
                <a:xfrm>
                  <a:off x="3374992" y="1950455"/>
                  <a:ext cx="5041" cy="19184"/>
                </a:xfrm>
                <a:custGeom>
                  <a:avLst/>
                  <a:gdLst/>
                  <a:ahLst/>
                  <a:cxnLst/>
                  <a:rect l="l" t="t" r="r" b="b"/>
                  <a:pathLst>
                    <a:path w="149" h="567" extrusionOk="0">
                      <a:moveTo>
                        <a:pt x="28" y="1"/>
                      </a:moveTo>
                      <a:cubicBezTo>
                        <a:pt x="28" y="36"/>
                        <a:pt x="0" y="36"/>
                        <a:pt x="0" y="65"/>
                      </a:cubicBezTo>
                      <a:cubicBezTo>
                        <a:pt x="28" y="121"/>
                        <a:pt x="28" y="213"/>
                        <a:pt x="57" y="298"/>
                      </a:cubicBezTo>
                      <a:cubicBezTo>
                        <a:pt x="57" y="390"/>
                        <a:pt x="85" y="447"/>
                        <a:pt x="85" y="532"/>
                      </a:cubicBezTo>
                      <a:lnTo>
                        <a:pt x="120" y="567"/>
                      </a:lnTo>
                      <a:cubicBezTo>
                        <a:pt x="149" y="532"/>
                        <a:pt x="149" y="532"/>
                        <a:pt x="149" y="503"/>
                      </a:cubicBezTo>
                      <a:cubicBezTo>
                        <a:pt x="149" y="447"/>
                        <a:pt x="120" y="355"/>
                        <a:pt x="120" y="270"/>
                      </a:cubicBezTo>
                      <a:cubicBezTo>
                        <a:pt x="85" y="178"/>
                        <a:pt x="85" y="93"/>
                        <a:pt x="57" y="36"/>
                      </a:cubicBezTo>
                      <a:cubicBezTo>
                        <a:pt x="57" y="36"/>
                        <a:pt x="57"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50"/>
                <p:cNvSpPr/>
                <p:nvPr/>
              </p:nvSpPr>
              <p:spPr>
                <a:xfrm>
                  <a:off x="3409944" y="1949508"/>
                  <a:ext cx="3857" cy="22060"/>
                </a:xfrm>
                <a:custGeom>
                  <a:avLst/>
                  <a:gdLst/>
                  <a:ahLst/>
                  <a:cxnLst/>
                  <a:rect l="l" t="t" r="r" b="b"/>
                  <a:pathLst>
                    <a:path w="114" h="652" extrusionOk="0">
                      <a:moveTo>
                        <a:pt x="85" y="1"/>
                      </a:moveTo>
                      <a:cubicBezTo>
                        <a:pt x="85" y="1"/>
                        <a:pt x="57" y="1"/>
                        <a:pt x="57" y="29"/>
                      </a:cubicBezTo>
                      <a:lnTo>
                        <a:pt x="0" y="623"/>
                      </a:lnTo>
                      <a:cubicBezTo>
                        <a:pt x="0" y="623"/>
                        <a:pt x="0" y="651"/>
                        <a:pt x="28" y="651"/>
                      </a:cubicBezTo>
                      <a:lnTo>
                        <a:pt x="57" y="623"/>
                      </a:lnTo>
                      <a:lnTo>
                        <a:pt x="113" y="29"/>
                      </a:lnTo>
                      <a:cubicBezTo>
                        <a:pt x="113" y="1"/>
                        <a:pt x="113" y="1"/>
                        <a:pt x="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50"/>
                <p:cNvSpPr/>
                <p:nvPr/>
              </p:nvSpPr>
              <p:spPr>
                <a:xfrm>
                  <a:off x="3447739" y="1987573"/>
                  <a:ext cx="19895" cy="13906"/>
                </a:xfrm>
                <a:custGeom>
                  <a:avLst/>
                  <a:gdLst/>
                  <a:ahLst/>
                  <a:cxnLst/>
                  <a:rect l="l" t="t" r="r" b="b"/>
                  <a:pathLst>
                    <a:path w="588" h="411" extrusionOk="0">
                      <a:moveTo>
                        <a:pt x="531" y="0"/>
                      </a:moveTo>
                      <a:lnTo>
                        <a:pt x="29" y="354"/>
                      </a:lnTo>
                      <a:cubicBezTo>
                        <a:pt x="1" y="354"/>
                        <a:pt x="1" y="382"/>
                        <a:pt x="29" y="382"/>
                      </a:cubicBezTo>
                      <a:lnTo>
                        <a:pt x="29" y="411"/>
                      </a:lnTo>
                      <a:lnTo>
                        <a:pt x="57" y="411"/>
                      </a:lnTo>
                      <a:lnTo>
                        <a:pt x="560" y="57"/>
                      </a:lnTo>
                      <a:cubicBezTo>
                        <a:pt x="560" y="29"/>
                        <a:pt x="588" y="29"/>
                        <a:pt x="5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50"/>
                <p:cNvSpPr/>
                <p:nvPr/>
              </p:nvSpPr>
              <p:spPr>
                <a:xfrm>
                  <a:off x="3461645" y="2026349"/>
                  <a:ext cx="20132" cy="3147"/>
                </a:xfrm>
                <a:custGeom>
                  <a:avLst/>
                  <a:gdLst/>
                  <a:ahLst/>
                  <a:cxnLst/>
                  <a:rect l="l" t="t" r="r" b="b"/>
                  <a:pathLst>
                    <a:path w="595" h="93" extrusionOk="0">
                      <a:moveTo>
                        <a:pt x="35" y="1"/>
                      </a:moveTo>
                      <a:cubicBezTo>
                        <a:pt x="0" y="1"/>
                        <a:pt x="0" y="1"/>
                        <a:pt x="0" y="29"/>
                      </a:cubicBezTo>
                      <a:cubicBezTo>
                        <a:pt x="0" y="29"/>
                        <a:pt x="0" y="57"/>
                        <a:pt x="35" y="57"/>
                      </a:cubicBezTo>
                      <a:lnTo>
                        <a:pt x="566" y="92"/>
                      </a:lnTo>
                      <a:cubicBezTo>
                        <a:pt x="594" y="92"/>
                        <a:pt x="594" y="57"/>
                        <a:pt x="594" y="57"/>
                      </a:cubicBezTo>
                      <a:cubicBezTo>
                        <a:pt x="594" y="29"/>
                        <a:pt x="594" y="29"/>
                        <a:pt x="566" y="29"/>
                      </a:cubicBezTo>
                      <a:lnTo>
                        <a:pt x="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50"/>
                <p:cNvSpPr/>
                <p:nvPr/>
              </p:nvSpPr>
              <p:spPr>
                <a:xfrm>
                  <a:off x="3346028" y="1991397"/>
                  <a:ext cx="36880" cy="56065"/>
                </a:xfrm>
                <a:custGeom>
                  <a:avLst/>
                  <a:gdLst/>
                  <a:ahLst/>
                  <a:cxnLst/>
                  <a:rect l="l" t="t" r="r" b="b"/>
                  <a:pathLst>
                    <a:path w="1090" h="1657" extrusionOk="0">
                      <a:moveTo>
                        <a:pt x="1033" y="1"/>
                      </a:moveTo>
                      <a:cubicBezTo>
                        <a:pt x="708" y="64"/>
                        <a:pt x="411" y="298"/>
                        <a:pt x="234" y="623"/>
                      </a:cubicBezTo>
                      <a:cubicBezTo>
                        <a:pt x="57" y="913"/>
                        <a:pt x="0" y="1302"/>
                        <a:pt x="120" y="1621"/>
                      </a:cubicBezTo>
                      <a:cubicBezTo>
                        <a:pt x="120" y="1621"/>
                        <a:pt x="120" y="1656"/>
                        <a:pt x="149" y="1656"/>
                      </a:cubicBezTo>
                      <a:cubicBezTo>
                        <a:pt x="149" y="1656"/>
                        <a:pt x="177" y="1621"/>
                        <a:pt x="149" y="1592"/>
                      </a:cubicBezTo>
                      <a:cubicBezTo>
                        <a:pt x="57" y="1302"/>
                        <a:pt x="120" y="913"/>
                        <a:pt x="269" y="652"/>
                      </a:cubicBezTo>
                      <a:cubicBezTo>
                        <a:pt x="446" y="354"/>
                        <a:pt x="736" y="121"/>
                        <a:pt x="1061" y="64"/>
                      </a:cubicBezTo>
                      <a:cubicBezTo>
                        <a:pt x="1061" y="29"/>
                        <a:pt x="1090" y="29"/>
                        <a:pt x="10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20" name="Google Shape;1720;p50"/>
            <p:cNvGrpSpPr/>
            <p:nvPr/>
          </p:nvGrpSpPr>
          <p:grpSpPr>
            <a:xfrm>
              <a:off x="6331015" y="4090300"/>
              <a:ext cx="360758" cy="258297"/>
              <a:chOff x="4992850" y="4345375"/>
              <a:chExt cx="607336" cy="638400"/>
            </a:xfrm>
          </p:grpSpPr>
          <p:sp>
            <p:nvSpPr>
              <p:cNvPr id="1721" name="Google Shape;1721;p50"/>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50"/>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3" name="Google Shape;1723;p50"/>
            <p:cNvGrpSpPr/>
            <p:nvPr/>
          </p:nvGrpSpPr>
          <p:grpSpPr>
            <a:xfrm>
              <a:off x="6096822" y="2312708"/>
              <a:ext cx="234196" cy="188409"/>
              <a:chOff x="5151797" y="479071"/>
              <a:chExt cx="234196" cy="188409"/>
            </a:xfrm>
          </p:grpSpPr>
          <p:sp>
            <p:nvSpPr>
              <p:cNvPr id="1724" name="Google Shape;1724;p50"/>
              <p:cNvSpPr/>
              <p:nvPr/>
            </p:nvSpPr>
            <p:spPr>
              <a:xfrm>
                <a:off x="5151797" y="479071"/>
                <a:ext cx="122220" cy="188409"/>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50"/>
              <p:cNvSpPr/>
              <p:nvPr/>
            </p:nvSpPr>
            <p:spPr>
              <a:xfrm>
                <a:off x="5261402" y="479071"/>
                <a:ext cx="124590" cy="188409"/>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8" name="Title 2"/>
          <p:cNvSpPr txBox="1"/>
          <p:nvPr/>
        </p:nvSpPr>
        <p:spPr>
          <a:xfrm>
            <a:off x="521633" y="2157052"/>
            <a:ext cx="5696548" cy="191384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1pPr>
            <a:lvl2pPr marR="0" lvl="1"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2pPr>
            <a:lvl3pPr marR="0" lvl="2"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3pPr>
            <a:lvl4pPr marR="0" lvl="3"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4pPr>
            <a:lvl5pPr marR="0" lvl="4"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5pPr>
            <a:lvl6pPr marR="0" lvl="5"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6pPr>
            <a:lvl7pPr marR="0" lvl="6"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7pPr>
            <a:lvl8pPr marR="0" lvl="7"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8pPr>
            <a:lvl9pPr marR="0" lvl="8"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9pPr>
          </a:lstStyle>
          <a:p>
            <a:r>
              <a:rPr lang="en-US" altLang="en-IN" sz="4000" dirty="0"/>
              <a:t>N-ary Tree (or) </a:t>
            </a:r>
          </a:p>
          <a:p>
            <a:r>
              <a:rPr lang="en-US" altLang="en-IN" sz="4000" dirty="0"/>
              <a:t>Generic Tree</a:t>
            </a:r>
          </a:p>
        </p:txBody>
      </p:sp>
      <p:sp>
        <p:nvSpPr>
          <p:cNvPr id="19" name="Google Shape;910;p41"/>
          <p:cNvSpPr txBox="1"/>
          <p:nvPr/>
        </p:nvSpPr>
        <p:spPr>
          <a:xfrm>
            <a:off x="437936" y="1342940"/>
            <a:ext cx="1652100" cy="9159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en-GB" sz="6000" b="1" dirty="0">
                <a:solidFill>
                  <a:schemeClr val="accent2"/>
                </a:solidFill>
                <a:latin typeface="Poppins" panose="00000500000000000000" pitchFamily="2" charset="0"/>
                <a:cs typeface="Poppins" panose="00000500000000000000" pitchFamily="2" charset="0"/>
              </a:rPr>
              <a:t>03</a:t>
            </a:r>
          </a:p>
        </p:txBody>
      </p:sp>
    </p:spTree>
    <p:extLst>
      <p:ext uri="{BB962C8B-B14F-4D97-AF65-F5344CB8AC3E}">
        <p14:creationId xmlns:p14="http://schemas.microsoft.com/office/powerpoint/2010/main" val="5448552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9"/>
        <p:cNvGrpSpPr/>
        <p:nvPr/>
      </p:nvGrpSpPr>
      <p:grpSpPr>
        <a:xfrm>
          <a:off x="0" y="0"/>
          <a:ext cx="0" cy="0"/>
          <a:chOff x="0" y="0"/>
          <a:chExt cx="0" cy="0"/>
        </a:xfrm>
      </p:grpSpPr>
      <p:sp>
        <p:nvSpPr>
          <p:cNvPr id="1340" name="Google Shape;1340;p45"/>
          <p:cNvSpPr txBox="1">
            <a:spLocks noGrp="1"/>
          </p:cNvSpPr>
          <p:nvPr>
            <p:ph type="title"/>
          </p:nvPr>
        </p:nvSpPr>
        <p:spPr>
          <a:xfrm>
            <a:off x="867410" y="1860550"/>
            <a:ext cx="7404735" cy="26460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000" dirty="0"/>
              <a:t>The Generic trees are the N-ary trees which have the following properties: </a:t>
            </a:r>
            <a:br>
              <a:rPr lang="en-GB" sz="2000" dirty="0"/>
            </a:br>
            <a:endParaRPr lang="en-GB" sz="2000" b="0" dirty="0"/>
          </a:p>
        </p:txBody>
      </p:sp>
      <p:sp>
        <p:nvSpPr>
          <p:cNvPr id="15" name="TextBox 14"/>
          <p:cNvSpPr txBox="1"/>
          <p:nvPr/>
        </p:nvSpPr>
        <p:spPr>
          <a:xfrm>
            <a:off x="867410" y="468055"/>
            <a:ext cx="7815580" cy="1630045"/>
          </a:xfrm>
          <a:prstGeom prst="rect">
            <a:avLst/>
          </a:prstGeom>
          <a:noFill/>
        </p:spPr>
        <p:txBody>
          <a:bodyPr wrap="square">
            <a:spAutoFit/>
          </a:bodyPr>
          <a:lstStyle/>
          <a:p>
            <a:pPr marL="0" indent="0">
              <a:buNone/>
            </a:pPr>
            <a:r>
              <a:rPr lang="en-GB" sz="2000" b="0" i="0" dirty="0">
                <a:solidFill>
                  <a:srgbClr val="000000"/>
                </a:solidFill>
                <a:effectLst/>
                <a:latin typeface="Lato" panose="020F0502020204030203" pitchFamily="34" charset="0"/>
                <a:ea typeface="Lato" panose="020F0502020204030203" pitchFamily="34" charset="0"/>
                <a:cs typeface="Lato" panose="020F0502020204030203" pitchFamily="34" charset="0"/>
              </a:rPr>
              <a:t>Generic trees are a collection of nodes where each node is a data structure that consists of records and a list of references to its children</a:t>
            </a:r>
            <a:r>
              <a:rPr lang="en-US" altLang="en-GB" sz="2000" b="0" i="0" dirty="0">
                <a:solidFill>
                  <a:srgbClr val="000000"/>
                </a:solidFill>
                <a:effectLst/>
                <a:latin typeface="Lato" panose="020F0502020204030203" pitchFamily="34" charset="0"/>
                <a:ea typeface="Lato" panose="020F0502020204030203" pitchFamily="34" charset="0"/>
                <a:cs typeface="Lato" panose="020F0502020204030203" pitchFamily="34" charset="0"/>
              </a:rPr>
              <a:t>.</a:t>
            </a:r>
            <a:endParaRPr lang="en-GB" sz="2000" b="0" i="0"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p>
            <a:pPr marL="342900" indent="-342900">
              <a:buFont typeface="Arial" panose="020B0604020202020204" pitchFamily="34" charset="0"/>
              <a:buChar char="•"/>
            </a:pPr>
            <a:endParaRPr lang="en-GB" sz="2000" b="0" i="0"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p>
            <a:pPr marL="342900" indent="-342900">
              <a:buFont typeface="Arial" panose="020B0604020202020204" pitchFamily="34" charset="0"/>
              <a:buChar char="•"/>
            </a:pPr>
            <a:endParaRPr lang="en-IN" sz="2000" dirty="0">
              <a:latin typeface="Lato" panose="020F0502020204030203" pitchFamily="34" charset="0"/>
              <a:ea typeface="Lato" panose="020F0502020204030203" pitchFamily="34" charset="0"/>
              <a:cs typeface="Lato" panose="020F0502020204030203" pitchFamily="34" charset="0"/>
            </a:endParaRPr>
          </a:p>
        </p:txBody>
      </p:sp>
      <p:sp>
        <p:nvSpPr>
          <p:cNvPr id="2" name="TextBox 14"/>
          <p:cNvSpPr txBox="1"/>
          <p:nvPr/>
        </p:nvSpPr>
        <p:spPr>
          <a:xfrm>
            <a:off x="1328420" y="2851210"/>
            <a:ext cx="7815580" cy="1322070"/>
          </a:xfrm>
          <a:prstGeom prst="rect">
            <a:avLst/>
          </a:prstGeom>
          <a:noFill/>
        </p:spPr>
        <p:txBody>
          <a:bodyPr wrap="square">
            <a:spAutoFit/>
          </a:bodyPr>
          <a:lstStyle/>
          <a:p>
            <a:pPr marL="342900" indent="-342900">
              <a:buFont typeface="Arial" panose="020B0604020202020204" pitchFamily="34" charset="0"/>
              <a:buChar char="•"/>
            </a:pPr>
            <a:r>
              <a:rPr sz="2000" b="0" i="0" dirty="0">
                <a:solidFill>
                  <a:srgbClr val="000000"/>
                </a:solidFill>
                <a:effectLst/>
                <a:latin typeface="Lato" panose="020F0502020204030203" pitchFamily="34" charset="0"/>
                <a:ea typeface="Lato" panose="020F0502020204030203" pitchFamily="34" charset="0"/>
                <a:cs typeface="Lato" panose="020F0502020204030203" pitchFamily="34" charset="0"/>
              </a:rPr>
              <a:t>Many children at every node.</a:t>
            </a:r>
          </a:p>
          <a:p>
            <a:pPr marL="342900" indent="-342900">
              <a:buFont typeface="Arial" panose="020B0604020202020204" pitchFamily="34" charset="0"/>
              <a:buChar char="•"/>
            </a:pPr>
            <a:endParaRPr sz="2000" b="0" i="0"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p>
            <a:pPr marL="342900" indent="-342900">
              <a:buFont typeface="Arial" panose="020B0604020202020204" pitchFamily="34" charset="0"/>
              <a:buChar char="•"/>
            </a:pPr>
            <a:r>
              <a:rPr sz="2000" b="0" i="0" dirty="0">
                <a:solidFill>
                  <a:srgbClr val="000000"/>
                </a:solidFill>
                <a:effectLst/>
                <a:latin typeface="Lato" panose="020F0502020204030203" pitchFamily="34" charset="0"/>
                <a:ea typeface="Lato" panose="020F0502020204030203" pitchFamily="34" charset="0"/>
                <a:cs typeface="Lato" panose="020F0502020204030203" pitchFamily="34" charset="0"/>
              </a:rPr>
              <a:t>The number of nodes for each node is not known in advance.</a:t>
            </a:r>
          </a:p>
          <a:p>
            <a:pPr marL="342900" indent="-342900">
              <a:buFont typeface="Arial" panose="020B0604020202020204" pitchFamily="34" charset="0"/>
              <a:buChar char="•"/>
            </a:pPr>
            <a:endParaRPr lang="en-IN" sz="20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8338172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63"/>
        <p:cNvGrpSpPr/>
        <p:nvPr/>
      </p:nvGrpSpPr>
      <p:grpSpPr>
        <a:xfrm>
          <a:off x="0" y="0"/>
          <a:ext cx="0" cy="0"/>
          <a:chOff x="0" y="0"/>
          <a:chExt cx="0" cy="0"/>
        </a:xfrm>
      </p:grpSpPr>
      <p:sp>
        <p:nvSpPr>
          <p:cNvPr id="3" name="Title 2"/>
          <p:cNvSpPr>
            <a:spLocks noGrp="1"/>
          </p:cNvSpPr>
          <p:nvPr>
            <p:ph type="title"/>
          </p:nvPr>
        </p:nvSpPr>
        <p:spPr>
          <a:xfrm>
            <a:off x="3491865" y="-868680"/>
            <a:ext cx="2160905" cy="1641475"/>
          </a:xfrm>
        </p:spPr>
        <p:txBody>
          <a:bodyPr/>
          <a:lstStyle/>
          <a:p>
            <a:pPr algn="ctr"/>
            <a:r>
              <a:rPr lang="en-US" sz="2400" b="0" dirty="0"/>
              <a:t>Generic Tree</a:t>
            </a:r>
          </a:p>
        </p:txBody>
      </p:sp>
      <p:pic>
        <p:nvPicPr>
          <p:cNvPr id="102" name="Picture Placeholder 101"/>
          <p:cNvPicPr>
            <a:picLocks noGrp="1" noChangeAspect="1"/>
          </p:cNvPicPr>
          <p:nvPr>
            <p:ph type="pic" idx="2"/>
          </p:nvPr>
        </p:nvPicPr>
        <p:blipFill>
          <a:blip r:embed="rId3"/>
          <a:stretch>
            <a:fillRect/>
          </a:stretch>
        </p:blipFill>
        <p:spPr>
          <a:xfrm>
            <a:off x="1005840" y="956945"/>
            <a:ext cx="7347585" cy="3230245"/>
          </a:xfrm>
          <a:prstGeom prst="rect">
            <a:avLst/>
          </a:prstGeom>
          <a:noFill/>
          <a:ln w="9525">
            <a:noFill/>
          </a:ln>
        </p:spPr>
      </p:pic>
    </p:spTree>
    <p:extLst>
      <p:ext uri="{BB962C8B-B14F-4D97-AF65-F5344CB8AC3E}">
        <p14:creationId xmlns:p14="http://schemas.microsoft.com/office/powerpoint/2010/main" val="40133025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50"/>
        <p:cNvGrpSpPr/>
        <p:nvPr/>
      </p:nvGrpSpPr>
      <p:grpSpPr>
        <a:xfrm>
          <a:off x="0" y="0"/>
          <a:ext cx="0" cy="0"/>
          <a:chOff x="0" y="0"/>
          <a:chExt cx="0" cy="0"/>
        </a:xfrm>
      </p:grpSpPr>
      <p:sp>
        <p:nvSpPr>
          <p:cNvPr id="4" name="Text Box 3"/>
          <p:cNvSpPr txBox="1"/>
          <p:nvPr/>
        </p:nvSpPr>
        <p:spPr>
          <a:xfrm>
            <a:off x="3084195" y="1635034"/>
            <a:ext cx="2975610" cy="2402840"/>
          </a:xfrm>
          <a:prstGeom prst="rect">
            <a:avLst/>
          </a:prstGeom>
          <a:noFill/>
        </p:spPr>
        <p:txBody>
          <a:bodyPr wrap="square" rtlCol="0">
            <a:noAutofit/>
          </a:bodyPr>
          <a:lstStyle/>
          <a:p>
            <a:r>
              <a:rPr lang="en-US" sz="1800" dirty="0">
                <a:latin typeface="Lato" panose="020F0502020204030203" pitchFamily="34" charset="0"/>
                <a:cs typeface="Lato" panose="020F0502020204030203" pitchFamily="34" charset="0"/>
              </a:rPr>
              <a:t>struct Node{ </a:t>
            </a:r>
          </a:p>
          <a:p>
            <a:r>
              <a:rPr lang="en-US" sz="1800" dirty="0">
                <a:latin typeface="Lato" panose="020F0502020204030203" pitchFamily="34" charset="0"/>
                <a:cs typeface="Lato" panose="020F0502020204030203" pitchFamily="34" charset="0"/>
              </a:rPr>
              <a:t>   int data; </a:t>
            </a:r>
          </a:p>
          <a:p>
            <a:r>
              <a:rPr lang="en-US" sz="1800" dirty="0">
                <a:latin typeface="Lato" panose="020F0502020204030203" pitchFamily="34" charset="0"/>
                <a:cs typeface="Lato" panose="020F0502020204030203" pitchFamily="34" charset="0"/>
              </a:rPr>
              <a:t>   Node *</a:t>
            </a:r>
            <a:r>
              <a:rPr lang="en-US" sz="1800" dirty="0" err="1">
                <a:latin typeface="Lato" panose="020F0502020204030203" pitchFamily="34" charset="0"/>
                <a:cs typeface="Lato" panose="020F0502020204030203" pitchFamily="34" charset="0"/>
              </a:rPr>
              <a:t>firstchild</a:t>
            </a:r>
            <a:r>
              <a:rPr lang="en-US" sz="1800" dirty="0">
                <a:latin typeface="Lato" panose="020F0502020204030203" pitchFamily="34" charset="0"/>
                <a:cs typeface="Lato" panose="020F0502020204030203" pitchFamily="34" charset="0"/>
              </a:rPr>
              <a:t>; </a:t>
            </a:r>
          </a:p>
          <a:p>
            <a:r>
              <a:rPr lang="en-US" sz="1800" dirty="0">
                <a:latin typeface="Lato" panose="020F0502020204030203" pitchFamily="34" charset="0"/>
                <a:cs typeface="Lato" panose="020F0502020204030203" pitchFamily="34" charset="0"/>
              </a:rPr>
              <a:t>   Node *</a:t>
            </a:r>
            <a:r>
              <a:rPr lang="en-US" sz="1800" dirty="0" err="1">
                <a:latin typeface="Lato" panose="020F0502020204030203" pitchFamily="34" charset="0"/>
                <a:cs typeface="Lato" panose="020F0502020204030203" pitchFamily="34" charset="0"/>
              </a:rPr>
              <a:t>secondchild</a:t>
            </a:r>
            <a:r>
              <a:rPr lang="en-US" sz="1800" dirty="0">
                <a:latin typeface="Lato" panose="020F0502020204030203" pitchFamily="34" charset="0"/>
                <a:cs typeface="Lato" panose="020F0502020204030203" pitchFamily="34" charset="0"/>
              </a:rPr>
              <a:t>; </a:t>
            </a:r>
          </a:p>
          <a:p>
            <a:r>
              <a:rPr lang="en-US" sz="1800" dirty="0">
                <a:latin typeface="Lato" panose="020F0502020204030203" pitchFamily="34" charset="0"/>
                <a:cs typeface="Lato" panose="020F0502020204030203" pitchFamily="34" charset="0"/>
              </a:rPr>
              <a:t>   Node *</a:t>
            </a:r>
            <a:r>
              <a:rPr lang="en-US" sz="1800" dirty="0" err="1">
                <a:latin typeface="Lato" panose="020F0502020204030203" pitchFamily="34" charset="0"/>
                <a:cs typeface="Lato" panose="020F0502020204030203" pitchFamily="34" charset="0"/>
              </a:rPr>
              <a:t>thirdchild</a:t>
            </a:r>
            <a:r>
              <a:rPr lang="en-US" sz="1800" dirty="0">
                <a:latin typeface="Lato" panose="020F0502020204030203" pitchFamily="34" charset="0"/>
                <a:cs typeface="Lato" panose="020F0502020204030203" pitchFamily="34" charset="0"/>
              </a:rPr>
              <a:t>; </a:t>
            </a:r>
          </a:p>
          <a:p>
            <a:r>
              <a:rPr lang="en-US" sz="1800" dirty="0">
                <a:latin typeface="Lato" panose="020F0502020204030203" pitchFamily="34" charset="0"/>
                <a:cs typeface="Lato" panose="020F0502020204030203" pitchFamily="34" charset="0"/>
              </a:rPr>
              <a:t>   Node *</a:t>
            </a:r>
            <a:r>
              <a:rPr lang="en-US" sz="1800" dirty="0" err="1">
                <a:latin typeface="Lato" panose="020F0502020204030203" pitchFamily="34" charset="0"/>
                <a:cs typeface="Lato" panose="020F0502020204030203" pitchFamily="34" charset="0"/>
              </a:rPr>
              <a:t>fourthchild</a:t>
            </a:r>
            <a:r>
              <a:rPr lang="en-US" sz="1800" dirty="0">
                <a:latin typeface="Lato" panose="020F0502020204030203" pitchFamily="34" charset="0"/>
                <a:cs typeface="Lato" panose="020F0502020204030203" pitchFamily="34" charset="0"/>
              </a:rPr>
              <a:t>; </a:t>
            </a:r>
          </a:p>
          <a:p>
            <a:r>
              <a:rPr lang="en-US" sz="1800" dirty="0">
                <a:latin typeface="Lato" panose="020F0502020204030203" pitchFamily="34" charset="0"/>
                <a:cs typeface="Lato" panose="020F0502020204030203" pitchFamily="34" charset="0"/>
              </a:rPr>
              <a:t>   Node *</a:t>
            </a:r>
            <a:r>
              <a:rPr lang="en-US" sz="1800" dirty="0" err="1">
                <a:latin typeface="Lato" panose="020F0502020204030203" pitchFamily="34" charset="0"/>
                <a:cs typeface="Lato" panose="020F0502020204030203" pitchFamily="34" charset="0"/>
              </a:rPr>
              <a:t>fifthchild</a:t>
            </a:r>
            <a:r>
              <a:rPr lang="en-US" sz="1800" dirty="0">
                <a:latin typeface="Lato" panose="020F0502020204030203" pitchFamily="34" charset="0"/>
                <a:cs typeface="Lato" panose="020F0502020204030203" pitchFamily="34" charset="0"/>
              </a:rPr>
              <a:t>; </a:t>
            </a:r>
          </a:p>
          <a:p>
            <a:r>
              <a:rPr lang="en-US" sz="1800" dirty="0">
                <a:latin typeface="Lato" panose="020F0502020204030203" pitchFamily="34" charset="0"/>
                <a:cs typeface="Lato" panose="020F0502020204030203" pitchFamily="34" charset="0"/>
              </a:rPr>
              <a:t>   Node *</a:t>
            </a:r>
            <a:r>
              <a:rPr lang="en-US" sz="1800" dirty="0" err="1">
                <a:latin typeface="Lato" panose="020F0502020204030203" pitchFamily="34" charset="0"/>
                <a:cs typeface="Lato" panose="020F0502020204030203" pitchFamily="34" charset="0"/>
              </a:rPr>
              <a:t>sixthchild</a:t>
            </a:r>
            <a:r>
              <a:rPr lang="en-US" sz="1800" dirty="0">
                <a:latin typeface="Lato" panose="020F0502020204030203" pitchFamily="34" charset="0"/>
                <a:cs typeface="Lato" panose="020F0502020204030203" pitchFamily="34" charset="0"/>
              </a:rPr>
              <a:t>; </a:t>
            </a:r>
          </a:p>
          <a:p>
            <a:r>
              <a:rPr lang="en-US" sz="1800" dirty="0">
                <a:latin typeface="Lato" panose="020F0502020204030203" pitchFamily="34" charset="0"/>
                <a:cs typeface="Lato" panose="020F0502020204030203" pitchFamily="34" charset="0"/>
              </a:rPr>
              <a:t>};</a:t>
            </a:r>
          </a:p>
        </p:txBody>
      </p:sp>
      <p:sp>
        <p:nvSpPr>
          <p:cNvPr id="7" name="TextBox 14"/>
          <p:cNvSpPr txBox="1"/>
          <p:nvPr/>
        </p:nvSpPr>
        <p:spPr>
          <a:xfrm>
            <a:off x="1356450" y="844641"/>
            <a:ext cx="1793149" cy="521970"/>
          </a:xfrm>
          <a:prstGeom prst="rect">
            <a:avLst/>
          </a:prstGeom>
          <a:noFill/>
        </p:spPr>
        <p:txBody>
          <a:bodyPr wrap="square">
            <a:spAutoFit/>
          </a:bodyPr>
          <a:lstStyle/>
          <a:p>
            <a:pPr marL="0" indent="0">
              <a:buNone/>
            </a:pPr>
            <a:r>
              <a:rPr lang="en-US" altLang="en-IN" sz="2800" b="1" dirty="0">
                <a:latin typeface="Lato" panose="020F0502020204030203" pitchFamily="34" charset="0"/>
                <a:ea typeface="Lato" panose="020F0502020204030203" pitchFamily="34" charset="0"/>
                <a:cs typeface="Lato" panose="020F0502020204030203" pitchFamily="34" charset="0"/>
              </a:rPr>
              <a:t>Program</a:t>
            </a:r>
          </a:p>
        </p:txBody>
      </p:sp>
    </p:spTree>
    <p:extLst>
      <p:ext uri="{BB962C8B-B14F-4D97-AF65-F5344CB8AC3E}">
        <p14:creationId xmlns:p14="http://schemas.microsoft.com/office/powerpoint/2010/main" val="22680889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69"/>
        <p:cNvGrpSpPr/>
        <p:nvPr/>
      </p:nvGrpSpPr>
      <p:grpSpPr>
        <a:xfrm>
          <a:off x="0" y="0"/>
          <a:ext cx="0" cy="0"/>
          <a:chOff x="0" y="0"/>
          <a:chExt cx="0" cy="0"/>
        </a:xfrm>
      </p:grpSpPr>
      <p:sp>
        <p:nvSpPr>
          <p:cNvPr id="2" name="TextBox 14"/>
          <p:cNvSpPr txBox="1"/>
          <p:nvPr/>
        </p:nvSpPr>
        <p:spPr>
          <a:xfrm>
            <a:off x="1354273" y="965351"/>
            <a:ext cx="7815580" cy="460375"/>
          </a:xfrm>
          <a:prstGeom prst="rect">
            <a:avLst/>
          </a:prstGeom>
          <a:noFill/>
        </p:spPr>
        <p:txBody>
          <a:bodyPr wrap="square">
            <a:spAutoFit/>
          </a:bodyPr>
          <a:lstStyle/>
          <a:p>
            <a:pPr marL="0" indent="0">
              <a:buNone/>
            </a:pPr>
            <a:r>
              <a:rPr lang="en-IN" sz="2400" b="1" dirty="0">
                <a:latin typeface="Lato" panose="020F0502020204030203" pitchFamily="34" charset="0"/>
                <a:ea typeface="Lato" panose="020F0502020204030203" pitchFamily="34" charset="0"/>
                <a:cs typeface="Lato" panose="020F0502020204030203" pitchFamily="34" charset="0"/>
              </a:rPr>
              <a:t>Disadvantages of the above representation are: </a:t>
            </a:r>
          </a:p>
        </p:txBody>
      </p:sp>
      <p:sp>
        <p:nvSpPr>
          <p:cNvPr id="4" name="Text Box 3"/>
          <p:cNvSpPr txBox="1"/>
          <p:nvPr/>
        </p:nvSpPr>
        <p:spPr>
          <a:xfrm>
            <a:off x="1354273" y="1797231"/>
            <a:ext cx="6633210" cy="2456180"/>
          </a:xfrm>
          <a:prstGeom prst="rect">
            <a:avLst/>
          </a:prstGeom>
          <a:noFill/>
        </p:spPr>
        <p:txBody>
          <a:bodyPr wrap="square" rtlCol="0" anchor="t">
            <a:noAutofit/>
          </a:bodyPr>
          <a:lstStyle/>
          <a:p>
            <a:pPr marL="285750" indent="-285750">
              <a:buFont typeface="Arial" panose="020B0604020202020204" pitchFamily="34" charset="0"/>
              <a:buChar char="•"/>
            </a:pPr>
            <a:r>
              <a:rPr lang="en-US" sz="2000" b="1" dirty="0">
                <a:latin typeface="Lato" panose="020F0502020204030203" pitchFamily="34" charset="0"/>
                <a:cs typeface="Lato" panose="020F0502020204030203" pitchFamily="34" charset="0"/>
              </a:rPr>
              <a:t>Memory Wastage</a:t>
            </a:r>
            <a:r>
              <a:rPr lang="en-US" sz="2000" dirty="0">
                <a:latin typeface="Lato" panose="020F0502020204030203" pitchFamily="34" charset="0"/>
                <a:cs typeface="Lato" panose="020F0502020204030203" pitchFamily="34" charset="0"/>
              </a:rPr>
              <a:t> – All the pointers are not required in all the cases. Hence, there is lot of memory wastage.</a:t>
            </a:r>
          </a:p>
          <a:p>
            <a:pPr marL="285750" indent="-285750">
              <a:buFont typeface="Arial" panose="020B0604020202020204" pitchFamily="34" charset="0"/>
              <a:buChar char="•"/>
            </a:pPr>
            <a:endParaRPr lang="en-US" sz="2000" dirty="0">
              <a:latin typeface="Lato" panose="020F0502020204030203" pitchFamily="34" charset="0"/>
              <a:cs typeface="Lato" panose="020F0502020204030203" pitchFamily="34" charset="0"/>
            </a:endParaRPr>
          </a:p>
          <a:p>
            <a:pPr marL="285750" indent="-285750">
              <a:buFont typeface="Arial" panose="020B0604020202020204" pitchFamily="34" charset="0"/>
              <a:buChar char="•"/>
            </a:pPr>
            <a:r>
              <a:rPr lang="en-US" sz="2000" b="1" dirty="0">
                <a:latin typeface="Lato" panose="020F0502020204030203" pitchFamily="34" charset="0"/>
                <a:cs typeface="Lato" panose="020F0502020204030203" pitchFamily="34" charset="0"/>
              </a:rPr>
              <a:t>Unknown number of children</a:t>
            </a:r>
            <a:r>
              <a:rPr lang="en-US" sz="2000" dirty="0">
                <a:latin typeface="Lato" panose="020F0502020204030203" pitchFamily="34" charset="0"/>
                <a:cs typeface="Lato" panose="020F0502020204030203" pitchFamily="34" charset="0"/>
              </a:rPr>
              <a:t> – The number of children for each node is not known in advance.</a:t>
            </a:r>
          </a:p>
        </p:txBody>
      </p:sp>
    </p:spTree>
    <p:extLst>
      <p:ext uri="{BB962C8B-B14F-4D97-AF65-F5344CB8AC3E}">
        <p14:creationId xmlns:p14="http://schemas.microsoft.com/office/powerpoint/2010/main" val="39874057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86"/>
        <p:cNvGrpSpPr/>
        <p:nvPr/>
      </p:nvGrpSpPr>
      <p:grpSpPr>
        <a:xfrm>
          <a:off x="0" y="0"/>
          <a:ext cx="0" cy="0"/>
          <a:chOff x="0" y="0"/>
          <a:chExt cx="0" cy="0"/>
        </a:xfrm>
      </p:grpSpPr>
      <p:sp>
        <p:nvSpPr>
          <p:cNvPr id="1887" name="Google Shape;1887;p52"/>
          <p:cNvSpPr txBox="1">
            <a:spLocks noGrp="1"/>
          </p:cNvSpPr>
          <p:nvPr>
            <p:ph type="title"/>
          </p:nvPr>
        </p:nvSpPr>
        <p:spPr>
          <a:xfrm>
            <a:off x="3622599" y="1928281"/>
            <a:ext cx="4836324" cy="878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Binary Tree</a:t>
            </a:r>
            <a:endParaRPr dirty="0"/>
          </a:p>
        </p:txBody>
      </p:sp>
      <p:sp>
        <p:nvSpPr>
          <p:cNvPr id="1889" name="Google Shape;1889;p52"/>
          <p:cNvSpPr txBox="1">
            <a:spLocks noGrp="1"/>
          </p:cNvSpPr>
          <p:nvPr>
            <p:ph type="subTitle" idx="1"/>
          </p:nvPr>
        </p:nvSpPr>
        <p:spPr>
          <a:xfrm>
            <a:off x="4668123" y="2572600"/>
            <a:ext cx="3790800" cy="37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Binary Algorithm</a:t>
            </a:r>
            <a:endParaRPr dirty="0"/>
          </a:p>
        </p:txBody>
      </p:sp>
      <p:sp>
        <p:nvSpPr>
          <p:cNvPr id="1890" name="Google Shape;1890;p52"/>
          <p:cNvSpPr/>
          <p:nvPr/>
        </p:nvSpPr>
        <p:spPr>
          <a:xfrm>
            <a:off x="5875325" y="820875"/>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91" name="Google Shape;1891;p52"/>
          <p:cNvGrpSpPr/>
          <p:nvPr/>
        </p:nvGrpSpPr>
        <p:grpSpPr>
          <a:xfrm>
            <a:off x="854579" y="820869"/>
            <a:ext cx="3441438" cy="3783274"/>
            <a:chOff x="410179" y="820869"/>
            <a:chExt cx="3441438" cy="3783274"/>
          </a:xfrm>
        </p:grpSpPr>
        <p:grpSp>
          <p:nvGrpSpPr>
            <p:cNvPr id="1892" name="Google Shape;1892;p52"/>
            <p:cNvGrpSpPr/>
            <p:nvPr/>
          </p:nvGrpSpPr>
          <p:grpSpPr>
            <a:xfrm>
              <a:off x="1055631" y="820869"/>
              <a:ext cx="2602891" cy="3783274"/>
              <a:chOff x="1055631" y="820869"/>
              <a:chExt cx="2602891" cy="3783274"/>
            </a:xfrm>
          </p:grpSpPr>
          <p:sp>
            <p:nvSpPr>
              <p:cNvPr id="1893" name="Google Shape;1893;p52"/>
              <p:cNvSpPr/>
              <p:nvPr/>
            </p:nvSpPr>
            <p:spPr>
              <a:xfrm>
                <a:off x="1055631" y="1799489"/>
                <a:ext cx="2394769" cy="1973794"/>
              </a:xfrm>
              <a:custGeom>
                <a:avLst/>
                <a:gdLst/>
                <a:ahLst/>
                <a:cxnLst/>
                <a:rect l="l" t="t" r="r" b="b"/>
                <a:pathLst>
                  <a:path w="42568" h="35085" extrusionOk="0">
                    <a:moveTo>
                      <a:pt x="28184" y="1"/>
                    </a:moveTo>
                    <a:cubicBezTo>
                      <a:pt x="27147" y="1"/>
                      <a:pt x="26108" y="74"/>
                      <a:pt x="25087" y="208"/>
                    </a:cubicBezTo>
                    <a:cubicBezTo>
                      <a:pt x="23049" y="477"/>
                      <a:pt x="21019" y="979"/>
                      <a:pt x="19130" y="1771"/>
                    </a:cubicBezTo>
                    <a:cubicBezTo>
                      <a:pt x="14857" y="3603"/>
                      <a:pt x="12530" y="8343"/>
                      <a:pt x="9049" y="11237"/>
                    </a:cubicBezTo>
                    <a:cubicBezTo>
                      <a:pt x="6750" y="13118"/>
                      <a:pt x="3920" y="13918"/>
                      <a:pt x="2357" y="16514"/>
                    </a:cubicBezTo>
                    <a:cubicBezTo>
                      <a:pt x="616" y="19344"/>
                      <a:pt x="1" y="22527"/>
                      <a:pt x="1182" y="25739"/>
                    </a:cubicBezTo>
                    <a:cubicBezTo>
                      <a:pt x="1239" y="25824"/>
                      <a:pt x="1267" y="25944"/>
                      <a:pt x="1296" y="26065"/>
                    </a:cubicBezTo>
                    <a:cubicBezTo>
                      <a:pt x="2654" y="29276"/>
                      <a:pt x="5484" y="31752"/>
                      <a:pt x="8695" y="33167"/>
                    </a:cubicBezTo>
                    <a:cubicBezTo>
                      <a:pt x="11999" y="34639"/>
                      <a:pt x="15685" y="35049"/>
                      <a:pt x="19279" y="35084"/>
                    </a:cubicBezTo>
                    <a:cubicBezTo>
                      <a:pt x="22519" y="35084"/>
                      <a:pt x="25822" y="34759"/>
                      <a:pt x="28624" y="33167"/>
                    </a:cubicBezTo>
                    <a:cubicBezTo>
                      <a:pt x="31807" y="31335"/>
                      <a:pt x="32097" y="28951"/>
                      <a:pt x="33307" y="25916"/>
                    </a:cubicBezTo>
                    <a:cubicBezTo>
                      <a:pt x="34340" y="23320"/>
                      <a:pt x="36936" y="21403"/>
                      <a:pt x="38641" y="19280"/>
                    </a:cubicBezTo>
                    <a:cubicBezTo>
                      <a:pt x="41032" y="16337"/>
                      <a:pt x="42567" y="12411"/>
                      <a:pt x="41683" y="8697"/>
                    </a:cubicBezTo>
                    <a:cubicBezTo>
                      <a:pt x="40884" y="5400"/>
                      <a:pt x="38231" y="2719"/>
                      <a:pt x="35104" y="1333"/>
                    </a:cubicBezTo>
                    <a:cubicBezTo>
                      <a:pt x="32933" y="387"/>
                      <a:pt x="30559" y="1"/>
                      <a:pt x="28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52"/>
              <p:cNvSpPr/>
              <p:nvPr/>
            </p:nvSpPr>
            <p:spPr>
              <a:xfrm rot="-4097330">
                <a:off x="2625560" y="878377"/>
                <a:ext cx="815923" cy="1020571"/>
              </a:xfrm>
              <a:custGeom>
                <a:avLst/>
                <a:gdLst/>
                <a:ahLst/>
                <a:cxnLst/>
                <a:rect l="l" t="t" r="r" b="b"/>
                <a:pathLst>
                  <a:path w="7690" h="9619" extrusionOk="0">
                    <a:moveTo>
                      <a:pt x="1814" y="0"/>
                    </a:moveTo>
                    <a:cubicBezTo>
                      <a:pt x="1314" y="0"/>
                      <a:pt x="835" y="161"/>
                      <a:pt x="503" y="527"/>
                    </a:cubicBezTo>
                    <a:cubicBezTo>
                      <a:pt x="114" y="938"/>
                      <a:pt x="1" y="1532"/>
                      <a:pt x="29" y="2063"/>
                    </a:cubicBezTo>
                    <a:cubicBezTo>
                      <a:pt x="57" y="2621"/>
                      <a:pt x="234" y="3152"/>
                      <a:pt x="383" y="3683"/>
                    </a:cubicBezTo>
                    <a:cubicBezTo>
                      <a:pt x="913" y="5777"/>
                      <a:pt x="149" y="9017"/>
                      <a:pt x="3064" y="9547"/>
                    </a:cubicBezTo>
                    <a:cubicBezTo>
                      <a:pt x="3307" y="9596"/>
                      <a:pt x="3542" y="9619"/>
                      <a:pt x="3768" y="9619"/>
                    </a:cubicBezTo>
                    <a:cubicBezTo>
                      <a:pt x="6281" y="9619"/>
                      <a:pt x="7690" y="6774"/>
                      <a:pt x="7365" y="4418"/>
                    </a:cubicBezTo>
                    <a:cubicBezTo>
                      <a:pt x="7252" y="3739"/>
                      <a:pt x="6983" y="3060"/>
                      <a:pt x="6573" y="2501"/>
                    </a:cubicBezTo>
                    <a:cubicBezTo>
                      <a:pt x="6276" y="2119"/>
                      <a:pt x="5922" y="1822"/>
                      <a:pt x="5512" y="1589"/>
                    </a:cubicBezTo>
                    <a:cubicBezTo>
                      <a:pt x="5129" y="1383"/>
                      <a:pt x="4684" y="1263"/>
                      <a:pt x="4274" y="1058"/>
                    </a:cubicBezTo>
                    <a:cubicBezTo>
                      <a:pt x="3863" y="825"/>
                      <a:pt x="3474" y="527"/>
                      <a:pt x="3064" y="322"/>
                    </a:cubicBezTo>
                    <a:cubicBezTo>
                      <a:pt x="2683" y="117"/>
                      <a:pt x="2240" y="0"/>
                      <a:pt x="1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95" name="Google Shape;1895;p52"/>
              <p:cNvGrpSpPr/>
              <p:nvPr/>
            </p:nvGrpSpPr>
            <p:grpSpPr>
              <a:xfrm flipH="1">
                <a:off x="1157326" y="1158393"/>
                <a:ext cx="2173351" cy="3445750"/>
                <a:chOff x="-1560073" y="555050"/>
                <a:chExt cx="2438132" cy="3865549"/>
              </a:xfrm>
            </p:grpSpPr>
            <p:sp>
              <p:nvSpPr>
                <p:cNvPr id="1896" name="Google Shape;1896;p52"/>
                <p:cNvSpPr/>
                <p:nvPr/>
              </p:nvSpPr>
              <p:spPr>
                <a:xfrm>
                  <a:off x="-1035421" y="1298583"/>
                  <a:ext cx="349649" cy="785952"/>
                </a:xfrm>
                <a:custGeom>
                  <a:avLst/>
                  <a:gdLst/>
                  <a:ahLst/>
                  <a:cxnLst/>
                  <a:rect l="l" t="t" r="r" b="b"/>
                  <a:pathLst>
                    <a:path w="2142" h="4815" extrusionOk="0">
                      <a:moveTo>
                        <a:pt x="670" y="1"/>
                      </a:moveTo>
                      <a:cubicBezTo>
                        <a:pt x="667" y="1"/>
                        <a:pt x="664" y="1"/>
                        <a:pt x="661" y="3"/>
                      </a:cubicBezTo>
                      <a:cubicBezTo>
                        <a:pt x="577" y="51"/>
                        <a:pt x="820" y="733"/>
                        <a:pt x="730" y="796"/>
                      </a:cubicBezTo>
                      <a:cubicBezTo>
                        <a:pt x="730" y="796"/>
                        <a:pt x="729" y="797"/>
                        <a:pt x="729" y="797"/>
                      </a:cubicBezTo>
                      <a:cubicBezTo>
                        <a:pt x="697" y="797"/>
                        <a:pt x="354" y="225"/>
                        <a:pt x="291" y="225"/>
                      </a:cubicBezTo>
                      <a:cubicBezTo>
                        <a:pt x="286" y="224"/>
                        <a:pt x="282" y="223"/>
                        <a:pt x="277" y="223"/>
                      </a:cubicBezTo>
                      <a:cubicBezTo>
                        <a:pt x="143" y="223"/>
                        <a:pt x="660" y="886"/>
                        <a:pt x="619" y="886"/>
                      </a:cubicBezTo>
                      <a:cubicBezTo>
                        <a:pt x="561" y="886"/>
                        <a:pt x="242" y="386"/>
                        <a:pt x="135" y="386"/>
                      </a:cubicBezTo>
                      <a:cubicBezTo>
                        <a:pt x="126" y="386"/>
                        <a:pt x="117" y="390"/>
                        <a:pt x="112" y="399"/>
                      </a:cubicBezTo>
                      <a:cubicBezTo>
                        <a:pt x="90" y="468"/>
                        <a:pt x="466" y="949"/>
                        <a:pt x="424" y="997"/>
                      </a:cubicBezTo>
                      <a:cubicBezTo>
                        <a:pt x="422" y="1000"/>
                        <a:pt x="419" y="1001"/>
                        <a:pt x="416" y="1001"/>
                      </a:cubicBezTo>
                      <a:cubicBezTo>
                        <a:pt x="372" y="1001"/>
                        <a:pt x="194" y="731"/>
                        <a:pt x="90" y="711"/>
                      </a:cubicBezTo>
                      <a:cubicBezTo>
                        <a:pt x="1" y="711"/>
                        <a:pt x="334" y="1171"/>
                        <a:pt x="355" y="1214"/>
                      </a:cubicBezTo>
                      <a:cubicBezTo>
                        <a:pt x="355" y="1282"/>
                        <a:pt x="508" y="1658"/>
                        <a:pt x="709" y="1901"/>
                      </a:cubicBezTo>
                      <a:cubicBezTo>
                        <a:pt x="709" y="1901"/>
                        <a:pt x="1590" y="4814"/>
                        <a:pt x="2104" y="4814"/>
                      </a:cubicBezTo>
                      <a:cubicBezTo>
                        <a:pt x="2117" y="4814"/>
                        <a:pt x="2129" y="4813"/>
                        <a:pt x="2142" y="4809"/>
                      </a:cubicBezTo>
                      <a:lnTo>
                        <a:pt x="2115" y="3265"/>
                      </a:lnTo>
                      <a:cubicBezTo>
                        <a:pt x="2115" y="3266"/>
                        <a:pt x="2115" y="3266"/>
                        <a:pt x="2114" y="3266"/>
                      </a:cubicBezTo>
                      <a:cubicBezTo>
                        <a:pt x="2075" y="3266"/>
                        <a:pt x="1259" y="1526"/>
                        <a:pt x="1259" y="1526"/>
                      </a:cubicBezTo>
                      <a:cubicBezTo>
                        <a:pt x="1259" y="1526"/>
                        <a:pt x="1349" y="664"/>
                        <a:pt x="1238" y="622"/>
                      </a:cubicBezTo>
                      <a:cubicBezTo>
                        <a:pt x="1231" y="617"/>
                        <a:pt x="1225" y="615"/>
                        <a:pt x="1219" y="615"/>
                      </a:cubicBezTo>
                      <a:cubicBezTo>
                        <a:pt x="1129" y="615"/>
                        <a:pt x="1144" y="1083"/>
                        <a:pt x="1084" y="1108"/>
                      </a:cubicBezTo>
                      <a:cubicBezTo>
                        <a:pt x="1083" y="1109"/>
                        <a:pt x="1082" y="1109"/>
                        <a:pt x="1081" y="1109"/>
                      </a:cubicBezTo>
                      <a:cubicBezTo>
                        <a:pt x="1009" y="1109"/>
                        <a:pt x="783" y="1"/>
                        <a:pt x="670" y="1"/>
                      </a:cubicBezTo>
                      <a:close/>
                    </a:path>
                  </a:pathLst>
                </a:custGeom>
                <a:solidFill>
                  <a:srgbClr val="8039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52"/>
                <p:cNvSpPr/>
                <p:nvPr/>
              </p:nvSpPr>
              <p:spPr>
                <a:xfrm>
                  <a:off x="-700616" y="1493158"/>
                  <a:ext cx="600868" cy="604277"/>
                </a:xfrm>
                <a:custGeom>
                  <a:avLst/>
                  <a:gdLst/>
                  <a:ahLst/>
                  <a:cxnLst/>
                  <a:rect l="l" t="t" r="r" b="b"/>
                  <a:pathLst>
                    <a:path w="3681" h="3702" extrusionOk="0">
                      <a:moveTo>
                        <a:pt x="2576" y="1"/>
                      </a:moveTo>
                      <a:cubicBezTo>
                        <a:pt x="2576" y="1"/>
                        <a:pt x="1698" y="550"/>
                        <a:pt x="1413" y="862"/>
                      </a:cubicBezTo>
                      <a:cubicBezTo>
                        <a:pt x="1101" y="1169"/>
                        <a:pt x="43" y="1983"/>
                        <a:pt x="43" y="1983"/>
                      </a:cubicBezTo>
                      <a:lnTo>
                        <a:pt x="1" y="3701"/>
                      </a:lnTo>
                      <a:cubicBezTo>
                        <a:pt x="1" y="3701"/>
                        <a:pt x="3681" y="1454"/>
                        <a:pt x="2576" y="1"/>
                      </a:cubicBezTo>
                      <a:close/>
                    </a:path>
                  </a:pathLst>
                </a:custGeom>
                <a:solidFill>
                  <a:srgbClr val="80FF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52"/>
                <p:cNvSpPr/>
                <p:nvPr/>
              </p:nvSpPr>
              <p:spPr>
                <a:xfrm>
                  <a:off x="-700616" y="1493158"/>
                  <a:ext cx="600868" cy="604277"/>
                </a:xfrm>
                <a:custGeom>
                  <a:avLst/>
                  <a:gdLst/>
                  <a:ahLst/>
                  <a:cxnLst/>
                  <a:rect l="l" t="t" r="r" b="b"/>
                  <a:pathLst>
                    <a:path w="3681" h="3702" extrusionOk="0">
                      <a:moveTo>
                        <a:pt x="2576" y="1"/>
                      </a:moveTo>
                      <a:cubicBezTo>
                        <a:pt x="2576" y="1"/>
                        <a:pt x="1698" y="550"/>
                        <a:pt x="1413" y="862"/>
                      </a:cubicBezTo>
                      <a:cubicBezTo>
                        <a:pt x="1101" y="1169"/>
                        <a:pt x="43" y="1983"/>
                        <a:pt x="43" y="1983"/>
                      </a:cubicBezTo>
                      <a:lnTo>
                        <a:pt x="1" y="3701"/>
                      </a:lnTo>
                      <a:cubicBezTo>
                        <a:pt x="1" y="3701"/>
                        <a:pt x="3681" y="1454"/>
                        <a:pt x="25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52"/>
                <p:cNvSpPr/>
                <p:nvPr/>
              </p:nvSpPr>
              <p:spPr>
                <a:xfrm>
                  <a:off x="-509788" y="1086868"/>
                  <a:ext cx="510109" cy="442680"/>
                </a:xfrm>
                <a:custGeom>
                  <a:avLst/>
                  <a:gdLst/>
                  <a:ahLst/>
                  <a:cxnLst/>
                  <a:rect l="l" t="t" r="r" b="b"/>
                  <a:pathLst>
                    <a:path w="3125" h="2712" extrusionOk="0">
                      <a:moveTo>
                        <a:pt x="1153" y="0"/>
                      </a:moveTo>
                      <a:cubicBezTo>
                        <a:pt x="752" y="0"/>
                        <a:pt x="360" y="187"/>
                        <a:pt x="154" y="443"/>
                      </a:cubicBezTo>
                      <a:cubicBezTo>
                        <a:pt x="0" y="639"/>
                        <a:pt x="22" y="1104"/>
                        <a:pt x="85" y="1237"/>
                      </a:cubicBezTo>
                      <a:lnTo>
                        <a:pt x="926" y="2690"/>
                      </a:lnTo>
                      <a:lnTo>
                        <a:pt x="2226" y="2690"/>
                      </a:lnTo>
                      <a:lnTo>
                        <a:pt x="2247" y="2426"/>
                      </a:lnTo>
                      <a:lnTo>
                        <a:pt x="2443" y="2712"/>
                      </a:lnTo>
                      <a:lnTo>
                        <a:pt x="3125" y="2622"/>
                      </a:lnTo>
                      <a:cubicBezTo>
                        <a:pt x="3083" y="2357"/>
                        <a:pt x="2839" y="2246"/>
                        <a:pt x="2665" y="2051"/>
                      </a:cubicBezTo>
                      <a:cubicBezTo>
                        <a:pt x="2491" y="1829"/>
                        <a:pt x="2707" y="1765"/>
                        <a:pt x="2776" y="1543"/>
                      </a:cubicBezTo>
                      <a:cubicBezTo>
                        <a:pt x="2839" y="1300"/>
                        <a:pt x="2554" y="1215"/>
                        <a:pt x="2464" y="1057"/>
                      </a:cubicBezTo>
                      <a:cubicBezTo>
                        <a:pt x="2358" y="903"/>
                        <a:pt x="2332" y="660"/>
                        <a:pt x="2226" y="486"/>
                      </a:cubicBezTo>
                      <a:cubicBezTo>
                        <a:pt x="2046" y="221"/>
                        <a:pt x="1608" y="89"/>
                        <a:pt x="1608" y="89"/>
                      </a:cubicBezTo>
                      <a:cubicBezTo>
                        <a:pt x="1461" y="28"/>
                        <a:pt x="1306" y="0"/>
                        <a:pt x="11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52"/>
                <p:cNvSpPr/>
                <p:nvPr/>
              </p:nvSpPr>
              <p:spPr>
                <a:xfrm>
                  <a:off x="-305249" y="953832"/>
                  <a:ext cx="169275" cy="165842"/>
                </a:xfrm>
                <a:custGeom>
                  <a:avLst/>
                  <a:gdLst/>
                  <a:ahLst/>
                  <a:cxnLst/>
                  <a:rect l="l" t="t" r="r" b="b"/>
                  <a:pathLst>
                    <a:path w="1037" h="1016" extrusionOk="0">
                      <a:moveTo>
                        <a:pt x="508" y="0"/>
                      </a:moveTo>
                      <a:cubicBezTo>
                        <a:pt x="222" y="0"/>
                        <a:pt x="0" y="222"/>
                        <a:pt x="0" y="508"/>
                      </a:cubicBezTo>
                      <a:cubicBezTo>
                        <a:pt x="0" y="793"/>
                        <a:pt x="222" y="1015"/>
                        <a:pt x="508" y="1015"/>
                      </a:cubicBezTo>
                      <a:cubicBezTo>
                        <a:pt x="793" y="1015"/>
                        <a:pt x="1037" y="793"/>
                        <a:pt x="1037" y="508"/>
                      </a:cubicBezTo>
                      <a:cubicBezTo>
                        <a:pt x="1037" y="222"/>
                        <a:pt x="793" y="0"/>
                        <a:pt x="5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52"/>
                <p:cNvSpPr/>
                <p:nvPr/>
              </p:nvSpPr>
              <p:spPr>
                <a:xfrm>
                  <a:off x="-502932" y="1162609"/>
                  <a:ext cx="334958" cy="500790"/>
                </a:xfrm>
                <a:custGeom>
                  <a:avLst/>
                  <a:gdLst/>
                  <a:ahLst/>
                  <a:cxnLst/>
                  <a:rect l="l" t="t" r="r" b="b"/>
                  <a:pathLst>
                    <a:path w="2052" h="3068" extrusionOk="0">
                      <a:moveTo>
                        <a:pt x="487" y="1"/>
                      </a:moveTo>
                      <a:cubicBezTo>
                        <a:pt x="487" y="43"/>
                        <a:pt x="223" y="133"/>
                        <a:pt x="1" y="773"/>
                      </a:cubicBezTo>
                      <a:cubicBezTo>
                        <a:pt x="39" y="1520"/>
                        <a:pt x="360" y="1793"/>
                        <a:pt x="571" y="1793"/>
                      </a:cubicBezTo>
                      <a:cubicBezTo>
                        <a:pt x="596" y="1793"/>
                        <a:pt x="619" y="1790"/>
                        <a:pt x="640" y="1782"/>
                      </a:cubicBezTo>
                      <a:cubicBezTo>
                        <a:pt x="645" y="1780"/>
                        <a:pt x="649" y="1779"/>
                        <a:pt x="653" y="1779"/>
                      </a:cubicBezTo>
                      <a:cubicBezTo>
                        <a:pt x="765" y="1779"/>
                        <a:pt x="656" y="2612"/>
                        <a:pt x="508" y="2887"/>
                      </a:cubicBezTo>
                      <a:cubicBezTo>
                        <a:pt x="551" y="3017"/>
                        <a:pt x="649" y="3067"/>
                        <a:pt x="776" y="3067"/>
                      </a:cubicBezTo>
                      <a:cubicBezTo>
                        <a:pt x="1034" y="3067"/>
                        <a:pt x="1412" y="2858"/>
                        <a:pt x="1689" y="2678"/>
                      </a:cubicBezTo>
                      <a:lnTo>
                        <a:pt x="1689" y="2678"/>
                      </a:lnTo>
                      <a:cubicBezTo>
                        <a:pt x="1697" y="2680"/>
                        <a:pt x="1706" y="2681"/>
                        <a:pt x="1714" y="2681"/>
                      </a:cubicBezTo>
                      <a:cubicBezTo>
                        <a:pt x="1853" y="2681"/>
                        <a:pt x="2052" y="2422"/>
                        <a:pt x="2052" y="2422"/>
                      </a:cubicBezTo>
                      <a:lnTo>
                        <a:pt x="2052" y="2422"/>
                      </a:lnTo>
                      <a:cubicBezTo>
                        <a:pt x="2052" y="2422"/>
                        <a:pt x="1899" y="2542"/>
                        <a:pt x="1689" y="2678"/>
                      </a:cubicBezTo>
                      <a:lnTo>
                        <a:pt x="1689" y="2678"/>
                      </a:lnTo>
                      <a:cubicBezTo>
                        <a:pt x="1638" y="2665"/>
                        <a:pt x="1598" y="2606"/>
                        <a:pt x="1587" y="2470"/>
                      </a:cubicBezTo>
                      <a:cubicBezTo>
                        <a:pt x="1566" y="2248"/>
                        <a:pt x="1391" y="1677"/>
                        <a:pt x="1523" y="1386"/>
                      </a:cubicBezTo>
                      <a:cubicBezTo>
                        <a:pt x="1544" y="1365"/>
                        <a:pt x="1655" y="1301"/>
                        <a:pt x="1677" y="1280"/>
                      </a:cubicBezTo>
                      <a:cubicBezTo>
                        <a:pt x="1788" y="1232"/>
                        <a:pt x="1941" y="1058"/>
                        <a:pt x="1851" y="857"/>
                      </a:cubicBezTo>
                      <a:cubicBezTo>
                        <a:pt x="1807" y="760"/>
                        <a:pt x="1742" y="734"/>
                        <a:pt x="1680" y="734"/>
                      </a:cubicBezTo>
                      <a:cubicBezTo>
                        <a:pt x="1616" y="734"/>
                        <a:pt x="1555" y="762"/>
                        <a:pt x="1523" y="773"/>
                      </a:cubicBezTo>
                      <a:cubicBezTo>
                        <a:pt x="1499" y="773"/>
                        <a:pt x="1441" y="907"/>
                        <a:pt x="1417" y="907"/>
                      </a:cubicBezTo>
                      <a:cubicBezTo>
                        <a:pt x="1415" y="907"/>
                        <a:pt x="1414" y="906"/>
                        <a:pt x="1412" y="905"/>
                      </a:cubicBezTo>
                      <a:cubicBezTo>
                        <a:pt x="773" y="725"/>
                        <a:pt x="508" y="439"/>
                        <a:pt x="487" y="1"/>
                      </a:cubicBezTo>
                      <a:close/>
                    </a:path>
                  </a:pathLst>
                </a:custGeom>
                <a:solidFill>
                  <a:srgbClr val="8039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52"/>
                <p:cNvSpPr/>
                <p:nvPr/>
              </p:nvSpPr>
              <p:spPr>
                <a:xfrm>
                  <a:off x="-395031" y="1424273"/>
                  <a:ext cx="87331" cy="52560"/>
                </a:xfrm>
                <a:custGeom>
                  <a:avLst/>
                  <a:gdLst/>
                  <a:ahLst/>
                  <a:cxnLst/>
                  <a:rect l="l" t="t" r="r" b="b"/>
                  <a:pathLst>
                    <a:path w="535" h="322" extrusionOk="0">
                      <a:moveTo>
                        <a:pt x="458" y="1"/>
                      </a:moveTo>
                      <a:cubicBezTo>
                        <a:pt x="453" y="1"/>
                        <a:pt x="447" y="2"/>
                        <a:pt x="439" y="5"/>
                      </a:cubicBezTo>
                      <a:cubicBezTo>
                        <a:pt x="265" y="74"/>
                        <a:pt x="1" y="158"/>
                        <a:pt x="1" y="158"/>
                      </a:cubicBezTo>
                      <a:cubicBezTo>
                        <a:pt x="52" y="278"/>
                        <a:pt x="117" y="322"/>
                        <a:pt x="182" y="322"/>
                      </a:cubicBezTo>
                      <a:cubicBezTo>
                        <a:pt x="357" y="322"/>
                        <a:pt x="534" y="1"/>
                        <a:pt x="4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52"/>
                <p:cNvSpPr/>
                <p:nvPr/>
              </p:nvSpPr>
              <p:spPr>
                <a:xfrm>
                  <a:off x="-499504" y="4100339"/>
                  <a:ext cx="162419" cy="225094"/>
                </a:xfrm>
                <a:custGeom>
                  <a:avLst/>
                  <a:gdLst/>
                  <a:ahLst/>
                  <a:cxnLst/>
                  <a:rect l="l" t="t" r="r" b="b"/>
                  <a:pathLst>
                    <a:path w="995" h="1379" extrusionOk="0">
                      <a:moveTo>
                        <a:pt x="1" y="0"/>
                      </a:moveTo>
                      <a:lnTo>
                        <a:pt x="70" y="968"/>
                      </a:lnTo>
                      <a:cubicBezTo>
                        <a:pt x="70" y="968"/>
                        <a:pt x="265" y="1079"/>
                        <a:pt x="466" y="1322"/>
                      </a:cubicBezTo>
                      <a:cubicBezTo>
                        <a:pt x="498" y="1362"/>
                        <a:pt x="530" y="1379"/>
                        <a:pt x="562" y="1379"/>
                      </a:cubicBezTo>
                      <a:cubicBezTo>
                        <a:pt x="722" y="1379"/>
                        <a:pt x="863" y="947"/>
                        <a:pt x="863" y="947"/>
                      </a:cubicBezTo>
                      <a:lnTo>
                        <a:pt x="995" y="22"/>
                      </a:lnTo>
                      <a:lnTo>
                        <a:pt x="1" y="0"/>
                      </a:lnTo>
                      <a:close/>
                    </a:path>
                  </a:pathLst>
                </a:custGeom>
                <a:solidFill>
                  <a:srgbClr val="8039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52"/>
                <p:cNvSpPr/>
                <p:nvPr/>
              </p:nvSpPr>
              <p:spPr>
                <a:xfrm>
                  <a:off x="166025" y="4093483"/>
                  <a:ext cx="136464" cy="179553"/>
                </a:xfrm>
                <a:custGeom>
                  <a:avLst/>
                  <a:gdLst/>
                  <a:ahLst/>
                  <a:cxnLst/>
                  <a:rect l="l" t="t" r="r" b="b"/>
                  <a:pathLst>
                    <a:path w="836" h="1100" extrusionOk="0">
                      <a:moveTo>
                        <a:pt x="0" y="0"/>
                      </a:moveTo>
                      <a:lnTo>
                        <a:pt x="286" y="925"/>
                      </a:lnTo>
                      <a:cubicBezTo>
                        <a:pt x="286" y="925"/>
                        <a:pt x="508" y="1100"/>
                        <a:pt x="598" y="1100"/>
                      </a:cubicBezTo>
                      <a:cubicBezTo>
                        <a:pt x="730" y="1100"/>
                        <a:pt x="814" y="857"/>
                        <a:pt x="814" y="857"/>
                      </a:cubicBezTo>
                      <a:lnTo>
                        <a:pt x="835" y="0"/>
                      </a:lnTo>
                      <a:close/>
                    </a:path>
                  </a:pathLst>
                </a:custGeom>
                <a:solidFill>
                  <a:srgbClr val="8039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52"/>
                <p:cNvSpPr/>
                <p:nvPr/>
              </p:nvSpPr>
              <p:spPr>
                <a:xfrm>
                  <a:off x="-632381" y="4229783"/>
                  <a:ext cx="291864" cy="144295"/>
                </a:xfrm>
                <a:custGeom>
                  <a:avLst/>
                  <a:gdLst/>
                  <a:ahLst/>
                  <a:cxnLst/>
                  <a:rect l="l" t="t" r="r" b="b"/>
                  <a:pathLst>
                    <a:path w="1788" h="884" extrusionOk="0">
                      <a:moveTo>
                        <a:pt x="1677" y="0"/>
                      </a:moveTo>
                      <a:cubicBezTo>
                        <a:pt x="1655" y="0"/>
                        <a:pt x="1629" y="22"/>
                        <a:pt x="1608" y="22"/>
                      </a:cubicBezTo>
                      <a:cubicBezTo>
                        <a:pt x="1550" y="103"/>
                        <a:pt x="1328" y="293"/>
                        <a:pt x="1189" y="293"/>
                      </a:cubicBezTo>
                      <a:cubicBezTo>
                        <a:pt x="1174" y="293"/>
                        <a:pt x="1160" y="290"/>
                        <a:pt x="1148" y="286"/>
                      </a:cubicBezTo>
                      <a:cubicBezTo>
                        <a:pt x="1058" y="244"/>
                        <a:pt x="947" y="201"/>
                        <a:pt x="926" y="175"/>
                      </a:cubicBezTo>
                      <a:cubicBezTo>
                        <a:pt x="905" y="154"/>
                        <a:pt x="862" y="154"/>
                        <a:pt x="815" y="154"/>
                      </a:cubicBezTo>
                      <a:lnTo>
                        <a:pt x="43" y="794"/>
                      </a:lnTo>
                      <a:cubicBezTo>
                        <a:pt x="1" y="815"/>
                        <a:pt x="43" y="883"/>
                        <a:pt x="91" y="883"/>
                      </a:cubicBezTo>
                      <a:lnTo>
                        <a:pt x="1232" y="883"/>
                      </a:lnTo>
                      <a:cubicBezTo>
                        <a:pt x="1259" y="883"/>
                        <a:pt x="1301" y="862"/>
                        <a:pt x="1301" y="862"/>
                      </a:cubicBezTo>
                      <a:lnTo>
                        <a:pt x="1391" y="682"/>
                      </a:lnTo>
                      <a:cubicBezTo>
                        <a:pt x="1403" y="648"/>
                        <a:pt x="1421" y="632"/>
                        <a:pt x="1435" y="632"/>
                      </a:cubicBezTo>
                      <a:cubicBezTo>
                        <a:pt x="1446" y="632"/>
                        <a:pt x="1455" y="642"/>
                        <a:pt x="1455" y="661"/>
                      </a:cubicBezTo>
                      <a:lnTo>
                        <a:pt x="1497" y="836"/>
                      </a:lnTo>
                      <a:cubicBezTo>
                        <a:pt x="1497" y="849"/>
                        <a:pt x="1563" y="856"/>
                        <a:pt x="1629" y="856"/>
                      </a:cubicBezTo>
                      <a:cubicBezTo>
                        <a:pt x="1695" y="856"/>
                        <a:pt x="1761" y="849"/>
                        <a:pt x="1761" y="836"/>
                      </a:cubicBezTo>
                      <a:cubicBezTo>
                        <a:pt x="1788" y="682"/>
                        <a:pt x="1761" y="201"/>
                        <a:pt x="1719" y="43"/>
                      </a:cubicBezTo>
                      <a:cubicBezTo>
                        <a:pt x="1719" y="22"/>
                        <a:pt x="1698" y="22"/>
                        <a:pt x="16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52"/>
                <p:cNvSpPr/>
                <p:nvPr/>
              </p:nvSpPr>
              <p:spPr>
                <a:xfrm>
                  <a:off x="191000" y="4226356"/>
                  <a:ext cx="187394" cy="194244"/>
                </a:xfrm>
                <a:custGeom>
                  <a:avLst/>
                  <a:gdLst/>
                  <a:ahLst/>
                  <a:cxnLst/>
                  <a:rect l="l" t="t" r="r" b="b"/>
                  <a:pathLst>
                    <a:path w="1148" h="1190" extrusionOk="0">
                      <a:moveTo>
                        <a:pt x="640" y="0"/>
                      </a:moveTo>
                      <a:lnTo>
                        <a:pt x="550" y="175"/>
                      </a:lnTo>
                      <a:cubicBezTo>
                        <a:pt x="527" y="212"/>
                        <a:pt x="477" y="229"/>
                        <a:pt x="426" y="229"/>
                      </a:cubicBezTo>
                      <a:cubicBezTo>
                        <a:pt x="384" y="229"/>
                        <a:pt x="341" y="218"/>
                        <a:pt x="312" y="196"/>
                      </a:cubicBezTo>
                      <a:lnTo>
                        <a:pt x="133" y="43"/>
                      </a:lnTo>
                      <a:lnTo>
                        <a:pt x="111" y="43"/>
                      </a:lnTo>
                      <a:lnTo>
                        <a:pt x="0" y="793"/>
                      </a:lnTo>
                      <a:cubicBezTo>
                        <a:pt x="0" y="857"/>
                        <a:pt x="69" y="926"/>
                        <a:pt x="180" y="968"/>
                      </a:cubicBezTo>
                      <a:cubicBezTo>
                        <a:pt x="312" y="1037"/>
                        <a:pt x="550" y="1190"/>
                        <a:pt x="709" y="1190"/>
                      </a:cubicBezTo>
                      <a:cubicBezTo>
                        <a:pt x="793" y="1190"/>
                        <a:pt x="904" y="1037"/>
                        <a:pt x="1037" y="947"/>
                      </a:cubicBezTo>
                      <a:cubicBezTo>
                        <a:pt x="1127" y="904"/>
                        <a:pt x="1148" y="815"/>
                        <a:pt x="1105" y="751"/>
                      </a:cubicBezTo>
                      <a:lnTo>
                        <a:pt x="6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52"/>
                <p:cNvSpPr/>
                <p:nvPr/>
              </p:nvSpPr>
              <p:spPr>
                <a:xfrm>
                  <a:off x="-704044" y="2075252"/>
                  <a:ext cx="1024626" cy="2081346"/>
                </a:xfrm>
                <a:custGeom>
                  <a:avLst/>
                  <a:gdLst/>
                  <a:ahLst/>
                  <a:cxnLst/>
                  <a:rect l="l" t="t" r="r" b="b"/>
                  <a:pathLst>
                    <a:path w="6277" h="12751" extrusionOk="0">
                      <a:moveTo>
                        <a:pt x="3333" y="0"/>
                      </a:moveTo>
                      <a:cubicBezTo>
                        <a:pt x="2703" y="0"/>
                        <a:pt x="2177" y="80"/>
                        <a:pt x="1539" y="157"/>
                      </a:cubicBezTo>
                      <a:cubicBezTo>
                        <a:pt x="1" y="2694"/>
                        <a:pt x="1058" y="10646"/>
                        <a:pt x="1254" y="12713"/>
                      </a:cubicBezTo>
                      <a:cubicBezTo>
                        <a:pt x="1361" y="12729"/>
                        <a:pt x="1641" y="12750"/>
                        <a:pt x="1881" y="12750"/>
                      </a:cubicBezTo>
                      <a:cubicBezTo>
                        <a:pt x="2043" y="12750"/>
                        <a:pt x="2186" y="12741"/>
                        <a:pt x="2248" y="12713"/>
                      </a:cubicBezTo>
                      <a:cubicBezTo>
                        <a:pt x="2248" y="9388"/>
                        <a:pt x="2623" y="4941"/>
                        <a:pt x="2465" y="3725"/>
                      </a:cubicBezTo>
                      <a:cubicBezTo>
                        <a:pt x="2453" y="3630"/>
                        <a:pt x="2527" y="3580"/>
                        <a:pt x="2604" y="3580"/>
                      </a:cubicBezTo>
                      <a:cubicBezTo>
                        <a:pt x="2668" y="3580"/>
                        <a:pt x="2734" y="3614"/>
                        <a:pt x="2755" y="3683"/>
                      </a:cubicBezTo>
                      <a:cubicBezTo>
                        <a:pt x="2993" y="4740"/>
                        <a:pt x="4759" y="10910"/>
                        <a:pt x="5351" y="12581"/>
                      </a:cubicBezTo>
                      <a:cubicBezTo>
                        <a:pt x="5456" y="12581"/>
                        <a:pt x="5647" y="12597"/>
                        <a:pt x="5850" y="12597"/>
                      </a:cubicBezTo>
                      <a:cubicBezTo>
                        <a:pt x="5996" y="12597"/>
                        <a:pt x="6148" y="12589"/>
                        <a:pt x="6276" y="12560"/>
                      </a:cubicBezTo>
                      <a:cubicBezTo>
                        <a:pt x="6144" y="10889"/>
                        <a:pt x="4801" y="3022"/>
                        <a:pt x="4558" y="2097"/>
                      </a:cubicBezTo>
                      <a:cubicBezTo>
                        <a:pt x="4363" y="1304"/>
                        <a:pt x="3897" y="622"/>
                        <a:pt x="3548" y="3"/>
                      </a:cubicBezTo>
                      <a:cubicBezTo>
                        <a:pt x="3475" y="1"/>
                        <a:pt x="3403" y="0"/>
                        <a:pt x="33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52"/>
                <p:cNvSpPr/>
                <p:nvPr/>
              </p:nvSpPr>
              <p:spPr>
                <a:xfrm>
                  <a:off x="-542599" y="2115408"/>
                  <a:ext cx="122753" cy="2024705"/>
                </a:xfrm>
                <a:custGeom>
                  <a:avLst/>
                  <a:gdLst/>
                  <a:ahLst/>
                  <a:cxnLst/>
                  <a:rect l="l" t="t" r="r" b="b"/>
                  <a:pathLst>
                    <a:path w="752" h="12404" extrusionOk="0">
                      <a:moveTo>
                        <a:pt x="730" y="0"/>
                      </a:moveTo>
                      <a:cubicBezTo>
                        <a:pt x="730" y="0"/>
                        <a:pt x="0" y="1740"/>
                        <a:pt x="0" y="3923"/>
                      </a:cubicBezTo>
                      <a:cubicBezTo>
                        <a:pt x="0" y="6123"/>
                        <a:pt x="598" y="12404"/>
                        <a:pt x="598" y="12404"/>
                      </a:cubicBezTo>
                      <a:lnTo>
                        <a:pt x="619" y="12382"/>
                      </a:lnTo>
                      <a:cubicBezTo>
                        <a:pt x="619" y="12382"/>
                        <a:pt x="619" y="12293"/>
                        <a:pt x="598" y="12118"/>
                      </a:cubicBezTo>
                      <a:cubicBezTo>
                        <a:pt x="487" y="10881"/>
                        <a:pt x="22" y="5837"/>
                        <a:pt x="22" y="3923"/>
                      </a:cubicBezTo>
                      <a:cubicBezTo>
                        <a:pt x="22" y="2845"/>
                        <a:pt x="223" y="1851"/>
                        <a:pt x="397" y="1148"/>
                      </a:cubicBezTo>
                      <a:cubicBezTo>
                        <a:pt x="487" y="793"/>
                        <a:pt x="577" y="508"/>
                        <a:pt x="640" y="307"/>
                      </a:cubicBezTo>
                      <a:cubicBezTo>
                        <a:pt x="661" y="222"/>
                        <a:pt x="709" y="154"/>
                        <a:pt x="730" y="90"/>
                      </a:cubicBezTo>
                      <a:cubicBezTo>
                        <a:pt x="730" y="43"/>
                        <a:pt x="751" y="22"/>
                        <a:pt x="751" y="22"/>
                      </a:cubicBezTo>
                      <a:lnTo>
                        <a:pt x="7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52"/>
                <p:cNvSpPr/>
                <p:nvPr/>
              </p:nvSpPr>
              <p:spPr>
                <a:xfrm>
                  <a:off x="-139560" y="2133527"/>
                  <a:ext cx="395355" cy="1991896"/>
                </a:xfrm>
                <a:custGeom>
                  <a:avLst/>
                  <a:gdLst/>
                  <a:ahLst/>
                  <a:cxnLst/>
                  <a:rect l="l" t="t" r="r" b="b"/>
                  <a:pathLst>
                    <a:path w="2422" h="12203" extrusionOk="0">
                      <a:moveTo>
                        <a:pt x="0" y="0"/>
                      </a:moveTo>
                      <a:lnTo>
                        <a:pt x="2401" y="12203"/>
                      </a:lnTo>
                      <a:lnTo>
                        <a:pt x="2422" y="12203"/>
                      </a:lnTo>
                      <a:lnTo>
                        <a:pt x="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52"/>
                <p:cNvSpPr/>
                <p:nvPr/>
              </p:nvSpPr>
              <p:spPr>
                <a:xfrm>
                  <a:off x="-517624" y="1514705"/>
                  <a:ext cx="525780" cy="636760"/>
                </a:xfrm>
                <a:custGeom>
                  <a:avLst/>
                  <a:gdLst/>
                  <a:ahLst/>
                  <a:cxnLst/>
                  <a:rect l="l" t="t" r="r" b="b"/>
                  <a:pathLst>
                    <a:path w="3221" h="3901" extrusionOk="0">
                      <a:moveTo>
                        <a:pt x="1677" y="1"/>
                      </a:moveTo>
                      <a:cubicBezTo>
                        <a:pt x="1677" y="1"/>
                        <a:pt x="1253" y="288"/>
                        <a:pt x="986" y="288"/>
                      </a:cubicBezTo>
                      <a:cubicBezTo>
                        <a:pt x="974" y="288"/>
                        <a:pt x="963" y="287"/>
                        <a:pt x="952" y="286"/>
                      </a:cubicBezTo>
                      <a:cubicBezTo>
                        <a:pt x="896" y="286"/>
                        <a:pt x="840" y="309"/>
                        <a:pt x="801" y="309"/>
                      </a:cubicBezTo>
                      <a:cubicBezTo>
                        <a:pt x="763" y="309"/>
                        <a:pt x="741" y="288"/>
                        <a:pt x="752" y="202"/>
                      </a:cubicBezTo>
                      <a:lnTo>
                        <a:pt x="752" y="202"/>
                      </a:lnTo>
                      <a:cubicBezTo>
                        <a:pt x="688" y="244"/>
                        <a:pt x="1" y="1851"/>
                        <a:pt x="27" y="2338"/>
                      </a:cubicBezTo>
                      <a:cubicBezTo>
                        <a:pt x="48" y="2845"/>
                        <a:pt x="292" y="3770"/>
                        <a:pt x="292" y="3770"/>
                      </a:cubicBezTo>
                      <a:cubicBezTo>
                        <a:pt x="292" y="3770"/>
                        <a:pt x="422" y="3901"/>
                        <a:pt x="1092" y="3901"/>
                      </a:cubicBezTo>
                      <a:cubicBezTo>
                        <a:pt x="1450" y="3901"/>
                        <a:pt x="1963" y="3863"/>
                        <a:pt x="2692" y="3749"/>
                      </a:cubicBezTo>
                      <a:cubicBezTo>
                        <a:pt x="3221" y="2623"/>
                        <a:pt x="3110" y="926"/>
                        <a:pt x="2428" y="223"/>
                      </a:cubicBezTo>
                      <a:cubicBezTo>
                        <a:pt x="2428" y="223"/>
                        <a:pt x="1851" y="1"/>
                        <a:pt x="167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52"/>
                <p:cNvSpPr/>
                <p:nvPr/>
              </p:nvSpPr>
              <p:spPr>
                <a:xfrm>
                  <a:off x="-6683" y="1453492"/>
                  <a:ext cx="662081" cy="632190"/>
                </a:xfrm>
                <a:custGeom>
                  <a:avLst/>
                  <a:gdLst/>
                  <a:ahLst/>
                  <a:cxnLst/>
                  <a:rect l="l" t="t" r="r" b="b"/>
                  <a:pathLst>
                    <a:path w="4056" h="3873" extrusionOk="0">
                      <a:moveTo>
                        <a:pt x="4035" y="0"/>
                      </a:moveTo>
                      <a:cubicBezTo>
                        <a:pt x="3770" y="111"/>
                        <a:pt x="2845" y="355"/>
                        <a:pt x="2845" y="355"/>
                      </a:cubicBezTo>
                      <a:cubicBezTo>
                        <a:pt x="2845" y="355"/>
                        <a:pt x="1318" y="2227"/>
                        <a:pt x="1281" y="2227"/>
                      </a:cubicBezTo>
                      <a:cubicBezTo>
                        <a:pt x="1280" y="2227"/>
                        <a:pt x="1280" y="2227"/>
                        <a:pt x="1280" y="2226"/>
                      </a:cubicBezTo>
                      <a:lnTo>
                        <a:pt x="598" y="1719"/>
                      </a:lnTo>
                      <a:lnTo>
                        <a:pt x="1" y="2908"/>
                      </a:lnTo>
                      <a:lnTo>
                        <a:pt x="1322" y="3860"/>
                      </a:lnTo>
                      <a:cubicBezTo>
                        <a:pt x="1340" y="3868"/>
                        <a:pt x="1359" y="3872"/>
                        <a:pt x="1378" y="3872"/>
                      </a:cubicBezTo>
                      <a:cubicBezTo>
                        <a:pt x="1917" y="3872"/>
                        <a:pt x="3109" y="793"/>
                        <a:pt x="3109" y="793"/>
                      </a:cubicBezTo>
                      <a:cubicBezTo>
                        <a:pt x="3109" y="793"/>
                        <a:pt x="3638" y="640"/>
                        <a:pt x="3702" y="577"/>
                      </a:cubicBezTo>
                      <a:lnTo>
                        <a:pt x="4056" y="27"/>
                      </a:lnTo>
                      <a:cubicBezTo>
                        <a:pt x="4056" y="0"/>
                        <a:pt x="4056" y="0"/>
                        <a:pt x="4035" y="0"/>
                      </a:cubicBezTo>
                      <a:close/>
                    </a:path>
                  </a:pathLst>
                </a:custGeom>
                <a:solidFill>
                  <a:srgbClr val="8039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52"/>
                <p:cNvSpPr/>
                <p:nvPr/>
              </p:nvSpPr>
              <p:spPr>
                <a:xfrm>
                  <a:off x="-409722" y="1541149"/>
                  <a:ext cx="608540" cy="469939"/>
                </a:xfrm>
                <a:custGeom>
                  <a:avLst/>
                  <a:gdLst/>
                  <a:ahLst/>
                  <a:cxnLst/>
                  <a:rect l="l" t="t" r="r" b="b"/>
                  <a:pathLst>
                    <a:path w="3728" h="2879" extrusionOk="0">
                      <a:moveTo>
                        <a:pt x="1537" y="0"/>
                      </a:moveTo>
                      <a:cubicBezTo>
                        <a:pt x="1413" y="0"/>
                        <a:pt x="1322" y="18"/>
                        <a:pt x="1322" y="18"/>
                      </a:cubicBezTo>
                      <a:cubicBezTo>
                        <a:pt x="1" y="1271"/>
                        <a:pt x="3088" y="2879"/>
                        <a:pt x="3088" y="2879"/>
                      </a:cubicBezTo>
                      <a:lnTo>
                        <a:pt x="3728" y="1668"/>
                      </a:lnTo>
                      <a:cubicBezTo>
                        <a:pt x="3728" y="1668"/>
                        <a:pt x="2359" y="589"/>
                        <a:pt x="2115" y="235"/>
                      </a:cubicBezTo>
                      <a:cubicBezTo>
                        <a:pt x="1974" y="40"/>
                        <a:pt x="1719" y="0"/>
                        <a:pt x="153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52"/>
                <p:cNvSpPr/>
                <p:nvPr/>
              </p:nvSpPr>
              <p:spPr>
                <a:xfrm>
                  <a:off x="457652" y="1437369"/>
                  <a:ext cx="108062" cy="74270"/>
                </a:xfrm>
                <a:custGeom>
                  <a:avLst/>
                  <a:gdLst/>
                  <a:ahLst/>
                  <a:cxnLst/>
                  <a:rect l="l" t="t" r="r" b="b"/>
                  <a:pathLst>
                    <a:path w="662" h="455" extrusionOk="0">
                      <a:moveTo>
                        <a:pt x="641" y="1"/>
                      </a:moveTo>
                      <a:cubicBezTo>
                        <a:pt x="528" y="1"/>
                        <a:pt x="1" y="455"/>
                        <a:pt x="1" y="455"/>
                      </a:cubicBezTo>
                      <a:lnTo>
                        <a:pt x="508" y="322"/>
                      </a:lnTo>
                      <a:cubicBezTo>
                        <a:pt x="508" y="322"/>
                        <a:pt x="662" y="79"/>
                        <a:pt x="662" y="16"/>
                      </a:cubicBezTo>
                      <a:cubicBezTo>
                        <a:pt x="660" y="6"/>
                        <a:pt x="652" y="1"/>
                        <a:pt x="641" y="1"/>
                      </a:cubicBezTo>
                      <a:close/>
                    </a:path>
                  </a:pathLst>
                </a:custGeom>
                <a:solidFill>
                  <a:srgbClr val="8039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52"/>
                <p:cNvSpPr/>
                <p:nvPr/>
              </p:nvSpPr>
              <p:spPr>
                <a:xfrm>
                  <a:off x="-488241" y="2281091"/>
                  <a:ext cx="277173" cy="50275"/>
                </a:xfrm>
                <a:custGeom>
                  <a:avLst/>
                  <a:gdLst/>
                  <a:ahLst/>
                  <a:cxnLst/>
                  <a:rect l="l" t="t" r="r" b="b"/>
                  <a:pathLst>
                    <a:path w="1698" h="308" extrusionOk="0">
                      <a:moveTo>
                        <a:pt x="1" y="1"/>
                      </a:moveTo>
                      <a:lnTo>
                        <a:pt x="85" y="307"/>
                      </a:lnTo>
                      <a:lnTo>
                        <a:pt x="1698" y="307"/>
                      </a:lnTo>
                      <a:lnTo>
                        <a:pt x="169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52"/>
                <p:cNvSpPr/>
                <p:nvPr/>
              </p:nvSpPr>
              <p:spPr>
                <a:xfrm>
                  <a:off x="-1304603" y="1871209"/>
                  <a:ext cx="830376" cy="460145"/>
                </a:xfrm>
                <a:custGeom>
                  <a:avLst/>
                  <a:gdLst/>
                  <a:ahLst/>
                  <a:cxnLst/>
                  <a:rect l="l" t="t" r="r" b="b"/>
                  <a:pathLst>
                    <a:path w="5087" h="2819" extrusionOk="0">
                      <a:moveTo>
                        <a:pt x="0" y="0"/>
                      </a:moveTo>
                      <a:lnTo>
                        <a:pt x="989" y="2818"/>
                      </a:lnTo>
                      <a:lnTo>
                        <a:pt x="5086" y="2818"/>
                      </a:lnTo>
                      <a:lnTo>
                        <a:pt x="409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52"/>
                <p:cNvSpPr/>
                <p:nvPr/>
              </p:nvSpPr>
              <p:spPr>
                <a:xfrm>
                  <a:off x="-927519" y="2072314"/>
                  <a:ext cx="83087" cy="82921"/>
                </a:xfrm>
                <a:custGeom>
                  <a:avLst/>
                  <a:gdLst/>
                  <a:ahLst/>
                  <a:cxnLst/>
                  <a:rect l="l" t="t" r="r" b="b"/>
                  <a:pathLst>
                    <a:path w="509" h="508" extrusionOk="0">
                      <a:moveTo>
                        <a:pt x="244" y="0"/>
                      </a:moveTo>
                      <a:cubicBezTo>
                        <a:pt x="112" y="0"/>
                        <a:pt x="0" y="111"/>
                        <a:pt x="0" y="264"/>
                      </a:cubicBezTo>
                      <a:cubicBezTo>
                        <a:pt x="0" y="397"/>
                        <a:pt x="112" y="508"/>
                        <a:pt x="244" y="508"/>
                      </a:cubicBezTo>
                      <a:cubicBezTo>
                        <a:pt x="397" y="508"/>
                        <a:pt x="508" y="397"/>
                        <a:pt x="508" y="264"/>
                      </a:cubicBezTo>
                      <a:cubicBezTo>
                        <a:pt x="508" y="111"/>
                        <a:pt x="397" y="0"/>
                        <a:pt x="2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52"/>
                <p:cNvSpPr/>
                <p:nvPr/>
              </p:nvSpPr>
              <p:spPr>
                <a:xfrm>
                  <a:off x="-1560073" y="2331204"/>
                  <a:ext cx="1492294" cy="68230"/>
                </a:xfrm>
                <a:custGeom>
                  <a:avLst/>
                  <a:gdLst/>
                  <a:ahLst/>
                  <a:cxnLst/>
                  <a:rect l="l" t="t" r="r" b="b"/>
                  <a:pathLst>
                    <a:path w="9142" h="418" extrusionOk="0">
                      <a:moveTo>
                        <a:pt x="0" y="0"/>
                      </a:moveTo>
                      <a:lnTo>
                        <a:pt x="0" y="418"/>
                      </a:lnTo>
                      <a:lnTo>
                        <a:pt x="9141" y="418"/>
                      </a:lnTo>
                      <a:lnTo>
                        <a:pt x="91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52"/>
                <p:cNvSpPr/>
                <p:nvPr/>
              </p:nvSpPr>
              <p:spPr>
                <a:xfrm>
                  <a:off x="277267" y="576844"/>
                  <a:ext cx="589605" cy="715600"/>
                </a:xfrm>
                <a:custGeom>
                  <a:avLst/>
                  <a:gdLst/>
                  <a:ahLst/>
                  <a:cxnLst/>
                  <a:rect l="l" t="t" r="r" b="b"/>
                  <a:pathLst>
                    <a:path w="3612" h="4384" extrusionOk="0">
                      <a:moveTo>
                        <a:pt x="1809" y="1"/>
                      </a:moveTo>
                      <a:cubicBezTo>
                        <a:pt x="815" y="1"/>
                        <a:pt x="1" y="815"/>
                        <a:pt x="1" y="1804"/>
                      </a:cubicBezTo>
                      <a:cubicBezTo>
                        <a:pt x="1" y="2798"/>
                        <a:pt x="1719" y="4384"/>
                        <a:pt x="1719" y="4384"/>
                      </a:cubicBezTo>
                      <a:cubicBezTo>
                        <a:pt x="1719" y="4384"/>
                        <a:pt x="3612" y="2798"/>
                        <a:pt x="3612" y="1804"/>
                      </a:cubicBezTo>
                      <a:cubicBezTo>
                        <a:pt x="3612" y="815"/>
                        <a:pt x="2797" y="1"/>
                        <a:pt x="18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52"/>
                <p:cNvSpPr/>
                <p:nvPr/>
              </p:nvSpPr>
              <p:spPr>
                <a:xfrm>
                  <a:off x="270335" y="555050"/>
                  <a:ext cx="607724" cy="733719"/>
                </a:xfrm>
                <a:custGeom>
                  <a:avLst/>
                  <a:gdLst/>
                  <a:ahLst/>
                  <a:cxnLst/>
                  <a:rect l="l" t="t" r="r" b="b"/>
                  <a:pathLst>
                    <a:path w="3723" h="4495" extrusionOk="0">
                      <a:moveTo>
                        <a:pt x="1872" y="112"/>
                      </a:moveTo>
                      <a:cubicBezTo>
                        <a:pt x="2359" y="112"/>
                        <a:pt x="2798" y="307"/>
                        <a:pt x="3104" y="614"/>
                      </a:cubicBezTo>
                      <a:cubicBezTo>
                        <a:pt x="3416" y="926"/>
                        <a:pt x="3612" y="1365"/>
                        <a:pt x="3612" y="1851"/>
                      </a:cubicBezTo>
                      <a:cubicBezTo>
                        <a:pt x="3612" y="2094"/>
                        <a:pt x="3501" y="2380"/>
                        <a:pt x="3326" y="2665"/>
                      </a:cubicBezTo>
                      <a:cubicBezTo>
                        <a:pt x="3062" y="3083"/>
                        <a:pt x="2665" y="3501"/>
                        <a:pt x="2338" y="3834"/>
                      </a:cubicBezTo>
                      <a:cubicBezTo>
                        <a:pt x="2179" y="4008"/>
                        <a:pt x="2026" y="4140"/>
                        <a:pt x="1915" y="4230"/>
                      </a:cubicBezTo>
                      <a:cubicBezTo>
                        <a:pt x="1872" y="4272"/>
                        <a:pt x="1830" y="4315"/>
                        <a:pt x="1783" y="4341"/>
                      </a:cubicBezTo>
                      <a:cubicBezTo>
                        <a:pt x="1779" y="4345"/>
                        <a:pt x="1776" y="4348"/>
                        <a:pt x="1772" y="4352"/>
                      </a:cubicBezTo>
                      <a:lnTo>
                        <a:pt x="1772" y="4352"/>
                      </a:lnTo>
                      <a:cubicBezTo>
                        <a:pt x="1668" y="4244"/>
                        <a:pt x="1266" y="3859"/>
                        <a:pt x="884" y="3390"/>
                      </a:cubicBezTo>
                      <a:cubicBezTo>
                        <a:pt x="683" y="3125"/>
                        <a:pt x="487" y="2861"/>
                        <a:pt x="329" y="2597"/>
                      </a:cubicBezTo>
                      <a:cubicBezTo>
                        <a:pt x="196" y="2332"/>
                        <a:pt x="112" y="2068"/>
                        <a:pt x="112" y="1851"/>
                      </a:cubicBezTo>
                      <a:cubicBezTo>
                        <a:pt x="112" y="1365"/>
                        <a:pt x="307" y="926"/>
                        <a:pt x="619" y="614"/>
                      </a:cubicBezTo>
                      <a:cubicBezTo>
                        <a:pt x="947" y="307"/>
                        <a:pt x="1386" y="112"/>
                        <a:pt x="1872" y="112"/>
                      </a:cubicBezTo>
                      <a:close/>
                      <a:moveTo>
                        <a:pt x="1872" y="1"/>
                      </a:moveTo>
                      <a:cubicBezTo>
                        <a:pt x="836" y="1"/>
                        <a:pt x="1" y="836"/>
                        <a:pt x="1" y="1851"/>
                      </a:cubicBezTo>
                      <a:cubicBezTo>
                        <a:pt x="1" y="2115"/>
                        <a:pt x="133" y="2422"/>
                        <a:pt x="286" y="2708"/>
                      </a:cubicBezTo>
                      <a:cubicBezTo>
                        <a:pt x="773" y="3569"/>
                        <a:pt x="1740" y="4447"/>
                        <a:pt x="1740" y="4447"/>
                      </a:cubicBezTo>
                      <a:lnTo>
                        <a:pt x="1783" y="4495"/>
                      </a:lnTo>
                      <a:lnTo>
                        <a:pt x="1809" y="4447"/>
                      </a:lnTo>
                      <a:cubicBezTo>
                        <a:pt x="1809" y="4447"/>
                        <a:pt x="2290" y="4077"/>
                        <a:pt x="2755" y="3548"/>
                      </a:cubicBezTo>
                      <a:cubicBezTo>
                        <a:pt x="2999" y="3284"/>
                        <a:pt x="3236" y="2993"/>
                        <a:pt x="3416" y="2708"/>
                      </a:cubicBezTo>
                      <a:cubicBezTo>
                        <a:pt x="3591" y="2422"/>
                        <a:pt x="3723" y="2115"/>
                        <a:pt x="3723" y="1851"/>
                      </a:cubicBezTo>
                      <a:cubicBezTo>
                        <a:pt x="3723" y="836"/>
                        <a:pt x="2887" y="1"/>
                        <a:pt x="18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52"/>
                <p:cNvSpPr/>
                <p:nvPr/>
              </p:nvSpPr>
              <p:spPr>
                <a:xfrm>
                  <a:off x="453327" y="827815"/>
                  <a:ext cx="237507" cy="359922"/>
                </a:xfrm>
                <a:custGeom>
                  <a:avLst/>
                  <a:gdLst/>
                  <a:ahLst/>
                  <a:cxnLst/>
                  <a:rect l="l" t="t" r="r" b="b"/>
                  <a:pathLst>
                    <a:path w="1455" h="2205" extrusionOk="0">
                      <a:moveTo>
                        <a:pt x="983" y="184"/>
                      </a:moveTo>
                      <a:cubicBezTo>
                        <a:pt x="1005" y="237"/>
                        <a:pt x="1016" y="298"/>
                        <a:pt x="1016" y="355"/>
                      </a:cubicBezTo>
                      <a:cubicBezTo>
                        <a:pt x="1016" y="397"/>
                        <a:pt x="1016" y="444"/>
                        <a:pt x="995" y="466"/>
                      </a:cubicBezTo>
                      <a:cubicBezTo>
                        <a:pt x="995" y="487"/>
                        <a:pt x="995" y="508"/>
                        <a:pt x="973" y="529"/>
                      </a:cubicBezTo>
                      <a:cubicBezTo>
                        <a:pt x="973" y="529"/>
                        <a:pt x="973" y="555"/>
                        <a:pt x="952" y="555"/>
                      </a:cubicBezTo>
                      <a:cubicBezTo>
                        <a:pt x="926" y="508"/>
                        <a:pt x="926" y="444"/>
                        <a:pt x="926" y="397"/>
                      </a:cubicBezTo>
                      <a:cubicBezTo>
                        <a:pt x="926" y="333"/>
                        <a:pt x="926" y="265"/>
                        <a:pt x="973" y="201"/>
                      </a:cubicBezTo>
                      <a:cubicBezTo>
                        <a:pt x="976" y="195"/>
                        <a:pt x="979" y="190"/>
                        <a:pt x="983" y="184"/>
                      </a:cubicBezTo>
                      <a:close/>
                      <a:moveTo>
                        <a:pt x="469" y="263"/>
                      </a:moveTo>
                      <a:cubicBezTo>
                        <a:pt x="515" y="352"/>
                        <a:pt x="541" y="456"/>
                        <a:pt x="556" y="555"/>
                      </a:cubicBezTo>
                      <a:lnTo>
                        <a:pt x="556" y="577"/>
                      </a:lnTo>
                      <a:lnTo>
                        <a:pt x="556" y="598"/>
                      </a:lnTo>
                      <a:cubicBezTo>
                        <a:pt x="556" y="619"/>
                        <a:pt x="529" y="619"/>
                        <a:pt x="529" y="619"/>
                      </a:cubicBezTo>
                      <a:cubicBezTo>
                        <a:pt x="508" y="619"/>
                        <a:pt x="487" y="619"/>
                        <a:pt x="487" y="598"/>
                      </a:cubicBezTo>
                      <a:cubicBezTo>
                        <a:pt x="466" y="577"/>
                        <a:pt x="466" y="555"/>
                        <a:pt x="445" y="508"/>
                      </a:cubicBezTo>
                      <a:lnTo>
                        <a:pt x="445" y="423"/>
                      </a:lnTo>
                      <a:cubicBezTo>
                        <a:pt x="445" y="372"/>
                        <a:pt x="452" y="315"/>
                        <a:pt x="469" y="263"/>
                      </a:cubicBezTo>
                      <a:close/>
                      <a:moveTo>
                        <a:pt x="773" y="0"/>
                      </a:moveTo>
                      <a:cubicBezTo>
                        <a:pt x="662" y="0"/>
                        <a:pt x="577" y="48"/>
                        <a:pt x="508" y="132"/>
                      </a:cubicBezTo>
                      <a:cubicBezTo>
                        <a:pt x="491" y="156"/>
                        <a:pt x="477" y="182"/>
                        <a:pt x="466" y="208"/>
                      </a:cubicBezTo>
                      <a:lnTo>
                        <a:pt x="466" y="208"/>
                      </a:lnTo>
                      <a:cubicBezTo>
                        <a:pt x="428" y="150"/>
                        <a:pt x="377" y="102"/>
                        <a:pt x="313" y="69"/>
                      </a:cubicBezTo>
                      <a:cubicBezTo>
                        <a:pt x="291" y="48"/>
                        <a:pt x="244" y="48"/>
                        <a:pt x="223" y="48"/>
                      </a:cubicBezTo>
                      <a:lnTo>
                        <a:pt x="180" y="48"/>
                      </a:lnTo>
                      <a:cubicBezTo>
                        <a:pt x="91" y="69"/>
                        <a:pt x="27" y="132"/>
                        <a:pt x="27" y="222"/>
                      </a:cubicBezTo>
                      <a:cubicBezTo>
                        <a:pt x="1" y="243"/>
                        <a:pt x="1" y="291"/>
                        <a:pt x="1" y="312"/>
                      </a:cubicBezTo>
                      <a:cubicBezTo>
                        <a:pt x="1" y="376"/>
                        <a:pt x="1" y="423"/>
                        <a:pt x="27" y="466"/>
                      </a:cubicBezTo>
                      <a:cubicBezTo>
                        <a:pt x="112" y="973"/>
                        <a:pt x="223" y="1481"/>
                        <a:pt x="355" y="1983"/>
                      </a:cubicBezTo>
                      <a:lnTo>
                        <a:pt x="376" y="1962"/>
                      </a:lnTo>
                      <a:cubicBezTo>
                        <a:pt x="244" y="1481"/>
                        <a:pt x="133" y="973"/>
                        <a:pt x="48" y="466"/>
                      </a:cubicBezTo>
                      <a:cubicBezTo>
                        <a:pt x="48" y="423"/>
                        <a:pt x="27" y="355"/>
                        <a:pt x="27" y="312"/>
                      </a:cubicBezTo>
                      <a:cubicBezTo>
                        <a:pt x="27" y="291"/>
                        <a:pt x="27" y="265"/>
                        <a:pt x="48" y="222"/>
                      </a:cubicBezTo>
                      <a:cubicBezTo>
                        <a:pt x="48" y="159"/>
                        <a:pt x="112" y="90"/>
                        <a:pt x="180" y="69"/>
                      </a:cubicBezTo>
                      <a:lnTo>
                        <a:pt x="223" y="69"/>
                      </a:lnTo>
                      <a:cubicBezTo>
                        <a:pt x="244" y="69"/>
                        <a:pt x="291" y="69"/>
                        <a:pt x="313" y="90"/>
                      </a:cubicBezTo>
                      <a:cubicBezTo>
                        <a:pt x="373" y="125"/>
                        <a:pt x="419" y="177"/>
                        <a:pt x="455" y="237"/>
                      </a:cubicBezTo>
                      <a:lnTo>
                        <a:pt x="455" y="237"/>
                      </a:lnTo>
                      <a:cubicBezTo>
                        <a:pt x="432" y="301"/>
                        <a:pt x="424" y="366"/>
                        <a:pt x="424" y="423"/>
                      </a:cubicBezTo>
                      <a:lnTo>
                        <a:pt x="424" y="529"/>
                      </a:lnTo>
                      <a:cubicBezTo>
                        <a:pt x="445" y="555"/>
                        <a:pt x="445" y="598"/>
                        <a:pt x="466" y="619"/>
                      </a:cubicBezTo>
                      <a:cubicBezTo>
                        <a:pt x="487" y="640"/>
                        <a:pt x="508" y="640"/>
                        <a:pt x="529" y="640"/>
                      </a:cubicBezTo>
                      <a:cubicBezTo>
                        <a:pt x="556" y="640"/>
                        <a:pt x="577" y="640"/>
                        <a:pt x="577" y="619"/>
                      </a:cubicBezTo>
                      <a:cubicBezTo>
                        <a:pt x="577" y="598"/>
                        <a:pt x="598" y="598"/>
                        <a:pt x="598" y="577"/>
                      </a:cubicBezTo>
                      <a:lnTo>
                        <a:pt x="577" y="555"/>
                      </a:lnTo>
                      <a:cubicBezTo>
                        <a:pt x="565" y="439"/>
                        <a:pt x="536" y="325"/>
                        <a:pt x="481" y="231"/>
                      </a:cubicBezTo>
                      <a:lnTo>
                        <a:pt x="481" y="231"/>
                      </a:lnTo>
                      <a:cubicBezTo>
                        <a:pt x="493" y="204"/>
                        <a:pt x="509" y="179"/>
                        <a:pt x="529" y="159"/>
                      </a:cubicBezTo>
                      <a:cubicBezTo>
                        <a:pt x="598" y="69"/>
                        <a:pt x="688" y="27"/>
                        <a:pt x="773" y="27"/>
                      </a:cubicBezTo>
                      <a:cubicBezTo>
                        <a:pt x="794" y="27"/>
                        <a:pt x="841" y="48"/>
                        <a:pt x="884" y="69"/>
                      </a:cubicBezTo>
                      <a:cubicBezTo>
                        <a:pt x="921" y="87"/>
                        <a:pt x="950" y="120"/>
                        <a:pt x="972" y="161"/>
                      </a:cubicBezTo>
                      <a:lnTo>
                        <a:pt x="972" y="161"/>
                      </a:lnTo>
                      <a:cubicBezTo>
                        <a:pt x="964" y="174"/>
                        <a:pt x="958" y="187"/>
                        <a:pt x="952" y="201"/>
                      </a:cubicBezTo>
                      <a:cubicBezTo>
                        <a:pt x="905" y="243"/>
                        <a:pt x="905" y="333"/>
                        <a:pt x="905" y="397"/>
                      </a:cubicBezTo>
                      <a:cubicBezTo>
                        <a:pt x="905" y="466"/>
                        <a:pt x="905" y="508"/>
                        <a:pt x="926" y="555"/>
                      </a:cubicBezTo>
                      <a:lnTo>
                        <a:pt x="926" y="577"/>
                      </a:lnTo>
                      <a:lnTo>
                        <a:pt x="952" y="577"/>
                      </a:lnTo>
                      <a:cubicBezTo>
                        <a:pt x="973" y="577"/>
                        <a:pt x="995" y="555"/>
                        <a:pt x="995" y="529"/>
                      </a:cubicBezTo>
                      <a:cubicBezTo>
                        <a:pt x="1016" y="508"/>
                        <a:pt x="1016" y="487"/>
                        <a:pt x="1016" y="487"/>
                      </a:cubicBezTo>
                      <a:cubicBezTo>
                        <a:pt x="1037" y="444"/>
                        <a:pt x="1037" y="397"/>
                        <a:pt x="1037" y="355"/>
                      </a:cubicBezTo>
                      <a:cubicBezTo>
                        <a:pt x="1037" y="293"/>
                        <a:pt x="1024" y="226"/>
                        <a:pt x="994" y="167"/>
                      </a:cubicBezTo>
                      <a:lnTo>
                        <a:pt x="994" y="167"/>
                      </a:lnTo>
                      <a:cubicBezTo>
                        <a:pt x="1045" y="95"/>
                        <a:pt x="1139" y="48"/>
                        <a:pt x="1217" y="48"/>
                      </a:cubicBezTo>
                      <a:cubicBezTo>
                        <a:pt x="1238" y="48"/>
                        <a:pt x="1259" y="48"/>
                        <a:pt x="1280" y="69"/>
                      </a:cubicBezTo>
                      <a:cubicBezTo>
                        <a:pt x="1370" y="90"/>
                        <a:pt x="1412" y="159"/>
                        <a:pt x="1433" y="243"/>
                      </a:cubicBezTo>
                      <a:lnTo>
                        <a:pt x="1433" y="355"/>
                      </a:lnTo>
                      <a:lnTo>
                        <a:pt x="1433" y="487"/>
                      </a:lnTo>
                      <a:cubicBezTo>
                        <a:pt x="1371" y="1044"/>
                        <a:pt x="1198" y="1587"/>
                        <a:pt x="1048" y="2105"/>
                      </a:cubicBezTo>
                      <a:lnTo>
                        <a:pt x="1048" y="2105"/>
                      </a:lnTo>
                      <a:cubicBezTo>
                        <a:pt x="1045" y="2102"/>
                        <a:pt x="1041" y="2098"/>
                        <a:pt x="1037" y="2094"/>
                      </a:cubicBezTo>
                      <a:lnTo>
                        <a:pt x="1016" y="2094"/>
                      </a:lnTo>
                      <a:cubicBezTo>
                        <a:pt x="1016" y="2115"/>
                        <a:pt x="1037" y="2142"/>
                        <a:pt x="1037" y="2163"/>
                      </a:cubicBezTo>
                      <a:lnTo>
                        <a:pt x="1037" y="2205"/>
                      </a:lnTo>
                      <a:lnTo>
                        <a:pt x="1058" y="2163"/>
                      </a:lnTo>
                      <a:cubicBezTo>
                        <a:pt x="1238" y="1613"/>
                        <a:pt x="1391" y="1058"/>
                        <a:pt x="1455" y="487"/>
                      </a:cubicBezTo>
                      <a:lnTo>
                        <a:pt x="1455" y="355"/>
                      </a:lnTo>
                      <a:lnTo>
                        <a:pt x="1455" y="243"/>
                      </a:lnTo>
                      <a:cubicBezTo>
                        <a:pt x="1433" y="159"/>
                        <a:pt x="1391" y="69"/>
                        <a:pt x="1301" y="48"/>
                      </a:cubicBezTo>
                      <a:cubicBezTo>
                        <a:pt x="1280" y="27"/>
                        <a:pt x="1238" y="27"/>
                        <a:pt x="1217" y="27"/>
                      </a:cubicBezTo>
                      <a:cubicBezTo>
                        <a:pt x="1126" y="27"/>
                        <a:pt x="1035" y="69"/>
                        <a:pt x="982" y="145"/>
                      </a:cubicBezTo>
                      <a:lnTo>
                        <a:pt x="982" y="145"/>
                      </a:lnTo>
                      <a:cubicBezTo>
                        <a:pt x="958" y="106"/>
                        <a:pt x="926" y="72"/>
                        <a:pt x="884" y="48"/>
                      </a:cubicBezTo>
                      <a:cubicBezTo>
                        <a:pt x="862" y="27"/>
                        <a:pt x="820" y="0"/>
                        <a:pt x="7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52"/>
                <p:cNvSpPr/>
                <p:nvPr/>
              </p:nvSpPr>
              <p:spPr>
                <a:xfrm>
                  <a:off x="468018" y="1184156"/>
                  <a:ext cx="165847" cy="93368"/>
                </a:xfrm>
                <a:custGeom>
                  <a:avLst/>
                  <a:gdLst/>
                  <a:ahLst/>
                  <a:cxnLst/>
                  <a:rect l="l" t="t" r="r" b="b"/>
                  <a:pathLst>
                    <a:path w="1016" h="572" extrusionOk="0">
                      <a:moveTo>
                        <a:pt x="1" y="1"/>
                      </a:moveTo>
                      <a:lnTo>
                        <a:pt x="1" y="1"/>
                      </a:lnTo>
                      <a:cubicBezTo>
                        <a:pt x="307" y="329"/>
                        <a:pt x="572" y="572"/>
                        <a:pt x="572" y="572"/>
                      </a:cubicBezTo>
                      <a:cubicBezTo>
                        <a:pt x="572" y="572"/>
                        <a:pt x="751" y="418"/>
                        <a:pt x="1016" y="175"/>
                      </a:cubicBezTo>
                      <a:cubicBezTo>
                        <a:pt x="794" y="175"/>
                        <a:pt x="572" y="154"/>
                        <a:pt x="355" y="112"/>
                      </a:cubicBezTo>
                      <a:cubicBezTo>
                        <a:pt x="223" y="91"/>
                        <a:pt x="112" y="43"/>
                        <a:pt x="1" y="1"/>
                      </a:cubicBezTo>
                      <a:close/>
                    </a:path>
                  </a:pathLst>
                </a:custGeom>
                <a:solidFill>
                  <a:srgbClr val="FFD8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52"/>
                <p:cNvSpPr/>
                <p:nvPr/>
              </p:nvSpPr>
              <p:spPr>
                <a:xfrm>
                  <a:off x="406803" y="1144490"/>
                  <a:ext cx="305576" cy="64966"/>
                </a:xfrm>
                <a:custGeom>
                  <a:avLst/>
                  <a:gdLst/>
                  <a:ahLst/>
                  <a:cxnLst/>
                  <a:rect l="l" t="t" r="r" b="b"/>
                  <a:pathLst>
                    <a:path w="1872" h="398" extrusionOk="0">
                      <a:moveTo>
                        <a:pt x="222" y="1"/>
                      </a:moveTo>
                      <a:cubicBezTo>
                        <a:pt x="90" y="1"/>
                        <a:pt x="0" y="90"/>
                        <a:pt x="0" y="202"/>
                      </a:cubicBezTo>
                      <a:cubicBezTo>
                        <a:pt x="0" y="307"/>
                        <a:pt x="90" y="397"/>
                        <a:pt x="222" y="397"/>
                      </a:cubicBezTo>
                      <a:lnTo>
                        <a:pt x="1676" y="397"/>
                      </a:lnTo>
                      <a:cubicBezTo>
                        <a:pt x="1787" y="397"/>
                        <a:pt x="1872" y="307"/>
                        <a:pt x="1872" y="202"/>
                      </a:cubicBezTo>
                      <a:cubicBezTo>
                        <a:pt x="1872" y="90"/>
                        <a:pt x="1787" y="1"/>
                        <a:pt x="16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52"/>
                <p:cNvSpPr/>
                <p:nvPr/>
              </p:nvSpPr>
              <p:spPr>
                <a:xfrm>
                  <a:off x="422714" y="1202275"/>
                  <a:ext cx="273745" cy="158170"/>
                </a:xfrm>
                <a:custGeom>
                  <a:avLst/>
                  <a:gdLst/>
                  <a:ahLst/>
                  <a:cxnLst/>
                  <a:rect l="l" t="t" r="r" b="b"/>
                  <a:pathLst>
                    <a:path w="1677" h="969" extrusionOk="0">
                      <a:moveTo>
                        <a:pt x="0" y="1"/>
                      </a:moveTo>
                      <a:lnTo>
                        <a:pt x="0" y="133"/>
                      </a:lnTo>
                      <a:cubicBezTo>
                        <a:pt x="0" y="593"/>
                        <a:pt x="376" y="968"/>
                        <a:pt x="841" y="968"/>
                      </a:cubicBezTo>
                      <a:cubicBezTo>
                        <a:pt x="1301" y="968"/>
                        <a:pt x="1676" y="593"/>
                        <a:pt x="1676" y="133"/>
                      </a:cubicBezTo>
                      <a:lnTo>
                        <a:pt x="16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52"/>
                <p:cNvSpPr/>
                <p:nvPr/>
              </p:nvSpPr>
              <p:spPr>
                <a:xfrm>
                  <a:off x="-254318" y="1294176"/>
                  <a:ext cx="39013" cy="26606"/>
                </a:xfrm>
                <a:custGeom>
                  <a:avLst/>
                  <a:gdLst/>
                  <a:ahLst/>
                  <a:cxnLst/>
                  <a:rect l="l" t="t" r="r" b="b"/>
                  <a:pathLst>
                    <a:path w="239" h="163" extrusionOk="0">
                      <a:moveTo>
                        <a:pt x="187" y="0"/>
                      </a:moveTo>
                      <a:cubicBezTo>
                        <a:pt x="150" y="0"/>
                        <a:pt x="119" y="15"/>
                        <a:pt x="85" y="30"/>
                      </a:cubicBezTo>
                      <a:cubicBezTo>
                        <a:pt x="43" y="51"/>
                        <a:pt x="0" y="99"/>
                        <a:pt x="0" y="162"/>
                      </a:cubicBezTo>
                      <a:lnTo>
                        <a:pt x="21" y="162"/>
                      </a:lnTo>
                      <a:cubicBezTo>
                        <a:pt x="43" y="120"/>
                        <a:pt x="64" y="78"/>
                        <a:pt x="106" y="51"/>
                      </a:cubicBezTo>
                      <a:cubicBezTo>
                        <a:pt x="119" y="41"/>
                        <a:pt x="136" y="35"/>
                        <a:pt x="156" y="35"/>
                      </a:cubicBezTo>
                      <a:cubicBezTo>
                        <a:pt x="175" y="35"/>
                        <a:pt x="196" y="41"/>
                        <a:pt x="217" y="51"/>
                      </a:cubicBezTo>
                      <a:lnTo>
                        <a:pt x="238" y="9"/>
                      </a:lnTo>
                      <a:cubicBezTo>
                        <a:pt x="220" y="3"/>
                        <a:pt x="203" y="0"/>
                        <a:pt x="1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52"/>
                <p:cNvSpPr/>
                <p:nvPr/>
              </p:nvSpPr>
              <p:spPr>
                <a:xfrm>
                  <a:off x="-452818" y="1381833"/>
                  <a:ext cx="90759" cy="29871"/>
                </a:xfrm>
                <a:custGeom>
                  <a:avLst/>
                  <a:gdLst/>
                  <a:ahLst/>
                  <a:cxnLst/>
                  <a:rect l="l" t="t" r="r" b="b"/>
                  <a:pathLst>
                    <a:path w="556" h="183" extrusionOk="0">
                      <a:moveTo>
                        <a:pt x="0" y="1"/>
                      </a:moveTo>
                      <a:lnTo>
                        <a:pt x="0" y="1"/>
                      </a:lnTo>
                      <a:cubicBezTo>
                        <a:pt x="48" y="90"/>
                        <a:pt x="159" y="175"/>
                        <a:pt x="265" y="175"/>
                      </a:cubicBezTo>
                      <a:cubicBezTo>
                        <a:pt x="285" y="180"/>
                        <a:pt x="306" y="182"/>
                        <a:pt x="327" y="182"/>
                      </a:cubicBezTo>
                      <a:cubicBezTo>
                        <a:pt x="416" y="182"/>
                        <a:pt x="500" y="138"/>
                        <a:pt x="555" y="69"/>
                      </a:cubicBez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26" name="Google Shape;1926;p52"/>
            <p:cNvGrpSpPr/>
            <p:nvPr/>
          </p:nvGrpSpPr>
          <p:grpSpPr>
            <a:xfrm>
              <a:off x="3071765" y="3307025"/>
              <a:ext cx="360758" cy="258297"/>
              <a:chOff x="4992850" y="4345375"/>
              <a:chExt cx="607336" cy="638400"/>
            </a:xfrm>
          </p:grpSpPr>
          <p:sp>
            <p:nvSpPr>
              <p:cNvPr id="1927" name="Google Shape;1927;p52"/>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52"/>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9" name="Google Shape;1929;p52"/>
            <p:cNvGrpSpPr/>
            <p:nvPr/>
          </p:nvGrpSpPr>
          <p:grpSpPr>
            <a:xfrm>
              <a:off x="1815072" y="917396"/>
              <a:ext cx="234196" cy="188409"/>
              <a:chOff x="5151797" y="479071"/>
              <a:chExt cx="234196" cy="188409"/>
            </a:xfrm>
          </p:grpSpPr>
          <p:sp>
            <p:nvSpPr>
              <p:cNvPr id="1930" name="Google Shape;1930;p52"/>
              <p:cNvSpPr/>
              <p:nvPr/>
            </p:nvSpPr>
            <p:spPr>
              <a:xfrm>
                <a:off x="5151797" y="479071"/>
                <a:ext cx="122220" cy="188409"/>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52"/>
              <p:cNvSpPr/>
              <p:nvPr/>
            </p:nvSpPr>
            <p:spPr>
              <a:xfrm>
                <a:off x="5261402" y="479071"/>
                <a:ext cx="124590" cy="188409"/>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2" name="Google Shape;1932;p52"/>
            <p:cNvGrpSpPr/>
            <p:nvPr/>
          </p:nvGrpSpPr>
          <p:grpSpPr>
            <a:xfrm>
              <a:off x="3616829" y="1825222"/>
              <a:ext cx="234788" cy="188409"/>
              <a:chOff x="6428979" y="917397"/>
              <a:chExt cx="234788" cy="188409"/>
            </a:xfrm>
          </p:grpSpPr>
          <p:sp>
            <p:nvSpPr>
              <p:cNvPr id="1933" name="Google Shape;1933;p52"/>
              <p:cNvSpPr/>
              <p:nvPr/>
            </p:nvSpPr>
            <p:spPr>
              <a:xfrm>
                <a:off x="6538500" y="917397"/>
                <a:ext cx="125267" cy="188409"/>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52"/>
              <p:cNvSpPr/>
              <p:nvPr/>
            </p:nvSpPr>
            <p:spPr>
              <a:xfrm>
                <a:off x="6428979" y="917397"/>
                <a:ext cx="122220" cy="188409"/>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5" name="Google Shape;1935;p52"/>
            <p:cNvGrpSpPr/>
            <p:nvPr/>
          </p:nvGrpSpPr>
          <p:grpSpPr>
            <a:xfrm>
              <a:off x="410179" y="2612664"/>
              <a:ext cx="1097920" cy="199693"/>
              <a:chOff x="3539162" y="2822395"/>
              <a:chExt cx="360695" cy="65604"/>
            </a:xfrm>
          </p:grpSpPr>
          <p:sp>
            <p:nvSpPr>
              <p:cNvPr id="1936" name="Google Shape;1936;p52"/>
              <p:cNvSpPr/>
              <p:nvPr/>
            </p:nvSpPr>
            <p:spPr>
              <a:xfrm>
                <a:off x="3610541" y="2831002"/>
                <a:ext cx="23504" cy="36708"/>
              </a:xfrm>
              <a:custGeom>
                <a:avLst/>
                <a:gdLst/>
                <a:ahLst/>
                <a:cxnLst/>
                <a:rect l="l" t="t" r="r" b="b"/>
                <a:pathLst>
                  <a:path w="680" h="1062" extrusionOk="0">
                    <a:moveTo>
                      <a:pt x="57" y="0"/>
                    </a:moveTo>
                    <a:lnTo>
                      <a:pt x="1" y="57"/>
                    </a:lnTo>
                    <a:lnTo>
                      <a:pt x="531" y="616"/>
                    </a:lnTo>
                    <a:lnTo>
                      <a:pt x="1" y="1005"/>
                    </a:lnTo>
                    <a:lnTo>
                      <a:pt x="57" y="1061"/>
                    </a:lnTo>
                    <a:lnTo>
                      <a:pt x="680" y="651"/>
                    </a:lnTo>
                    <a:lnTo>
                      <a:pt x="5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52"/>
              <p:cNvSpPr/>
              <p:nvPr/>
            </p:nvSpPr>
            <p:spPr>
              <a:xfrm>
                <a:off x="3626925" y="2831002"/>
                <a:ext cx="23504" cy="36708"/>
              </a:xfrm>
              <a:custGeom>
                <a:avLst/>
                <a:gdLst/>
                <a:ahLst/>
                <a:cxnLst/>
                <a:rect l="l" t="t" r="r" b="b"/>
                <a:pathLst>
                  <a:path w="680" h="1062" extrusionOk="0">
                    <a:moveTo>
                      <a:pt x="57" y="0"/>
                    </a:moveTo>
                    <a:lnTo>
                      <a:pt x="1" y="57"/>
                    </a:lnTo>
                    <a:lnTo>
                      <a:pt x="531" y="616"/>
                    </a:lnTo>
                    <a:lnTo>
                      <a:pt x="1" y="1005"/>
                    </a:lnTo>
                    <a:lnTo>
                      <a:pt x="57" y="1061"/>
                    </a:lnTo>
                    <a:lnTo>
                      <a:pt x="680" y="651"/>
                    </a:lnTo>
                    <a:lnTo>
                      <a:pt x="5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52"/>
              <p:cNvSpPr/>
              <p:nvPr/>
            </p:nvSpPr>
            <p:spPr>
              <a:xfrm>
                <a:off x="3659452" y="2830000"/>
                <a:ext cx="23504" cy="35740"/>
              </a:xfrm>
              <a:custGeom>
                <a:avLst/>
                <a:gdLst/>
                <a:ahLst/>
                <a:cxnLst/>
                <a:rect l="l" t="t" r="r" b="b"/>
                <a:pathLst>
                  <a:path w="680" h="1034" extrusionOk="0">
                    <a:moveTo>
                      <a:pt x="326" y="86"/>
                    </a:moveTo>
                    <a:cubicBezTo>
                      <a:pt x="475" y="86"/>
                      <a:pt x="588" y="291"/>
                      <a:pt x="588" y="531"/>
                    </a:cubicBezTo>
                    <a:cubicBezTo>
                      <a:pt x="588" y="765"/>
                      <a:pt x="475" y="942"/>
                      <a:pt x="326" y="942"/>
                    </a:cubicBezTo>
                    <a:cubicBezTo>
                      <a:pt x="206" y="942"/>
                      <a:pt x="93" y="765"/>
                      <a:pt x="93" y="531"/>
                    </a:cubicBezTo>
                    <a:cubicBezTo>
                      <a:pt x="93" y="291"/>
                      <a:pt x="206" y="86"/>
                      <a:pt x="326" y="86"/>
                    </a:cubicBezTo>
                    <a:close/>
                    <a:moveTo>
                      <a:pt x="326" y="1"/>
                    </a:moveTo>
                    <a:cubicBezTo>
                      <a:pt x="149" y="1"/>
                      <a:pt x="1" y="234"/>
                      <a:pt x="1" y="531"/>
                    </a:cubicBezTo>
                    <a:cubicBezTo>
                      <a:pt x="1" y="822"/>
                      <a:pt x="149" y="1034"/>
                      <a:pt x="326" y="1034"/>
                    </a:cubicBezTo>
                    <a:cubicBezTo>
                      <a:pt x="531" y="1034"/>
                      <a:pt x="680" y="822"/>
                      <a:pt x="680" y="531"/>
                    </a:cubicBezTo>
                    <a:cubicBezTo>
                      <a:pt x="680" y="234"/>
                      <a:pt x="531" y="1"/>
                      <a:pt x="3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52"/>
              <p:cNvSpPr/>
              <p:nvPr/>
            </p:nvSpPr>
            <p:spPr>
              <a:xfrm>
                <a:off x="3704215" y="2833940"/>
                <a:ext cx="3215" cy="32802"/>
              </a:xfrm>
              <a:custGeom>
                <a:avLst/>
                <a:gdLst/>
                <a:ahLst/>
                <a:cxnLst/>
                <a:rect l="l" t="t" r="r" b="b"/>
                <a:pathLst>
                  <a:path w="93" h="949" extrusionOk="0">
                    <a:moveTo>
                      <a:pt x="0" y="0"/>
                    </a:moveTo>
                    <a:lnTo>
                      <a:pt x="0" y="948"/>
                    </a:lnTo>
                    <a:lnTo>
                      <a:pt x="92" y="948"/>
                    </a:lnTo>
                    <a:lnTo>
                      <a:pt x="9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52"/>
              <p:cNvSpPr/>
              <p:nvPr/>
            </p:nvSpPr>
            <p:spPr>
              <a:xfrm>
                <a:off x="3719596" y="2835150"/>
                <a:ext cx="22536" cy="33528"/>
              </a:xfrm>
              <a:custGeom>
                <a:avLst/>
                <a:gdLst/>
                <a:ahLst/>
                <a:cxnLst/>
                <a:rect l="l" t="t" r="r" b="b"/>
                <a:pathLst>
                  <a:path w="652" h="970" extrusionOk="0">
                    <a:moveTo>
                      <a:pt x="560" y="85"/>
                    </a:moveTo>
                    <a:lnTo>
                      <a:pt x="560" y="885"/>
                    </a:lnTo>
                    <a:lnTo>
                      <a:pt x="86" y="885"/>
                    </a:lnTo>
                    <a:lnTo>
                      <a:pt x="86" y="85"/>
                    </a:lnTo>
                    <a:close/>
                    <a:moveTo>
                      <a:pt x="1" y="0"/>
                    </a:moveTo>
                    <a:lnTo>
                      <a:pt x="1" y="970"/>
                    </a:lnTo>
                    <a:lnTo>
                      <a:pt x="652" y="970"/>
                    </a:lnTo>
                    <a:lnTo>
                      <a:pt x="65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52"/>
              <p:cNvSpPr/>
              <p:nvPr/>
            </p:nvSpPr>
            <p:spPr>
              <a:xfrm>
                <a:off x="3753125" y="2835150"/>
                <a:ext cx="30590" cy="33528"/>
              </a:xfrm>
              <a:custGeom>
                <a:avLst/>
                <a:gdLst/>
                <a:ahLst/>
                <a:cxnLst/>
                <a:rect l="l" t="t" r="r" b="b"/>
                <a:pathLst>
                  <a:path w="885" h="970" extrusionOk="0">
                    <a:moveTo>
                      <a:pt x="800" y="85"/>
                    </a:moveTo>
                    <a:lnTo>
                      <a:pt x="800" y="885"/>
                    </a:lnTo>
                    <a:lnTo>
                      <a:pt x="92" y="885"/>
                    </a:lnTo>
                    <a:lnTo>
                      <a:pt x="92" y="85"/>
                    </a:lnTo>
                    <a:close/>
                    <a:moveTo>
                      <a:pt x="0" y="0"/>
                    </a:moveTo>
                    <a:lnTo>
                      <a:pt x="0" y="970"/>
                    </a:lnTo>
                    <a:lnTo>
                      <a:pt x="884" y="970"/>
                    </a:lnTo>
                    <a:lnTo>
                      <a:pt x="88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52"/>
              <p:cNvSpPr/>
              <p:nvPr/>
            </p:nvSpPr>
            <p:spPr>
              <a:xfrm>
                <a:off x="3793948" y="2835150"/>
                <a:ext cx="34772" cy="33528"/>
              </a:xfrm>
              <a:custGeom>
                <a:avLst/>
                <a:gdLst/>
                <a:ahLst/>
                <a:cxnLst/>
                <a:rect l="l" t="t" r="r" b="b"/>
                <a:pathLst>
                  <a:path w="1006" h="970" extrusionOk="0">
                    <a:moveTo>
                      <a:pt x="913" y="85"/>
                    </a:moveTo>
                    <a:lnTo>
                      <a:pt x="913" y="885"/>
                    </a:lnTo>
                    <a:lnTo>
                      <a:pt x="93" y="885"/>
                    </a:lnTo>
                    <a:lnTo>
                      <a:pt x="93" y="85"/>
                    </a:lnTo>
                    <a:close/>
                    <a:moveTo>
                      <a:pt x="1" y="0"/>
                    </a:moveTo>
                    <a:lnTo>
                      <a:pt x="1" y="970"/>
                    </a:lnTo>
                    <a:lnTo>
                      <a:pt x="1005" y="970"/>
                    </a:lnTo>
                    <a:lnTo>
                      <a:pt x="10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52"/>
              <p:cNvSpPr/>
              <p:nvPr/>
            </p:nvSpPr>
            <p:spPr>
              <a:xfrm>
                <a:off x="3839921" y="2822395"/>
                <a:ext cx="21292" cy="61699"/>
              </a:xfrm>
              <a:custGeom>
                <a:avLst/>
                <a:gdLst/>
                <a:ahLst/>
                <a:cxnLst/>
                <a:rect l="l" t="t" r="r" b="b"/>
                <a:pathLst>
                  <a:path w="616" h="1785" extrusionOk="0">
                    <a:moveTo>
                      <a:pt x="286" y="1"/>
                    </a:moveTo>
                    <a:cubicBezTo>
                      <a:pt x="268" y="1"/>
                      <a:pt x="251" y="5"/>
                      <a:pt x="234" y="16"/>
                    </a:cubicBezTo>
                    <a:lnTo>
                      <a:pt x="262" y="101"/>
                    </a:lnTo>
                    <a:lnTo>
                      <a:pt x="354" y="101"/>
                    </a:lnTo>
                    <a:cubicBezTo>
                      <a:pt x="383" y="157"/>
                      <a:pt x="411" y="221"/>
                      <a:pt x="439" y="278"/>
                    </a:cubicBezTo>
                    <a:cubicBezTo>
                      <a:pt x="439" y="334"/>
                      <a:pt x="411" y="398"/>
                      <a:pt x="411" y="483"/>
                    </a:cubicBezTo>
                    <a:cubicBezTo>
                      <a:pt x="411" y="511"/>
                      <a:pt x="383" y="575"/>
                      <a:pt x="383" y="631"/>
                    </a:cubicBezTo>
                    <a:cubicBezTo>
                      <a:pt x="383" y="723"/>
                      <a:pt x="411" y="836"/>
                      <a:pt x="467" y="900"/>
                    </a:cubicBezTo>
                    <a:cubicBezTo>
                      <a:pt x="439" y="928"/>
                      <a:pt x="411" y="957"/>
                      <a:pt x="411" y="985"/>
                    </a:cubicBezTo>
                    <a:cubicBezTo>
                      <a:pt x="383" y="1077"/>
                      <a:pt x="383" y="1134"/>
                      <a:pt x="383" y="1190"/>
                    </a:cubicBezTo>
                    <a:lnTo>
                      <a:pt x="411" y="1218"/>
                    </a:lnTo>
                    <a:cubicBezTo>
                      <a:pt x="411" y="1367"/>
                      <a:pt x="411" y="1487"/>
                      <a:pt x="354" y="1572"/>
                    </a:cubicBezTo>
                    <a:cubicBezTo>
                      <a:pt x="308" y="1639"/>
                      <a:pt x="218" y="1687"/>
                      <a:pt x="139" y="1687"/>
                    </a:cubicBezTo>
                    <a:cubicBezTo>
                      <a:pt x="109" y="1687"/>
                      <a:pt x="81" y="1680"/>
                      <a:pt x="57" y="1664"/>
                    </a:cubicBezTo>
                    <a:lnTo>
                      <a:pt x="1" y="1721"/>
                    </a:lnTo>
                    <a:cubicBezTo>
                      <a:pt x="57" y="1749"/>
                      <a:pt x="85" y="1784"/>
                      <a:pt x="142" y="1784"/>
                    </a:cubicBezTo>
                    <a:cubicBezTo>
                      <a:pt x="234" y="1784"/>
                      <a:pt x="354" y="1721"/>
                      <a:pt x="411" y="1636"/>
                    </a:cubicBezTo>
                    <a:cubicBezTo>
                      <a:pt x="467" y="1516"/>
                      <a:pt x="496" y="1395"/>
                      <a:pt x="467" y="1218"/>
                    </a:cubicBezTo>
                    <a:lnTo>
                      <a:pt x="467" y="1190"/>
                    </a:lnTo>
                    <a:lnTo>
                      <a:pt x="467" y="1013"/>
                    </a:lnTo>
                    <a:cubicBezTo>
                      <a:pt x="496" y="985"/>
                      <a:pt x="496" y="985"/>
                      <a:pt x="531" y="957"/>
                    </a:cubicBezTo>
                    <a:lnTo>
                      <a:pt x="588" y="957"/>
                    </a:lnTo>
                    <a:lnTo>
                      <a:pt x="616" y="865"/>
                    </a:lnTo>
                    <a:lnTo>
                      <a:pt x="588" y="865"/>
                    </a:lnTo>
                    <a:cubicBezTo>
                      <a:pt x="496" y="836"/>
                      <a:pt x="467" y="723"/>
                      <a:pt x="467" y="631"/>
                    </a:cubicBezTo>
                    <a:cubicBezTo>
                      <a:pt x="467" y="575"/>
                      <a:pt x="496" y="546"/>
                      <a:pt x="496" y="483"/>
                    </a:cubicBezTo>
                    <a:cubicBezTo>
                      <a:pt x="496" y="426"/>
                      <a:pt x="531" y="334"/>
                      <a:pt x="531" y="249"/>
                    </a:cubicBezTo>
                    <a:cubicBezTo>
                      <a:pt x="496" y="193"/>
                      <a:pt x="467" y="101"/>
                      <a:pt x="383" y="44"/>
                    </a:cubicBezTo>
                    <a:cubicBezTo>
                      <a:pt x="363" y="24"/>
                      <a:pt x="326" y="1"/>
                      <a:pt x="28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52"/>
              <p:cNvSpPr/>
              <p:nvPr/>
            </p:nvSpPr>
            <p:spPr>
              <a:xfrm>
                <a:off x="3873415" y="2824884"/>
                <a:ext cx="10300" cy="55062"/>
              </a:xfrm>
              <a:custGeom>
                <a:avLst/>
                <a:gdLst/>
                <a:ahLst/>
                <a:cxnLst/>
                <a:rect l="l" t="t" r="r" b="b"/>
                <a:pathLst>
                  <a:path w="298" h="1593" extrusionOk="0">
                    <a:moveTo>
                      <a:pt x="93" y="0"/>
                    </a:moveTo>
                    <a:lnTo>
                      <a:pt x="1" y="29"/>
                    </a:lnTo>
                    <a:cubicBezTo>
                      <a:pt x="206" y="531"/>
                      <a:pt x="206" y="1090"/>
                      <a:pt x="1" y="1564"/>
                    </a:cubicBezTo>
                    <a:lnTo>
                      <a:pt x="93" y="1592"/>
                    </a:lnTo>
                    <a:cubicBezTo>
                      <a:pt x="298" y="1090"/>
                      <a:pt x="298" y="503"/>
                      <a:pt x="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52"/>
              <p:cNvSpPr/>
              <p:nvPr/>
            </p:nvSpPr>
            <p:spPr>
              <a:xfrm>
                <a:off x="3886619" y="2823916"/>
                <a:ext cx="13238" cy="64084"/>
              </a:xfrm>
              <a:custGeom>
                <a:avLst/>
                <a:gdLst/>
                <a:ahLst/>
                <a:cxnLst/>
                <a:rect l="l" t="t" r="r" b="b"/>
                <a:pathLst>
                  <a:path w="383" h="1854" extrusionOk="0">
                    <a:moveTo>
                      <a:pt x="121" y="0"/>
                    </a:moveTo>
                    <a:lnTo>
                      <a:pt x="29" y="28"/>
                    </a:lnTo>
                    <a:cubicBezTo>
                      <a:pt x="298" y="587"/>
                      <a:pt x="270" y="1266"/>
                      <a:pt x="1" y="1825"/>
                    </a:cubicBezTo>
                    <a:lnTo>
                      <a:pt x="64" y="1854"/>
                    </a:lnTo>
                    <a:cubicBezTo>
                      <a:pt x="383" y="1295"/>
                      <a:pt x="383" y="587"/>
                      <a:pt x="1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52"/>
              <p:cNvSpPr/>
              <p:nvPr/>
            </p:nvSpPr>
            <p:spPr>
              <a:xfrm>
                <a:off x="3578014" y="2822395"/>
                <a:ext cx="21327" cy="61699"/>
              </a:xfrm>
              <a:custGeom>
                <a:avLst/>
                <a:gdLst/>
                <a:ahLst/>
                <a:cxnLst/>
                <a:rect l="l" t="t" r="r" b="b"/>
                <a:pathLst>
                  <a:path w="617" h="1785" extrusionOk="0">
                    <a:moveTo>
                      <a:pt x="331" y="1"/>
                    </a:moveTo>
                    <a:cubicBezTo>
                      <a:pt x="291" y="1"/>
                      <a:pt x="254" y="24"/>
                      <a:pt x="234" y="44"/>
                    </a:cubicBezTo>
                    <a:cubicBezTo>
                      <a:pt x="149" y="101"/>
                      <a:pt x="114" y="193"/>
                      <a:pt x="86" y="249"/>
                    </a:cubicBezTo>
                    <a:cubicBezTo>
                      <a:pt x="86" y="334"/>
                      <a:pt x="114" y="426"/>
                      <a:pt x="114" y="483"/>
                    </a:cubicBezTo>
                    <a:cubicBezTo>
                      <a:pt x="114" y="546"/>
                      <a:pt x="149" y="575"/>
                      <a:pt x="149" y="631"/>
                    </a:cubicBezTo>
                    <a:cubicBezTo>
                      <a:pt x="149" y="723"/>
                      <a:pt x="114" y="836"/>
                      <a:pt x="29" y="865"/>
                    </a:cubicBezTo>
                    <a:lnTo>
                      <a:pt x="1" y="865"/>
                    </a:lnTo>
                    <a:lnTo>
                      <a:pt x="29" y="957"/>
                    </a:lnTo>
                    <a:lnTo>
                      <a:pt x="86" y="957"/>
                    </a:lnTo>
                    <a:cubicBezTo>
                      <a:pt x="114" y="985"/>
                      <a:pt x="114" y="985"/>
                      <a:pt x="149" y="1013"/>
                    </a:cubicBezTo>
                    <a:lnTo>
                      <a:pt x="149" y="1190"/>
                    </a:lnTo>
                    <a:lnTo>
                      <a:pt x="114" y="1218"/>
                    </a:lnTo>
                    <a:cubicBezTo>
                      <a:pt x="114" y="1395"/>
                      <a:pt x="149" y="1516"/>
                      <a:pt x="206" y="1636"/>
                    </a:cubicBezTo>
                    <a:cubicBezTo>
                      <a:pt x="263" y="1721"/>
                      <a:pt x="383" y="1784"/>
                      <a:pt x="468" y="1784"/>
                    </a:cubicBezTo>
                    <a:cubicBezTo>
                      <a:pt x="531" y="1784"/>
                      <a:pt x="560" y="1749"/>
                      <a:pt x="616" y="1721"/>
                    </a:cubicBezTo>
                    <a:lnTo>
                      <a:pt x="560" y="1664"/>
                    </a:lnTo>
                    <a:cubicBezTo>
                      <a:pt x="534" y="1680"/>
                      <a:pt x="505" y="1687"/>
                      <a:pt x="475" y="1687"/>
                    </a:cubicBezTo>
                    <a:cubicBezTo>
                      <a:pt x="396" y="1687"/>
                      <a:pt x="309" y="1639"/>
                      <a:pt x="263" y="1572"/>
                    </a:cubicBezTo>
                    <a:cubicBezTo>
                      <a:pt x="206" y="1487"/>
                      <a:pt x="206" y="1367"/>
                      <a:pt x="206" y="1218"/>
                    </a:cubicBezTo>
                    <a:lnTo>
                      <a:pt x="234" y="1190"/>
                    </a:lnTo>
                    <a:cubicBezTo>
                      <a:pt x="234" y="1134"/>
                      <a:pt x="234" y="1077"/>
                      <a:pt x="206" y="985"/>
                    </a:cubicBezTo>
                    <a:cubicBezTo>
                      <a:pt x="206" y="957"/>
                      <a:pt x="178" y="928"/>
                      <a:pt x="149" y="900"/>
                    </a:cubicBezTo>
                    <a:cubicBezTo>
                      <a:pt x="206" y="836"/>
                      <a:pt x="234" y="723"/>
                      <a:pt x="234" y="631"/>
                    </a:cubicBezTo>
                    <a:cubicBezTo>
                      <a:pt x="234" y="575"/>
                      <a:pt x="206" y="511"/>
                      <a:pt x="206" y="483"/>
                    </a:cubicBezTo>
                    <a:cubicBezTo>
                      <a:pt x="206" y="398"/>
                      <a:pt x="178" y="334"/>
                      <a:pt x="178" y="278"/>
                    </a:cubicBezTo>
                    <a:cubicBezTo>
                      <a:pt x="206" y="221"/>
                      <a:pt x="234" y="157"/>
                      <a:pt x="263" y="101"/>
                    </a:cubicBezTo>
                    <a:lnTo>
                      <a:pt x="355" y="101"/>
                    </a:lnTo>
                    <a:lnTo>
                      <a:pt x="383" y="16"/>
                    </a:lnTo>
                    <a:cubicBezTo>
                      <a:pt x="366" y="5"/>
                      <a:pt x="348" y="1"/>
                      <a:pt x="3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52"/>
              <p:cNvSpPr/>
              <p:nvPr/>
            </p:nvSpPr>
            <p:spPr>
              <a:xfrm>
                <a:off x="3555547" y="2824884"/>
                <a:ext cx="10300" cy="55062"/>
              </a:xfrm>
              <a:custGeom>
                <a:avLst/>
                <a:gdLst/>
                <a:ahLst/>
                <a:cxnLst/>
                <a:rect l="l" t="t" r="r" b="b"/>
                <a:pathLst>
                  <a:path w="298" h="1593" extrusionOk="0">
                    <a:moveTo>
                      <a:pt x="205" y="0"/>
                    </a:moveTo>
                    <a:cubicBezTo>
                      <a:pt x="0" y="503"/>
                      <a:pt x="0" y="1090"/>
                      <a:pt x="205" y="1592"/>
                    </a:cubicBezTo>
                    <a:lnTo>
                      <a:pt x="297" y="1564"/>
                    </a:lnTo>
                    <a:cubicBezTo>
                      <a:pt x="92" y="1090"/>
                      <a:pt x="92" y="531"/>
                      <a:pt x="297" y="29"/>
                    </a:cubicBezTo>
                    <a:lnTo>
                      <a:pt x="2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52"/>
              <p:cNvSpPr/>
              <p:nvPr/>
            </p:nvSpPr>
            <p:spPr>
              <a:xfrm>
                <a:off x="3539162" y="2823916"/>
                <a:ext cx="13480" cy="64084"/>
              </a:xfrm>
              <a:custGeom>
                <a:avLst/>
                <a:gdLst/>
                <a:ahLst/>
                <a:cxnLst/>
                <a:rect l="l" t="t" r="r" b="b"/>
                <a:pathLst>
                  <a:path w="390" h="1854" extrusionOk="0">
                    <a:moveTo>
                      <a:pt x="269" y="0"/>
                    </a:moveTo>
                    <a:lnTo>
                      <a:pt x="269" y="0"/>
                    </a:lnTo>
                    <a:cubicBezTo>
                      <a:pt x="0" y="587"/>
                      <a:pt x="0" y="1295"/>
                      <a:pt x="325" y="1854"/>
                    </a:cubicBezTo>
                    <a:lnTo>
                      <a:pt x="389" y="1825"/>
                    </a:lnTo>
                    <a:cubicBezTo>
                      <a:pt x="120" y="1266"/>
                      <a:pt x="92" y="587"/>
                      <a:pt x="354" y="28"/>
                    </a:cubicBezTo>
                    <a:lnTo>
                      <a:pt x="2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9" name="Google Shape;1949;p52"/>
            <p:cNvGrpSpPr/>
            <p:nvPr/>
          </p:nvGrpSpPr>
          <p:grpSpPr>
            <a:xfrm>
              <a:off x="2477344" y="1232101"/>
              <a:ext cx="1051808" cy="229363"/>
              <a:chOff x="4002795" y="1877329"/>
              <a:chExt cx="345546" cy="75352"/>
            </a:xfrm>
          </p:grpSpPr>
          <p:sp>
            <p:nvSpPr>
              <p:cNvPr id="1950" name="Google Shape;1950;p52"/>
              <p:cNvSpPr/>
              <p:nvPr/>
            </p:nvSpPr>
            <p:spPr>
              <a:xfrm>
                <a:off x="4002795" y="1877329"/>
                <a:ext cx="345546" cy="75352"/>
              </a:xfrm>
              <a:custGeom>
                <a:avLst/>
                <a:gdLst/>
                <a:ahLst/>
                <a:cxnLst/>
                <a:rect l="l" t="t" r="r" b="b"/>
                <a:pathLst>
                  <a:path w="9997" h="2180" extrusionOk="0">
                    <a:moveTo>
                      <a:pt x="0" y="0"/>
                    </a:moveTo>
                    <a:lnTo>
                      <a:pt x="0" y="2179"/>
                    </a:lnTo>
                    <a:lnTo>
                      <a:pt x="9996" y="2179"/>
                    </a:lnTo>
                    <a:lnTo>
                      <a:pt x="99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52"/>
              <p:cNvSpPr/>
              <p:nvPr/>
            </p:nvSpPr>
            <p:spPr>
              <a:xfrm>
                <a:off x="4270785" y="1897619"/>
                <a:ext cx="21569" cy="34738"/>
              </a:xfrm>
              <a:custGeom>
                <a:avLst/>
                <a:gdLst/>
                <a:ahLst/>
                <a:cxnLst/>
                <a:rect l="l" t="t" r="r" b="b"/>
                <a:pathLst>
                  <a:path w="624" h="1005" extrusionOk="0">
                    <a:moveTo>
                      <a:pt x="559" y="0"/>
                    </a:moveTo>
                    <a:lnTo>
                      <a:pt x="1" y="595"/>
                    </a:lnTo>
                    <a:lnTo>
                      <a:pt x="559" y="1005"/>
                    </a:lnTo>
                    <a:lnTo>
                      <a:pt x="623" y="948"/>
                    </a:lnTo>
                    <a:lnTo>
                      <a:pt x="121" y="595"/>
                    </a:lnTo>
                    <a:lnTo>
                      <a:pt x="623" y="64"/>
                    </a:lnTo>
                    <a:lnTo>
                      <a:pt x="5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52"/>
              <p:cNvSpPr/>
              <p:nvPr/>
            </p:nvSpPr>
            <p:spPr>
              <a:xfrm>
                <a:off x="4254401" y="1897619"/>
                <a:ext cx="22536" cy="34738"/>
              </a:xfrm>
              <a:custGeom>
                <a:avLst/>
                <a:gdLst/>
                <a:ahLst/>
                <a:cxnLst/>
                <a:rect l="l" t="t" r="r" b="b"/>
                <a:pathLst>
                  <a:path w="652" h="1005" extrusionOk="0">
                    <a:moveTo>
                      <a:pt x="595" y="0"/>
                    </a:moveTo>
                    <a:lnTo>
                      <a:pt x="1" y="595"/>
                    </a:lnTo>
                    <a:lnTo>
                      <a:pt x="595" y="1005"/>
                    </a:lnTo>
                    <a:lnTo>
                      <a:pt x="651" y="948"/>
                    </a:lnTo>
                    <a:lnTo>
                      <a:pt x="149" y="595"/>
                    </a:lnTo>
                    <a:lnTo>
                      <a:pt x="651" y="64"/>
                    </a:lnTo>
                    <a:lnTo>
                      <a:pt x="5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52"/>
              <p:cNvSpPr/>
              <p:nvPr/>
            </p:nvSpPr>
            <p:spPr>
              <a:xfrm>
                <a:off x="4055854" y="1885970"/>
                <a:ext cx="19356" cy="57654"/>
              </a:xfrm>
              <a:custGeom>
                <a:avLst/>
                <a:gdLst/>
                <a:ahLst/>
                <a:cxnLst/>
                <a:rect l="l" t="t" r="r" b="b"/>
                <a:pathLst>
                  <a:path w="560" h="1668" extrusionOk="0">
                    <a:moveTo>
                      <a:pt x="305" y="0"/>
                    </a:moveTo>
                    <a:cubicBezTo>
                      <a:pt x="264" y="0"/>
                      <a:pt x="226" y="22"/>
                      <a:pt x="205" y="47"/>
                    </a:cubicBezTo>
                    <a:cubicBezTo>
                      <a:pt x="149" y="76"/>
                      <a:pt x="85" y="160"/>
                      <a:pt x="85" y="252"/>
                    </a:cubicBezTo>
                    <a:cubicBezTo>
                      <a:pt x="57" y="309"/>
                      <a:pt x="85" y="401"/>
                      <a:pt x="85" y="458"/>
                    </a:cubicBezTo>
                    <a:cubicBezTo>
                      <a:pt x="120" y="514"/>
                      <a:pt x="120" y="542"/>
                      <a:pt x="120" y="578"/>
                    </a:cubicBezTo>
                    <a:cubicBezTo>
                      <a:pt x="120" y="691"/>
                      <a:pt x="85" y="783"/>
                      <a:pt x="0" y="811"/>
                    </a:cubicBezTo>
                    <a:lnTo>
                      <a:pt x="28" y="896"/>
                    </a:lnTo>
                    <a:lnTo>
                      <a:pt x="57" y="896"/>
                    </a:lnTo>
                    <a:cubicBezTo>
                      <a:pt x="85" y="932"/>
                      <a:pt x="120" y="932"/>
                      <a:pt x="120" y="960"/>
                    </a:cubicBezTo>
                    <a:lnTo>
                      <a:pt x="120" y="1108"/>
                    </a:lnTo>
                    <a:lnTo>
                      <a:pt x="120" y="1137"/>
                    </a:lnTo>
                    <a:cubicBezTo>
                      <a:pt x="85" y="1314"/>
                      <a:pt x="120" y="1427"/>
                      <a:pt x="177" y="1519"/>
                    </a:cubicBezTo>
                    <a:cubicBezTo>
                      <a:pt x="234" y="1604"/>
                      <a:pt x="326" y="1667"/>
                      <a:pt x="439" y="1667"/>
                    </a:cubicBezTo>
                    <a:cubicBezTo>
                      <a:pt x="474" y="1667"/>
                      <a:pt x="531" y="1667"/>
                      <a:pt x="559" y="1639"/>
                    </a:cubicBezTo>
                    <a:lnTo>
                      <a:pt x="531" y="1547"/>
                    </a:lnTo>
                    <a:cubicBezTo>
                      <a:pt x="498" y="1567"/>
                      <a:pt x="459" y="1576"/>
                      <a:pt x="421" y="1576"/>
                    </a:cubicBezTo>
                    <a:cubicBezTo>
                      <a:pt x="352" y="1576"/>
                      <a:pt x="285" y="1545"/>
                      <a:pt x="262" y="1490"/>
                    </a:cubicBezTo>
                    <a:cubicBezTo>
                      <a:pt x="205" y="1398"/>
                      <a:pt x="177" y="1285"/>
                      <a:pt x="205" y="1137"/>
                    </a:cubicBezTo>
                    <a:lnTo>
                      <a:pt x="205" y="932"/>
                    </a:lnTo>
                    <a:cubicBezTo>
                      <a:pt x="177" y="896"/>
                      <a:pt x="149" y="868"/>
                      <a:pt x="120" y="840"/>
                    </a:cubicBezTo>
                    <a:cubicBezTo>
                      <a:pt x="177" y="783"/>
                      <a:pt x="205" y="663"/>
                      <a:pt x="205" y="578"/>
                    </a:cubicBezTo>
                    <a:cubicBezTo>
                      <a:pt x="205" y="542"/>
                      <a:pt x="205" y="486"/>
                      <a:pt x="177" y="458"/>
                    </a:cubicBezTo>
                    <a:cubicBezTo>
                      <a:pt x="177" y="366"/>
                      <a:pt x="149" y="309"/>
                      <a:pt x="177" y="252"/>
                    </a:cubicBezTo>
                    <a:cubicBezTo>
                      <a:pt x="177" y="189"/>
                      <a:pt x="205" y="132"/>
                      <a:pt x="262" y="104"/>
                    </a:cubicBezTo>
                    <a:cubicBezTo>
                      <a:pt x="262" y="90"/>
                      <a:pt x="271" y="83"/>
                      <a:pt x="283" y="83"/>
                    </a:cubicBezTo>
                    <a:cubicBezTo>
                      <a:pt x="296" y="83"/>
                      <a:pt x="311" y="90"/>
                      <a:pt x="326" y="104"/>
                    </a:cubicBezTo>
                    <a:lnTo>
                      <a:pt x="354" y="12"/>
                    </a:lnTo>
                    <a:cubicBezTo>
                      <a:pt x="338" y="4"/>
                      <a:pt x="321" y="0"/>
                      <a:pt x="3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52"/>
              <p:cNvSpPr/>
              <p:nvPr/>
            </p:nvSpPr>
            <p:spPr>
              <a:xfrm>
                <a:off x="4034319" y="1888563"/>
                <a:ext cx="9333" cy="51882"/>
              </a:xfrm>
              <a:custGeom>
                <a:avLst/>
                <a:gdLst/>
                <a:ahLst/>
                <a:cxnLst/>
                <a:rect l="l" t="t" r="r" b="b"/>
                <a:pathLst>
                  <a:path w="270" h="1501" extrusionOk="0">
                    <a:moveTo>
                      <a:pt x="213" y="1"/>
                    </a:moveTo>
                    <a:cubicBezTo>
                      <a:pt x="1" y="467"/>
                      <a:pt x="1" y="1033"/>
                      <a:pt x="177" y="1500"/>
                    </a:cubicBezTo>
                    <a:lnTo>
                      <a:pt x="269" y="1472"/>
                    </a:lnTo>
                    <a:cubicBezTo>
                      <a:pt x="93" y="1033"/>
                      <a:pt x="93" y="503"/>
                      <a:pt x="269" y="29"/>
                    </a:cubicBezTo>
                    <a:lnTo>
                      <a:pt x="2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52"/>
              <p:cNvSpPr/>
              <p:nvPr/>
            </p:nvSpPr>
            <p:spPr>
              <a:xfrm>
                <a:off x="4303311" y="1885970"/>
                <a:ext cx="19598" cy="57654"/>
              </a:xfrm>
              <a:custGeom>
                <a:avLst/>
                <a:gdLst/>
                <a:ahLst/>
                <a:cxnLst/>
                <a:rect l="l" t="t" r="r" b="b"/>
                <a:pathLst>
                  <a:path w="567" h="1668" extrusionOk="0">
                    <a:moveTo>
                      <a:pt x="256" y="0"/>
                    </a:moveTo>
                    <a:cubicBezTo>
                      <a:pt x="243" y="0"/>
                      <a:pt x="229" y="4"/>
                      <a:pt x="213" y="12"/>
                    </a:cubicBezTo>
                    <a:lnTo>
                      <a:pt x="241" y="104"/>
                    </a:lnTo>
                    <a:cubicBezTo>
                      <a:pt x="255" y="90"/>
                      <a:pt x="262" y="83"/>
                      <a:pt x="269" y="83"/>
                    </a:cubicBezTo>
                    <a:cubicBezTo>
                      <a:pt x="276" y="83"/>
                      <a:pt x="283" y="90"/>
                      <a:pt x="298" y="104"/>
                    </a:cubicBezTo>
                    <a:cubicBezTo>
                      <a:pt x="354" y="132"/>
                      <a:pt x="390" y="189"/>
                      <a:pt x="390" y="252"/>
                    </a:cubicBezTo>
                    <a:lnTo>
                      <a:pt x="390" y="458"/>
                    </a:lnTo>
                    <a:cubicBezTo>
                      <a:pt x="354" y="486"/>
                      <a:pt x="354" y="542"/>
                      <a:pt x="354" y="578"/>
                    </a:cubicBezTo>
                    <a:cubicBezTo>
                      <a:pt x="354" y="663"/>
                      <a:pt x="390" y="783"/>
                      <a:pt x="446" y="840"/>
                    </a:cubicBezTo>
                    <a:cubicBezTo>
                      <a:pt x="390" y="868"/>
                      <a:pt x="390" y="896"/>
                      <a:pt x="354" y="932"/>
                    </a:cubicBezTo>
                    <a:cubicBezTo>
                      <a:pt x="326" y="988"/>
                      <a:pt x="354" y="1073"/>
                      <a:pt x="354" y="1137"/>
                    </a:cubicBezTo>
                    <a:cubicBezTo>
                      <a:pt x="390" y="1285"/>
                      <a:pt x="354" y="1398"/>
                      <a:pt x="298" y="1490"/>
                    </a:cubicBezTo>
                    <a:cubicBezTo>
                      <a:pt x="261" y="1545"/>
                      <a:pt x="198" y="1576"/>
                      <a:pt x="135" y="1576"/>
                    </a:cubicBezTo>
                    <a:cubicBezTo>
                      <a:pt x="100" y="1576"/>
                      <a:pt x="66" y="1567"/>
                      <a:pt x="36" y="1547"/>
                    </a:cubicBezTo>
                    <a:lnTo>
                      <a:pt x="0" y="1639"/>
                    </a:lnTo>
                    <a:cubicBezTo>
                      <a:pt x="36" y="1667"/>
                      <a:pt x="92" y="1667"/>
                      <a:pt x="121" y="1667"/>
                    </a:cubicBezTo>
                    <a:cubicBezTo>
                      <a:pt x="213" y="1667"/>
                      <a:pt x="326" y="1604"/>
                      <a:pt x="390" y="1519"/>
                    </a:cubicBezTo>
                    <a:cubicBezTo>
                      <a:pt x="446" y="1427"/>
                      <a:pt x="474" y="1314"/>
                      <a:pt x="446" y="1137"/>
                    </a:cubicBezTo>
                    <a:lnTo>
                      <a:pt x="446" y="1108"/>
                    </a:lnTo>
                    <a:lnTo>
                      <a:pt x="446" y="960"/>
                    </a:lnTo>
                    <a:cubicBezTo>
                      <a:pt x="446" y="932"/>
                      <a:pt x="474" y="932"/>
                      <a:pt x="503" y="896"/>
                    </a:cubicBezTo>
                    <a:lnTo>
                      <a:pt x="531" y="896"/>
                    </a:lnTo>
                    <a:lnTo>
                      <a:pt x="566" y="811"/>
                    </a:lnTo>
                    <a:lnTo>
                      <a:pt x="531" y="811"/>
                    </a:lnTo>
                    <a:cubicBezTo>
                      <a:pt x="474" y="783"/>
                      <a:pt x="446" y="691"/>
                      <a:pt x="446" y="578"/>
                    </a:cubicBezTo>
                    <a:cubicBezTo>
                      <a:pt x="446" y="542"/>
                      <a:pt x="446" y="514"/>
                      <a:pt x="474" y="458"/>
                    </a:cubicBezTo>
                    <a:lnTo>
                      <a:pt x="474" y="252"/>
                    </a:lnTo>
                    <a:cubicBezTo>
                      <a:pt x="474" y="160"/>
                      <a:pt x="418" y="76"/>
                      <a:pt x="354" y="47"/>
                    </a:cubicBezTo>
                    <a:cubicBezTo>
                      <a:pt x="314" y="22"/>
                      <a:pt x="288" y="0"/>
                      <a:pt x="2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52"/>
              <p:cNvSpPr/>
              <p:nvPr/>
            </p:nvSpPr>
            <p:spPr>
              <a:xfrm>
                <a:off x="4167847" y="1898587"/>
                <a:ext cx="21534" cy="31834"/>
              </a:xfrm>
              <a:custGeom>
                <a:avLst/>
                <a:gdLst/>
                <a:ahLst/>
                <a:cxnLst/>
                <a:rect l="l" t="t" r="r" b="b"/>
                <a:pathLst>
                  <a:path w="623" h="921" extrusionOk="0">
                    <a:moveTo>
                      <a:pt x="531" y="93"/>
                    </a:moveTo>
                    <a:lnTo>
                      <a:pt x="531" y="828"/>
                    </a:lnTo>
                    <a:lnTo>
                      <a:pt x="92" y="828"/>
                    </a:lnTo>
                    <a:lnTo>
                      <a:pt x="92" y="93"/>
                    </a:lnTo>
                    <a:close/>
                    <a:moveTo>
                      <a:pt x="0" y="1"/>
                    </a:moveTo>
                    <a:lnTo>
                      <a:pt x="0" y="920"/>
                    </a:lnTo>
                    <a:lnTo>
                      <a:pt x="623" y="920"/>
                    </a:lnTo>
                    <a:lnTo>
                      <a:pt x="6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52"/>
              <p:cNvSpPr/>
              <p:nvPr/>
            </p:nvSpPr>
            <p:spPr>
              <a:xfrm>
                <a:off x="4128235" y="1898587"/>
                <a:ext cx="29622" cy="31834"/>
              </a:xfrm>
              <a:custGeom>
                <a:avLst/>
                <a:gdLst/>
                <a:ahLst/>
                <a:cxnLst/>
                <a:rect l="l" t="t" r="r" b="b"/>
                <a:pathLst>
                  <a:path w="857" h="921" extrusionOk="0">
                    <a:moveTo>
                      <a:pt x="764" y="93"/>
                    </a:moveTo>
                    <a:lnTo>
                      <a:pt x="764" y="828"/>
                    </a:lnTo>
                    <a:lnTo>
                      <a:pt x="85" y="828"/>
                    </a:lnTo>
                    <a:lnTo>
                      <a:pt x="85" y="93"/>
                    </a:lnTo>
                    <a:close/>
                    <a:moveTo>
                      <a:pt x="0" y="1"/>
                    </a:moveTo>
                    <a:lnTo>
                      <a:pt x="0" y="920"/>
                    </a:lnTo>
                    <a:lnTo>
                      <a:pt x="856" y="920"/>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52"/>
              <p:cNvSpPr/>
              <p:nvPr/>
            </p:nvSpPr>
            <p:spPr>
              <a:xfrm>
                <a:off x="4086410" y="1898587"/>
                <a:ext cx="32560" cy="31834"/>
              </a:xfrm>
              <a:custGeom>
                <a:avLst/>
                <a:gdLst/>
                <a:ahLst/>
                <a:cxnLst/>
                <a:rect l="l" t="t" r="r" b="b"/>
                <a:pathLst>
                  <a:path w="942" h="921" extrusionOk="0">
                    <a:moveTo>
                      <a:pt x="856" y="93"/>
                    </a:moveTo>
                    <a:lnTo>
                      <a:pt x="856" y="828"/>
                    </a:lnTo>
                    <a:lnTo>
                      <a:pt x="85" y="828"/>
                    </a:lnTo>
                    <a:lnTo>
                      <a:pt x="85" y="93"/>
                    </a:lnTo>
                    <a:close/>
                    <a:moveTo>
                      <a:pt x="0" y="1"/>
                    </a:moveTo>
                    <a:lnTo>
                      <a:pt x="0" y="920"/>
                    </a:lnTo>
                    <a:lnTo>
                      <a:pt x="941" y="920"/>
                    </a:lnTo>
                    <a:lnTo>
                      <a:pt x="94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52"/>
              <p:cNvSpPr/>
              <p:nvPr/>
            </p:nvSpPr>
            <p:spPr>
              <a:xfrm>
                <a:off x="4223844" y="1897619"/>
                <a:ext cx="22536" cy="34738"/>
              </a:xfrm>
              <a:custGeom>
                <a:avLst/>
                <a:gdLst/>
                <a:ahLst/>
                <a:cxnLst/>
                <a:rect l="l" t="t" r="r" b="b"/>
                <a:pathLst>
                  <a:path w="652" h="1005" extrusionOk="0">
                    <a:moveTo>
                      <a:pt x="326" y="92"/>
                    </a:moveTo>
                    <a:cubicBezTo>
                      <a:pt x="446" y="92"/>
                      <a:pt x="566" y="269"/>
                      <a:pt x="566" y="503"/>
                    </a:cubicBezTo>
                    <a:cubicBezTo>
                      <a:pt x="566" y="708"/>
                      <a:pt x="446" y="913"/>
                      <a:pt x="326" y="913"/>
                    </a:cubicBezTo>
                    <a:cubicBezTo>
                      <a:pt x="177" y="913"/>
                      <a:pt x="92" y="708"/>
                      <a:pt x="92" y="503"/>
                    </a:cubicBezTo>
                    <a:cubicBezTo>
                      <a:pt x="92" y="269"/>
                      <a:pt x="177" y="92"/>
                      <a:pt x="326" y="92"/>
                    </a:cubicBezTo>
                    <a:close/>
                    <a:moveTo>
                      <a:pt x="326" y="0"/>
                    </a:moveTo>
                    <a:cubicBezTo>
                      <a:pt x="149" y="0"/>
                      <a:pt x="0" y="205"/>
                      <a:pt x="0" y="503"/>
                    </a:cubicBezTo>
                    <a:cubicBezTo>
                      <a:pt x="0" y="771"/>
                      <a:pt x="149" y="1005"/>
                      <a:pt x="326" y="1005"/>
                    </a:cubicBezTo>
                    <a:cubicBezTo>
                      <a:pt x="503" y="1005"/>
                      <a:pt x="651" y="771"/>
                      <a:pt x="651" y="503"/>
                    </a:cubicBezTo>
                    <a:cubicBezTo>
                      <a:pt x="651" y="205"/>
                      <a:pt x="503" y="0"/>
                      <a:pt x="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52"/>
              <p:cNvSpPr/>
              <p:nvPr/>
            </p:nvSpPr>
            <p:spPr>
              <a:xfrm>
                <a:off x="4200616" y="1899831"/>
                <a:ext cx="2973" cy="30590"/>
              </a:xfrm>
              <a:custGeom>
                <a:avLst/>
                <a:gdLst/>
                <a:ahLst/>
                <a:cxnLst/>
                <a:rect l="l" t="t" r="r" b="b"/>
                <a:pathLst>
                  <a:path w="86" h="885" extrusionOk="0">
                    <a:moveTo>
                      <a:pt x="0" y="0"/>
                    </a:moveTo>
                    <a:lnTo>
                      <a:pt x="0" y="884"/>
                    </a:lnTo>
                    <a:lnTo>
                      <a:pt x="85" y="884"/>
                    </a:lnTo>
                    <a:lnTo>
                      <a:pt x="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1" name="Google Shape;1961;p52"/>
            <p:cNvGrpSpPr/>
            <p:nvPr/>
          </p:nvGrpSpPr>
          <p:grpSpPr>
            <a:xfrm>
              <a:off x="589980" y="3118760"/>
              <a:ext cx="957285" cy="300300"/>
              <a:chOff x="3583454" y="2026924"/>
              <a:chExt cx="430899" cy="135173"/>
            </a:xfrm>
          </p:grpSpPr>
          <p:sp>
            <p:nvSpPr>
              <p:cNvPr id="1962" name="Google Shape;1962;p52"/>
              <p:cNvSpPr/>
              <p:nvPr/>
            </p:nvSpPr>
            <p:spPr>
              <a:xfrm>
                <a:off x="3754867" y="2128093"/>
                <a:ext cx="32109" cy="30891"/>
              </a:xfrm>
              <a:custGeom>
                <a:avLst/>
                <a:gdLst/>
                <a:ahLst/>
                <a:cxnLst/>
                <a:rect l="l" t="t" r="r" b="b"/>
                <a:pathLst>
                  <a:path w="949" h="913" extrusionOk="0">
                    <a:moveTo>
                      <a:pt x="0" y="0"/>
                    </a:moveTo>
                    <a:lnTo>
                      <a:pt x="0" y="913"/>
                    </a:lnTo>
                    <a:lnTo>
                      <a:pt x="948" y="913"/>
                    </a:lnTo>
                    <a:lnTo>
                      <a:pt x="9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52"/>
              <p:cNvSpPr/>
              <p:nvPr/>
            </p:nvSpPr>
            <p:spPr>
              <a:xfrm>
                <a:off x="3801763" y="2125217"/>
                <a:ext cx="58941" cy="33767"/>
              </a:xfrm>
              <a:custGeom>
                <a:avLst/>
                <a:gdLst/>
                <a:ahLst/>
                <a:cxnLst/>
                <a:rect l="l" t="t" r="r" b="b"/>
                <a:pathLst>
                  <a:path w="1742" h="998" extrusionOk="0">
                    <a:moveTo>
                      <a:pt x="913" y="205"/>
                    </a:moveTo>
                    <a:lnTo>
                      <a:pt x="1444" y="885"/>
                    </a:lnTo>
                    <a:lnTo>
                      <a:pt x="326" y="885"/>
                    </a:lnTo>
                    <a:lnTo>
                      <a:pt x="913" y="205"/>
                    </a:lnTo>
                    <a:close/>
                    <a:moveTo>
                      <a:pt x="913" y="0"/>
                    </a:moveTo>
                    <a:lnTo>
                      <a:pt x="1" y="998"/>
                    </a:lnTo>
                    <a:lnTo>
                      <a:pt x="1741" y="998"/>
                    </a:lnTo>
                    <a:lnTo>
                      <a:pt x="9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52"/>
              <p:cNvSpPr/>
              <p:nvPr/>
            </p:nvSpPr>
            <p:spPr>
              <a:xfrm>
                <a:off x="3871668" y="2125217"/>
                <a:ext cx="34985" cy="35933"/>
              </a:xfrm>
              <a:custGeom>
                <a:avLst/>
                <a:gdLst/>
                <a:ahLst/>
                <a:cxnLst/>
                <a:rect l="l" t="t" r="r" b="b"/>
                <a:pathLst>
                  <a:path w="1034" h="1062" extrusionOk="0">
                    <a:moveTo>
                      <a:pt x="941" y="0"/>
                    </a:moveTo>
                    <a:lnTo>
                      <a:pt x="0" y="969"/>
                    </a:lnTo>
                    <a:lnTo>
                      <a:pt x="85" y="1061"/>
                    </a:lnTo>
                    <a:lnTo>
                      <a:pt x="1033" y="85"/>
                    </a:lnTo>
                    <a:lnTo>
                      <a:pt x="9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52"/>
              <p:cNvSpPr/>
              <p:nvPr/>
            </p:nvSpPr>
            <p:spPr>
              <a:xfrm>
                <a:off x="3889635" y="2125217"/>
                <a:ext cx="35933" cy="35933"/>
              </a:xfrm>
              <a:custGeom>
                <a:avLst/>
                <a:gdLst/>
                <a:ahLst/>
                <a:cxnLst/>
                <a:rect l="l" t="t" r="r" b="b"/>
                <a:pathLst>
                  <a:path w="1062" h="1062" extrusionOk="0">
                    <a:moveTo>
                      <a:pt x="941" y="0"/>
                    </a:moveTo>
                    <a:lnTo>
                      <a:pt x="0" y="969"/>
                    </a:lnTo>
                    <a:lnTo>
                      <a:pt x="120" y="1061"/>
                    </a:lnTo>
                    <a:lnTo>
                      <a:pt x="1061" y="85"/>
                    </a:lnTo>
                    <a:lnTo>
                      <a:pt x="9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52"/>
              <p:cNvSpPr/>
              <p:nvPr/>
            </p:nvSpPr>
            <p:spPr>
              <a:xfrm>
                <a:off x="3937479" y="2123052"/>
                <a:ext cx="10117" cy="34985"/>
              </a:xfrm>
              <a:custGeom>
                <a:avLst/>
                <a:gdLst/>
                <a:ahLst/>
                <a:cxnLst/>
                <a:rect l="l" t="t" r="r" b="b"/>
                <a:pathLst>
                  <a:path w="299" h="1034" extrusionOk="0">
                    <a:moveTo>
                      <a:pt x="1" y="1"/>
                    </a:moveTo>
                    <a:lnTo>
                      <a:pt x="1" y="93"/>
                    </a:lnTo>
                    <a:lnTo>
                      <a:pt x="29" y="93"/>
                    </a:lnTo>
                    <a:cubicBezTo>
                      <a:pt x="86" y="93"/>
                      <a:pt x="121" y="121"/>
                      <a:pt x="121" y="177"/>
                    </a:cubicBezTo>
                    <a:lnTo>
                      <a:pt x="121" y="418"/>
                    </a:lnTo>
                    <a:cubicBezTo>
                      <a:pt x="121" y="503"/>
                      <a:pt x="149" y="503"/>
                      <a:pt x="178" y="531"/>
                    </a:cubicBezTo>
                    <a:cubicBezTo>
                      <a:pt x="149" y="531"/>
                      <a:pt x="121" y="559"/>
                      <a:pt x="121" y="623"/>
                    </a:cubicBezTo>
                    <a:lnTo>
                      <a:pt x="121" y="857"/>
                    </a:lnTo>
                    <a:cubicBezTo>
                      <a:pt x="121" y="913"/>
                      <a:pt x="86" y="949"/>
                      <a:pt x="29" y="949"/>
                    </a:cubicBezTo>
                    <a:lnTo>
                      <a:pt x="1" y="949"/>
                    </a:lnTo>
                    <a:lnTo>
                      <a:pt x="1" y="1033"/>
                    </a:lnTo>
                    <a:lnTo>
                      <a:pt x="58" y="1033"/>
                    </a:lnTo>
                    <a:cubicBezTo>
                      <a:pt x="178" y="1033"/>
                      <a:pt x="234" y="977"/>
                      <a:pt x="234" y="885"/>
                    </a:cubicBezTo>
                    <a:lnTo>
                      <a:pt x="234" y="623"/>
                    </a:lnTo>
                    <a:cubicBezTo>
                      <a:pt x="234" y="595"/>
                      <a:pt x="234" y="559"/>
                      <a:pt x="263" y="559"/>
                    </a:cubicBezTo>
                    <a:lnTo>
                      <a:pt x="298" y="559"/>
                    </a:lnTo>
                    <a:lnTo>
                      <a:pt x="298" y="475"/>
                    </a:lnTo>
                    <a:lnTo>
                      <a:pt x="263" y="475"/>
                    </a:lnTo>
                    <a:cubicBezTo>
                      <a:pt x="234" y="475"/>
                      <a:pt x="234" y="475"/>
                      <a:pt x="234" y="418"/>
                    </a:cubicBezTo>
                    <a:lnTo>
                      <a:pt x="234" y="177"/>
                    </a:lnTo>
                    <a:cubicBezTo>
                      <a:pt x="234" y="64"/>
                      <a:pt x="178" y="1"/>
                      <a:pt x="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52"/>
              <p:cNvSpPr/>
              <p:nvPr/>
            </p:nvSpPr>
            <p:spPr>
              <a:xfrm>
                <a:off x="3959506" y="2123052"/>
                <a:ext cx="24936" cy="39046"/>
              </a:xfrm>
              <a:custGeom>
                <a:avLst/>
                <a:gdLst/>
                <a:ahLst/>
                <a:cxnLst/>
                <a:rect l="l" t="t" r="r" b="b"/>
                <a:pathLst>
                  <a:path w="737" h="1154" extrusionOk="0">
                    <a:moveTo>
                      <a:pt x="354" y="149"/>
                    </a:moveTo>
                    <a:cubicBezTo>
                      <a:pt x="468" y="149"/>
                      <a:pt x="588" y="326"/>
                      <a:pt x="588" y="559"/>
                    </a:cubicBezTo>
                    <a:cubicBezTo>
                      <a:pt x="588" y="828"/>
                      <a:pt x="468" y="1005"/>
                      <a:pt x="354" y="1005"/>
                    </a:cubicBezTo>
                    <a:cubicBezTo>
                      <a:pt x="263" y="1005"/>
                      <a:pt x="142" y="828"/>
                      <a:pt x="142" y="559"/>
                    </a:cubicBezTo>
                    <a:cubicBezTo>
                      <a:pt x="142" y="326"/>
                      <a:pt x="263" y="149"/>
                      <a:pt x="354" y="149"/>
                    </a:cubicBezTo>
                    <a:close/>
                    <a:moveTo>
                      <a:pt x="354" y="1"/>
                    </a:moveTo>
                    <a:cubicBezTo>
                      <a:pt x="142" y="1"/>
                      <a:pt x="1" y="269"/>
                      <a:pt x="1" y="559"/>
                    </a:cubicBezTo>
                    <a:cubicBezTo>
                      <a:pt x="1" y="885"/>
                      <a:pt x="142" y="1154"/>
                      <a:pt x="354" y="1154"/>
                    </a:cubicBezTo>
                    <a:cubicBezTo>
                      <a:pt x="560" y="1154"/>
                      <a:pt x="737" y="885"/>
                      <a:pt x="737" y="559"/>
                    </a:cubicBezTo>
                    <a:cubicBezTo>
                      <a:pt x="737" y="269"/>
                      <a:pt x="560" y="1"/>
                      <a:pt x="3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52"/>
              <p:cNvSpPr/>
              <p:nvPr/>
            </p:nvSpPr>
            <p:spPr>
              <a:xfrm>
                <a:off x="3989451" y="2123052"/>
                <a:ext cx="24903" cy="39046"/>
              </a:xfrm>
              <a:custGeom>
                <a:avLst/>
                <a:gdLst/>
                <a:ahLst/>
                <a:cxnLst/>
                <a:rect l="l" t="t" r="r" b="b"/>
                <a:pathLst>
                  <a:path w="736" h="1154" extrusionOk="0">
                    <a:moveTo>
                      <a:pt x="354" y="149"/>
                    </a:moveTo>
                    <a:cubicBezTo>
                      <a:pt x="467" y="149"/>
                      <a:pt x="587" y="326"/>
                      <a:pt x="587" y="559"/>
                    </a:cubicBezTo>
                    <a:cubicBezTo>
                      <a:pt x="587" y="828"/>
                      <a:pt x="467" y="1005"/>
                      <a:pt x="354" y="1005"/>
                    </a:cubicBezTo>
                    <a:cubicBezTo>
                      <a:pt x="262" y="1005"/>
                      <a:pt x="142" y="828"/>
                      <a:pt x="142" y="559"/>
                    </a:cubicBezTo>
                    <a:cubicBezTo>
                      <a:pt x="142" y="326"/>
                      <a:pt x="262" y="149"/>
                      <a:pt x="354" y="149"/>
                    </a:cubicBezTo>
                    <a:close/>
                    <a:moveTo>
                      <a:pt x="354" y="1"/>
                    </a:moveTo>
                    <a:cubicBezTo>
                      <a:pt x="142" y="1"/>
                      <a:pt x="0" y="269"/>
                      <a:pt x="0" y="559"/>
                    </a:cubicBezTo>
                    <a:cubicBezTo>
                      <a:pt x="0" y="885"/>
                      <a:pt x="142" y="1154"/>
                      <a:pt x="354" y="1154"/>
                    </a:cubicBezTo>
                    <a:cubicBezTo>
                      <a:pt x="559" y="1154"/>
                      <a:pt x="736" y="885"/>
                      <a:pt x="736" y="559"/>
                    </a:cubicBezTo>
                    <a:cubicBezTo>
                      <a:pt x="736" y="269"/>
                      <a:pt x="559" y="1"/>
                      <a:pt x="3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52"/>
              <p:cNvSpPr/>
              <p:nvPr/>
            </p:nvSpPr>
            <p:spPr>
              <a:xfrm>
                <a:off x="3656235" y="2034537"/>
                <a:ext cx="24936" cy="40670"/>
              </a:xfrm>
              <a:custGeom>
                <a:avLst/>
                <a:gdLst/>
                <a:ahLst/>
                <a:cxnLst/>
                <a:rect l="l" t="t" r="r" b="b"/>
                <a:pathLst>
                  <a:path w="737" h="1202" extrusionOk="0">
                    <a:moveTo>
                      <a:pt x="72" y="1"/>
                    </a:moveTo>
                    <a:cubicBezTo>
                      <a:pt x="57" y="1"/>
                      <a:pt x="43" y="10"/>
                      <a:pt x="29" y="27"/>
                    </a:cubicBezTo>
                    <a:cubicBezTo>
                      <a:pt x="1" y="56"/>
                      <a:pt x="1" y="84"/>
                      <a:pt x="29" y="112"/>
                    </a:cubicBezTo>
                    <a:lnTo>
                      <a:pt x="588" y="699"/>
                    </a:lnTo>
                    <a:lnTo>
                      <a:pt x="29" y="1088"/>
                    </a:lnTo>
                    <a:cubicBezTo>
                      <a:pt x="1" y="1117"/>
                      <a:pt x="1" y="1145"/>
                      <a:pt x="29" y="1173"/>
                    </a:cubicBezTo>
                    <a:lnTo>
                      <a:pt x="57" y="1202"/>
                    </a:lnTo>
                    <a:cubicBezTo>
                      <a:pt x="85" y="1202"/>
                      <a:pt x="85" y="1202"/>
                      <a:pt x="85" y="1173"/>
                    </a:cubicBezTo>
                    <a:lnTo>
                      <a:pt x="708" y="763"/>
                    </a:lnTo>
                    <a:cubicBezTo>
                      <a:pt x="708" y="735"/>
                      <a:pt x="736" y="735"/>
                      <a:pt x="736" y="699"/>
                    </a:cubicBezTo>
                    <a:cubicBezTo>
                      <a:pt x="736" y="699"/>
                      <a:pt x="736" y="671"/>
                      <a:pt x="708" y="671"/>
                    </a:cubicBezTo>
                    <a:lnTo>
                      <a:pt x="121" y="27"/>
                    </a:lnTo>
                    <a:cubicBezTo>
                      <a:pt x="103" y="10"/>
                      <a:pt x="87" y="1"/>
                      <a:pt x="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52"/>
              <p:cNvSpPr/>
              <p:nvPr/>
            </p:nvSpPr>
            <p:spPr>
              <a:xfrm>
                <a:off x="3673221" y="2034537"/>
                <a:ext cx="24936" cy="40670"/>
              </a:xfrm>
              <a:custGeom>
                <a:avLst/>
                <a:gdLst/>
                <a:ahLst/>
                <a:cxnLst/>
                <a:rect l="l" t="t" r="r" b="b"/>
                <a:pathLst>
                  <a:path w="737" h="1202" extrusionOk="0">
                    <a:moveTo>
                      <a:pt x="72" y="1"/>
                    </a:moveTo>
                    <a:cubicBezTo>
                      <a:pt x="57" y="1"/>
                      <a:pt x="43" y="10"/>
                      <a:pt x="29" y="27"/>
                    </a:cubicBezTo>
                    <a:cubicBezTo>
                      <a:pt x="1" y="56"/>
                      <a:pt x="1" y="84"/>
                      <a:pt x="29" y="112"/>
                    </a:cubicBezTo>
                    <a:lnTo>
                      <a:pt x="588" y="699"/>
                    </a:lnTo>
                    <a:lnTo>
                      <a:pt x="29" y="1088"/>
                    </a:lnTo>
                    <a:cubicBezTo>
                      <a:pt x="1" y="1117"/>
                      <a:pt x="1" y="1145"/>
                      <a:pt x="29" y="1173"/>
                    </a:cubicBezTo>
                    <a:lnTo>
                      <a:pt x="57" y="1202"/>
                    </a:lnTo>
                    <a:cubicBezTo>
                      <a:pt x="86" y="1202"/>
                      <a:pt x="86" y="1202"/>
                      <a:pt x="86" y="1173"/>
                    </a:cubicBezTo>
                    <a:lnTo>
                      <a:pt x="708" y="763"/>
                    </a:lnTo>
                    <a:cubicBezTo>
                      <a:pt x="708" y="735"/>
                      <a:pt x="737" y="735"/>
                      <a:pt x="737" y="699"/>
                    </a:cubicBezTo>
                    <a:cubicBezTo>
                      <a:pt x="737" y="699"/>
                      <a:pt x="737" y="671"/>
                      <a:pt x="708" y="671"/>
                    </a:cubicBezTo>
                    <a:lnTo>
                      <a:pt x="114" y="27"/>
                    </a:lnTo>
                    <a:cubicBezTo>
                      <a:pt x="100" y="10"/>
                      <a:pt x="86" y="1"/>
                      <a:pt x="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52"/>
              <p:cNvSpPr/>
              <p:nvPr/>
            </p:nvSpPr>
            <p:spPr>
              <a:xfrm>
                <a:off x="3706989" y="2034233"/>
                <a:ext cx="26121" cy="38098"/>
              </a:xfrm>
              <a:custGeom>
                <a:avLst/>
                <a:gdLst/>
                <a:ahLst/>
                <a:cxnLst/>
                <a:rect l="l" t="t" r="r" b="b"/>
                <a:pathLst>
                  <a:path w="772" h="1126" extrusionOk="0">
                    <a:moveTo>
                      <a:pt x="389" y="121"/>
                    </a:moveTo>
                    <a:cubicBezTo>
                      <a:pt x="531" y="121"/>
                      <a:pt x="651" y="326"/>
                      <a:pt x="651" y="567"/>
                    </a:cubicBezTo>
                    <a:cubicBezTo>
                      <a:pt x="651" y="800"/>
                      <a:pt x="531" y="1006"/>
                      <a:pt x="389" y="1006"/>
                    </a:cubicBezTo>
                    <a:cubicBezTo>
                      <a:pt x="241" y="1006"/>
                      <a:pt x="121" y="800"/>
                      <a:pt x="121" y="567"/>
                    </a:cubicBezTo>
                    <a:cubicBezTo>
                      <a:pt x="121" y="326"/>
                      <a:pt x="241" y="121"/>
                      <a:pt x="389" y="121"/>
                    </a:cubicBezTo>
                    <a:close/>
                    <a:moveTo>
                      <a:pt x="389" y="1"/>
                    </a:moveTo>
                    <a:cubicBezTo>
                      <a:pt x="177" y="1"/>
                      <a:pt x="0" y="270"/>
                      <a:pt x="0" y="567"/>
                    </a:cubicBezTo>
                    <a:cubicBezTo>
                      <a:pt x="0" y="885"/>
                      <a:pt x="177" y="1126"/>
                      <a:pt x="389" y="1126"/>
                    </a:cubicBezTo>
                    <a:cubicBezTo>
                      <a:pt x="595" y="1126"/>
                      <a:pt x="771" y="885"/>
                      <a:pt x="771" y="567"/>
                    </a:cubicBezTo>
                    <a:cubicBezTo>
                      <a:pt x="771" y="270"/>
                      <a:pt x="595" y="1"/>
                      <a:pt x="3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52"/>
              <p:cNvSpPr/>
              <p:nvPr/>
            </p:nvSpPr>
            <p:spPr>
              <a:xfrm>
                <a:off x="3753885" y="2037346"/>
                <a:ext cx="4128" cy="37861"/>
              </a:xfrm>
              <a:custGeom>
                <a:avLst/>
                <a:gdLst/>
                <a:ahLst/>
                <a:cxnLst/>
                <a:rect l="l" t="t" r="r" b="b"/>
                <a:pathLst>
                  <a:path w="122" h="1119" extrusionOk="0">
                    <a:moveTo>
                      <a:pt x="65" y="1"/>
                    </a:moveTo>
                    <a:cubicBezTo>
                      <a:pt x="29" y="1"/>
                      <a:pt x="1" y="29"/>
                      <a:pt x="1" y="58"/>
                    </a:cubicBezTo>
                    <a:lnTo>
                      <a:pt x="1" y="1062"/>
                    </a:lnTo>
                    <a:cubicBezTo>
                      <a:pt x="1" y="1090"/>
                      <a:pt x="29" y="1119"/>
                      <a:pt x="65" y="1119"/>
                    </a:cubicBezTo>
                    <a:cubicBezTo>
                      <a:pt x="93" y="1119"/>
                      <a:pt x="121" y="1090"/>
                      <a:pt x="121" y="1062"/>
                    </a:cubicBezTo>
                    <a:lnTo>
                      <a:pt x="121" y="58"/>
                    </a:lnTo>
                    <a:cubicBezTo>
                      <a:pt x="121" y="29"/>
                      <a:pt x="93" y="1"/>
                      <a:pt x="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52"/>
              <p:cNvSpPr/>
              <p:nvPr/>
            </p:nvSpPr>
            <p:spPr>
              <a:xfrm>
                <a:off x="3771852" y="2041440"/>
                <a:ext cx="20132" cy="31873"/>
              </a:xfrm>
              <a:custGeom>
                <a:avLst/>
                <a:gdLst/>
                <a:ahLst/>
                <a:cxnLst/>
                <a:rect l="l" t="t" r="r" b="b"/>
                <a:pathLst>
                  <a:path w="595" h="942" extrusionOk="0">
                    <a:moveTo>
                      <a:pt x="0" y="0"/>
                    </a:moveTo>
                    <a:lnTo>
                      <a:pt x="0" y="941"/>
                    </a:lnTo>
                    <a:lnTo>
                      <a:pt x="595" y="941"/>
                    </a:lnTo>
                    <a:lnTo>
                      <a:pt x="5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52"/>
              <p:cNvSpPr/>
              <p:nvPr/>
            </p:nvSpPr>
            <p:spPr>
              <a:xfrm>
                <a:off x="3803929" y="2039274"/>
                <a:ext cx="32820" cy="35933"/>
              </a:xfrm>
              <a:custGeom>
                <a:avLst/>
                <a:gdLst/>
                <a:ahLst/>
                <a:cxnLst/>
                <a:rect l="l" t="t" r="r" b="b"/>
                <a:pathLst>
                  <a:path w="970" h="1062" extrusionOk="0">
                    <a:moveTo>
                      <a:pt x="849" y="121"/>
                    </a:moveTo>
                    <a:lnTo>
                      <a:pt x="849" y="948"/>
                    </a:lnTo>
                    <a:lnTo>
                      <a:pt x="114" y="948"/>
                    </a:lnTo>
                    <a:lnTo>
                      <a:pt x="114" y="121"/>
                    </a:lnTo>
                    <a:close/>
                    <a:moveTo>
                      <a:pt x="57" y="1"/>
                    </a:moveTo>
                    <a:cubicBezTo>
                      <a:pt x="29" y="1"/>
                      <a:pt x="0" y="29"/>
                      <a:pt x="0" y="64"/>
                    </a:cubicBezTo>
                    <a:lnTo>
                      <a:pt x="0" y="1005"/>
                    </a:lnTo>
                    <a:cubicBezTo>
                      <a:pt x="0" y="1033"/>
                      <a:pt x="29" y="1062"/>
                      <a:pt x="57" y="1062"/>
                    </a:cubicBezTo>
                    <a:lnTo>
                      <a:pt x="913" y="1062"/>
                    </a:lnTo>
                    <a:cubicBezTo>
                      <a:pt x="941" y="1062"/>
                      <a:pt x="970" y="1033"/>
                      <a:pt x="970" y="1005"/>
                    </a:cubicBezTo>
                    <a:lnTo>
                      <a:pt x="970" y="64"/>
                    </a:lnTo>
                    <a:cubicBezTo>
                      <a:pt x="970" y="29"/>
                      <a:pt x="941" y="1"/>
                      <a:pt x="9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52"/>
              <p:cNvSpPr/>
              <p:nvPr/>
            </p:nvSpPr>
            <p:spPr>
              <a:xfrm>
                <a:off x="3847746" y="2041440"/>
                <a:ext cx="32820" cy="31873"/>
              </a:xfrm>
              <a:custGeom>
                <a:avLst/>
                <a:gdLst/>
                <a:ahLst/>
                <a:cxnLst/>
                <a:rect l="l" t="t" r="r" b="b"/>
                <a:pathLst>
                  <a:path w="970" h="942" extrusionOk="0">
                    <a:moveTo>
                      <a:pt x="0" y="0"/>
                    </a:moveTo>
                    <a:lnTo>
                      <a:pt x="0" y="941"/>
                    </a:lnTo>
                    <a:lnTo>
                      <a:pt x="969" y="941"/>
                    </a:lnTo>
                    <a:lnTo>
                      <a:pt x="9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52"/>
              <p:cNvSpPr/>
              <p:nvPr/>
            </p:nvSpPr>
            <p:spPr>
              <a:xfrm>
                <a:off x="3892477" y="2026924"/>
                <a:ext cx="25173" cy="64320"/>
              </a:xfrm>
              <a:custGeom>
                <a:avLst/>
                <a:gdLst/>
                <a:ahLst/>
                <a:cxnLst/>
                <a:rect l="l" t="t" r="r" b="b"/>
                <a:pathLst>
                  <a:path w="744" h="1901" extrusionOk="0">
                    <a:moveTo>
                      <a:pt x="349" y="0"/>
                    </a:moveTo>
                    <a:cubicBezTo>
                      <a:pt x="332" y="0"/>
                      <a:pt x="315" y="4"/>
                      <a:pt x="298" y="12"/>
                    </a:cubicBezTo>
                    <a:cubicBezTo>
                      <a:pt x="270" y="12"/>
                      <a:pt x="241" y="40"/>
                      <a:pt x="241" y="75"/>
                    </a:cubicBezTo>
                    <a:cubicBezTo>
                      <a:pt x="270" y="104"/>
                      <a:pt x="298" y="132"/>
                      <a:pt x="326" y="132"/>
                    </a:cubicBezTo>
                    <a:cubicBezTo>
                      <a:pt x="336" y="123"/>
                      <a:pt x="346" y="120"/>
                      <a:pt x="357" y="120"/>
                    </a:cubicBezTo>
                    <a:cubicBezTo>
                      <a:pt x="377" y="120"/>
                      <a:pt x="399" y="132"/>
                      <a:pt x="418" y="132"/>
                    </a:cubicBezTo>
                    <a:cubicBezTo>
                      <a:pt x="447" y="160"/>
                      <a:pt x="475" y="252"/>
                      <a:pt x="503" y="309"/>
                    </a:cubicBezTo>
                    <a:cubicBezTo>
                      <a:pt x="503" y="366"/>
                      <a:pt x="475" y="429"/>
                      <a:pt x="475" y="514"/>
                    </a:cubicBezTo>
                    <a:cubicBezTo>
                      <a:pt x="475" y="542"/>
                      <a:pt x="447" y="606"/>
                      <a:pt x="447" y="663"/>
                    </a:cubicBezTo>
                    <a:cubicBezTo>
                      <a:pt x="447" y="783"/>
                      <a:pt x="475" y="868"/>
                      <a:pt x="532" y="960"/>
                    </a:cubicBezTo>
                    <a:cubicBezTo>
                      <a:pt x="503" y="988"/>
                      <a:pt x="475" y="1016"/>
                      <a:pt x="447" y="1045"/>
                    </a:cubicBezTo>
                    <a:lnTo>
                      <a:pt x="447" y="1278"/>
                    </a:lnTo>
                    <a:lnTo>
                      <a:pt x="447" y="1313"/>
                    </a:lnTo>
                    <a:cubicBezTo>
                      <a:pt x="475" y="1455"/>
                      <a:pt x="447" y="1575"/>
                      <a:pt x="390" y="1667"/>
                    </a:cubicBezTo>
                    <a:cubicBezTo>
                      <a:pt x="344" y="1728"/>
                      <a:pt x="273" y="1775"/>
                      <a:pt x="202" y="1775"/>
                    </a:cubicBezTo>
                    <a:cubicBezTo>
                      <a:pt x="174" y="1775"/>
                      <a:pt x="147" y="1768"/>
                      <a:pt x="121" y="1752"/>
                    </a:cubicBezTo>
                    <a:cubicBezTo>
                      <a:pt x="107" y="1738"/>
                      <a:pt x="93" y="1731"/>
                      <a:pt x="79" y="1731"/>
                    </a:cubicBezTo>
                    <a:cubicBezTo>
                      <a:pt x="65" y="1731"/>
                      <a:pt x="50" y="1738"/>
                      <a:pt x="36" y="1752"/>
                    </a:cubicBezTo>
                    <a:cubicBezTo>
                      <a:pt x="1" y="1780"/>
                      <a:pt x="36" y="1809"/>
                      <a:pt x="65" y="1844"/>
                    </a:cubicBezTo>
                    <a:cubicBezTo>
                      <a:pt x="93" y="1872"/>
                      <a:pt x="150" y="1901"/>
                      <a:pt x="213" y="1901"/>
                    </a:cubicBezTo>
                    <a:cubicBezTo>
                      <a:pt x="326" y="1901"/>
                      <a:pt x="447" y="1809"/>
                      <a:pt x="503" y="1724"/>
                    </a:cubicBezTo>
                    <a:cubicBezTo>
                      <a:pt x="567" y="1604"/>
                      <a:pt x="595" y="1455"/>
                      <a:pt x="567" y="1278"/>
                    </a:cubicBezTo>
                    <a:lnTo>
                      <a:pt x="567" y="1250"/>
                    </a:lnTo>
                    <a:lnTo>
                      <a:pt x="567" y="1101"/>
                    </a:lnTo>
                    <a:cubicBezTo>
                      <a:pt x="567" y="1073"/>
                      <a:pt x="595" y="1045"/>
                      <a:pt x="623" y="1045"/>
                    </a:cubicBezTo>
                    <a:cubicBezTo>
                      <a:pt x="623" y="1016"/>
                      <a:pt x="652" y="1016"/>
                      <a:pt x="652" y="1016"/>
                    </a:cubicBezTo>
                    <a:cubicBezTo>
                      <a:pt x="660" y="1025"/>
                      <a:pt x="668" y="1028"/>
                      <a:pt x="677" y="1028"/>
                    </a:cubicBezTo>
                    <a:cubicBezTo>
                      <a:pt x="697" y="1028"/>
                      <a:pt x="719" y="1008"/>
                      <a:pt x="744" y="988"/>
                    </a:cubicBezTo>
                    <a:cubicBezTo>
                      <a:pt x="744" y="960"/>
                      <a:pt x="744" y="924"/>
                      <a:pt x="708" y="924"/>
                    </a:cubicBezTo>
                    <a:cubicBezTo>
                      <a:pt x="680" y="924"/>
                      <a:pt x="680" y="896"/>
                      <a:pt x="680" y="896"/>
                    </a:cubicBezTo>
                    <a:cubicBezTo>
                      <a:pt x="595" y="896"/>
                      <a:pt x="567" y="783"/>
                      <a:pt x="567" y="663"/>
                    </a:cubicBezTo>
                    <a:cubicBezTo>
                      <a:pt x="567" y="634"/>
                      <a:pt x="567" y="571"/>
                      <a:pt x="595" y="514"/>
                    </a:cubicBezTo>
                    <a:cubicBezTo>
                      <a:pt x="595" y="458"/>
                      <a:pt x="623" y="366"/>
                      <a:pt x="623" y="281"/>
                    </a:cubicBezTo>
                    <a:cubicBezTo>
                      <a:pt x="595" y="189"/>
                      <a:pt x="532" y="104"/>
                      <a:pt x="475" y="40"/>
                    </a:cubicBezTo>
                    <a:cubicBezTo>
                      <a:pt x="435" y="20"/>
                      <a:pt x="391" y="0"/>
                      <a:pt x="3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52"/>
              <p:cNvSpPr/>
              <p:nvPr/>
            </p:nvSpPr>
            <p:spPr>
              <a:xfrm>
                <a:off x="3928411" y="2028278"/>
                <a:ext cx="11030" cy="59854"/>
              </a:xfrm>
              <a:custGeom>
                <a:avLst/>
                <a:gdLst/>
                <a:ahLst/>
                <a:cxnLst/>
                <a:rect l="l" t="t" r="r" b="b"/>
                <a:pathLst>
                  <a:path w="326" h="1769" extrusionOk="0">
                    <a:moveTo>
                      <a:pt x="35" y="0"/>
                    </a:moveTo>
                    <a:cubicBezTo>
                      <a:pt x="0" y="35"/>
                      <a:pt x="0" y="64"/>
                      <a:pt x="0" y="92"/>
                    </a:cubicBezTo>
                    <a:cubicBezTo>
                      <a:pt x="212" y="594"/>
                      <a:pt x="212" y="1182"/>
                      <a:pt x="0" y="1684"/>
                    </a:cubicBezTo>
                    <a:cubicBezTo>
                      <a:pt x="0" y="1712"/>
                      <a:pt x="0" y="1769"/>
                      <a:pt x="35" y="1769"/>
                    </a:cubicBezTo>
                    <a:lnTo>
                      <a:pt x="64" y="1769"/>
                    </a:lnTo>
                    <a:cubicBezTo>
                      <a:pt x="92" y="1769"/>
                      <a:pt x="120" y="1769"/>
                      <a:pt x="120" y="1740"/>
                    </a:cubicBezTo>
                    <a:cubicBezTo>
                      <a:pt x="326" y="1210"/>
                      <a:pt x="326" y="594"/>
                      <a:pt x="120" y="64"/>
                    </a:cubicBezTo>
                    <a:cubicBezTo>
                      <a:pt x="92" y="35"/>
                      <a:pt x="64" y="0"/>
                      <a:pt x="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52"/>
              <p:cNvSpPr/>
              <p:nvPr/>
            </p:nvSpPr>
            <p:spPr>
              <a:xfrm>
                <a:off x="3941573" y="2027296"/>
                <a:ext cx="14854" cy="68990"/>
              </a:xfrm>
              <a:custGeom>
                <a:avLst/>
                <a:gdLst/>
                <a:ahLst/>
                <a:cxnLst/>
                <a:rect l="l" t="t" r="r" b="b"/>
                <a:pathLst>
                  <a:path w="439" h="2039" extrusionOk="0">
                    <a:moveTo>
                      <a:pt x="85" y="1"/>
                    </a:moveTo>
                    <a:cubicBezTo>
                      <a:pt x="57" y="29"/>
                      <a:pt x="28" y="64"/>
                      <a:pt x="57" y="93"/>
                    </a:cubicBezTo>
                    <a:cubicBezTo>
                      <a:pt x="319" y="680"/>
                      <a:pt x="290" y="1387"/>
                      <a:pt x="0" y="1946"/>
                    </a:cubicBezTo>
                    <a:cubicBezTo>
                      <a:pt x="0" y="1975"/>
                      <a:pt x="0" y="2038"/>
                      <a:pt x="28" y="2038"/>
                    </a:cubicBezTo>
                    <a:lnTo>
                      <a:pt x="57" y="2038"/>
                    </a:lnTo>
                    <a:cubicBezTo>
                      <a:pt x="85" y="2038"/>
                      <a:pt x="85" y="2038"/>
                      <a:pt x="113" y="2010"/>
                    </a:cubicBezTo>
                    <a:cubicBezTo>
                      <a:pt x="439" y="1416"/>
                      <a:pt x="439" y="652"/>
                      <a:pt x="142" y="29"/>
                    </a:cubicBezTo>
                    <a:cubicBezTo>
                      <a:pt x="142" y="1"/>
                      <a:pt x="113" y="1"/>
                      <a:pt x="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52"/>
              <p:cNvSpPr/>
              <p:nvPr/>
            </p:nvSpPr>
            <p:spPr>
              <a:xfrm>
                <a:off x="3622264" y="2026924"/>
                <a:ext cx="24903" cy="64320"/>
              </a:xfrm>
              <a:custGeom>
                <a:avLst/>
                <a:gdLst/>
                <a:ahLst/>
                <a:cxnLst/>
                <a:rect l="l" t="t" r="r" b="b"/>
                <a:pathLst>
                  <a:path w="736" h="1901" extrusionOk="0">
                    <a:moveTo>
                      <a:pt x="417" y="0"/>
                    </a:moveTo>
                    <a:cubicBezTo>
                      <a:pt x="367" y="0"/>
                      <a:pt x="309" y="20"/>
                      <a:pt x="269" y="40"/>
                    </a:cubicBezTo>
                    <a:cubicBezTo>
                      <a:pt x="205" y="104"/>
                      <a:pt x="149" y="189"/>
                      <a:pt x="149" y="281"/>
                    </a:cubicBezTo>
                    <a:cubicBezTo>
                      <a:pt x="120" y="366"/>
                      <a:pt x="149" y="458"/>
                      <a:pt x="149" y="514"/>
                    </a:cubicBezTo>
                    <a:cubicBezTo>
                      <a:pt x="177" y="571"/>
                      <a:pt x="177" y="634"/>
                      <a:pt x="177" y="663"/>
                    </a:cubicBezTo>
                    <a:cubicBezTo>
                      <a:pt x="177" y="783"/>
                      <a:pt x="149" y="896"/>
                      <a:pt x="64" y="896"/>
                    </a:cubicBezTo>
                    <a:lnTo>
                      <a:pt x="64" y="924"/>
                    </a:lnTo>
                    <a:cubicBezTo>
                      <a:pt x="28" y="924"/>
                      <a:pt x="0" y="960"/>
                      <a:pt x="0" y="988"/>
                    </a:cubicBezTo>
                    <a:cubicBezTo>
                      <a:pt x="20" y="1008"/>
                      <a:pt x="44" y="1028"/>
                      <a:pt x="66" y="1028"/>
                    </a:cubicBezTo>
                    <a:cubicBezTo>
                      <a:pt x="75" y="1028"/>
                      <a:pt x="84" y="1025"/>
                      <a:pt x="92" y="1016"/>
                    </a:cubicBezTo>
                    <a:cubicBezTo>
                      <a:pt x="120" y="1016"/>
                      <a:pt x="120" y="1016"/>
                      <a:pt x="120" y="1045"/>
                    </a:cubicBezTo>
                    <a:cubicBezTo>
                      <a:pt x="149" y="1045"/>
                      <a:pt x="177" y="1073"/>
                      <a:pt x="177" y="1101"/>
                    </a:cubicBezTo>
                    <a:cubicBezTo>
                      <a:pt x="205" y="1137"/>
                      <a:pt x="177" y="1193"/>
                      <a:pt x="177" y="1250"/>
                    </a:cubicBezTo>
                    <a:lnTo>
                      <a:pt x="177" y="1278"/>
                    </a:lnTo>
                    <a:cubicBezTo>
                      <a:pt x="149" y="1455"/>
                      <a:pt x="177" y="1604"/>
                      <a:pt x="269" y="1724"/>
                    </a:cubicBezTo>
                    <a:cubicBezTo>
                      <a:pt x="325" y="1809"/>
                      <a:pt x="446" y="1901"/>
                      <a:pt x="559" y="1901"/>
                    </a:cubicBezTo>
                    <a:cubicBezTo>
                      <a:pt x="594" y="1901"/>
                      <a:pt x="651" y="1872"/>
                      <a:pt x="707" y="1844"/>
                    </a:cubicBezTo>
                    <a:cubicBezTo>
                      <a:pt x="736" y="1809"/>
                      <a:pt x="736" y="1780"/>
                      <a:pt x="707" y="1752"/>
                    </a:cubicBezTo>
                    <a:cubicBezTo>
                      <a:pt x="707" y="1738"/>
                      <a:pt x="693" y="1731"/>
                      <a:pt x="676" y="1731"/>
                    </a:cubicBezTo>
                    <a:cubicBezTo>
                      <a:pt x="658" y="1731"/>
                      <a:pt x="637" y="1738"/>
                      <a:pt x="623" y="1752"/>
                    </a:cubicBezTo>
                    <a:cubicBezTo>
                      <a:pt x="597" y="1768"/>
                      <a:pt x="570" y="1775"/>
                      <a:pt x="542" y="1775"/>
                    </a:cubicBezTo>
                    <a:cubicBezTo>
                      <a:pt x="471" y="1775"/>
                      <a:pt x="400" y="1728"/>
                      <a:pt x="354" y="1667"/>
                    </a:cubicBezTo>
                    <a:cubicBezTo>
                      <a:pt x="297" y="1575"/>
                      <a:pt x="269" y="1455"/>
                      <a:pt x="297" y="1313"/>
                    </a:cubicBezTo>
                    <a:lnTo>
                      <a:pt x="297" y="1278"/>
                    </a:lnTo>
                    <a:cubicBezTo>
                      <a:pt x="297" y="1193"/>
                      <a:pt x="325" y="1137"/>
                      <a:pt x="297" y="1045"/>
                    </a:cubicBezTo>
                    <a:cubicBezTo>
                      <a:pt x="269" y="1016"/>
                      <a:pt x="241" y="988"/>
                      <a:pt x="205" y="960"/>
                    </a:cubicBezTo>
                    <a:cubicBezTo>
                      <a:pt x="269" y="868"/>
                      <a:pt x="297" y="783"/>
                      <a:pt x="297" y="663"/>
                    </a:cubicBezTo>
                    <a:cubicBezTo>
                      <a:pt x="297" y="606"/>
                      <a:pt x="297" y="542"/>
                      <a:pt x="269" y="514"/>
                    </a:cubicBezTo>
                    <a:cubicBezTo>
                      <a:pt x="269" y="429"/>
                      <a:pt x="241" y="366"/>
                      <a:pt x="269" y="309"/>
                    </a:cubicBezTo>
                    <a:cubicBezTo>
                      <a:pt x="269" y="252"/>
                      <a:pt x="297" y="160"/>
                      <a:pt x="354" y="132"/>
                    </a:cubicBezTo>
                    <a:cubicBezTo>
                      <a:pt x="373" y="132"/>
                      <a:pt x="395" y="120"/>
                      <a:pt x="416" y="120"/>
                    </a:cubicBezTo>
                    <a:cubicBezTo>
                      <a:pt x="426" y="120"/>
                      <a:pt x="436" y="123"/>
                      <a:pt x="446" y="132"/>
                    </a:cubicBezTo>
                    <a:cubicBezTo>
                      <a:pt x="474" y="132"/>
                      <a:pt x="502" y="104"/>
                      <a:pt x="502" y="75"/>
                    </a:cubicBezTo>
                    <a:cubicBezTo>
                      <a:pt x="502" y="40"/>
                      <a:pt x="502" y="12"/>
                      <a:pt x="474" y="12"/>
                    </a:cubicBezTo>
                    <a:cubicBezTo>
                      <a:pt x="457" y="4"/>
                      <a:pt x="438" y="0"/>
                      <a:pt x="41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52"/>
              <p:cNvSpPr/>
              <p:nvPr/>
            </p:nvSpPr>
            <p:spPr>
              <a:xfrm>
                <a:off x="3600474" y="2028278"/>
                <a:ext cx="11978" cy="59854"/>
              </a:xfrm>
              <a:custGeom>
                <a:avLst/>
                <a:gdLst/>
                <a:ahLst/>
                <a:cxnLst/>
                <a:rect l="l" t="t" r="r" b="b"/>
                <a:pathLst>
                  <a:path w="354" h="1769" extrusionOk="0">
                    <a:moveTo>
                      <a:pt x="290" y="0"/>
                    </a:moveTo>
                    <a:cubicBezTo>
                      <a:pt x="262" y="0"/>
                      <a:pt x="234" y="35"/>
                      <a:pt x="234" y="64"/>
                    </a:cubicBezTo>
                    <a:cubicBezTo>
                      <a:pt x="0" y="594"/>
                      <a:pt x="0" y="1210"/>
                      <a:pt x="205" y="1740"/>
                    </a:cubicBezTo>
                    <a:cubicBezTo>
                      <a:pt x="234" y="1769"/>
                      <a:pt x="234" y="1769"/>
                      <a:pt x="262" y="1769"/>
                    </a:cubicBezTo>
                    <a:lnTo>
                      <a:pt x="290" y="1769"/>
                    </a:lnTo>
                    <a:cubicBezTo>
                      <a:pt x="319" y="1769"/>
                      <a:pt x="319" y="1712"/>
                      <a:pt x="319" y="1684"/>
                    </a:cubicBezTo>
                    <a:cubicBezTo>
                      <a:pt x="113" y="1182"/>
                      <a:pt x="113" y="594"/>
                      <a:pt x="319" y="92"/>
                    </a:cubicBezTo>
                    <a:cubicBezTo>
                      <a:pt x="354" y="64"/>
                      <a:pt x="319" y="35"/>
                      <a:pt x="2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52"/>
              <p:cNvSpPr/>
              <p:nvPr/>
            </p:nvSpPr>
            <p:spPr>
              <a:xfrm>
                <a:off x="3583454" y="2027296"/>
                <a:ext cx="14887" cy="68990"/>
              </a:xfrm>
              <a:custGeom>
                <a:avLst/>
                <a:gdLst/>
                <a:ahLst/>
                <a:cxnLst/>
                <a:rect l="l" t="t" r="r" b="b"/>
                <a:pathLst>
                  <a:path w="440" h="2039" extrusionOk="0">
                    <a:moveTo>
                      <a:pt x="355" y="1"/>
                    </a:moveTo>
                    <a:cubicBezTo>
                      <a:pt x="326" y="1"/>
                      <a:pt x="291" y="1"/>
                      <a:pt x="291" y="29"/>
                    </a:cubicBezTo>
                    <a:cubicBezTo>
                      <a:pt x="1" y="652"/>
                      <a:pt x="29" y="1416"/>
                      <a:pt x="326" y="2010"/>
                    </a:cubicBezTo>
                    <a:cubicBezTo>
                      <a:pt x="355" y="2038"/>
                      <a:pt x="355" y="2038"/>
                      <a:pt x="383" y="2038"/>
                    </a:cubicBezTo>
                    <a:lnTo>
                      <a:pt x="411" y="2038"/>
                    </a:lnTo>
                    <a:cubicBezTo>
                      <a:pt x="440" y="2038"/>
                      <a:pt x="440" y="1975"/>
                      <a:pt x="440" y="1946"/>
                    </a:cubicBezTo>
                    <a:cubicBezTo>
                      <a:pt x="150" y="1387"/>
                      <a:pt x="114" y="680"/>
                      <a:pt x="383" y="93"/>
                    </a:cubicBezTo>
                    <a:cubicBezTo>
                      <a:pt x="411" y="64"/>
                      <a:pt x="383" y="29"/>
                      <a:pt x="3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2" name="Google Shape;1982;p52"/>
            <p:cNvGrpSpPr/>
            <p:nvPr/>
          </p:nvGrpSpPr>
          <p:grpSpPr>
            <a:xfrm>
              <a:off x="490876" y="1760660"/>
              <a:ext cx="598344" cy="498891"/>
              <a:chOff x="2715768" y="1997386"/>
              <a:chExt cx="269330" cy="224564"/>
            </a:xfrm>
          </p:grpSpPr>
          <p:sp>
            <p:nvSpPr>
              <p:cNvPr id="1983" name="Google Shape;1983;p52"/>
              <p:cNvSpPr/>
              <p:nvPr/>
            </p:nvSpPr>
            <p:spPr>
              <a:xfrm>
                <a:off x="2868233" y="1997386"/>
                <a:ext cx="116866" cy="116832"/>
              </a:xfrm>
              <a:custGeom>
                <a:avLst/>
                <a:gdLst/>
                <a:ahLst/>
                <a:cxnLst/>
                <a:rect l="l" t="t" r="r" b="b"/>
                <a:pathLst>
                  <a:path w="3454" h="3453" extrusionOk="0">
                    <a:moveTo>
                      <a:pt x="1729" y="947"/>
                    </a:moveTo>
                    <a:cubicBezTo>
                      <a:pt x="1938" y="947"/>
                      <a:pt x="2145" y="1036"/>
                      <a:pt x="2300" y="1210"/>
                    </a:cubicBezTo>
                    <a:cubicBezTo>
                      <a:pt x="2597" y="1536"/>
                      <a:pt x="2597" y="2038"/>
                      <a:pt x="2272" y="2328"/>
                    </a:cubicBezTo>
                    <a:cubicBezTo>
                      <a:pt x="2120" y="2466"/>
                      <a:pt x="1930" y="2534"/>
                      <a:pt x="1741" y="2534"/>
                    </a:cubicBezTo>
                    <a:cubicBezTo>
                      <a:pt x="1524" y="2534"/>
                      <a:pt x="1309" y="2445"/>
                      <a:pt x="1154" y="2271"/>
                    </a:cubicBezTo>
                    <a:cubicBezTo>
                      <a:pt x="857" y="1946"/>
                      <a:pt x="885" y="1444"/>
                      <a:pt x="1211" y="1154"/>
                    </a:cubicBezTo>
                    <a:cubicBezTo>
                      <a:pt x="1362" y="1015"/>
                      <a:pt x="1546" y="947"/>
                      <a:pt x="1729" y="947"/>
                    </a:cubicBezTo>
                    <a:close/>
                    <a:moveTo>
                      <a:pt x="1621" y="1"/>
                    </a:moveTo>
                    <a:cubicBezTo>
                      <a:pt x="1656" y="1"/>
                      <a:pt x="1656" y="29"/>
                      <a:pt x="1656" y="29"/>
                    </a:cubicBezTo>
                    <a:cubicBezTo>
                      <a:pt x="1684" y="177"/>
                      <a:pt x="1593" y="354"/>
                      <a:pt x="1444" y="383"/>
                    </a:cubicBezTo>
                    <a:cubicBezTo>
                      <a:pt x="1423" y="387"/>
                      <a:pt x="1402" y="389"/>
                      <a:pt x="1382" y="389"/>
                    </a:cubicBezTo>
                    <a:cubicBezTo>
                      <a:pt x="1235" y="389"/>
                      <a:pt x="1121" y="280"/>
                      <a:pt x="1090" y="149"/>
                    </a:cubicBezTo>
                    <a:lnTo>
                      <a:pt x="1090" y="121"/>
                    </a:lnTo>
                    <a:cubicBezTo>
                      <a:pt x="977" y="149"/>
                      <a:pt x="885" y="206"/>
                      <a:pt x="800" y="269"/>
                    </a:cubicBezTo>
                    <a:cubicBezTo>
                      <a:pt x="800" y="269"/>
                      <a:pt x="800" y="298"/>
                      <a:pt x="828" y="298"/>
                    </a:cubicBezTo>
                    <a:cubicBezTo>
                      <a:pt x="913" y="418"/>
                      <a:pt x="913" y="595"/>
                      <a:pt x="800" y="708"/>
                    </a:cubicBezTo>
                    <a:cubicBezTo>
                      <a:pt x="744" y="751"/>
                      <a:pt x="676" y="774"/>
                      <a:pt x="610" y="774"/>
                    </a:cubicBezTo>
                    <a:cubicBezTo>
                      <a:pt x="535" y="774"/>
                      <a:pt x="463" y="744"/>
                      <a:pt x="418" y="680"/>
                    </a:cubicBezTo>
                    <a:cubicBezTo>
                      <a:pt x="383" y="680"/>
                      <a:pt x="383" y="651"/>
                      <a:pt x="383" y="651"/>
                    </a:cubicBezTo>
                    <a:cubicBezTo>
                      <a:pt x="326" y="736"/>
                      <a:pt x="270" y="828"/>
                      <a:pt x="206" y="913"/>
                    </a:cubicBezTo>
                    <a:cubicBezTo>
                      <a:pt x="206" y="913"/>
                      <a:pt x="241" y="913"/>
                      <a:pt x="241" y="948"/>
                    </a:cubicBezTo>
                    <a:cubicBezTo>
                      <a:pt x="383" y="977"/>
                      <a:pt x="475" y="1154"/>
                      <a:pt x="418" y="1302"/>
                    </a:cubicBezTo>
                    <a:cubicBezTo>
                      <a:pt x="390" y="1415"/>
                      <a:pt x="272" y="1496"/>
                      <a:pt x="154" y="1496"/>
                    </a:cubicBezTo>
                    <a:cubicBezTo>
                      <a:pt x="124" y="1496"/>
                      <a:pt x="93" y="1491"/>
                      <a:pt x="64" y="1479"/>
                    </a:cubicBezTo>
                    <a:lnTo>
                      <a:pt x="29" y="1479"/>
                    </a:lnTo>
                    <a:cubicBezTo>
                      <a:pt x="29" y="1564"/>
                      <a:pt x="1" y="1684"/>
                      <a:pt x="29" y="1797"/>
                    </a:cubicBezTo>
                    <a:lnTo>
                      <a:pt x="64" y="1797"/>
                    </a:lnTo>
                    <a:cubicBezTo>
                      <a:pt x="89" y="1788"/>
                      <a:pt x="113" y="1783"/>
                      <a:pt x="138" y="1783"/>
                    </a:cubicBezTo>
                    <a:cubicBezTo>
                      <a:pt x="254" y="1783"/>
                      <a:pt x="359" y="1887"/>
                      <a:pt x="383" y="2010"/>
                    </a:cubicBezTo>
                    <a:cubicBezTo>
                      <a:pt x="418" y="2151"/>
                      <a:pt x="326" y="2300"/>
                      <a:pt x="178" y="2328"/>
                    </a:cubicBezTo>
                    <a:lnTo>
                      <a:pt x="149" y="2363"/>
                    </a:lnTo>
                    <a:cubicBezTo>
                      <a:pt x="178" y="2448"/>
                      <a:pt x="241" y="2569"/>
                      <a:pt x="298" y="2653"/>
                    </a:cubicBezTo>
                    <a:cubicBezTo>
                      <a:pt x="298" y="2653"/>
                      <a:pt x="298" y="2625"/>
                      <a:pt x="326" y="2625"/>
                    </a:cubicBezTo>
                    <a:cubicBezTo>
                      <a:pt x="378" y="2573"/>
                      <a:pt x="441" y="2550"/>
                      <a:pt x="502" y="2550"/>
                    </a:cubicBezTo>
                    <a:cubicBezTo>
                      <a:pt x="582" y="2550"/>
                      <a:pt x="660" y="2589"/>
                      <a:pt x="708" y="2653"/>
                    </a:cubicBezTo>
                    <a:cubicBezTo>
                      <a:pt x="828" y="2774"/>
                      <a:pt x="828" y="2951"/>
                      <a:pt x="708" y="3035"/>
                    </a:cubicBezTo>
                    <a:lnTo>
                      <a:pt x="680" y="3071"/>
                    </a:lnTo>
                    <a:cubicBezTo>
                      <a:pt x="772" y="3156"/>
                      <a:pt x="857" y="3212"/>
                      <a:pt x="949" y="3276"/>
                    </a:cubicBezTo>
                    <a:cubicBezTo>
                      <a:pt x="949" y="3248"/>
                      <a:pt x="949" y="3248"/>
                      <a:pt x="977" y="3212"/>
                    </a:cubicBezTo>
                    <a:cubicBezTo>
                      <a:pt x="1000" y="3100"/>
                      <a:pt x="1116" y="3018"/>
                      <a:pt x="1238" y="3018"/>
                    </a:cubicBezTo>
                    <a:cubicBezTo>
                      <a:pt x="1269" y="3018"/>
                      <a:pt x="1300" y="3024"/>
                      <a:pt x="1331" y="3035"/>
                    </a:cubicBezTo>
                    <a:cubicBezTo>
                      <a:pt x="1479" y="3099"/>
                      <a:pt x="1536" y="3248"/>
                      <a:pt x="1508" y="3389"/>
                    </a:cubicBezTo>
                    <a:cubicBezTo>
                      <a:pt x="1508" y="3425"/>
                      <a:pt x="1508" y="3425"/>
                      <a:pt x="1479" y="3453"/>
                    </a:cubicBezTo>
                    <a:lnTo>
                      <a:pt x="1833" y="3453"/>
                    </a:lnTo>
                    <a:cubicBezTo>
                      <a:pt x="1833" y="3453"/>
                      <a:pt x="1833" y="3425"/>
                      <a:pt x="1798" y="3425"/>
                    </a:cubicBezTo>
                    <a:cubicBezTo>
                      <a:pt x="1769" y="3276"/>
                      <a:pt x="1890" y="3127"/>
                      <a:pt x="2038" y="3071"/>
                    </a:cubicBezTo>
                    <a:cubicBezTo>
                      <a:pt x="2056" y="3067"/>
                      <a:pt x="2074" y="3065"/>
                      <a:pt x="2091" y="3065"/>
                    </a:cubicBezTo>
                    <a:cubicBezTo>
                      <a:pt x="2219" y="3065"/>
                      <a:pt x="2332" y="3173"/>
                      <a:pt x="2364" y="3304"/>
                    </a:cubicBezTo>
                    <a:lnTo>
                      <a:pt x="2364" y="3333"/>
                    </a:lnTo>
                    <a:cubicBezTo>
                      <a:pt x="2477" y="3304"/>
                      <a:pt x="2569" y="3248"/>
                      <a:pt x="2682" y="3184"/>
                    </a:cubicBezTo>
                    <a:cubicBezTo>
                      <a:pt x="2654" y="3184"/>
                      <a:pt x="2654" y="3184"/>
                      <a:pt x="2654" y="3156"/>
                    </a:cubicBezTo>
                    <a:cubicBezTo>
                      <a:pt x="2540" y="3035"/>
                      <a:pt x="2540" y="2859"/>
                      <a:pt x="2654" y="2774"/>
                    </a:cubicBezTo>
                    <a:cubicBezTo>
                      <a:pt x="2714" y="2714"/>
                      <a:pt x="2788" y="2683"/>
                      <a:pt x="2862" y="2683"/>
                    </a:cubicBezTo>
                    <a:cubicBezTo>
                      <a:pt x="2937" y="2683"/>
                      <a:pt x="3011" y="2714"/>
                      <a:pt x="3071" y="2774"/>
                    </a:cubicBezTo>
                    <a:cubicBezTo>
                      <a:pt x="3071" y="2802"/>
                      <a:pt x="3071" y="2802"/>
                      <a:pt x="3099" y="2830"/>
                    </a:cubicBezTo>
                    <a:cubicBezTo>
                      <a:pt x="3156" y="2717"/>
                      <a:pt x="3213" y="2625"/>
                      <a:pt x="3276" y="2540"/>
                    </a:cubicBezTo>
                    <a:cubicBezTo>
                      <a:pt x="3248" y="2540"/>
                      <a:pt x="3248" y="2540"/>
                      <a:pt x="3213" y="2505"/>
                    </a:cubicBezTo>
                    <a:cubicBezTo>
                      <a:pt x="3071" y="2477"/>
                      <a:pt x="2979" y="2300"/>
                      <a:pt x="3036" y="2151"/>
                    </a:cubicBezTo>
                    <a:cubicBezTo>
                      <a:pt x="3086" y="2039"/>
                      <a:pt x="3191" y="1957"/>
                      <a:pt x="3303" y="1957"/>
                    </a:cubicBezTo>
                    <a:cubicBezTo>
                      <a:pt x="3331" y="1957"/>
                      <a:pt x="3360" y="1963"/>
                      <a:pt x="3389" y="1974"/>
                    </a:cubicBezTo>
                    <a:cubicBezTo>
                      <a:pt x="3425" y="1974"/>
                      <a:pt x="3425" y="1974"/>
                      <a:pt x="3453" y="2010"/>
                    </a:cubicBezTo>
                    <a:lnTo>
                      <a:pt x="3453" y="1656"/>
                    </a:lnTo>
                    <a:cubicBezTo>
                      <a:pt x="3453" y="1656"/>
                      <a:pt x="3425" y="1656"/>
                      <a:pt x="3425" y="1684"/>
                    </a:cubicBezTo>
                    <a:cubicBezTo>
                      <a:pt x="3407" y="1687"/>
                      <a:pt x="3390" y="1688"/>
                      <a:pt x="3373" y="1688"/>
                    </a:cubicBezTo>
                    <a:cubicBezTo>
                      <a:pt x="3220" y="1688"/>
                      <a:pt x="3097" y="1578"/>
                      <a:pt x="3071" y="1444"/>
                    </a:cubicBezTo>
                    <a:cubicBezTo>
                      <a:pt x="3036" y="1302"/>
                      <a:pt x="3128" y="1154"/>
                      <a:pt x="3276" y="1125"/>
                    </a:cubicBezTo>
                    <a:cubicBezTo>
                      <a:pt x="3305" y="1090"/>
                      <a:pt x="3305" y="1090"/>
                      <a:pt x="3333" y="1090"/>
                    </a:cubicBezTo>
                    <a:cubicBezTo>
                      <a:pt x="3276" y="1005"/>
                      <a:pt x="3248" y="885"/>
                      <a:pt x="3156" y="800"/>
                    </a:cubicBezTo>
                    <a:lnTo>
                      <a:pt x="3156" y="828"/>
                    </a:lnTo>
                    <a:cubicBezTo>
                      <a:pt x="3104" y="880"/>
                      <a:pt x="3041" y="903"/>
                      <a:pt x="2978" y="903"/>
                    </a:cubicBezTo>
                    <a:cubicBezTo>
                      <a:pt x="2894" y="903"/>
                      <a:pt x="2810" y="864"/>
                      <a:pt x="2746" y="800"/>
                    </a:cubicBezTo>
                    <a:cubicBezTo>
                      <a:pt x="2625" y="680"/>
                      <a:pt x="2654" y="503"/>
                      <a:pt x="2774" y="418"/>
                    </a:cubicBezTo>
                    <a:cubicBezTo>
                      <a:pt x="2774" y="383"/>
                      <a:pt x="2774" y="383"/>
                      <a:pt x="2802" y="383"/>
                    </a:cubicBezTo>
                    <a:cubicBezTo>
                      <a:pt x="2717" y="326"/>
                      <a:pt x="2597" y="241"/>
                      <a:pt x="2505" y="206"/>
                    </a:cubicBezTo>
                    <a:lnTo>
                      <a:pt x="2505" y="241"/>
                    </a:lnTo>
                    <a:cubicBezTo>
                      <a:pt x="2460" y="354"/>
                      <a:pt x="2357" y="435"/>
                      <a:pt x="2242" y="435"/>
                    </a:cubicBezTo>
                    <a:cubicBezTo>
                      <a:pt x="2212" y="435"/>
                      <a:pt x="2182" y="429"/>
                      <a:pt x="2151" y="418"/>
                    </a:cubicBezTo>
                    <a:cubicBezTo>
                      <a:pt x="2010" y="354"/>
                      <a:pt x="1918" y="206"/>
                      <a:pt x="1946" y="64"/>
                    </a:cubicBezTo>
                    <a:cubicBezTo>
                      <a:pt x="1946" y="29"/>
                      <a:pt x="1975" y="29"/>
                      <a:pt x="1975" y="29"/>
                    </a:cubicBezTo>
                    <a:cubicBezTo>
                      <a:pt x="1861" y="1"/>
                      <a:pt x="1741" y="1"/>
                      <a:pt x="16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52"/>
              <p:cNvSpPr/>
              <p:nvPr/>
            </p:nvSpPr>
            <p:spPr>
              <a:xfrm>
                <a:off x="2888365" y="2020360"/>
                <a:ext cx="77821" cy="70884"/>
              </a:xfrm>
              <a:custGeom>
                <a:avLst/>
                <a:gdLst/>
                <a:ahLst/>
                <a:cxnLst/>
                <a:rect l="l" t="t" r="r" b="b"/>
                <a:pathLst>
                  <a:path w="2300" h="2095" extrusionOk="0">
                    <a:moveTo>
                      <a:pt x="1118" y="57"/>
                    </a:moveTo>
                    <a:cubicBezTo>
                      <a:pt x="1415" y="57"/>
                      <a:pt x="1677" y="178"/>
                      <a:pt x="1854" y="383"/>
                    </a:cubicBezTo>
                    <a:cubicBezTo>
                      <a:pt x="2236" y="800"/>
                      <a:pt x="2207" y="1416"/>
                      <a:pt x="1797" y="1798"/>
                    </a:cubicBezTo>
                    <a:cubicBezTo>
                      <a:pt x="1620" y="1946"/>
                      <a:pt x="1380" y="2038"/>
                      <a:pt x="1146" y="2038"/>
                    </a:cubicBezTo>
                    <a:cubicBezTo>
                      <a:pt x="884" y="2038"/>
                      <a:pt x="616" y="1918"/>
                      <a:pt x="410" y="1713"/>
                    </a:cubicBezTo>
                    <a:cubicBezTo>
                      <a:pt x="57" y="1295"/>
                      <a:pt x="85" y="680"/>
                      <a:pt x="467" y="326"/>
                    </a:cubicBezTo>
                    <a:cubicBezTo>
                      <a:pt x="644" y="149"/>
                      <a:pt x="884" y="57"/>
                      <a:pt x="1118" y="57"/>
                    </a:cubicBezTo>
                    <a:close/>
                    <a:moveTo>
                      <a:pt x="1118" y="1"/>
                    </a:moveTo>
                    <a:cubicBezTo>
                      <a:pt x="884" y="1"/>
                      <a:pt x="616" y="93"/>
                      <a:pt x="439" y="269"/>
                    </a:cubicBezTo>
                    <a:cubicBezTo>
                      <a:pt x="0" y="652"/>
                      <a:pt x="0" y="1331"/>
                      <a:pt x="382" y="1741"/>
                    </a:cubicBezTo>
                    <a:cubicBezTo>
                      <a:pt x="587" y="1974"/>
                      <a:pt x="849" y="2095"/>
                      <a:pt x="1146" y="2095"/>
                    </a:cubicBezTo>
                    <a:cubicBezTo>
                      <a:pt x="1415" y="2095"/>
                      <a:pt x="1648" y="2003"/>
                      <a:pt x="1854" y="1826"/>
                    </a:cubicBezTo>
                    <a:cubicBezTo>
                      <a:pt x="2264" y="1444"/>
                      <a:pt x="2299" y="800"/>
                      <a:pt x="1910" y="354"/>
                    </a:cubicBezTo>
                    <a:cubicBezTo>
                      <a:pt x="1705" y="149"/>
                      <a:pt x="1415" y="1"/>
                      <a:pt x="11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52"/>
              <p:cNvSpPr/>
              <p:nvPr/>
            </p:nvSpPr>
            <p:spPr>
              <a:xfrm>
                <a:off x="2715768" y="2042387"/>
                <a:ext cx="179562" cy="179562"/>
              </a:xfrm>
              <a:custGeom>
                <a:avLst/>
                <a:gdLst/>
                <a:ahLst/>
                <a:cxnLst/>
                <a:rect l="l" t="t" r="r" b="b"/>
                <a:pathLst>
                  <a:path w="5307" h="5307" extrusionOk="0">
                    <a:moveTo>
                      <a:pt x="2625" y="861"/>
                    </a:moveTo>
                    <a:cubicBezTo>
                      <a:pt x="3132" y="861"/>
                      <a:pt x="3636" y="1078"/>
                      <a:pt x="3976" y="1500"/>
                    </a:cubicBezTo>
                    <a:cubicBezTo>
                      <a:pt x="4627" y="2271"/>
                      <a:pt x="4535" y="3389"/>
                      <a:pt x="3799" y="4040"/>
                    </a:cubicBezTo>
                    <a:cubicBezTo>
                      <a:pt x="3475" y="4312"/>
                      <a:pt x="3075" y="4447"/>
                      <a:pt x="2675" y="4447"/>
                    </a:cubicBezTo>
                    <a:cubicBezTo>
                      <a:pt x="2168" y="4447"/>
                      <a:pt x="1659" y="4230"/>
                      <a:pt x="1295" y="3799"/>
                    </a:cubicBezTo>
                    <a:cubicBezTo>
                      <a:pt x="644" y="3064"/>
                      <a:pt x="736" y="1918"/>
                      <a:pt x="1472" y="1295"/>
                    </a:cubicBezTo>
                    <a:cubicBezTo>
                      <a:pt x="1801" y="1004"/>
                      <a:pt x="2214" y="861"/>
                      <a:pt x="2625" y="861"/>
                    </a:cubicBezTo>
                    <a:close/>
                    <a:moveTo>
                      <a:pt x="2590" y="1"/>
                    </a:moveTo>
                    <a:lnTo>
                      <a:pt x="2590" y="29"/>
                    </a:lnTo>
                    <a:cubicBezTo>
                      <a:pt x="2653" y="262"/>
                      <a:pt x="2476" y="503"/>
                      <a:pt x="2236" y="559"/>
                    </a:cubicBezTo>
                    <a:cubicBezTo>
                      <a:pt x="2217" y="562"/>
                      <a:pt x="2198" y="563"/>
                      <a:pt x="2179" y="563"/>
                    </a:cubicBezTo>
                    <a:cubicBezTo>
                      <a:pt x="1966" y="563"/>
                      <a:pt x="1767" y="420"/>
                      <a:pt x="1741" y="206"/>
                    </a:cubicBezTo>
                    <a:lnTo>
                      <a:pt x="1741" y="149"/>
                    </a:lnTo>
                    <a:cubicBezTo>
                      <a:pt x="1564" y="206"/>
                      <a:pt x="1415" y="262"/>
                      <a:pt x="1267" y="354"/>
                    </a:cubicBezTo>
                    <a:cubicBezTo>
                      <a:pt x="1267" y="383"/>
                      <a:pt x="1295" y="383"/>
                      <a:pt x="1295" y="383"/>
                    </a:cubicBezTo>
                    <a:cubicBezTo>
                      <a:pt x="1472" y="588"/>
                      <a:pt x="1444" y="856"/>
                      <a:pt x="1267" y="998"/>
                    </a:cubicBezTo>
                    <a:cubicBezTo>
                      <a:pt x="1188" y="1077"/>
                      <a:pt x="1086" y="1115"/>
                      <a:pt x="983" y="1115"/>
                    </a:cubicBezTo>
                    <a:cubicBezTo>
                      <a:pt x="855" y="1115"/>
                      <a:pt x="727" y="1055"/>
                      <a:pt x="644" y="941"/>
                    </a:cubicBezTo>
                    <a:cubicBezTo>
                      <a:pt x="616" y="941"/>
                      <a:pt x="616" y="941"/>
                      <a:pt x="616" y="913"/>
                    </a:cubicBezTo>
                    <a:cubicBezTo>
                      <a:pt x="503" y="1062"/>
                      <a:pt x="411" y="1175"/>
                      <a:pt x="326" y="1323"/>
                    </a:cubicBezTo>
                    <a:cubicBezTo>
                      <a:pt x="354" y="1323"/>
                      <a:pt x="354" y="1352"/>
                      <a:pt x="382" y="1352"/>
                    </a:cubicBezTo>
                    <a:cubicBezTo>
                      <a:pt x="588" y="1444"/>
                      <a:pt x="708" y="1677"/>
                      <a:pt x="644" y="1918"/>
                    </a:cubicBezTo>
                    <a:cubicBezTo>
                      <a:pt x="579" y="2098"/>
                      <a:pt x="425" y="2210"/>
                      <a:pt x="248" y="2210"/>
                    </a:cubicBezTo>
                    <a:cubicBezTo>
                      <a:pt x="195" y="2210"/>
                      <a:pt x="140" y="2200"/>
                      <a:pt x="85" y="2179"/>
                    </a:cubicBezTo>
                    <a:cubicBezTo>
                      <a:pt x="57" y="2179"/>
                      <a:pt x="57" y="2151"/>
                      <a:pt x="29" y="2151"/>
                    </a:cubicBezTo>
                    <a:cubicBezTo>
                      <a:pt x="0" y="2328"/>
                      <a:pt x="0" y="2505"/>
                      <a:pt x="0" y="2653"/>
                    </a:cubicBezTo>
                    <a:lnTo>
                      <a:pt x="57" y="2653"/>
                    </a:lnTo>
                    <a:cubicBezTo>
                      <a:pt x="77" y="2651"/>
                      <a:pt x="96" y="2650"/>
                      <a:pt x="116" y="2650"/>
                    </a:cubicBezTo>
                    <a:cubicBezTo>
                      <a:pt x="325" y="2650"/>
                      <a:pt x="508" y="2787"/>
                      <a:pt x="559" y="3007"/>
                    </a:cubicBezTo>
                    <a:cubicBezTo>
                      <a:pt x="588" y="3241"/>
                      <a:pt x="439" y="3474"/>
                      <a:pt x="206" y="3509"/>
                    </a:cubicBezTo>
                    <a:lnTo>
                      <a:pt x="149" y="3509"/>
                    </a:lnTo>
                    <a:cubicBezTo>
                      <a:pt x="206" y="3686"/>
                      <a:pt x="290" y="3828"/>
                      <a:pt x="382" y="4005"/>
                    </a:cubicBezTo>
                    <a:cubicBezTo>
                      <a:pt x="382" y="3976"/>
                      <a:pt x="411" y="3976"/>
                      <a:pt x="411" y="3948"/>
                    </a:cubicBezTo>
                    <a:cubicBezTo>
                      <a:pt x="488" y="3883"/>
                      <a:pt x="587" y="3852"/>
                      <a:pt x="688" y="3852"/>
                    </a:cubicBezTo>
                    <a:cubicBezTo>
                      <a:pt x="818" y="3852"/>
                      <a:pt x="949" y="3905"/>
                      <a:pt x="1033" y="4005"/>
                    </a:cubicBezTo>
                    <a:cubicBezTo>
                      <a:pt x="1175" y="4181"/>
                      <a:pt x="1175" y="4479"/>
                      <a:pt x="970" y="4627"/>
                    </a:cubicBezTo>
                    <a:lnTo>
                      <a:pt x="941" y="4655"/>
                    </a:lnTo>
                    <a:cubicBezTo>
                      <a:pt x="1062" y="4776"/>
                      <a:pt x="1210" y="4889"/>
                      <a:pt x="1352" y="4981"/>
                    </a:cubicBezTo>
                    <a:cubicBezTo>
                      <a:pt x="1352" y="4953"/>
                      <a:pt x="1387" y="4924"/>
                      <a:pt x="1387" y="4889"/>
                    </a:cubicBezTo>
                    <a:cubicBezTo>
                      <a:pt x="1431" y="4731"/>
                      <a:pt x="1597" y="4627"/>
                      <a:pt x="1781" y="4627"/>
                    </a:cubicBezTo>
                    <a:cubicBezTo>
                      <a:pt x="1835" y="4627"/>
                      <a:pt x="1891" y="4636"/>
                      <a:pt x="1946" y="4655"/>
                    </a:cubicBezTo>
                    <a:cubicBezTo>
                      <a:pt x="2151" y="4712"/>
                      <a:pt x="2271" y="4981"/>
                      <a:pt x="2208" y="5214"/>
                    </a:cubicBezTo>
                    <a:cubicBezTo>
                      <a:pt x="2208" y="5214"/>
                      <a:pt x="2179" y="5243"/>
                      <a:pt x="2179" y="5278"/>
                    </a:cubicBezTo>
                    <a:cubicBezTo>
                      <a:pt x="2356" y="5306"/>
                      <a:pt x="2533" y="5306"/>
                      <a:pt x="2710" y="5306"/>
                    </a:cubicBezTo>
                    <a:cubicBezTo>
                      <a:pt x="2682" y="5306"/>
                      <a:pt x="2682" y="5278"/>
                      <a:pt x="2682" y="5243"/>
                    </a:cubicBezTo>
                    <a:cubicBezTo>
                      <a:pt x="2625" y="5009"/>
                      <a:pt x="2802" y="4776"/>
                      <a:pt x="3035" y="4747"/>
                    </a:cubicBezTo>
                    <a:cubicBezTo>
                      <a:pt x="3058" y="4744"/>
                      <a:pt x="3081" y="4742"/>
                      <a:pt x="3104" y="4742"/>
                    </a:cubicBezTo>
                    <a:cubicBezTo>
                      <a:pt x="3314" y="4742"/>
                      <a:pt x="3512" y="4884"/>
                      <a:pt x="3538" y="5101"/>
                    </a:cubicBezTo>
                    <a:lnTo>
                      <a:pt x="3538" y="5158"/>
                    </a:lnTo>
                    <a:cubicBezTo>
                      <a:pt x="3714" y="5129"/>
                      <a:pt x="3863" y="5037"/>
                      <a:pt x="4005" y="4953"/>
                    </a:cubicBezTo>
                    <a:cubicBezTo>
                      <a:pt x="4005" y="4924"/>
                      <a:pt x="3976" y="4924"/>
                      <a:pt x="3976" y="4889"/>
                    </a:cubicBezTo>
                    <a:cubicBezTo>
                      <a:pt x="3799" y="4712"/>
                      <a:pt x="3828" y="4450"/>
                      <a:pt x="4005" y="4273"/>
                    </a:cubicBezTo>
                    <a:cubicBezTo>
                      <a:pt x="4081" y="4209"/>
                      <a:pt x="4181" y="4178"/>
                      <a:pt x="4282" y="4178"/>
                    </a:cubicBezTo>
                    <a:cubicBezTo>
                      <a:pt x="4412" y="4178"/>
                      <a:pt x="4543" y="4230"/>
                      <a:pt x="4627" y="4330"/>
                    </a:cubicBezTo>
                    <a:cubicBezTo>
                      <a:pt x="4655" y="4358"/>
                      <a:pt x="4655" y="4358"/>
                      <a:pt x="4684" y="4394"/>
                    </a:cubicBezTo>
                    <a:cubicBezTo>
                      <a:pt x="4776" y="4273"/>
                      <a:pt x="4889" y="4125"/>
                      <a:pt x="4981" y="3948"/>
                    </a:cubicBezTo>
                    <a:lnTo>
                      <a:pt x="4889" y="3948"/>
                    </a:lnTo>
                    <a:cubicBezTo>
                      <a:pt x="4684" y="3863"/>
                      <a:pt x="4570" y="3594"/>
                      <a:pt x="4627" y="3389"/>
                    </a:cubicBezTo>
                    <a:cubicBezTo>
                      <a:pt x="4693" y="3206"/>
                      <a:pt x="4855" y="3093"/>
                      <a:pt x="5034" y="3093"/>
                    </a:cubicBezTo>
                    <a:cubicBezTo>
                      <a:pt x="5084" y="3093"/>
                      <a:pt x="5135" y="3102"/>
                      <a:pt x="5186" y="3120"/>
                    </a:cubicBezTo>
                    <a:cubicBezTo>
                      <a:pt x="5214" y="3120"/>
                      <a:pt x="5243" y="3120"/>
                      <a:pt x="5243" y="3156"/>
                    </a:cubicBezTo>
                    <a:cubicBezTo>
                      <a:pt x="5278" y="2979"/>
                      <a:pt x="5306" y="2802"/>
                      <a:pt x="5306" y="2625"/>
                    </a:cubicBezTo>
                    <a:cubicBezTo>
                      <a:pt x="5278" y="2625"/>
                      <a:pt x="5243" y="2625"/>
                      <a:pt x="5214" y="2653"/>
                    </a:cubicBezTo>
                    <a:cubicBezTo>
                      <a:pt x="5195" y="2656"/>
                      <a:pt x="5177" y="2657"/>
                      <a:pt x="5158" y="2657"/>
                    </a:cubicBezTo>
                    <a:cubicBezTo>
                      <a:pt x="4948" y="2657"/>
                      <a:pt x="4770" y="2512"/>
                      <a:pt x="4712" y="2271"/>
                    </a:cubicBezTo>
                    <a:cubicBezTo>
                      <a:pt x="4684" y="2031"/>
                      <a:pt x="4832" y="1826"/>
                      <a:pt x="5066" y="1769"/>
                    </a:cubicBezTo>
                    <a:lnTo>
                      <a:pt x="5129" y="1769"/>
                    </a:lnTo>
                    <a:cubicBezTo>
                      <a:pt x="5066" y="1592"/>
                      <a:pt x="4981" y="1444"/>
                      <a:pt x="4889" y="1295"/>
                    </a:cubicBezTo>
                    <a:lnTo>
                      <a:pt x="4861" y="1323"/>
                    </a:lnTo>
                    <a:cubicBezTo>
                      <a:pt x="4779" y="1405"/>
                      <a:pt x="4674" y="1443"/>
                      <a:pt x="4569" y="1443"/>
                    </a:cubicBezTo>
                    <a:cubicBezTo>
                      <a:pt x="4447" y="1443"/>
                      <a:pt x="4325" y="1391"/>
                      <a:pt x="4245" y="1295"/>
                    </a:cubicBezTo>
                    <a:cubicBezTo>
                      <a:pt x="4096" y="1090"/>
                      <a:pt x="4096" y="821"/>
                      <a:pt x="4302" y="680"/>
                    </a:cubicBezTo>
                    <a:cubicBezTo>
                      <a:pt x="4302" y="644"/>
                      <a:pt x="4330" y="644"/>
                      <a:pt x="4330" y="616"/>
                    </a:cubicBezTo>
                    <a:cubicBezTo>
                      <a:pt x="4217" y="531"/>
                      <a:pt x="4068" y="411"/>
                      <a:pt x="3920" y="326"/>
                    </a:cubicBezTo>
                    <a:cubicBezTo>
                      <a:pt x="3891" y="354"/>
                      <a:pt x="3891" y="354"/>
                      <a:pt x="3891" y="383"/>
                    </a:cubicBezTo>
                    <a:cubicBezTo>
                      <a:pt x="3842" y="563"/>
                      <a:pt x="3675" y="675"/>
                      <a:pt x="3494" y="675"/>
                    </a:cubicBezTo>
                    <a:cubicBezTo>
                      <a:pt x="3441" y="675"/>
                      <a:pt x="3386" y="665"/>
                      <a:pt x="3332" y="644"/>
                    </a:cubicBezTo>
                    <a:cubicBezTo>
                      <a:pt x="3120" y="559"/>
                      <a:pt x="2979" y="326"/>
                      <a:pt x="3064" y="85"/>
                    </a:cubicBezTo>
                    <a:cubicBezTo>
                      <a:pt x="3064" y="57"/>
                      <a:pt x="3092" y="57"/>
                      <a:pt x="3092" y="29"/>
                    </a:cubicBezTo>
                    <a:cubicBezTo>
                      <a:pt x="2915" y="1"/>
                      <a:pt x="2738" y="1"/>
                      <a:pt x="25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52"/>
              <p:cNvSpPr/>
              <p:nvPr/>
            </p:nvSpPr>
            <p:spPr>
              <a:xfrm>
                <a:off x="2726765" y="2063061"/>
                <a:ext cx="156588" cy="138148"/>
              </a:xfrm>
              <a:custGeom>
                <a:avLst/>
                <a:gdLst/>
                <a:ahLst/>
                <a:cxnLst/>
                <a:rect l="l" t="t" r="r" b="b"/>
                <a:pathLst>
                  <a:path w="4628" h="4083" extrusionOk="0">
                    <a:moveTo>
                      <a:pt x="2326" y="675"/>
                    </a:moveTo>
                    <a:cubicBezTo>
                      <a:pt x="2813" y="675"/>
                      <a:pt x="3291" y="946"/>
                      <a:pt x="3538" y="1420"/>
                    </a:cubicBezTo>
                    <a:cubicBezTo>
                      <a:pt x="3856" y="2099"/>
                      <a:pt x="3623" y="2927"/>
                      <a:pt x="2944" y="3280"/>
                    </a:cubicBezTo>
                    <a:cubicBezTo>
                      <a:pt x="2749" y="3374"/>
                      <a:pt x="2545" y="3418"/>
                      <a:pt x="2345" y="3418"/>
                    </a:cubicBezTo>
                    <a:cubicBezTo>
                      <a:pt x="1847" y="3418"/>
                      <a:pt x="1371" y="3142"/>
                      <a:pt x="1119" y="2658"/>
                    </a:cubicBezTo>
                    <a:cubicBezTo>
                      <a:pt x="765" y="1979"/>
                      <a:pt x="1027" y="1158"/>
                      <a:pt x="1706" y="833"/>
                    </a:cubicBezTo>
                    <a:cubicBezTo>
                      <a:pt x="1902" y="726"/>
                      <a:pt x="2115" y="675"/>
                      <a:pt x="2326" y="675"/>
                    </a:cubicBezTo>
                    <a:close/>
                    <a:moveTo>
                      <a:pt x="2277" y="0"/>
                    </a:moveTo>
                    <a:cubicBezTo>
                      <a:pt x="1975" y="0"/>
                      <a:pt x="1669" y="68"/>
                      <a:pt x="1380" y="210"/>
                    </a:cubicBezTo>
                    <a:cubicBezTo>
                      <a:pt x="411" y="712"/>
                      <a:pt x="1" y="1950"/>
                      <a:pt x="531" y="2955"/>
                    </a:cubicBezTo>
                    <a:cubicBezTo>
                      <a:pt x="883" y="3668"/>
                      <a:pt x="1609" y="4082"/>
                      <a:pt x="2350" y="4082"/>
                    </a:cubicBezTo>
                    <a:cubicBezTo>
                      <a:pt x="2653" y="4082"/>
                      <a:pt x="2958" y="4013"/>
                      <a:pt x="3241" y="3868"/>
                    </a:cubicBezTo>
                    <a:cubicBezTo>
                      <a:pt x="4245" y="3365"/>
                      <a:pt x="4627" y="2127"/>
                      <a:pt x="4125" y="1130"/>
                    </a:cubicBezTo>
                    <a:cubicBezTo>
                      <a:pt x="3747" y="414"/>
                      <a:pt x="3025" y="0"/>
                      <a:pt x="22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52"/>
              <p:cNvSpPr/>
              <p:nvPr/>
            </p:nvSpPr>
            <p:spPr>
              <a:xfrm>
                <a:off x="2748555" y="2076121"/>
                <a:ext cx="113719" cy="111825"/>
              </a:xfrm>
              <a:custGeom>
                <a:avLst/>
                <a:gdLst/>
                <a:ahLst/>
                <a:cxnLst/>
                <a:rect l="l" t="t" r="r" b="b"/>
                <a:pathLst>
                  <a:path w="3361" h="3305" extrusionOk="0">
                    <a:moveTo>
                      <a:pt x="1656" y="65"/>
                    </a:moveTo>
                    <a:cubicBezTo>
                      <a:pt x="2243" y="65"/>
                      <a:pt x="2802" y="418"/>
                      <a:pt x="3071" y="949"/>
                    </a:cubicBezTo>
                    <a:cubicBezTo>
                      <a:pt x="3276" y="1331"/>
                      <a:pt x="3304" y="1770"/>
                      <a:pt x="3156" y="2159"/>
                    </a:cubicBezTo>
                    <a:cubicBezTo>
                      <a:pt x="3036" y="2569"/>
                      <a:pt x="2774" y="2894"/>
                      <a:pt x="2392" y="3071"/>
                    </a:cubicBezTo>
                    <a:cubicBezTo>
                      <a:pt x="2187" y="3184"/>
                      <a:pt x="1946" y="3248"/>
                      <a:pt x="1713" y="3248"/>
                    </a:cubicBezTo>
                    <a:cubicBezTo>
                      <a:pt x="1090" y="3248"/>
                      <a:pt x="559" y="2894"/>
                      <a:pt x="269" y="2364"/>
                    </a:cubicBezTo>
                    <a:cubicBezTo>
                      <a:pt x="93" y="1982"/>
                      <a:pt x="64" y="1536"/>
                      <a:pt x="177" y="1154"/>
                    </a:cubicBezTo>
                    <a:cubicBezTo>
                      <a:pt x="298" y="744"/>
                      <a:pt x="595" y="418"/>
                      <a:pt x="949" y="242"/>
                    </a:cubicBezTo>
                    <a:cubicBezTo>
                      <a:pt x="1182" y="121"/>
                      <a:pt x="1415" y="65"/>
                      <a:pt x="1656" y="65"/>
                    </a:cubicBezTo>
                    <a:close/>
                    <a:moveTo>
                      <a:pt x="1656" y="1"/>
                    </a:moveTo>
                    <a:cubicBezTo>
                      <a:pt x="1387" y="1"/>
                      <a:pt x="1154" y="65"/>
                      <a:pt x="913" y="178"/>
                    </a:cubicBezTo>
                    <a:cubicBezTo>
                      <a:pt x="531" y="390"/>
                      <a:pt x="269" y="708"/>
                      <a:pt x="121" y="1126"/>
                    </a:cubicBezTo>
                    <a:cubicBezTo>
                      <a:pt x="1" y="1536"/>
                      <a:pt x="29" y="2010"/>
                      <a:pt x="241" y="2392"/>
                    </a:cubicBezTo>
                    <a:cubicBezTo>
                      <a:pt x="503" y="2951"/>
                      <a:pt x="1062" y="3305"/>
                      <a:pt x="1713" y="3305"/>
                    </a:cubicBezTo>
                    <a:cubicBezTo>
                      <a:pt x="1946" y="3305"/>
                      <a:pt x="2187" y="3248"/>
                      <a:pt x="2420" y="3128"/>
                    </a:cubicBezTo>
                    <a:cubicBezTo>
                      <a:pt x="2802" y="2923"/>
                      <a:pt x="3099" y="2597"/>
                      <a:pt x="3212" y="2187"/>
                    </a:cubicBezTo>
                    <a:cubicBezTo>
                      <a:pt x="3361" y="1770"/>
                      <a:pt x="3333" y="1331"/>
                      <a:pt x="3127" y="921"/>
                    </a:cubicBezTo>
                    <a:cubicBezTo>
                      <a:pt x="2830" y="355"/>
                      <a:pt x="2271" y="1"/>
                      <a:pt x="16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8" name="Google Shape;1988;p52"/>
            <p:cNvGrpSpPr/>
            <p:nvPr/>
          </p:nvGrpSpPr>
          <p:grpSpPr>
            <a:xfrm>
              <a:off x="1651226" y="2613461"/>
              <a:ext cx="390430" cy="432449"/>
              <a:chOff x="3306034" y="1949508"/>
              <a:chExt cx="175743" cy="194657"/>
            </a:xfrm>
          </p:grpSpPr>
          <p:sp>
            <p:nvSpPr>
              <p:cNvPr id="1989" name="Google Shape;1989;p52"/>
              <p:cNvSpPr/>
              <p:nvPr/>
            </p:nvSpPr>
            <p:spPr>
              <a:xfrm>
                <a:off x="3335979" y="1979047"/>
                <a:ext cx="113719" cy="156961"/>
              </a:xfrm>
              <a:custGeom>
                <a:avLst/>
                <a:gdLst/>
                <a:ahLst/>
                <a:cxnLst/>
                <a:rect l="l" t="t" r="r" b="b"/>
                <a:pathLst>
                  <a:path w="3361" h="4639" extrusionOk="0">
                    <a:moveTo>
                      <a:pt x="1704" y="1"/>
                    </a:moveTo>
                    <a:cubicBezTo>
                      <a:pt x="1639" y="1"/>
                      <a:pt x="1573" y="4"/>
                      <a:pt x="1507" y="12"/>
                    </a:cubicBezTo>
                    <a:cubicBezTo>
                      <a:pt x="708" y="104"/>
                      <a:pt x="92" y="748"/>
                      <a:pt x="35" y="1575"/>
                    </a:cubicBezTo>
                    <a:cubicBezTo>
                      <a:pt x="0" y="2134"/>
                      <a:pt x="269" y="2608"/>
                      <a:pt x="651" y="2934"/>
                    </a:cubicBezTo>
                    <a:cubicBezTo>
                      <a:pt x="884" y="3139"/>
                      <a:pt x="1061" y="3436"/>
                      <a:pt x="1097" y="3754"/>
                    </a:cubicBezTo>
                    <a:lnTo>
                      <a:pt x="1181" y="4405"/>
                    </a:lnTo>
                    <a:cubicBezTo>
                      <a:pt x="1181" y="4525"/>
                      <a:pt x="1302" y="4639"/>
                      <a:pt x="1450" y="4639"/>
                    </a:cubicBezTo>
                    <a:lnTo>
                      <a:pt x="1981" y="4639"/>
                    </a:lnTo>
                    <a:cubicBezTo>
                      <a:pt x="2122" y="4639"/>
                      <a:pt x="2243" y="4525"/>
                      <a:pt x="2243" y="4377"/>
                    </a:cubicBezTo>
                    <a:lnTo>
                      <a:pt x="2335" y="3754"/>
                    </a:lnTo>
                    <a:cubicBezTo>
                      <a:pt x="2363" y="3436"/>
                      <a:pt x="2511" y="3139"/>
                      <a:pt x="2745" y="2934"/>
                    </a:cubicBezTo>
                    <a:cubicBezTo>
                      <a:pt x="3127" y="2637"/>
                      <a:pt x="3360" y="2163"/>
                      <a:pt x="3360" y="1667"/>
                    </a:cubicBezTo>
                    <a:cubicBezTo>
                      <a:pt x="3334" y="729"/>
                      <a:pt x="2617" y="1"/>
                      <a:pt x="1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52"/>
              <p:cNvSpPr/>
              <p:nvPr/>
            </p:nvSpPr>
            <p:spPr>
              <a:xfrm>
                <a:off x="3371879" y="2112055"/>
                <a:ext cx="44053" cy="32109"/>
              </a:xfrm>
              <a:custGeom>
                <a:avLst/>
                <a:gdLst/>
                <a:ahLst/>
                <a:cxnLst/>
                <a:rect l="l" t="t" r="r" b="b"/>
                <a:pathLst>
                  <a:path w="1302" h="949" extrusionOk="0">
                    <a:moveTo>
                      <a:pt x="0" y="0"/>
                    </a:moveTo>
                    <a:lnTo>
                      <a:pt x="0" y="297"/>
                    </a:lnTo>
                    <a:cubicBezTo>
                      <a:pt x="0" y="651"/>
                      <a:pt x="297" y="948"/>
                      <a:pt x="651" y="948"/>
                    </a:cubicBezTo>
                    <a:cubicBezTo>
                      <a:pt x="1005" y="920"/>
                      <a:pt x="1302" y="651"/>
                      <a:pt x="1302" y="269"/>
                    </a:cubicBezTo>
                    <a:lnTo>
                      <a:pt x="1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52"/>
              <p:cNvSpPr/>
              <p:nvPr/>
            </p:nvSpPr>
            <p:spPr>
              <a:xfrm>
                <a:off x="3363014" y="2022762"/>
                <a:ext cx="58907" cy="95279"/>
              </a:xfrm>
              <a:custGeom>
                <a:avLst/>
                <a:gdLst/>
                <a:ahLst/>
                <a:cxnLst/>
                <a:rect l="l" t="t" r="r" b="b"/>
                <a:pathLst>
                  <a:path w="1741" h="2816" extrusionOk="0">
                    <a:moveTo>
                      <a:pt x="1210" y="163"/>
                    </a:moveTo>
                    <a:cubicBezTo>
                      <a:pt x="1238" y="198"/>
                      <a:pt x="1267" y="255"/>
                      <a:pt x="1267" y="283"/>
                    </a:cubicBezTo>
                    <a:cubicBezTo>
                      <a:pt x="1295" y="375"/>
                      <a:pt x="1295" y="432"/>
                      <a:pt x="1295" y="489"/>
                    </a:cubicBezTo>
                    <a:cubicBezTo>
                      <a:pt x="1267" y="552"/>
                      <a:pt x="1238" y="581"/>
                      <a:pt x="1182" y="581"/>
                    </a:cubicBezTo>
                    <a:cubicBezTo>
                      <a:pt x="1118" y="581"/>
                      <a:pt x="1090" y="552"/>
                      <a:pt x="1090" y="489"/>
                    </a:cubicBezTo>
                    <a:cubicBezTo>
                      <a:pt x="1062" y="460"/>
                      <a:pt x="1062" y="404"/>
                      <a:pt x="1090" y="340"/>
                    </a:cubicBezTo>
                    <a:cubicBezTo>
                      <a:pt x="1118" y="283"/>
                      <a:pt x="1147" y="227"/>
                      <a:pt x="1210" y="163"/>
                    </a:cubicBezTo>
                    <a:close/>
                    <a:moveTo>
                      <a:pt x="616" y="227"/>
                    </a:moveTo>
                    <a:cubicBezTo>
                      <a:pt x="680" y="255"/>
                      <a:pt x="708" y="340"/>
                      <a:pt x="736" y="404"/>
                    </a:cubicBezTo>
                    <a:cubicBezTo>
                      <a:pt x="736" y="489"/>
                      <a:pt x="736" y="552"/>
                      <a:pt x="680" y="609"/>
                    </a:cubicBezTo>
                    <a:cubicBezTo>
                      <a:pt x="663" y="642"/>
                      <a:pt x="625" y="656"/>
                      <a:pt x="584" y="656"/>
                    </a:cubicBezTo>
                    <a:cubicBezTo>
                      <a:pt x="556" y="656"/>
                      <a:pt x="526" y="649"/>
                      <a:pt x="503" y="637"/>
                    </a:cubicBezTo>
                    <a:cubicBezTo>
                      <a:pt x="474" y="609"/>
                      <a:pt x="474" y="581"/>
                      <a:pt x="439" y="517"/>
                    </a:cubicBezTo>
                    <a:cubicBezTo>
                      <a:pt x="439" y="432"/>
                      <a:pt x="503" y="283"/>
                      <a:pt x="616" y="227"/>
                    </a:cubicBezTo>
                    <a:close/>
                    <a:moveTo>
                      <a:pt x="995" y="0"/>
                    </a:moveTo>
                    <a:cubicBezTo>
                      <a:pt x="861" y="0"/>
                      <a:pt x="730" y="70"/>
                      <a:pt x="616" y="135"/>
                    </a:cubicBezTo>
                    <a:cubicBezTo>
                      <a:pt x="559" y="107"/>
                      <a:pt x="531" y="107"/>
                      <a:pt x="474" y="78"/>
                    </a:cubicBezTo>
                    <a:cubicBezTo>
                      <a:pt x="326" y="78"/>
                      <a:pt x="206" y="107"/>
                      <a:pt x="149" y="163"/>
                    </a:cubicBezTo>
                    <a:cubicBezTo>
                      <a:pt x="0" y="340"/>
                      <a:pt x="121" y="729"/>
                      <a:pt x="206" y="991"/>
                    </a:cubicBezTo>
                    <a:cubicBezTo>
                      <a:pt x="234" y="1047"/>
                      <a:pt x="262" y="1111"/>
                      <a:pt x="262" y="1168"/>
                    </a:cubicBezTo>
                    <a:cubicBezTo>
                      <a:pt x="382" y="1642"/>
                      <a:pt x="503" y="2109"/>
                      <a:pt x="588" y="2583"/>
                    </a:cubicBezTo>
                    <a:lnTo>
                      <a:pt x="616" y="2788"/>
                    </a:lnTo>
                    <a:cubicBezTo>
                      <a:pt x="651" y="2788"/>
                      <a:pt x="651" y="2816"/>
                      <a:pt x="651" y="2816"/>
                    </a:cubicBezTo>
                    <a:lnTo>
                      <a:pt x="680" y="2816"/>
                    </a:lnTo>
                    <a:cubicBezTo>
                      <a:pt x="680" y="2788"/>
                      <a:pt x="708" y="2788"/>
                      <a:pt x="680" y="2759"/>
                    </a:cubicBezTo>
                    <a:lnTo>
                      <a:pt x="651" y="2583"/>
                    </a:lnTo>
                    <a:cubicBezTo>
                      <a:pt x="559" y="2109"/>
                      <a:pt x="439" y="1613"/>
                      <a:pt x="326" y="1139"/>
                    </a:cubicBezTo>
                    <a:cubicBezTo>
                      <a:pt x="326" y="1111"/>
                      <a:pt x="298" y="1047"/>
                      <a:pt x="262" y="963"/>
                    </a:cubicBezTo>
                    <a:cubicBezTo>
                      <a:pt x="177" y="729"/>
                      <a:pt x="57" y="340"/>
                      <a:pt x="177" y="198"/>
                    </a:cubicBezTo>
                    <a:cubicBezTo>
                      <a:pt x="234" y="135"/>
                      <a:pt x="326" y="135"/>
                      <a:pt x="474" y="135"/>
                    </a:cubicBezTo>
                    <a:cubicBezTo>
                      <a:pt x="503" y="163"/>
                      <a:pt x="531" y="163"/>
                      <a:pt x="559" y="198"/>
                    </a:cubicBezTo>
                    <a:cubicBezTo>
                      <a:pt x="439" y="283"/>
                      <a:pt x="382" y="404"/>
                      <a:pt x="382" y="552"/>
                    </a:cubicBezTo>
                    <a:cubicBezTo>
                      <a:pt x="411" y="609"/>
                      <a:pt x="439" y="665"/>
                      <a:pt x="474" y="694"/>
                    </a:cubicBezTo>
                    <a:cubicBezTo>
                      <a:pt x="507" y="707"/>
                      <a:pt x="545" y="716"/>
                      <a:pt x="582" y="716"/>
                    </a:cubicBezTo>
                    <a:cubicBezTo>
                      <a:pt x="642" y="716"/>
                      <a:pt x="701" y="694"/>
                      <a:pt x="736" y="637"/>
                    </a:cubicBezTo>
                    <a:cubicBezTo>
                      <a:pt x="793" y="581"/>
                      <a:pt x="793" y="489"/>
                      <a:pt x="793" y="404"/>
                    </a:cubicBezTo>
                    <a:cubicBezTo>
                      <a:pt x="765" y="312"/>
                      <a:pt x="736" y="255"/>
                      <a:pt x="651" y="198"/>
                    </a:cubicBezTo>
                    <a:cubicBezTo>
                      <a:pt x="761" y="127"/>
                      <a:pt x="875" y="60"/>
                      <a:pt x="990" y="60"/>
                    </a:cubicBezTo>
                    <a:cubicBezTo>
                      <a:pt x="1023" y="60"/>
                      <a:pt x="1057" y="66"/>
                      <a:pt x="1090" y="78"/>
                    </a:cubicBezTo>
                    <a:cubicBezTo>
                      <a:pt x="1118" y="78"/>
                      <a:pt x="1147" y="107"/>
                      <a:pt x="1147" y="135"/>
                    </a:cubicBezTo>
                    <a:cubicBezTo>
                      <a:pt x="1090" y="163"/>
                      <a:pt x="1062" y="255"/>
                      <a:pt x="1033" y="312"/>
                    </a:cubicBezTo>
                    <a:cubicBezTo>
                      <a:pt x="1005" y="404"/>
                      <a:pt x="1005" y="460"/>
                      <a:pt x="1033" y="517"/>
                    </a:cubicBezTo>
                    <a:cubicBezTo>
                      <a:pt x="1033" y="581"/>
                      <a:pt x="1090" y="637"/>
                      <a:pt x="1147" y="637"/>
                    </a:cubicBezTo>
                    <a:cubicBezTo>
                      <a:pt x="1159" y="641"/>
                      <a:pt x="1171" y="643"/>
                      <a:pt x="1183" y="643"/>
                    </a:cubicBezTo>
                    <a:cubicBezTo>
                      <a:pt x="1260" y="643"/>
                      <a:pt x="1328" y="568"/>
                      <a:pt x="1359" y="489"/>
                    </a:cubicBezTo>
                    <a:cubicBezTo>
                      <a:pt x="1387" y="432"/>
                      <a:pt x="1359" y="375"/>
                      <a:pt x="1323" y="283"/>
                    </a:cubicBezTo>
                    <a:cubicBezTo>
                      <a:pt x="1295" y="227"/>
                      <a:pt x="1267" y="163"/>
                      <a:pt x="1238" y="135"/>
                    </a:cubicBezTo>
                    <a:cubicBezTo>
                      <a:pt x="1267" y="107"/>
                      <a:pt x="1295" y="78"/>
                      <a:pt x="1323" y="78"/>
                    </a:cubicBezTo>
                    <a:cubicBezTo>
                      <a:pt x="1351" y="72"/>
                      <a:pt x="1381" y="68"/>
                      <a:pt x="1410" y="68"/>
                    </a:cubicBezTo>
                    <a:cubicBezTo>
                      <a:pt x="1506" y="68"/>
                      <a:pt x="1599" y="106"/>
                      <a:pt x="1621" y="198"/>
                    </a:cubicBezTo>
                    <a:cubicBezTo>
                      <a:pt x="1677" y="255"/>
                      <a:pt x="1649" y="340"/>
                      <a:pt x="1649" y="432"/>
                    </a:cubicBezTo>
                    <a:cubicBezTo>
                      <a:pt x="1621" y="665"/>
                      <a:pt x="1564" y="906"/>
                      <a:pt x="1500" y="1111"/>
                    </a:cubicBezTo>
                    <a:cubicBezTo>
                      <a:pt x="1472" y="1288"/>
                      <a:pt x="1415" y="1465"/>
                      <a:pt x="1387" y="1613"/>
                    </a:cubicBezTo>
                    <a:lnTo>
                      <a:pt x="1182" y="2731"/>
                    </a:lnTo>
                    <a:cubicBezTo>
                      <a:pt x="1182" y="2759"/>
                      <a:pt x="1210" y="2759"/>
                      <a:pt x="1210" y="2759"/>
                    </a:cubicBezTo>
                    <a:lnTo>
                      <a:pt x="1238" y="2759"/>
                    </a:lnTo>
                    <a:lnTo>
                      <a:pt x="1444" y="1642"/>
                    </a:lnTo>
                    <a:cubicBezTo>
                      <a:pt x="1472" y="1465"/>
                      <a:pt x="1536" y="1288"/>
                      <a:pt x="1564" y="1139"/>
                    </a:cubicBezTo>
                    <a:cubicBezTo>
                      <a:pt x="1621" y="906"/>
                      <a:pt x="1677" y="665"/>
                      <a:pt x="1712" y="432"/>
                    </a:cubicBezTo>
                    <a:cubicBezTo>
                      <a:pt x="1712" y="340"/>
                      <a:pt x="1741" y="255"/>
                      <a:pt x="1677" y="163"/>
                    </a:cubicBezTo>
                    <a:cubicBezTo>
                      <a:pt x="1631" y="71"/>
                      <a:pt x="1506" y="12"/>
                      <a:pt x="1396" y="12"/>
                    </a:cubicBezTo>
                    <a:cubicBezTo>
                      <a:pt x="1370" y="12"/>
                      <a:pt x="1346" y="15"/>
                      <a:pt x="1323" y="22"/>
                    </a:cubicBezTo>
                    <a:cubicBezTo>
                      <a:pt x="1267" y="50"/>
                      <a:pt x="1238" y="50"/>
                      <a:pt x="1210" y="78"/>
                    </a:cubicBezTo>
                    <a:cubicBezTo>
                      <a:pt x="1182" y="50"/>
                      <a:pt x="1147" y="50"/>
                      <a:pt x="1118" y="22"/>
                    </a:cubicBezTo>
                    <a:cubicBezTo>
                      <a:pt x="1077" y="7"/>
                      <a:pt x="1036"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52"/>
              <p:cNvSpPr/>
              <p:nvPr/>
            </p:nvSpPr>
            <p:spPr>
              <a:xfrm>
                <a:off x="3306034" y="2019413"/>
                <a:ext cx="19184" cy="5041"/>
              </a:xfrm>
              <a:custGeom>
                <a:avLst/>
                <a:gdLst/>
                <a:ahLst/>
                <a:cxnLst/>
                <a:rect l="l" t="t" r="r" b="b"/>
                <a:pathLst>
                  <a:path w="567" h="149" extrusionOk="0">
                    <a:moveTo>
                      <a:pt x="36" y="0"/>
                    </a:moveTo>
                    <a:lnTo>
                      <a:pt x="1" y="29"/>
                    </a:lnTo>
                    <a:cubicBezTo>
                      <a:pt x="1" y="57"/>
                      <a:pt x="1" y="57"/>
                      <a:pt x="36" y="57"/>
                    </a:cubicBezTo>
                    <a:lnTo>
                      <a:pt x="531" y="149"/>
                    </a:lnTo>
                    <a:cubicBezTo>
                      <a:pt x="567" y="149"/>
                      <a:pt x="567" y="121"/>
                      <a:pt x="567" y="121"/>
                    </a:cubicBezTo>
                    <a:cubicBezTo>
                      <a:pt x="567" y="85"/>
                      <a:pt x="567" y="85"/>
                      <a:pt x="531" y="85"/>
                    </a:cubicBezTo>
                    <a:lnTo>
                      <a:pt x="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52"/>
              <p:cNvSpPr/>
              <p:nvPr/>
            </p:nvSpPr>
            <p:spPr>
              <a:xfrm>
                <a:off x="3321125" y="1977761"/>
                <a:ext cx="14887" cy="14617"/>
              </a:xfrm>
              <a:custGeom>
                <a:avLst/>
                <a:gdLst/>
                <a:ahLst/>
                <a:cxnLst/>
                <a:rect l="l" t="t" r="r" b="b"/>
                <a:pathLst>
                  <a:path w="440" h="432" extrusionOk="0">
                    <a:moveTo>
                      <a:pt x="29" y="0"/>
                    </a:moveTo>
                    <a:cubicBezTo>
                      <a:pt x="22" y="0"/>
                      <a:pt x="15" y="7"/>
                      <a:pt x="0" y="22"/>
                    </a:cubicBezTo>
                    <a:lnTo>
                      <a:pt x="0" y="50"/>
                    </a:lnTo>
                    <a:lnTo>
                      <a:pt x="411" y="404"/>
                    </a:lnTo>
                    <a:lnTo>
                      <a:pt x="411" y="432"/>
                    </a:lnTo>
                    <a:cubicBezTo>
                      <a:pt x="439" y="432"/>
                      <a:pt x="439" y="404"/>
                      <a:pt x="439" y="404"/>
                    </a:cubicBezTo>
                    <a:lnTo>
                      <a:pt x="439" y="375"/>
                    </a:lnTo>
                    <a:lnTo>
                      <a:pt x="57" y="22"/>
                    </a:lnTo>
                    <a:cubicBezTo>
                      <a:pt x="43" y="7"/>
                      <a:pt x="36"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52"/>
              <p:cNvSpPr/>
              <p:nvPr/>
            </p:nvSpPr>
            <p:spPr>
              <a:xfrm>
                <a:off x="3374992" y="1950455"/>
                <a:ext cx="5041" cy="19184"/>
              </a:xfrm>
              <a:custGeom>
                <a:avLst/>
                <a:gdLst/>
                <a:ahLst/>
                <a:cxnLst/>
                <a:rect l="l" t="t" r="r" b="b"/>
                <a:pathLst>
                  <a:path w="149" h="567" extrusionOk="0">
                    <a:moveTo>
                      <a:pt x="28" y="1"/>
                    </a:moveTo>
                    <a:cubicBezTo>
                      <a:pt x="28" y="36"/>
                      <a:pt x="0" y="36"/>
                      <a:pt x="0" y="65"/>
                    </a:cubicBezTo>
                    <a:cubicBezTo>
                      <a:pt x="28" y="121"/>
                      <a:pt x="28" y="213"/>
                      <a:pt x="57" y="298"/>
                    </a:cubicBezTo>
                    <a:cubicBezTo>
                      <a:pt x="57" y="390"/>
                      <a:pt x="85" y="447"/>
                      <a:pt x="85" y="532"/>
                    </a:cubicBezTo>
                    <a:lnTo>
                      <a:pt x="120" y="567"/>
                    </a:lnTo>
                    <a:cubicBezTo>
                      <a:pt x="149" y="532"/>
                      <a:pt x="149" y="532"/>
                      <a:pt x="149" y="503"/>
                    </a:cubicBezTo>
                    <a:cubicBezTo>
                      <a:pt x="149" y="447"/>
                      <a:pt x="120" y="355"/>
                      <a:pt x="120" y="270"/>
                    </a:cubicBezTo>
                    <a:cubicBezTo>
                      <a:pt x="85" y="178"/>
                      <a:pt x="85" y="93"/>
                      <a:pt x="57" y="36"/>
                    </a:cubicBezTo>
                    <a:cubicBezTo>
                      <a:pt x="57" y="36"/>
                      <a:pt x="57"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52"/>
              <p:cNvSpPr/>
              <p:nvPr/>
            </p:nvSpPr>
            <p:spPr>
              <a:xfrm>
                <a:off x="3409944" y="1949508"/>
                <a:ext cx="3857" cy="22060"/>
              </a:xfrm>
              <a:custGeom>
                <a:avLst/>
                <a:gdLst/>
                <a:ahLst/>
                <a:cxnLst/>
                <a:rect l="l" t="t" r="r" b="b"/>
                <a:pathLst>
                  <a:path w="114" h="652" extrusionOk="0">
                    <a:moveTo>
                      <a:pt x="85" y="1"/>
                    </a:moveTo>
                    <a:cubicBezTo>
                      <a:pt x="85" y="1"/>
                      <a:pt x="57" y="1"/>
                      <a:pt x="57" y="29"/>
                    </a:cubicBezTo>
                    <a:lnTo>
                      <a:pt x="0" y="623"/>
                    </a:lnTo>
                    <a:cubicBezTo>
                      <a:pt x="0" y="623"/>
                      <a:pt x="0" y="651"/>
                      <a:pt x="28" y="651"/>
                    </a:cubicBezTo>
                    <a:lnTo>
                      <a:pt x="57" y="623"/>
                    </a:lnTo>
                    <a:lnTo>
                      <a:pt x="113" y="29"/>
                    </a:lnTo>
                    <a:cubicBezTo>
                      <a:pt x="113" y="1"/>
                      <a:pt x="113" y="1"/>
                      <a:pt x="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52"/>
              <p:cNvSpPr/>
              <p:nvPr/>
            </p:nvSpPr>
            <p:spPr>
              <a:xfrm>
                <a:off x="3447739" y="1987573"/>
                <a:ext cx="19895" cy="13906"/>
              </a:xfrm>
              <a:custGeom>
                <a:avLst/>
                <a:gdLst/>
                <a:ahLst/>
                <a:cxnLst/>
                <a:rect l="l" t="t" r="r" b="b"/>
                <a:pathLst>
                  <a:path w="588" h="411" extrusionOk="0">
                    <a:moveTo>
                      <a:pt x="531" y="0"/>
                    </a:moveTo>
                    <a:lnTo>
                      <a:pt x="29" y="354"/>
                    </a:lnTo>
                    <a:cubicBezTo>
                      <a:pt x="1" y="354"/>
                      <a:pt x="1" y="382"/>
                      <a:pt x="29" y="382"/>
                    </a:cubicBezTo>
                    <a:lnTo>
                      <a:pt x="29" y="411"/>
                    </a:lnTo>
                    <a:lnTo>
                      <a:pt x="57" y="411"/>
                    </a:lnTo>
                    <a:lnTo>
                      <a:pt x="560" y="57"/>
                    </a:lnTo>
                    <a:cubicBezTo>
                      <a:pt x="560" y="29"/>
                      <a:pt x="588" y="29"/>
                      <a:pt x="5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52"/>
              <p:cNvSpPr/>
              <p:nvPr/>
            </p:nvSpPr>
            <p:spPr>
              <a:xfrm>
                <a:off x="3461645" y="2026349"/>
                <a:ext cx="20132" cy="3147"/>
              </a:xfrm>
              <a:custGeom>
                <a:avLst/>
                <a:gdLst/>
                <a:ahLst/>
                <a:cxnLst/>
                <a:rect l="l" t="t" r="r" b="b"/>
                <a:pathLst>
                  <a:path w="595" h="93" extrusionOk="0">
                    <a:moveTo>
                      <a:pt x="35" y="1"/>
                    </a:moveTo>
                    <a:cubicBezTo>
                      <a:pt x="0" y="1"/>
                      <a:pt x="0" y="1"/>
                      <a:pt x="0" y="29"/>
                    </a:cubicBezTo>
                    <a:cubicBezTo>
                      <a:pt x="0" y="29"/>
                      <a:pt x="0" y="57"/>
                      <a:pt x="35" y="57"/>
                    </a:cubicBezTo>
                    <a:lnTo>
                      <a:pt x="566" y="92"/>
                    </a:lnTo>
                    <a:cubicBezTo>
                      <a:pt x="594" y="92"/>
                      <a:pt x="594" y="57"/>
                      <a:pt x="594" y="57"/>
                    </a:cubicBezTo>
                    <a:cubicBezTo>
                      <a:pt x="594" y="29"/>
                      <a:pt x="594" y="29"/>
                      <a:pt x="566" y="29"/>
                    </a:cubicBezTo>
                    <a:lnTo>
                      <a:pt x="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52"/>
              <p:cNvSpPr/>
              <p:nvPr/>
            </p:nvSpPr>
            <p:spPr>
              <a:xfrm>
                <a:off x="3346028" y="1991397"/>
                <a:ext cx="36880" cy="56065"/>
              </a:xfrm>
              <a:custGeom>
                <a:avLst/>
                <a:gdLst/>
                <a:ahLst/>
                <a:cxnLst/>
                <a:rect l="l" t="t" r="r" b="b"/>
                <a:pathLst>
                  <a:path w="1090" h="1657" extrusionOk="0">
                    <a:moveTo>
                      <a:pt x="1033" y="1"/>
                    </a:moveTo>
                    <a:cubicBezTo>
                      <a:pt x="708" y="64"/>
                      <a:pt x="411" y="298"/>
                      <a:pt x="234" y="623"/>
                    </a:cubicBezTo>
                    <a:cubicBezTo>
                      <a:pt x="57" y="913"/>
                      <a:pt x="0" y="1302"/>
                      <a:pt x="120" y="1621"/>
                    </a:cubicBezTo>
                    <a:cubicBezTo>
                      <a:pt x="120" y="1621"/>
                      <a:pt x="120" y="1656"/>
                      <a:pt x="149" y="1656"/>
                    </a:cubicBezTo>
                    <a:cubicBezTo>
                      <a:pt x="149" y="1656"/>
                      <a:pt x="177" y="1621"/>
                      <a:pt x="149" y="1592"/>
                    </a:cubicBezTo>
                    <a:cubicBezTo>
                      <a:pt x="57" y="1302"/>
                      <a:pt x="120" y="913"/>
                      <a:pt x="269" y="652"/>
                    </a:cubicBezTo>
                    <a:cubicBezTo>
                      <a:pt x="446" y="354"/>
                      <a:pt x="736" y="121"/>
                      <a:pt x="1061" y="64"/>
                    </a:cubicBezTo>
                    <a:cubicBezTo>
                      <a:pt x="1061" y="29"/>
                      <a:pt x="1090" y="29"/>
                      <a:pt x="10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Google Shape;910;p41">
            <a:extLst>
              <a:ext uri="{FF2B5EF4-FFF2-40B4-BE49-F238E27FC236}">
                <a16:creationId xmlns:a16="http://schemas.microsoft.com/office/drawing/2014/main" id="{FF2D4F7E-1D1D-D473-35EB-11F91D7403C6}"/>
              </a:ext>
            </a:extLst>
          </p:cNvPr>
          <p:cNvSpPr txBox="1">
            <a:spLocks noGrp="1"/>
          </p:cNvSpPr>
          <p:nvPr>
            <p:ph type="title" idx="2"/>
          </p:nvPr>
        </p:nvSpPr>
        <p:spPr>
          <a:xfrm>
            <a:off x="7328914" y="1153966"/>
            <a:ext cx="1303302"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04</a:t>
            </a:r>
            <a:endParaRPr dirty="0"/>
          </a:p>
        </p:txBody>
      </p:sp>
    </p:spTree>
    <p:extLst>
      <p:ext uri="{BB962C8B-B14F-4D97-AF65-F5344CB8AC3E}">
        <p14:creationId xmlns:p14="http://schemas.microsoft.com/office/powerpoint/2010/main" val="3970393171"/>
      </p:ext>
    </p:extLst>
  </p:cSld>
  <p:clrMapOvr>
    <a:masterClrMapping/>
  </p:clrMapOvr>
  <mc:AlternateContent xmlns:mc="http://schemas.openxmlformats.org/markup-compatibility/2006" xmlns:p15="http://schemas.microsoft.com/office/powerpoint/2012/main">
    <mc:Choice Requires="p15">
      <p:transition spd="slow">
        <p15:prstTrans prst="curtains"/>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01"/>
        <p:cNvGrpSpPr/>
        <p:nvPr/>
      </p:nvGrpSpPr>
      <p:grpSpPr>
        <a:xfrm>
          <a:off x="0" y="0"/>
          <a:ext cx="0" cy="0"/>
          <a:chOff x="0" y="0"/>
          <a:chExt cx="0" cy="0"/>
        </a:xfrm>
      </p:grpSpPr>
      <p:sp>
        <p:nvSpPr>
          <p:cNvPr id="1302" name="Google Shape;1302;p44"/>
          <p:cNvSpPr txBox="1">
            <a:spLocks noGrp="1"/>
          </p:cNvSpPr>
          <p:nvPr>
            <p:ph type="title"/>
          </p:nvPr>
        </p:nvSpPr>
        <p:spPr>
          <a:xfrm>
            <a:off x="1876471" y="551129"/>
            <a:ext cx="5027768" cy="75597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t>Binary Tree ADT</a:t>
            </a:r>
            <a:endParaRPr sz="4000" dirty="0"/>
          </a:p>
        </p:txBody>
      </p:sp>
      <p:sp>
        <p:nvSpPr>
          <p:cNvPr id="13" name="TextBox 12">
            <a:extLst>
              <a:ext uri="{FF2B5EF4-FFF2-40B4-BE49-F238E27FC236}">
                <a16:creationId xmlns:a16="http://schemas.microsoft.com/office/drawing/2014/main" id="{5D4B446D-E1BE-7ABF-1EDF-BD2F5892B2A8}"/>
              </a:ext>
            </a:extLst>
          </p:cNvPr>
          <p:cNvSpPr txBox="1"/>
          <p:nvPr/>
        </p:nvSpPr>
        <p:spPr>
          <a:xfrm>
            <a:off x="651573" y="1622073"/>
            <a:ext cx="4566603" cy="2801536"/>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dirty="0">
                <a:latin typeface="Lato" panose="020F0502020204030203" pitchFamily="34" charset="0"/>
                <a:ea typeface="Lato" panose="020F0502020204030203" pitchFamily="34" charset="0"/>
                <a:cs typeface="Lato" panose="020F0502020204030203" pitchFamily="34" charset="0"/>
              </a:rPr>
              <a:t>A </a:t>
            </a:r>
            <a:r>
              <a:rPr lang="en-US" sz="2000" b="1" dirty="0">
                <a:latin typeface="Lato" panose="020F0502020204030203" pitchFamily="34" charset="0"/>
                <a:ea typeface="Lato" panose="020F0502020204030203" pitchFamily="34" charset="0"/>
                <a:cs typeface="Lato" panose="020F0502020204030203" pitchFamily="34" charset="0"/>
              </a:rPr>
              <a:t>binary tree</a:t>
            </a:r>
            <a:r>
              <a:rPr lang="en-US" sz="2000" dirty="0">
                <a:latin typeface="Lato" panose="020F0502020204030203" pitchFamily="34" charset="0"/>
                <a:ea typeface="Lato" panose="020F0502020204030203" pitchFamily="34" charset="0"/>
                <a:cs typeface="Lato" panose="020F0502020204030203" pitchFamily="34" charset="0"/>
              </a:rPr>
              <a:t> is a tree data structure in which each node has at most two children.</a:t>
            </a:r>
          </a:p>
          <a:p>
            <a:pPr marL="342900" indent="-342900">
              <a:lnSpc>
                <a:spcPct val="150000"/>
              </a:lnSpc>
              <a:buFont typeface="Arial" panose="020B0604020202020204" pitchFamily="34" charset="0"/>
              <a:buChar char="•"/>
            </a:pPr>
            <a:r>
              <a:rPr lang="en-US" sz="2000" dirty="0">
                <a:latin typeface="Lato" panose="020F0502020204030203" pitchFamily="34" charset="0"/>
                <a:ea typeface="Lato" panose="020F0502020204030203" pitchFamily="34" charset="0"/>
                <a:cs typeface="Lato" panose="020F0502020204030203" pitchFamily="34" charset="0"/>
              </a:rPr>
              <a:t>A binary tree is a finite set of nodes which is either </a:t>
            </a:r>
            <a:r>
              <a:rPr lang="en-US" sz="2000" dirty="0">
                <a:highlight>
                  <a:srgbClr val="FFFF00"/>
                </a:highlight>
                <a:latin typeface="Lato" panose="020F0502020204030203" pitchFamily="34" charset="0"/>
                <a:ea typeface="Lato" panose="020F0502020204030203" pitchFamily="34" charset="0"/>
                <a:cs typeface="Lato" panose="020F0502020204030203" pitchFamily="34" charset="0"/>
              </a:rPr>
              <a:t>empty or consists of a root and two disjoint binary trees</a:t>
            </a:r>
            <a:r>
              <a:rPr lang="en-US" sz="2000" dirty="0">
                <a:latin typeface="Lato" panose="020F0502020204030203" pitchFamily="34" charset="0"/>
                <a:ea typeface="Lato" panose="020F0502020204030203" pitchFamily="34" charset="0"/>
                <a:cs typeface="Lato" panose="020F0502020204030203" pitchFamily="34" charset="0"/>
              </a:rPr>
              <a:t>.</a:t>
            </a:r>
            <a:endParaRPr lang="en-IN" sz="2000" dirty="0">
              <a:solidFill>
                <a:schemeClr val="tx1"/>
              </a:solidFill>
              <a:latin typeface="Lato" panose="020F0502020204030203" pitchFamily="34" charset="0"/>
              <a:ea typeface="Lato" panose="020F0502020204030203" pitchFamily="34" charset="0"/>
              <a:cs typeface="Lato" panose="020F0502020204030203" pitchFamily="34" charset="0"/>
            </a:endParaRPr>
          </a:p>
        </p:txBody>
      </p:sp>
      <p:pic>
        <p:nvPicPr>
          <p:cNvPr id="3" name="Picture 2">
            <a:extLst>
              <a:ext uri="{FF2B5EF4-FFF2-40B4-BE49-F238E27FC236}">
                <a16:creationId xmlns:a16="http://schemas.microsoft.com/office/drawing/2014/main" id="{287376EA-F10D-9640-3B18-D87086F2CFBE}"/>
              </a:ext>
            </a:extLst>
          </p:cNvPr>
          <p:cNvPicPr>
            <a:picLocks noChangeAspect="1"/>
          </p:cNvPicPr>
          <p:nvPr/>
        </p:nvPicPr>
        <p:blipFill>
          <a:blip r:embed="rId3"/>
          <a:stretch>
            <a:fillRect/>
          </a:stretch>
        </p:blipFill>
        <p:spPr>
          <a:xfrm>
            <a:off x="5316051" y="1550555"/>
            <a:ext cx="3176376" cy="2262028"/>
          </a:xfrm>
          <a:prstGeom prst="rect">
            <a:avLst/>
          </a:prstGeom>
        </p:spPr>
      </p:pic>
    </p:spTree>
    <p:extLst>
      <p:ext uri="{BB962C8B-B14F-4D97-AF65-F5344CB8AC3E}">
        <p14:creationId xmlns:p14="http://schemas.microsoft.com/office/powerpoint/2010/main" val="11183353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39"/>
        <p:cNvGrpSpPr/>
        <p:nvPr/>
      </p:nvGrpSpPr>
      <p:grpSpPr>
        <a:xfrm>
          <a:off x="0" y="0"/>
          <a:ext cx="0" cy="0"/>
          <a:chOff x="0" y="0"/>
          <a:chExt cx="0" cy="0"/>
        </a:xfrm>
      </p:grpSpPr>
      <p:sp>
        <p:nvSpPr>
          <p:cNvPr id="1340" name="Google Shape;1340;p45"/>
          <p:cNvSpPr txBox="1">
            <a:spLocks noGrp="1"/>
          </p:cNvSpPr>
          <p:nvPr>
            <p:ph type="title"/>
          </p:nvPr>
        </p:nvSpPr>
        <p:spPr>
          <a:xfrm>
            <a:off x="2180525" y="357509"/>
            <a:ext cx="457336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Types of Binary Trees</a:t>
            </a:r>
            <a:endParaRPr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CADD66D9-EA20-37F8-A690-EAF3EF0A4652}"/>
              </a:ext>
            </a:extLst>
          </p:cNvPr>
          <p:cNvSpPr txBox="1"/>
          <p:nvPr/>
        </p:nvSpPr>
        <p:spPr>
          <a:xfrm>
            <a:off x="1224367" y="1087663"/>
            <a:ext cx="6315558" cy="1704569"/>
          </a:xfrm>
          <a:prstGeom prst="rect">
            <a:avLst/>
          </a:prstGeom>
          <a:noFill/>
        </p:spPr>
        <p:txBody>
          <a:bodyPr wrap="square" rtlCol="0">
            <a:spAutoFit/>
          </a:bodyPr>
          <a:lstStyle/>
          <a:p>
            <a:pPr>
              <a:lnSpc>
                <a:spcPct val="150000"/>
              </a:lnSpc>
            </a:pPr>
            <a:r>
              <a:rPr lang="en-US" sz="1800" b="1" i="0" dirty="0">
                <a:solidFill>
                  <a:schemeClr val="bg1">
                    <a:lumMod val="10000"/>
                  </a:schemeClr>
                </a:solidFill>
                <a:effectLst/>
                <a:latin typeface="Times New Roman" panose="02020603050405020304" pitchFamily="18" charset="0"/>
                <a:cs typeface="Times New Roman" panose="02020603050405020304" pitchFamily="18" charset="0"/>
              </a:rPr>
              <a:t>Types of Binary Tree based on the number of children:</a:t>
            </a:r>
          </a:p>
          <a:p>
            <a:pPr fontAlgn="base">
              <a:lnSpc>
                <a:spcPct val="150000"/>
              </a:lnSpc>
            </a:pPr>
            <a:r>
              <a:rPr lang="en-US" sz="1800" b="0" i="0" dirty="0">
                <a:solidFill>
                  <a:schemeClr val="bg1">
                    <a:lumMod val="10000"/>
                  </a:schemeClr>
                </a:solidFill>
                <a:effectLst/>
                <a:latin typeface="Times New Roman" panose="02020603050405020304" pitchFamily="18" charset="0"/>
                <a:cs typeface="Times New Roman" panose="02020603050405020304" pitchFamily="18" charset="0"/>
              </a:rPr>
              <a:t>                                    Full Binary Tree.</a:t>
            </a:r>
          </a:p>
          <a:p>
            <a:pPr fontAlgn="base">
              <a:lnSpc>
                <a:spcPct val="150000"/>
              </a:lnSpc>
            </a:pPr>
            <a:r>
              <a:rPr lang="en-US" sz="1800" b="0" i="0" dirty="0">
                <a:solidFill>
                  <a:schemeClr val="bg1">
                    <a:lumMod val="10000"/>
                  </a:schemeClr>
                </a:solidFill>
                <a:effectLst/>
                <a:latin typeface="Times New Roman" panose="02020603050405020304" pitchFamily="18" charset="0"/>
                <a:cs typeface="Times New Roman" panose="02020603050405020304" pitchFamily="18" charset="0"/>
              </a:rPr>
              <a:t>                                    Degenerate Binary Tree.</a:t>
            </a:r>
          </a:p>
          <a:p>
            <a:pPr fontAlgn="base">
              <a:lnSpc>
                <a:spcPct val="150000"/>
              </a:lnSpc>
            </a:pPr>
            <a:r>
              <a:rPr lang="en-US" sz="1800" b="0" i="0" dirty="0">
                <a:solidFill>
                  <a:schemeClr val="bg1">
                    <a:lumMod val="10000"/>
                  </a:schemeClr>
                </a:solidFill>
                <a:effectLst/>
                <a:latin typeface="Times New Roman" panose="02020603050405020304" pitchFamily="18" charset="0"/>
                <a:cs typeface="Times New Roman" panose="02020603050405020304" pitchFamily="18" charset="0"/>
              </a:rPr>
              <a:t>                                    Skewed Binary Trees.</a:t>
            </a:r>
            <a:endParaRPr lang="en-US" sz="1800" b="1" i="0" dirty="0">
              <a:solidFill>
                <a:schemeClr val="bg1">
                  <a:lumMod val="10000"/>
                </a:schemeClr>
              </a:solidFill>
              <a:effectLst/>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5BD055E2-5CD7-2A4D-5B56-84CB0EF2F341}"/>
              </a:ext>
            </a:extLst>
          </p:cNvPr>
          <p:cNvSpPr txBox="1"/>
          <p:nvPr/>
        </p:nvSpPr>
        <p:spPr>
          <a:xfrm>
            <a:off x="1224367" y="2949686"/>
            <a:ext cx="6664271" cy="1704569"/>
          </a:xfrm>
          <a:prstGeom prst="rect">
            <a:avLst/>
          </a:prstGeom>
          <a:noFill/>
        </p:spPr>
        <p:txBody>
          <a:bodyPr wrap="square" rtlCol="0">
            <a:spAutoFit/>
          </a:bodyPr>
          <a:lstStyle/>
          <a:p>
            <a:pPr algn="l" fontAlgn="base">
              <a:lnSpc>
                <a:spcPct val="150000"/>
              </a:lnSpc>
            </a:pPr>
            <a:r>
              <a:rPr lang="en-US" sz="1800" b="1" i="0" dirty="0">
                <a:solidFill>
                  <a:schemeClr val="bg1">
                    <a:lumMod val="10000"/>
                  </a:schemeClr>
                </a:solidFill>
                <a:effectLst/>
                <a:latin typeface="Times New Roman" panose="02020603050405020304" pitchFamily="18" charset="0"/>
                <a:cs typeface="Times New Roman" panose="02020603050405020304" pitchFamily="18" charset="0"/>
              </a:rPr>
              <a:t>Types of Binary Tree On the basis of the completion of levels:</a:t>
            </a:r>
          </a:p>
          <a:p>
            <a:pPr fontAlgn="base">
              <a:lnSpc>
                <a:spcPct val="150000"/>
              </a:lnSpc>
            </a:pPr>
            <a:r>
              <a:rPr lang="en-US" sz="1800" b="0" i="0" dirty="0">
                <a:solidFill>
                  <a:schemeClr val="bg1">
                    <a:lumMod val="10000"/>
                  </a:schemeClr>
                </a:solidFill>
                <a:effectLst/>
                <a:latin typeface="Times New Roman" panose="02020603050405020304" pitchFamily="18" charset="0"/>
                <a:cs typeface="Times New Roman" panose="02020603050405020304" pitchFamily="18" charset="0"/>
              </a:rPr>
              <a:t>                                     Complete Binary Tree.</a:t>
            </a:r>
          </a:p>
          <a:p>
            <a:pPr fontAlgn="base">
              <a:lnSpc>
                <a:spcPct val="150000"/>
              </a:lnSpc>
            </a:pPr>
            <a:r>
              <a:rPr lang="en-US" sz="1800" dirty="0">
                <a:solidFill>
                  <a:schemeClr val="bg1">
                    <a:lumMod val="10000"/>
                  </a:schemeClr>
                </a:solidFill>
                <a:latin typeface="Times New Roman" panose="02020603050405020304" pitchFamily="18" charset="0"/>
                <a:cs typeface="Times New Roman" panose="02020603050405020304" pitchFamily="18" charset="0"/>
              </a:rPr>
              <a:t>                                     </a:t>
            </a:r>
            <a:r>
              <a:rPr lang="en-US" sz="1800" b="0" i="0" dirty="0">
                <a:solidFill>
                  <a:schemeClr val="bg1">
                    <a:lumMod val="10000"/>
                  </a:schemeClr>
                </a:solidFill>
                <a:effectLst/>
                <a:latin typeface="Times New Roman" panose="02020603050405020304" pitchFamily="18" charset="0"/>
                <a:cs typeface="Times New Roman" panose="02020603050405020304" pitchFamily="18" charset="0"/>
              </a:rPr>
              <a:t>Perfect Binary Tree.</a:t>
            </a:r>
          </a:p>
          <a:p>
            <a:pPr fontAlgn="base">
              <a:lnSpc>
                <a:spcPct val="150000"/>
              </a:lnSpc>
            </a:pPr>
            <a:r>
              <a:rPr lang="en-US" sz="1800" b="0" i="0" dirty="0">
                <a:solidFill>
                  <a:schemeClr val="bg1">
                    <a:lumMod val="10000"/>
                  </a:schemeClr>
                </a:solidFill>
                <a:effectLst/>
                <a:latin typeface="Times New Roman" panose="02020603050405020304" pitchFamily="18" charset="0"/>
                <a:cs typeface="Times New Roman" panose="02020603050405020304" pitchFamily="18" charset="0"/>
              </a:rPr>
              <a:t>                                     Balanced Binary Tree.</a:t>
            </a:r>
          </a:p>
        </p:txBody>
      </p:sp>
    </p:spTree>
    <p:extLst>
      <p:ext uri="{BB962C8B-B14F-4D97-AF65-F5344CB8AC3E}">
        <p14:creationId xmlns:p14="http://schemas.microsoft.com/office/powerpoint/2010/main" val="30403274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39"/>
        <p:cNvGrpSpPr/>
        <p:nvPr/>
      </p:nvGrpSpPr>
      <p:grpSpPr>
        <a:xfrm>
          <a:off x="0" y="0"/>
          <a:ext cx="0" cy="0"/>
          <a:chOff x="0" y="0"/>
          <a:chExt cx="0" cy="0"/>
        </a:xfrm>
      </p:grpSpPr>
      <p:sp>
        <p:nvSpPr>
          <p:cNvPr id="3" name="Title 2">
            <a:extLst>
              <a:ext uri="{FF2B5EF4-FFF2-40B4-BE49-F238E27FC236}">
                <a16:creationId xmlns:a16="http://schemas.microsoft.com/office/drawing/2014/main" id="{25520701-8773-68CB-5FE8-21781EA85AE8}"/>
              </a:ext>
            </a:extLst>
          </p:cNvPr>
          <p:cNvSpPr>
            <a:spLocks noGrp="1"/>
          </p:cNvSpPr>
          <p:nvPr>
            <p:ph type="title"/>
          </p:nvPr>
        </p:nvSpPr>
        <p:spPr>
          <a:xfrm>
            <a:off x="2950336" y="421778"/>
            <a:ext cx="3193323" cy="572700"/>
          </a:xfrm>
        </p:spPr>
        <p:txBody>
          <a:bodyPr/>
          <a:lstStyle/>
          <a:p>
            <a:r>
              <a:rPr lang="en-IN" b="1" i="0" dirty="0">
                <a:solidFill>
                  <a:schemeClr val="bg1">
                    <a:lumMod val="10000"/>
                  </a:schemeClr>
                </a:solidFill>
                <a:effectLst/>
                <a:latin typeface="Nunito" pitchFamily="2" charset="0"/>
              </a:rPr>
              <a:t>Full Binary Tree</a:t>
            </a:r>
            <a:br>
              <a:rPr lang="en-IN" b="1" i="0" dirty="0">
                <a:solidFill>
                  <a:srgbClr val="FFFFFF"/>
                </a:solidFill>
                <a:effectLst/>
                <a:latin typeface="Nunito" pitchFamily="2" charset="0"/>
              </a:rPr>
            </a:b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3B0B5F4-6A17-FE2D-69AA-F8CB913C7215}"/>
              </a:ext>
            </a:extLst>
          </p:cNvPr>
          <p:cNvSpPr txBox="1"/>
          <p:nvPr/>
        </p:nvSpPr>
        <p:spPr>
          <a:xfrm>
            <a:off x="976393" y="1086174"/>
            <a:ext cx="7191214" cy="710003"/>
          </a:xfrm>
          <a:prstGeom prst="rect">
            <a:avLst/>
          </a:prstGeom>
          <a:noFill/>
        </p:spPr>
        <p:txBody>
          <a:bodyPr wrap="square" rtlCol="0">
            <a:spAutoFit/>
          </a:bodyPr>
          <a:lstStyle/>
          <a:p>
            <a:pPr>
              <a:lnSpc>
                <a:spcPct val="150000"/>
              </a:lnSpc>
            </a:pPr>
            <a:r>
              <a:rPr lang="en-US" b="0" i="0" dirty="0">
                <a:solidFill>
                  <a:schemeClr val="bg1">
                    <a:lumMod val="10000"/>
                  </a:schemeClr>
                </a:solidFill>
                <a:effectLst/>
                <a:latin typeface="Nunito" pitchFamily="2" charset="0"/>
              </a:rPr>
              <a:t> A Binary Tree is a full binary tree if every node has 0 or 2 children. We can also say a full binary tree is a binary tree in which all nodes except leaf nodes have two children.</a:t>
            </a:r>
            <a:endParaRPr lang="en-IN" dirty="0">
              <a:solidFill>
                <a:schemeClr val="bg1">
                  <a:lumMod val="10000"/>
                </a:schemeClr>
              </a:solidFill>
            </a:endParaRPr>
          </a:p>
        </p:txBody>
      </p:sp>
      <p:pic>
        <p:nvPicPr>
          <p:cNvPr id="6" name="Picture 5">
            <a:extLst>
              <a:ext uri="{FF2B5EF4-FFF2-40B4-BE49-F238E27FC236}">
                <a16:creationId xmlns:a16="http://schemas.microsoft.com/office/drawing/2014/main" id="{0228BDDD-0E6F-98AE-1E21-733904C6A09B}"/>
              </a:ext>
            </a:extLst>
          </p:cNvPr>
          <p:cNvPicPr>
            <a:picLocks noChangeAspect="1"/>
          </p:cNvPicPr>
          <p:nvPr/>
        </p:nvPicPr>
        <p:blipFill>
          <a:blip r:embed="rId3"/>
          <a:stretch>
            <a:fillRect/>
          </a:stretch>
        </p:blipFill>
        <p:spPr>
          <a:xfrm>
            <a:off x="3051244" y="1941351"/>
            <a:ext cx="3041511" cy="2780371"/>
          </a:xfrm>
          <a:prstGeom prst="rect">
            <a:avLst/>
          </a:prstGeom>
        </p:spPr>
      </p:pic>
    </p:spTree>
    <p:extLst>
      <p:ext uri="{BB962C8B-B14F-4D97-AF65-F5344CB8AC3E}">
        <p14:creationId xmlns:p14="http://schemas.microsoft.com/office/powerpoint/2010/main" val="24736799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88E09-7DD2-02A3-4DED-62356B00412E}"/>
              </a:ext>
            </a:extLst>
          </p:cNvPr>
          <p:cNvSpPr>
            <a:spLocks noGrp="1"/>
          </p:cNvSpPr>
          <p:nvPr>
            <p:ph type="title"/>
          </p:nvPr>
        </p:nvSpPr>
        <p:spPr>
          <a:xfrm>
            <a:off x="2663101" y="355952"/>
            <a:ext cx="3650187" cy="572700"/>
          </a:xfrm>
        </p:spPr>
        <p:txBody>
          <a:bodyPr/>
          <a:lstStyle/>
          <a:p>
            <a:r>
              <a:rPr lang="en-IN" sz="3600" b="1" i="0" dirty="0">
                <a:solidFill>
                  <a:schemeClr val="bg1">
                    <a:lumMod val="10000"/>
                  </a:schemeClr>
                </a:solidFill>
                <a:effectLst/>
                <a:latin typeface="Times New Roman" panose="02020603050405020304" pitchFamily="18" charset="0"/>
                <a:cs typeface="Times New Roman" panose="02020603050405020304" pitchFamily="18" charset="0"/>
              </a:rPr>
              <a:t>Degenerate tree</a:t>
            </a:r>
            <a:br>
              <a:rPr lang="en-IN" sz="3600" b="1" i="0" dirty="0">
                <a:solidFill>
                  <a:schemeClr val="bg1">
                    <a:lumMod val="10000"/>
                  </a:schemeClr>
                </a:solidFill>
                <a:effectLst/>
                <a:latin typeface="Times New Roman" panose="02020603050405020304" pitchFamily="18" charset="0"/>
                <a:cs typeface="Times New Roman" panose="02020603050405020304" pitchFamily="18" charset="0"/>
              </a:rPr>
            </a:br>
            <a:endParaRPr lang="en-IN" sz="3600" dirty="0">
              <a:solidFill>
                <a:schemeClr val="bg1">
                  <a:lumMod val="10000"/>
                </a:schemeClr>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91B6D44-8ECB-A97A-7312-CC0D2C5CF79C}"/>
              </a:ext>
            </a:extLst>
          </p:cNvPr>
          <p:cNvSpPr txBox="1"/>
          <p:nvPr/>
        </p:nvSpPr>
        <p:spPr>
          <a:xfrm>
            <a:off x="1045465" y="1255043"/>
            <a:ext cx="3235272" cy="2633413"/>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sz="1600" b="0" i="0" dirty="0">
                <a:solidFill>
                  <a:schemeClr val="bg1">
                    <a:lumMod val="10000"/>
                  </a:schemeClr>
                </a:solidFill>
                <a:effectLst/>
                <a:latin typeface="Times New Roman" panose="02020603050405020304" pitchFamily="18" charset="0"/>
                <a:cs typeface="Times New Roman" panose="02020603050405020304" pitchFamily="18" charset="0"/>
              </a:rPr>
              <a:t>A Tree where every internal node has one child. Such trees are performance-wise same as linked list. </a:t>
            </a:r>
          </a:p>
          <a:p>
            <a:pPr marL="285750" indent="-285750">
              <a:lnSpc>
                <a:spcPct val="150000"/>
              </a:lnSpc>
              <a:buFont typeface="Wingdings" panose="05000000000000000000" pitchFamily="2" charset="2"/>
              <a:buChar char="Ø"/>
            </a:pPr>
            <a:r>
              <a:rPr lang="en-US" sz="1600" b="0" i="0" dirty="0">
                <a:solidFill>
                  <a:schemeClr val="bg1">
                    <a:lumMod val="10000"/>
                  </a:schemeClr>
                </a:solidFill>
                <a:effectLst/>
                <a:latin typeface="Times New Roman" panose="02020603050405020304" pitchFamily="18" charset="0"/>
                <a:cs typeface="Times New Roman" panose="02020603050405020304" pitchFamily="18" charset="0"/>
              </a:rPr>
              <a:t>A degenerate or pathological tree is a tree having a single child either left or right.</a:t>
            </a:r>
            <a:endParaRPr lang="en-IN" sz="1600" dirty="0">
              <a:solidFill>
                <a:schemeClr val="bg1">
                  <a:lumMod val="10000"/>
                </a:schemeClr>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CA1DF86-90D6-02AB-F263-545E34B4D7D2}"/>
              </a:ext>
            </a:extLst>
          </p:cNvPr>
          <p:cNvPicPr>
            <a:picLocks noChangeAspect="1"/>
          </p:cNvPicPr>
          <p:nvPr/>
        </p:nvPicPr>
        <p:blipFill>
          <a:blip r:embed="rId2"/>
          <a:stretch>
            <a:fillRect/>
          </a:stretch>
        </p:blipFill>
        <p:spPr>
          <a:xfrm>
            <a:off x="5075694" y="1225414"/>
            <a:ext cx="3139078" cy="3562134"/>
          </a:xfrm>
          <a:prstGeom prst="rect">
            <a:avLst/>
          </a:prstGeom>
        </p:spPr>
      </p:pic>
    </p:spTree>
    <p:extLst>
      <p:ext uri="{BB962C8B-B14F-4D97-AF65-F5344CB8AC3E}">
        <p14:creationId xmlns:p14="http://schemas.microsoft.com/office/powerpoint/2010/main" val="34169227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6FB39-E214-2D36-35FD-52AD86315C44}"/>
              </a:ext>
            </a:extLst>
          </p:cNvPr>
          <p:cNvSpPr>
            <a:spLocks noGrp="1"/>
          </p:cNvSpPr>
          <p:nvPr>
            <p:ph type="title"/>
          </p:nvPr>
        </p:nvSpPr>
        <p:spPr>
          <a:xfrm>
            <a:off x="2560758" y="352035"/>
            <a:ext cx="3852000" cy="572700"/>
          </a:xfrm>
        </p:spPr>
        <p:txBody>
          <a:bodyPr/>
          <a:lstStyle/>
          <a:p>
            <a:r>
              <a:rPr lang="en-IN" b="1" i="0" dirty="0">
                <a:solidFill>
                  <a:schemeClr val="bg1">
                    <a:lumMod val="10000"/>
                  </a:schemeClr>
                </a:solidFill>
                <a:effectLst/>
                <a:latin typeface="Times New Roman" panose="02020603050405020304" pitchFamily="18" charset="0"/>
                <a:cs typeface="Times New Roman" panose="02020603050405020304" pitchFamily="18" charset="0"/>
              </a:rPr>
              <a:t>Skewed Binary Tree</a:t>
            </a:r>
            <a:br>
              <a:rPr lang="en-IN" b="1" i="0" dirty="0">
                <a:solidFill>
                  <a:schemeClr val="bg1">
                    <a:lumMod val="10000"/>
                  </a:schemeClr>
                </a:solidFill>
                <a:effectLst/>
                <a:latin typeface="Times New Roman" panose="02020603050405020304" pitchFamily="18" charset="0"/>
                <a:cs typeface="Times New Roman" panose="02020603050405020304" pitchFamily="18" charset="0"/>
              </a:rPr>
            </a:br>
            <a:endParaRPr lang="en-IN" dirty="0">
              <a:solidFill>
                <a:schemeClr val="bg1">
                  <a:lumMod val="10000"/>
                </a:schemeClr>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6BE9BBD-873D-D0DC-6A6E-9F0F38710CF0}"/>
              </a:ext>
            </a:extLst>
          </p:cNvPr>
          <p:cNvSpPr txBox="1"/>
          <p:nvPr/>
        </p:nvSpPr>
        <p:spPr>
          <a:xfrm>
            <a:off x="1197243" y="986728"/>
            <a:ext cx="6579031" cy="1906291"/>
          </a:xfrm>
          <a:prstGeom prst="rect">
            <a:avLst/>
          </a:prstGeom>
          <a:noFill/>
        </p:spPr>
        <p:txBody>
          <a:bodyPr wrap="square" rtlCol="0">
            <a:spAutoFit/>
          </a:bodyPr>
          <a:lstStyle/>
          <a:p>
            <a:pPr>
              <a:lnSpc>
                <a:spcPct val="150000"/>
              </a:lnSpc>
            </a:pPr>
            <a:r>
              <a:rPr lang="en-US" sz="1600" b="0" i="0" dirty="0">
                <a:solidFill>
                  <a:schemeClr val="bg1">
                    <a:lumMod val="10000"/>
                  </a:schemeClr>
                </a:solidFill>
                <a:effectLst/>
                <a:latin typeface="Times New Roman" panose="02020603050405020304" pitchFamily="18" charset="0"/>
                <a:cs typeface="Times New Roman" panose="02020603050405020304" pitchFamily="18" charset="0"/>
              </a:rPr>
              <a:t>A skewed binary tree is a pathological/degenerate tree in which the tree is either dominated by the left nodes or the right nodes. </a:t>
            </a:r>
          </a:p>
          <a:p>
            <a:pPr>
              <a:lnSpc>
                <a:spcPct val="150000"/>
              </a:lnSpc>
            </a:pPr>
            <a:r>
              <a:rPr lang="en-US" sz="1600" b="0" i="0" dirty="0">
                <a:solidFill>
                  <a:schemeClr val="bg1">
                    <a:lumMod val="10000"/>
                  </a:schemeClr>
                </a:solidFill>
                <a:effectLst/>
                <a:latin typeface="Times New Roman" panose="02020603050405020304" pitchFamily="18" charset="0"/>
                <a:cs typeface="Times New Roman" panose="02020603050405020304" pitchFamily="18" charset="0"/>
              </a:rPr>
              <a:t>Thus, there are two types of skewed binary tree:</a:t>
            </a:r>
          </a:p>
          <a:p>
            <a:pPr marL="285750" indent="-285750">
              <a:lnSpc>
                <a:spcPct val="150000"/>
              </a:lnSpc>
              <a:buFont typeface="Wingdings" panose="05000000000000000000" pitchFamily="2" charset="2"/>
              <a:buChar char="q"/>
            </a:pPr>
            <a:r>
              <a:rPr lang="en-US" sz="1600" b="0" i="0" dirty="0">
                <a:solidFill>
                  <a:schemeClr val="bg1">
                    <a:lumMod val="10000"/>
                  </a:schemeClr>
                </a:solidFill>
                <a:effectLst/>
                <a:latin typeface="Times New Roman" panose="02020603050405020304" pitchFamily="18" charset="0"/>
                <a:cs typeface="Times New Roman" panose="02020603050405020304" pitchFamily="18" charset="0"/>
              </a:rPr>
              <a:t>  Left-skewed binary tree. </a:t>
            </a:r>
          </a:p>
          <a:p>
            <a:pPr marL="285750" indent="-285750">
              <a:lnSpc>
                <a:spcPct val="150000"/>
              </a:lnSpc>
              <a:buFont typeface="Wingdings" panose="05000000000000000000" pitchFamily="2" charset="2"/>
              <a:buChar char="q"/>
            </a:pPr>
            <a:r>
              <a:rPr lang="en-US" sz="1600" dirty="0">
                <a:solidFill>
                  <a:schemeClr val="bg1">
                    <a:lumMod val="10000"/>
                  </a:schemeClr>
                </a:solidFill>
                <a:latin typeface="Times New Roman" panose="02020603050405020304" pitchFamily="18" charset="0"/>
                <a:cs typeface="Times New Roman" panose="02020603050405020304" pitchFamily="18" charset="0"/>
              </a:rPr>
              <a:t>  R</a:t>
            </a:r>
            <a:r>
              <a:rPr lang="en-US" sz="1600" b="0" i="0" dirty="0">
                <a:solidFill>
                  <a:schemeClr val="bg1">
                    <a:lumMod val="10000"/>
                  </a:schemeClr>
                </a:solidFill>
                <a:effectLst/>
                <a:latin typeface="Times New Roman" panose="02020603050405020304" pitchFamily="18" charset="0"/>
                <a:cs typeface="Times New Roman" panose="02020603050405020304" pitchFamily="18" charset="0"/>
              </a:rPr>
              <a:t>ight-skewed binary tree.</a:t>
            </a:r>
            <a:endParaRPr lang="en-IN" sz="1600" dirty="0">
              <a:solidFill>
                <a:schemeClr val="bg1">
                  <a:lumMod val="10000"/>
                </a:schemeClr>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1F266972-B2D7-C8AB-97B2-DD510B4975D5}"/>
              </a:ext>
            </a:extLst>
          </p:cNvPr>
          <p:cNvPicPr>
            <a:picLocks noChangeAspect="1"/>
          </p:cNvPicPr>
          <p:nvPr/>
        </p:nvPicPr>
        <p:blipFill>
          <a:blip r:embed="rId2"/>
          <a:stretch>
            <a:fillRect/>
          </a:stretch>
        </p:blipFill>
        <p:spPr>
          <a:xfrm>
            <a:off x="4173238" y="2252239"/>
            <a:ext cx="4213619" cy="2474849"/>
          </a:xfrm>
          <a:prstGeom prst="rect">
            <a:avLst/>
          </a:prstGeom>
        </p:spPr>
      </p:pic>
    </p:spTree>
    <p:extLst>
      <p:ext uri="{BB962C8B-B14F-4D97-AF65-F5344CB8AC3E}">
        <p14:creationId xmlns:p14="http://schemas.microsoft.com/office/powerpoint/2010/main" val="443513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9D2AE-988F-D957-87F4-E64184BB0483}"/>
              </a:ext>
            </a:extLst>
          </p:cNvPr>
          <p:cNvSpPr>
            <a:spLocks noGrp="1"/>
          </p:cNvSpPr>
          <p:nvPr>
            <p:ph type="title"/>
          </p:nvPr>
        </p:nvSpPr>
        <p:spPr>
          <a:xfrm>
            <a:off x="580516" y="247971"/>
            <a:ext cx="4092224" cy="711733"/>
          </a:xfrm>
        </p:spPr>
        <p:txBody>
          <a:bodyPr/>
          <a:lstStyle/>
          <a:p>
            <a:pPr fontAlgn="base">
              <a:lnSpc>
                <a:spcPct val="150000"/>
              </a:lnSpc>
            </a:pPr>
            <a:r>
              <a:rPr lang="en-IN" b="0" i="0" dirty="0">
                <a:solidFill>
                  <a:schemeClr val="bg1">
                    <a:lumMod val="10000"/>
                  </a:schemeClr>
                </a:solidFill>
                <a:effectLst/>
                <a:latin typeface="Times New Roman" panose="02020603050405020304" pitchFamily="18" charset="0"/>
                <a:cs typeface="Times New Roman" panose="02020603050405020304" pitchFamily="18" charset="0"/>
              </a:rPr>
              <a:t>Complete Binary Tree</a:t>
            </a:r>
            <a:br>
              <a:rPr lang="en-IN" b="0" i="0" dirty="0">
                <a:solidFill>
                  <a:schemeClr val="bg1">
                    <a:lumMod val="10000"/>
                  </a:schemeClr>
                </a:solidFill>
                <a:effectLst/>
                <a:latin typeface="Times New Roman" panose="02020603050405020304" pitchFamily="18" charset="0"/>
                <a:cs typeface="Times New Roman" panose="02020603050405020304" pitchFamily="18" charset="0"/>
              </a:rPr>
            </a:br>
            <a:br>
              <a:rPr lang="en-IN" dirty="0">
                <a:solidFill>
                  <a:schemeClr val="bg1">
                    <a:lumMod val="10000"/>
                  </a:schemeClr>
                </a:solidFill>
                <a:latin typeface="Times New Roman" panose="02020603050405020304" pitchFamily="18" charset="0"/>
                <a:cs typeface="Times New Roman" panose="02020603050405020304" pitchFamily="18" charset="0"/>
              </a:rPr>
            </a:br>
            <a:endParaRPr lang="en-IN" dirty="0">
              <a:solidFill>
                <a:schemeClr val="bg1">
                  <a:lumMod val="10000"/>
                </a:schemeClr>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8BA72FE-D4F2-A40B-D2BA-65EFABC2D70D}"/>
              </a:ext>
            </a:extLst>
          </p:cNvPr>
          <p:cNvSpPr txBox="1"/>
          <p:nvPr/>
        </p:nvSpPr>
        <p:spPr>
          <a:xfrm>
            <a:off x="898902" y="1050003"/>
            <a:ext cx="6834752" cy="786754"/>
          </a:xfrm>
          <a:prstGeom prst="rect">
            <a:avLst/>
          </a:prstGeom>
          <a:noFill/>
        </p:spPr>
        <p:txBody>
          <a:bodyPr wrap="square" rtlCol="0">
            <a:spAutoFit/>
          </a:bodyPr>
          <a:lstStyle/>
          <a:p>
            <a:pPr algn="l" rtl="0" fontAlgn="base">
              <a:lnSpc>
                <a:spcPct val="150000"/>
              </a:lnSpc>
            </a:pPr>
            <a:r>
              <a:rPr lang="en-US" sz="1600" b="0" i="0" dirty="0">
                <a:solidFill>
                  <a:schemeClr val="bg1">
                    <a:lumMod val="10000"/>
                  </a:schemeClr>
                </a:solidFill>
                <a:effectLst/>
                <a:latin typeface="Times New Roman" panose="02020603050405020304" pitchFamily="18" charset="0"/>
                <a:cs typeface="Times New Roman" panose="02020603050405020304" pitchFamily="18" charset="0"/>
              </a:rPr>
              <a:t> A Binary Tree is a Complete Binary Tree if all the levels are completely filled except possibly the last level and the last level has all keys as left as possible.</a:t>
            </a:r>
          </a:p>
        </p:txBody>
      </p:sp>
      <p:pic>
        <p:nvPicPr>
          <p:cNvPr id="11" name="Picture 10">
            <a:extLst>
              <a:ext uri="{FF2B5EF4-FFF2-40B4-BE49-F238E27FC236}">
                <a16:creationId xmlns:a16="http://schemas.microsoft.com/office/drawing/2014/main" id="{9F86FF13-54F3-915F-B80D-9DADE8AF7711}"/>
              </a:ext>
            </a:extLst>
          </p:cNvPr>
          <p:cNvPicPr>
            <a:picLocks noChangeAspect="1"/>
          </p:cNvPicPr>
          <p:nvPr/>
        </p:nvPicPr>
        <p:blipFill>
          <a:blip r:embed="rId2"/>
          <a:stretch>
            <a:fillRect/>
          </a:stretch>
        </p:blipFill>
        <p:spPr>
          <a:xfrm>
            <a:off x="2480721" y="2049889"/>
            <a:ext cx="4517520" cy="2513709"/>
          </a:xfrm>
          <a:prstGeom prst="rect">
            <a:avLst/>
          </a:prstGeom>
        </p:spPr>
      </p:pic>
    </p:spTree>
    <p:extLst>
      <p:ext uri="{BB962C8B-B14F-4D97-AF65-F5344CB8AC3E}">
        <p14:creationId xmlns:p14="http://schemas.microsoft.com/office/powerpoint/2010/main" val="15554098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A9C39-67EB-C9B2-9980-A96BDC8C76E3}"/>
              </a:ext>
            </a:extLst>
          </p:cNvPr>
          <p:cNvSpPr>
            <a:spLocks noGrp="1"/>
          </p:cNvSpPr>
          <p:nvPr>
            <p:ph type="title"/>
          </p:nvPr>
        </p:nvSpPr>
        <p:spPr>
          <a:xfrm>
            <a:off x="720000" y="307897"/>
            <a:ext cx="3766759" cy="572700"/>
          </a:xfrm>
        </p:spPr>
        <p:txBody>
          <a:bodyPr/>
          <a:lstStyle/>
          <a:p>
            <a:r>
              <a:rPr lang="en-IN" b="1" i="0" dirty="0">
                <a:solidFill>
                  <a:schemeClr val="bg1">
                    <a:lumMod val="10000"/>
                  </a:schemeClr>
                </a:solidFill>
                <a:effectLst/>
                <a:latin typeface="Nunito" pitchFamily="2" charset="0"/>
              </a:rPr>
              <a:t> Perfect Binary Tree</a:t>
            </a:r>
            <a:br>
              <a:rPr lang="en-IN" b="1" i="0" dirty="0">
                <a:solidFill>
                  <a:schemeClr val="bg1">
                    <a:lumMod val="10000"/>
                  </a:schemeClr>
                </a:solidFill>
                <a:effectLst/>
                <a:latin typeface="Nunito" pitchFamily="2" charset="0"/>
              </a:rPr>
            </a:br>
            <a:endParaRPr lang="en-IN" dirty="0">
              <a:solidFill>
                <a:schemeClr val="bg1">
                  <a:lumMod val="10000"/>
                </a:schemeClr>
              </a:solidFill>
            </a:endParaRPr>
          </a:p>
        </p:txBody>
      </p:sp>
      <p:sp>
        <p:nvSpPr>
          <p:cNvPr id="9" name="TextBox 8">
            <a:extLst>
              <a:ext uri="{FF2B5EF4-FFF2-40B4-BE49-F238E27FC236}">
                <a16:creationId xmlns:a16="http://schemas.microsoft.com/office/drawing/2014/main" id="{C01E6BEC-14A7-6426-8E75-B21F0F70821E}"/>
              </a:ext>
            </a:extLst>
          </p:cNvPr>
          <p:cNvSpPr txBox="1"/>
          <p:nvPr/>
        </p:nvSpPr>
        <p:spPr>
          <a:xfrm>
            <a:off x="1212742" y="977022"/>
            <a:ext cx="6718516" cy="800219"/>
          </a:xfrm>
          <a:prstGeom prst="rect">
            <a:avLst/>
          </a:prstGeom>
          <a:noFill/>
        </p:spPr>
        <p:txBody>
          <a:bodyPr wrap="square" rtlCol="0">
            <a:spAutoFit/>
          </a:bodyPr>
          <a:lstStyle/>
          <a:p>
            <a:pPr algn="l" rtl="0" fontAlgn="base">
              <a:lnSpc>
                <a:spcPct val="150000"/>
              </a:lnSpc>
            </a:pPr>
            <a:r>
              <a:rPr lang="en-US" sz="1600" b="0" i="0" dirty="0">
                <a:solidFill>
                  <a:schemeClr val="bg1">
                    <a:lumMod val="10000"/>
                  </a:schemeClr>
                </a:solidFill>
                <a:effectLst/>
                <a:latin typeface="Times New Roman" panose="02020603050405020304" pitchFamily="18" charset="0"/>
                <a:cs typeface="Times New Roman" panose="02020603050405020304" pitchFamily="18" charset="0"/>
              </a:rPr>
              <a:t>A Binary tree is a Perfect Binary Tree in which all the internal nodes have two children and all leaf nodes are at the same level. </a:t>
            </a:r>
          </a:p>
        </p:txBody>
      </p:sp>
      <p:pic>
        <p:nvPicPr>
          <p:cNvPr id="11" name="Picture 10">
            <a:extLst>
              <a:ext uri="{FF2B5EF4-FFF2-40B4-BE49-F238E27FC236}">
                <a16:creationId xmlns:a16="http://schemas.microsoft.com/office/drawing/2014/main" id="{F9629E4A-25FA-57AD-8584-94BB8AC3E957}"/>
              </a:ext>
            </a:extLst>
          </p:cNvPr>
          <p:cNvPicPr>
            <a:picLocks noChangeAspect="1"/>
          </p:cNvPicPr>
          <p:nvPr/>
        </p:nvPicPr>
        <p:blipFill>
          <a:blip r:embed="rId2"/>
          <a:stretch>
            <a:fillRect/>
          </a:stretch>
        </p:blipFill>
        <p:spPr>
          <a:xfrm>
            <a:off x="2536944" y="1976794"/>
            <a:ext cx="4599647" cy="2564049"/>
          </a:xfrm>
          <a:prstGeom prst="rect">
            <a:avLst/>
          </a:prstGeom>
        </p:spPr>
      </p:pic>
    </p:spTree>
    <p:extLst>
      <p:ext uri="{BB962C8B-B14F-4D97-AF65-F5344CB8AC3E}">
        <p14:creationId xmlns:p14="http://schemas.microsoft.com/office/powerpoint/2010/main" val="31928628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1F593-B77F-EB76-F97C-D1D2C6716A9A}"/>
              </a:ext>
            </a:extLst>
          </p:cNvPr>
          <p:cNvSpPr>
            <a:spLocks noGrp="1"/>
          </p:cNvSpPr>
          <p:nvPr>
            <p:ph type="title"/>
          </p:nvPr>
        </p:nvSpPr>
        <p:spPr>
          <a:xfrm>
            <a:off x="2444522" y="534790"/>
            <a:ext cx="3983736" cy="572700"/>
          </a:xfrm>
        </p:spPr>
        <p:txBody>
          <a:bodyPr/>
          <a:lstStyle/>
          <a:p>
            <a:r>
              <a:rPr lang="en-IN" b="1" i="0" dirty="0">
                <a:solidFill>
                  <a:schemeClr val="bg1">
                    <a:lumMod val="10000"/>
                  </a:schemeClr>
                </a:solidFill>
                <a:effectLst/>
                <a:latin typeface="Times New Roman" panose="02020603050405020304" pitchFamily="18" charset="0"/>
                <a:cs typeface="Times New Roman" panose="02020603050405020304" pitchFamily="18" charset="0"/>
              </a:rPr>
              <a:t>Balanced Binary Tree</a:t>
            </a:r>
            <a:br>
              <a:rPr lang="en-IN" b="1" i="0" dirty="0">
                <a:solidFill>
                  <a:schemeClr val="bg1">
                    <a:lumMod val="10000"/>
                  </a:schemeClr>
                </a:solidFill>
                <a:effectLst/>
                <a:latin typeface="Times New Roman" panose="02020603050405020304" pitchFamily="18" charset="0"/>
                <a:cs typeface="Times New Roman" panose="02020603050405020304" pitchFamily="18" charset="0"/>
              </a:rPr>
            </a:br>
            <a:endParaRPr lang="en-IN" dirty="0">
              <a:solidFill>
                <a:schemeClr val="bg1">
                  <a:lumMod val="10000"/>
                </a:schemeClr>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19AB79E-5BC3-EC79-01BC-48BDF3A891A0}"/>
              </a:ext>
            </a:extLst>
          </p:cNvPr>
          <p:cNvSpPr txBox="1"/>
          <p:nvPr/>
        </p:nvSpPr>
        <p:spPr>
          <a:xfrm>
            <a:off x="1193370" y="1402597"/>
            <a:ext cx="6486041" cy="2633413"/>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sz="1600" b="0" i="0" dirty="0">
                <a:solidFill>
                  <a:schemeClr val="bg1">
                    <a:lumMod val="10000"/>
                  </a:schemeClr>
                </a:solidFill>
                <a:effectLst/>
                <a:latin typeface="Times New Roman" panose="02020603050405020304" pitchFamily="18" charset="0"/>
                <a:cs typeface="Times New Roman" panose="02020603050405020304" pitchFamily="18" charset="0"/>
              </a:rPr>
              <a:t>A binary tree is balanced if the height of the tree is O(Log n) where n is the number of nodes. </a:t>
            </a:r>
          </a:p>
          <a:p>
            <a:pPr marL="285750" indent="-285750">
              <a:lnSpc>
                <a:spcPct val="150000"/>
              </a:lnSpc>
              <a:buFont typeface="Wingdings" panose="05000000000000000000" pitchFamily="2" charset="2"/>
              <a:buChar char="Ø"/>
            </a:pPr>
            <a:r>
              <a:rPr lang="en-US" sz="1600" b="0" i="0" dirty="0">
                <a:solidFill>
                  <a:schemeClr val="bg1">
                    <a:lumMod val="10000"/>
                  </a:schemeClr>
                </a:solidFill>
                <a:effectLst/>
                <a:latin typeface="Times New Roman" panose="02020603050405020304" pitchFamily="18" charset="0"/>
                <a:cs typeface="Times New Roman" panose="02020603050405020304" pitchFamily="18" charset="0"/>
              </a:rPr>
              <a:t>For Example, the AVL tree maintains O(Log n) height by making sure that the difference between the heights of the left and right subtrees is at most 1. </a:t>
            </a:r>
          </a:p>
          <a:p>
            <a:pPr marL="285750" indent="-285750">
              <a:lnSpc>
                <a:spcPct val="150000"/>
              </a:lnSpc>
              <a:buFont typeface="Wingdings" panose="05000000000000000000" pitchFamily="2" charset="2"/>
              <a:buChar char="Ø"/>
            </a:pPr>
            <a:r>
              <a:rPr lang="en-US" sz="1600" b="0" i="0" dirty="0">
                <a:solidFill>
                  <a:schemeClr val="bg1">
                    <a:lumMod val="10000"/>
                  </a:schemeClr>
                </a:solidFill>
                <a:effectLst/>
                <a:latin typeface="Times New Roman" panose="02020603050405020304" pitchFamily="18" charset="0"/>
                <a:cs typeface="Times New Roman" panose="02020603050405020304" pitchFamily="18" charset="0"/>
              </a:rPr>
              <a:t>Balanced Binary Search trees are performance-wise good as they provide O(log n) time for search, insert and delete. </a:t>
            </a:r>
            <a:endParaRPr lang="en-IN" sz="1600" dirty="0">
              <a:solidFill>
                <a:schemeClr val="bg1">
                  <a:lumMod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97309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6DF8106-60C5-EDCF-DC17-06FC4F476F18}"/>
              </a:ext>
            </a:extLst>
          </p:cNvPr>
          <p:cNvPicPr>
            <a:picLocks noChangeAspect="1"/>
          </p:cNvPicPr>
          <p:nvPr/>
        </p:nvPicPr>
        <p:blipFill>
          <a:blip r:embed="rId2"/>
          <a:stretch>
            <a:fillRect/>
          </a:stretch>
        </p:blipFill>
        <p:spPr>
          <a:xfrm>
            <a:off x="976633" y="550718"/>
            <a:ext cx="7190733" cy="4042063"/>
          </a:xfrm>
          <a:prstGeom prst="rect">
            <a:avLst/>
          </a:prstGeom>
        </p:spPr>
      </p:pic>
    </p:spTree>
    <p:extLst>
      <p:ext uri="{BB962C8B-B14F-4D97-AF65-F5344CB8AC3E}">
        <p14:creationId xmlns:p14="http://schemas.microsoft.com/office/powerpoint/2010/main" val="33981384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86"/>
        <p:cNvGrpSpPr/>
        <p:nvPr/>
      </p:nvGrpSpPr>
      <p:grpSpPr>
        <a:xfrm>
          <a:off x="0" y="0"/>
          <a:ext cx="0" cy="0"/>
          <a:chOff x="0" y="0"/>
          <a:chExt cx="0" cy="0"/>
        </a:xfrm>
      </p:grpSpPr>
      <p:grpSp>
        <p:nvGrpSpPr>
          <p:cNvPr id="1388" name="Google Shape;1388;p49"/>
          <p:cNvGrpSpPr/>
          <p:nvPr/>
        </p:nvGrpSpPr>
        <p:grpSpPr>
          <a:xfrm>
            <a:off x="3834593" y="1001778"/>
            <a:ext cx="4955121" cy="3760735"/>
            <a:chOff x="3793280" y="843383"/>
            <a:chExt cx="4955121" cy="3760735"/>
          </a:xfrm>
        </p:grpSpPr>
        <p:sp>
          <p:nvSpPr>
            <p:cNvPr id="1389" name="Google Shape;1389;p49"/>
            <p:cNvSpPr/>
            <p:nvPr/>
          </p:nvSpPr>
          <p:spPr>
            <a:xfrm>
              <a:off x="6353631" y="1846814"/>
              <a:ext cx="2394769" cy="1973794"/>
            </a:xfrm>
            <a:custGeom>
              <a:avLst/>
              <a:gdLst/>
              <a:ahLst/>
              <a:cxnLst/>
              <a:rect l="l" t="t" r="r" b="b"/>
              <a:pathLst>
                <a:path w="42568" h="35085" extrusionOk="0">
                  <a:moveTo>
                    <a:pt x="28184" y="1"/>
                  </a:moveTo>
                  <a:cubicBezTo>
                    <a:pt x="27147" y="1"/>
                    <a:pt x="26108" y="74"/>
                    <a:pt x="25087" y="208"/>
                  </a:cubicBezTo>
                  <a:cubicBezTo>
                    <a:pt x="23049" y="477"/>
                    <a:pt x="21019" y="979"/>
                    <a:pt x="19130" y="1771"/>
                  </a:cubicBezTo>
                  <a:cubicBezTo>
                    <a:pt x="14857" y="3603"/>
                    <a:pt x="12530" y="8343"/>
                    <a:pt x="9049" y="11237"/>
                  </a:cubicBezTo>
                  <a:cubicBezTo>
                    <a:pt x="6750" y="13118"/>
                    <a:pt x="3920" y="13918"/>
                    <a:pt x="2357" y="16514"/>
                  </a:cubicBezTo>
                  <a:cubicBezTo>
                    <a:pt x="616" y="19344"/>
                    <a:pt x="1" y="22527"/>
                    <a:pt x="1182" y="25739"/>
                  </a:cubicBezTo>
                  <a:cubicBezTo>
                    <a:pt x="1239" y="25824"/>
                    <a:pt x="1267" y="25944"/>
                    <a:pt x="1296" y="26065"/>
                  </a:cubicBezTo>
                  <a:cubicBezTo>
                    <a:pt x="2654" y="29276"/>
                    <a:pt x="5484" y="31752"/>
                    <a:pt x="8695" y="33167"/>
                  </a:cubicBezTo>
                  <a:cubicBezTo>
                    <a:pt x="11999" y="34639"/>
                    <a:pt x="15685" y="35049"/>
                    <a:pt x="19279" y="35084"/>
                  </a:cubicBezTo>
                  <a:cubicBezTo>
                    <a:pt x="22519" y="35084"/>
                    <a:pt x="25822" y="34759"/>
                    <a:pt x="28624" y="33167"/>
                  </a:cubicBezTo>
                  <a:cubicBezTo>
                    <a:pt x="31807" y="31335"/>
                    <a:pt x="32097" y="28951"/>
                    <a:pt x="33307" y="25916"/>
                  </a:cubicBezTo>
                  <a:cubicBezTo>
                    <a:pt x="34340" y="23320"/>
                    <a:pt x="36936" y="21403"/>
                    <a:pt x="38641" y="19280"/>
                  </a:cubicBezTo>
                  <a:cubicBezTo>
                    <a:pt x="41032" y="16337"/>
                    <a:pt x="42567" y="12411"/>
                    <a:pt x="41683" y="8697"/>
                  </a:cubicBezTo>
                  <a:cubicBezTo>
                    <a:pt x="40884" y="5400"/>
                    <a:pt x="38231" y="2719"/>
                    <a:pt x="35104" y="1333"/>
                  </a:cubicBezTo>
                  <a:cubicBezTo>
                    <a:pt x="32933" y="387"/>
                    <a:pt x="30559" y="1"/>
                    <a:pt x="28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49"/>
            <p:cNvSpPr/>
            <p:nvPr/>
          </p:nvSpPr>
          <p:spPr>
            <a:xfrm>
              <a:off x="6193364" y="1417471"/>
              <a:ext cx="815928" cy="1020576"/>
            </a:xfrm>
            <a:custGeom>
              <a:avLst/>
              <a:gdLst/>
              <a:ahLst/>
              <a:cxnLst/>
              <a:rect l="l" t="t" r="r" b="b"/>
              <a:pathLst>
                <a:path w="7690" h="9619" extrusionOk="0">
                  <a:moveTo>
                    <a:pt x="1814" y="0"/>
                  </a:moveTo>
                  <a:cubicBezTo>
                    <a:pt x="1314" y="0"/>
                    <a:pt x="835" y="161"/>
                    <a:pt x="503" y="527"/>
                  </a:cubicBezTo>
                  <a:cubicBezTo>
                    <a:pt x="114" y="938"/>
                    <a:pt x="1" y="1532"/>
                    <a:pt x="29" y="2063"/>
                  </a:cubicBezTo>
                  <a:cubicBezTo>
                    <a:pt x="57" y="2621"/>
                    <a:pt x="234" y="3152"/>
                    <a:pt x="383" y="3683"/>
                  </a:cubicBezTo>
                  <a:cubicBezTo>
                    <a:pt x="913" y="5777"/>
                    <a:pt x="149" y="9017"/>
                    <a:pt x="3064" y="9547"/>
                  </a:cubicBezTo>
                  <a:cubicBezTo>
                    <a:pt x="3307" y="9596"/>
                    <a:pt x="3542" y="9619"/>
                    <a:pt x="3768" y="9619"/>
                  </a:cubicBezTo>
                  <a:cubicBezTo>
                    <a:pt x="6281" y="9619"/>
                    <a:pt x="7690" y="6774"/>
                    <a:pt x="7365" y="4418"/>
                  </a:cubicBezTo>
                  <a:cubicBezTo>
                    <a:pt x="7252" y="3739"/>
                    <a:pt x="6983" y="3060"/>
                    <a:pt x="6573" y="2501"/>
                  </a:cubicBezTo>
                  <a:cubicBezTo>
                    <a:pt x="6276" y="2119"/>
                    <a:pt x="5922" y="1822"/>
                    <a:pt x="5512" y="1589"/>
                  </a:cubicBezTo>
                  <a:cubicBezTo>
                    <a:pt x="5129" y="1383"/>
                    <a:pt x="4684" y="1263"/>
                    <a:pt x="4274" y="1058"/>
                  </a:cubicBezTo>
                  <a:cubicBezTo>
                    <a:pt x="3863" y="825"/>
                    <a:pt x="3474" y="527"/>
                    <a:pt x="3064" y="322"/>
                  </a:cubicBezTo>
                  <a:cubicBezTo>
                    <a:pt x="2683" y="117"/>
                    <a:pt x="2240" y="0"/>
                    <a:pt x="1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1" name="Google Shape;1391;p49"/>
            <p:cNvGrpSpPr/>
            <p:nvPr/>
          </p:nvGrpSpPr>
          <p:grpSpPr>
            <a:xfrm>
              <a:off x="5350673" y="843383"/>
              <a:ext cx="2350000" cy="1348751"/>
              <a:chOff x="6516473" y="1820321"/>
              <a:chExt cx="2350000" cy="1348751"/>
            </a:xfrm>
          </p:grpSpPr>
          <p:grpSp>
            <p:nvGrpSpPr>
              <p:cNvPr id="1392" name="Google Shape;1392;p49"/>
              <p:cNvGrpSpPr/>
              <p:nvPr/>
            </p:nvGrpSpPr>
            <p:grpSpPr>
              <a:xfrm>
                <a:off x="6516473" y="1820321"/>
                <a:ext cx="1504917" cy="1021126"/>
                <a:chOff x="5128378" y="1759883"/>
                <a:chExt cx="525423" cy="356526"/>
              </a:xfrm>
            </p:grpSpPr>
            <p:sp>
              <p:nvSpPr>
                <p:cNvPr id="1393" name="Google Shape;1393;p49"/>
                <p:cNvSpPr/>
                <p:nvPr/>
              </p:nvSpPr>
              <p:spPr>
                <a:xfrm>
                  <a:off x="5128378" y="1759883"/>
                  <a:ext cx="525423" cy="356526"/>
                </a:xfrm>
                <a:custGeom>
                  <a:avLst/>
                  <a:gdLst/>
                  <a:ahLst/>
                  <a:cxnLst/>
                  <a:rect l="l" t="t" r="r" b="b"/>
                  <a:pathLst>
                    <a:path w="15119" h="10259" extrusionOk="0">
                      <a:moveTo>
                        <a:pt x="114" y="1"/>
                      </a:moveTo>
                      <a:cubicBezTo>
                        <a:pt x="58" y="1"/>
                        <a:pt x="1" y="58"/>
                        <a:pt x="1" y="150"/>
                      </a:cubicBezTo>
                      <a:lnTo>
                        <a:pt x="1" y="10139"/>
                      </a:lnTo>
                      <a:cubicBezTo>
                        <a:pt x="1" y="10195"/>
                        <a:pt x="58" y="10259"/>
                        <a:pt x="114" y="10259"/>
                      </a:cubicBezTo>
                      <a:lnTo>
                        <a:pt x="15006" y="10259"/>
                      </a:lnTo>
                      <a:cubicBezTo>
                        <a:pt x="15062" y="10259"/>
                        <a:pt x="15119" y="10195"/>
                        <a:pt x="15119" y="10139"/>
                      </a:cubicBezTo>
                      <a:lnTo>
                        <a:pt x="15119" y="150"/>
                      </a:lnTo>
                      <a:cubicBezTo>
                        <a:pt x="15119" y="58"/>
                        <a:pt x="15062" y="1"/>
                        <a:pt x="1500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49"/>
                <p:cNvSpPr/>
                <p:nvPr/>
              </p:nvSpPr>
              <p:spPr>
                <a:xfrm>
                  <a:off x="5472603" y="1829458"/>
                  <a:ext cx="117776" cy="6186"/>
                </a:xfrm>
                <a:custGeom>
                  <a:avLst/>
                  <a:gdLst/>
                  <a:ahLst/>
                  <a:cxnLst/>
                  <a:rect l="l" t="t" r="r" b="b"/>
                  <a:pathLst>
                    <a:path w="3389" h="178" extrusionOk="0">
                      <a:moveTo>
                        <a:pt x="0" y="1"/>
                      </a:moveTo>
                      <a:lnTo>
                        <a:pt x="0" y="178"/>
                      </a:lnTo>
                      <a:lnTo>
                        <a:pt x="3389" y="178"/>
                      </a:lnTo>
                      <a:lnTo>
                        <a:pt x="33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49"/>
                <p:cNvSpPr/>
                <p:nvPr/>
              </p:nvSpPr>
              <p:spPr>
                <a:xfrm>
                  <a:off x="5405948" y="1829458"/>
                  <a:ext cx="47263" cy="6186"/>
                </a:xfrm>
                <a:custGeom>
                  <a:avLst/>
                  <a:gdLst/>
                  <a:ahLst/>
                  <a:cxnLst/>
                  <a:rect l="l" t="t" r="r" b="b"/>
                  <a:pathLst>
                    <a:path w="1360" h="178" extrusionOk="0">
                      <a:moveTo>
                        <a:pt x="1" y="1"/>
                      </a:moveTo>
                      <a:lnTo>
                        <a:pt x="1" y="178"/>
                      </a:lnTo>
                      <a:lnTo>
                        <a:pt x="1359" y="178"/>
                      </a:lnTo>
                      <a:lnTo>
                        <a:pt x="13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49"/>
                <p:cNvSpPr/>
                <p:nvPr/>
              </p:nvSpPr>
              <p:spPr>
                <a:xfrm>
                  <a:off x="5362924" y="1829458"/>
                  <a:ext cx="30791" cy="6186"/>
                </a:xfrm>
                <a:custGeom>
                  <a:avLst/>
                  <a:gdLst/>
                  <a:ahLst/>
                  <a:cxnLst/>
                  <a:rect l="l" t="t" r="r" b="b"/>
                  <a:pathLst>
                    <a:path w="886" h="178" extrusionOk="0">
                      <a:moveTo>
                        <a:pt x="1" y="1"/>
                      </a:moveTo>
                      <a:lnTo>
                        <a:pt x="1" y="178"/>
                      </a:lnTo>
                      <a:lnTo>
                        <a:pt x="885" y="178"/>
                      </a:lnTo>
                      <a:lnTo>
                        <a:pt x="8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49"/>
                <p:cNvSpPr/>
                <p:nvPr/>
              </p:nvSpPr>
              <p:spPr>
                <a:xfrm>
                  <a:off x="5341308" y="1829458"/>
                  <a:ext cx="12337" cy="6186"/>
                </a:xfrm>
                <a:custGeom>
                  <a:avLst/>
                  <a:gdLst/>
                  <a:ahLst/>
                  <a:cxnLst/>
                  <a:rect l="l" t="t" r="r" b="b"/>
                  <a:pathLst>
                    <a:path w="355" h="178" extrusionOk="0">
                      <a:moveTo>
                        <a:pt x="0" y="1"/>
                      </a:moveTo>
                      <a:lnTo>
                        <a:pt x="0" y="178"/>
                      </a:lnTo>
                      <a:lnTo>
                        <a:pt x="354" y="178"/>
                      </a:lnTo>
                      <a:lnTo>
                        <a:pt x="3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49"/>
                <p:cNvSpPr/>
                <p:nvPr/>
              </p:nvSpPr>
              <p:spPr>
                <a:xfrm>
                  <a:off x="5198960" y="1829458"/>
                  <a:ext cx="126152" cy="6186"/>
                </a:xfrm>
                <a:custGeom>
                  <a:avLst/>
                  <a:gdLst/>
                  <a:ahLst/>
                  <a:cxnLst/>
                  <a:rect l="l" t="t" r="r" b="b"/>
                  <a:pathLst>
                    <a:path w="3630" h="178" extrusionOk="0">
                      <a:moveTo>
                        <a:pt x="0" y="1"/>
                      </a:moveTo>
                      <a:lnTo>
                        <a:pt x="0" y="178"/>
                      </a:lnTo>
                      <a:lnTo>
                        <a:pt x="3629" y="178"/>
                      </a:lnTo>
                      <a:lnTo>
                        <a:pt x="36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49"/>
                <p:cNvSpPr/>
                <p:nvPr/>
              </p:nvSpPr>
              <p:spPr>
                <a:xfrm>
                  <a:off x="5513403" y="1858233"/>
                  <a:ext cx="102555" cy="7159"/>
                </a:xfrm>
                <a:custGeom>
                  <a:avLst/>
                  <a:gdLst/>
                  <a:ahLst/>
                  <a:cxnLst/>
                  <a:rect l="l" t="t" r="r" b="b"/>
                  <a:pathLst>
                    <a:path w="2951" h="206" extrusionOk="0">
                      <a:moveTo>
                        <a:pt x="0" y="1"/>
                      </a:moveTo>
                      <a:lnTo>
                        <a:pt x="0" y="206"/>
                      </a:lnTo>
                      <a:lnTo>
                        <a:pt x="2950" y="206"/>
                      </a:lnTo>
                      <a:lnTo>
                        <a:pt x="29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49"/>
                <p:cNvSpPr/>
                <p:nvPr/>
              </p:nvSpPr>
              <p:spPr>
                <a:xfrm>
                  <a:off x="5355799" y="1858233"/>
                  <a:ext cx="133033" cy="7159"/>
                </a:xfrm>
                <a:custGeom>
                  <a:avLst/>
                  <a:gdLst/>
                  <a:ahLst/>
                  <a:cxnLst/>
                  <a:rect l="l" t="t" r="r" b="b"/>
                  <a:pathLst>
                    <a:path w="3828" h="206" extrusionOk="0">
                      <a:moveTo>
                        <a:pt x="1" y="1"/>
                      </a:moveTo>
                      <a:lnTo>
                        <a:pt x="1" y="206"/>
                      </a:lnTo>
                      <a:lnTo>
                        <a:pt x="3828" y="206"/>
                      </a:lnTo>
                      <a:lnTo>
                        <a:pt x="382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49"/>
                <p:cNvSpPr/>
                <p:nvPr/>
              </p:nvSpPr>
              <p:spPr>
                <a:xfrm>
                  <a:off x="5318927" y="1858233"/>
                  <a:ext cx="14283" cy="7159"/>
                </a:xfrm>
                <a:custGeom>
                  <a:avLst/>
                  <a:gdLst/>
                  <a:ahLst/>
                  <a:cxnLst/>
                  <a:rect l="l" t="t" r="r" b="b"/>
                  <a:pathLst>
                    <a:path w="411" h="206" extrusionOk="0">
                      <a:moveTo>
                        <a:pt x="1" y="1"/>
                      </a:moveTo>
                      <a:lnTo>
                        <a:pt x="1" y="206"/>
                      </a:lnTo>
                      <a:lnTo>
                        <a:pt x="411" y="206"/>
                      </a:lnTo>
                      <a:lnTo>
                        <a:pt x="4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49"/>
                <p:cNvSpPr/>
                <p:nvPr/>
              </p:nvSpPr>
              <p:spPr>
                <a:xfrm>
                  <a:off x="5223531" y="1858233"/>
                  <a:ext cx="67663" cy="7159"/>
                </a:xfrm>
                <a:custGeom>
                  <a:avLst/>
                  <a:gdLst/>
                  <a:ahLst/>
                  <a:cxnLst/>
                  <a:rect l="l" t="t" r="r" b="b"/>
                  <a:pathLst>
                    <a:path w="1947" h="206" extrusionOk="0">
                      <a:moveTo>
                        <a:pt x="1" y="1"/>
                      </a:moveTo>
                      <a:lnTo>
                        <a:pt x="1" y="206"/>
                      </a:lnTo>
                      <a:lnTo>
                        <a:pt x="1946" y="206"/>
                      </a:lnTo>
                      <a:lnTo>
                        <a:pt x="19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49"/>
                <p:cNvSpPr/>
                <p:nvPr/>
              </p:nvSpPr>
              <p:spPr>
                <a:xfrm>
                  <a:off x="5163061" y="1858233"/>
                  <a:ext cx="40104" cy="7159"/>
                </a:xfrm>
                <a:custGeom>
                  <a:avLst/>
                  <a:gdLst/>
                  <a:ahLst/>
                  <a:cxnLst/>
                  <a:rect l="l" t="t" r="r" b="b"/>
                  <a:pathLst>
                    <a:path w="1154" h="206" extrusionOk="0">
                      <a:moveTo>
                        <a:pt x="0" y="1"/>
                      </a:moveTo>
                      <a:lnTo>
                        <a:pt x="0" y="206"/>
                      </a:lnTo>
                      <a:lnTo>
                        <a:pt x="1154" y="206"/>
                      </a:lnTo>
                      <a:lnTo>
                        <a:pt x="11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49"/>
                <p:cNvSpPr/>
                <p:nvPr/>
              </p:nvSpPr>
              <p:spPr>
                <a:xfrm>
                  <a:off x="5472603" y="1941083"/>
                  <a:ext cx="117776" cy="6186"/>
                </a:xfrm>
                <a:custGeom>
                  <a:avLst/>
                  <a:gdLst/>
                  <a:ahLst/>
                  <a:cxnLst/>
                  <a:rect l="l" t="t" r="r" b="b"/>
                  <a:pathLst>
                    <a:path w="3389" h="178" extrusionOk="0">
                      <a:moveTo>
                        <a:pt x="0" y="1"/>
                      </a:moveTo>
                      <a:lnTo>
                        <a:pt x="0" y="178"/>
                      </a:lnTo>
                      <a:lnTo>
                        <a:pt x="3389" y="178"/>
                      </a:lnTo>
                      <a:lnTo>
                        <a:pt x="33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49"/>
                <p:cNvSpPr/>
                <p:nvPr/>
              </p:nvSpPr>
              <p:spPr>
                <a:xfrm>
                  <a:off x="5405948" y="1941083"/>
                  <a:ext cx="47263" cy="6186"/>
                </a:xfrm>
                <a:custGeom>
                  <a:avLst/>
                  <a:gdLst/>
                  <a:ahLst/>
                  <a:cxnLst/>
                  <a:rect l="l" t="t" r="r" b="b"/>
                  <a:pathLst>
                    <a:path w="1360" h="178" extrusionOk="0">
                      <a:moveTo>
                        <a:pt x="1" y="1"/>
                      </a:moveTo>
                      <a:lnTo>
                        <a:pt x="1" y="178"/>
                      </a:lnTo>
                      <a:lnTo>
                        <a:pt x="1359" y="178"/>
                      </a:lnTo>
                      <a:lnTo>
                        <a:pt x="13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49"/>
                <p:cNvSpPr/>
                <p:nvPr/>
              </p:nvSpPr>
              <p:spPr>
                <a:xfrm>
                  <a:off x="5362924" y="1941083"/>
                  <a:ext cx="30791" cy="6186"/>
                </a:xfrm>
                <a:custGeom>
                  <a:avLst/>
                  <a:gdLst/>
                  <a:ahLst/>
                  <a:cxnLst/>
                  <a:rect l="l" t="t" r="r" b="b"/>
                  <a:pathLst>
                    <a:path w="886" h="178" extrusionOk="0">
                      <a:moveTo>
                        <a:pt x="1" y="1"/>
                      </a:moveTo>
                      <a:lnTo>
                        <a:pt x="1" y="178"/>
                      </a:lnTo>
                      <a:lnTo>
                        <a:pt x="885" y="178"/>
                      </a:lnTo>
                      <a:lnTo>
                        <a:pt x="8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49"/>
                <p:cNvSpPr/>
                <p:nvPr/>
              </p:nvSpPr>
              <p:spPr>
                <a:xfrm>
                  <a:off x="5341308" y="1941083"/>
                  <a:ext cx="12337" cy="6186"/>
                </a:xfrm>
                <a:custGeom>
                  <a:avLst/>
                  <a:gdLst/>
                  <a:ahLst/>
                  <a:cxnLst/>
                  <a:rect l="l" t="t" r="r" b="b"/>
                  <a:pathLst>
                    <a:path w="355" h="178" extrusionOk="0">
                      <a:moveTo>
                        <a:pt x="0" y="1"/>
                      </a:moveTo>
                      <a:lnTo>
                        <a:pt x="0" y="178"/>
                      </a:lnTo>
                      <a:lnTo>
                        <a:pt x="354" y="178"/>
                      </a:lnTo>
                      <a:lnTo>
                        <a:pt x="3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49"/>
                <p:cNvSpPr/>
                <p:nvPr/>
              </p:nvSpPr>
              <p:spPr>
                <a:xfrm>
                  <a:off x="5198960" y="1941083"/>
                  <a:ext cx="126152" cy="6186"/>
                </a:xfrm>
                <a:custGeom>
                  <a:avLst/>
                  <a:gdLst/>
                  <a:ahLst/>
                  <a:cxnLst/>
                  <a:rect l="l" t="t" r="r" b="b"/>
                  <a:pathLst>
                    <a:path w="3630" h="178" extrusionOk="0">
                      <a:moveTo>
                        <a:pt x="0" y="1"/>
                      </a:moveTo>
                      <a:lnTo>
                        <a:pt x="0" y="178"/>
                      </a:lnTo>
                      <a:lnTo>
                        <a:pt x="3629" y="178"/>
                      </a:lnTo>
                      <a:lnTo>
                        <a:pt x="36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49"/>
                <p:cNvSpPr/>
                <p:nvPr/>
              </p:nvSpPr>
              <p:spPr>
                <a:xfrm>
                  <a:off x="5513403" y="1970832"/>
                  <a:ext cx="76977" cy="6186"/>
                </a:xfrm>
                <a:custGeom>
                  <a:avLst/>
                  <a:gdLst/>
                  <a:ahLst/>
                  <a:cxnLst/>
                  <a:rect l="l" t="t" r="r" b="b"/>
                  <a:pathLst>
                    <a:path w="2215" h="178" extrusionOk="0">
                      <a:moveTo>
                        <a:pt x="0" y="1"/>
                      </a:moveTo>
                      <a:lnTo>
                        <a:pt x="0" y="178"/>
                      </a:lnTo>
                      <a:lnTo>
                        <a:pt x="2215" y="178"/>
                      </a:lnTo>
                      <a:lnTo>
                        <a:pt x="221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49"/>
                <p:cNvSpPr/>
                <p:nvPr/>
              </p:nvSpPr>
              <p:spPr>
                <a:xfrm>
                  <a:off x="5379396" y="1970832"/>
                  <a:ext cx="109436" cy="6186"/>
                </a:xfrm>
                <a:custGeom>
                  <a:avLst/>
                  <a:gdLst/>
                  <a:ahLst/>
                  <a:cxnLst/>
                  <a:rect l="l" t="t" r="r" b="b"/>
                  <a:pathLst>
                    <a:path w="3149" h="178" extrusionOk="0">
                      <a:moveTo>
                        <a:pt x="1" y="1"/>
                      </a:moveTo>
                      <a:lnTo>
                        <a:pt x="1" y="178"/>
                      </a:lnTo>
                      <a:lnTo>
                        <a:pt x="3149" y="178"/>
                      </a:lnTo>
                      <a:lnTo>
                        <a:pt x="31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49"/>
                <p:cNvSpPr/>
                <p:nvPr/>
              </p:nvSpPr>
              <p:spPr>
                <a:xfrm>
                  <a:off x="5337380" y="1970832"/>
                  <a:ext cx="12302" cy="6186"/>
                </a:xfrm>
                <a:custGeom>
                  <a:avLst/>
                  <a:gdLst/>
                  <a:ahLst/>
                  <a:cxnLst/>
                  <a:rect l="l" t="t" r="r" b="b"/>
                  <a:pathLst>
                    <a:path w="354" h="178" extrusionOk="0">
                      <a:moveTo>
                        <a:pt x="0" y="1"/>
                      </a:moveTo>
                      <a:lnTo>
                        <a:pt x="0" y="178"/>
                      </a:lnTo>
                      <a:lnTo>
                        <a:pt x="354" y="178"/>
                      </a:lnTo>
                      <a:lnTo>
                        <a:pt x="3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49"/>
                <p:cNvSpPr/>
                <p:nvPr/>
              </p:nvSpPr>
              <p:spPr>
                <a:xfrm>
                  <a:off x="5223531" y="1970832"/>
                  <a:ext cx="93206" cy="6186"/>
                </a:xfrm>
                <a:custGeom>
                  <a:avLst/>
                  <a:gdLst/>
                  <a:ahLst/>
                  <a:cxnLst/>
                  <a:rect l="l" t="t" r="r" b="b"/>
                  <a:pathLst>
                    <a:path w="2682" h="178" extrusionOk="0">
                      <a:moveTo>
                        <a:pt x="1" y="1"/>
                      </a:moveTo>
                      <a:lnTo>
                        <a:pt x="1" y="178"/>
                      </a:lnTo>
                      <a:lnTo>
                        <a:pt x="2682" y="178"/>
                      </a:lnTo>
                      <a:lnTo>
                        <a:pt x="26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49"/>
                <p:cNvSpPr/>
                <p:nvPr/>
              </p:nvSpPr>
              <p:spPr>
                <a:xfrm>
                  <a:off x="5183704" y="1970832"/>
                  <a:ext cx="26586" cy="6186"/>
                </a:xfrm>
                <a:custGeom>
                  <a:avLst/>
                  <a:gdLst/>
                  <a:ahLst/>
                  <a:cxnLst/>
                  <a:rect l="l" t="t" r="r" b="b"/>
                  <a:pathLst>
                    <a:path w="765" h="178" extrusionOk="0">
                      <a:moveTo>
                        <a:pt x="29" y="1"/>
                      </a:moveTo>
                      <a:lnTo>
                        <a:pt x="1" y="178"/>
                      </a:lnTo>
                      <a:lnTo>
                        <a:pt x="765" y="178"/>
                      </a:lnTo>
                      <a:lnTo>
                        <a:pt x="76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49"/>
                <p:cNvSpPr/>
                <p:nvPr/>
              </p:nvSpPr>
              <p:spPr>
                <a:xfrm>
                  <a:off x="5551492" y="2002561"/>
                  <a:ext cx="38888" cy="7159"/>
                </a:xfrm>
                <a:custGeom>
                  <a:avLst/>
                  <a:gdLst/>
                  <a:ahLst/>
                  <a:cxnLst/>
                  <a:rect l="l" t="t" r="r" b="b"/>
                  <a:pathLst>
                    <a:path w="1119" h="206" extrusionOk="0">
                      <a:moveTo>
                        <a:pt x="1" y="0"/>
                      </a:moveTo>
                      <a:lnTo>
                        <a:pt x="1" y="206"/>
                      </a:lnTo>
                      <a:lnTo>
                        <a:pt x="1119" y="206"/>
                      </a:lnTo>
                      <a:lnTo>
                        <a:pt x="11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49"/>
                <p:cNvSpPr/>
                <p:nvPr/>
              </p:nvSpPr>
              <p:spPr>
                <a:xfrm>
                  <a:off x="5405948" y="2002561"/>
                  <a:ext cx="125908" cy="7159"/>
                </a:xfrm>
                <a:custGeom>
                  <a:avLst/>
                  <a:gdLst/>
                  <a:ahLst/>
                  <a:cxnLst/>
                  <a:rect l="l" t="t" r="r" b="b"/>
                  <a:pathLst>
                    <a:path w="3623" h="206" extrusionOk="0">
                      <a:moveTo>
                        <a:pt x="1" y="0"/>
                      </a:moveTo>
                      <a:lnTo>
                        <a:pt x="1" y="206"/>
                      </a:lnTo>
                      <a:lnTo>
                        <a:pt x="3623" y="206"/>
                      </a:lnTo>
                      <a:lnTo>
                        <a:pt x="36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49"/>
                <p:cNvSpPr/>
                <p:nvPr/>
              </p:nvSpPr>
              <p:spPr>
                <a:xfrm>
                  <a:off x="5347459" y="2002561"/>
                  <a:ext cx="35934" cy="7159"/>
                </a:xfrm>
                <a:custGeom>
                  <a:avLst/>
                  <a:gdLst/>
                  <a:ahLst/>
                  <a:cxnLst/>
                  <a:rect l="l" t="t" r="r" b="b"/>
                  <a:pathLst>
                    <a:path w="1034" h="206" extrusionOk="0">
                      <a:moveTo>
                        <a:pt x="0" y="0"/>
                      </a:moveTo>
                      <a:lnTo>
                        <a:pt x="0" y="206"/>
                      </a:lnTo>
                      <a:lnTo>
                        <a:pt x="1033" y="206"/>
                      </a:lnTo>
                      <a:lnTo>
                        <a:pt x="103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49"/>
                <p:cNvSpPr/>
                <p:nvPr/>
              </p:nvSpPr>
              <p:spPr>
                <a:xfrm>
                  <a:off x="5198960" y="2002561"/>
                  <a:ext cx="129106" cy="7159"/>
                </a:xfrm>
                <a:custGeom>
                  <a:avLst/>
                  <a:gdLst/>
                  <a:ahLst/>
                  <a:cxnLst/>
                  <a:rect l="l" t="t" r="r" b="b"/>
                  <a:pathLst>
                    <a:path w="3715" h="206" extrusionOk="0">
                      <a:moveTo>
                        <a:pt x="0" y="0"/>
                      </a:moveTo>
                      <a:lnTo>
                        <a:pt x="0" y="206"/>
                      </a:lnTo>
                      <a:lnTo>
                        <a:pt x="3714" y="206"/>
                      </a:lnTo>
                      <a:lnTo>
                        <a:pt x="37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49"/>
                <p:cNvSpPr/>
                <p:nvPr/>
              </p:nvSpPr>
              <p:spPr>
                <a:xfrm>
                  <a:off x="5513403" y="2032309"/>
                  <a:ext cx="76977" cy="6186"/>
                </a:xfrm>
                <a:custGeom>
                  <a:avLst/>
                  <a:gdLst/>
                  <a:ahLst/>
                  <a:cxnLst/>
                  <a:rect l="l" t="t" r="r" b="b"/>
                  <a:pathLst>
                    <a:path w="2215" h="178" extrusionOk="0">
                      <a:moveTo>
                        <a:pt x="0" y="0"/>
                      </a:moveTo>
                      <a:lnTo>
                        <a:pt x="0" y="177"/>
                      </a:lnTo>
                      <a:lnTo>
                        <a:pt x="2215" y="177"/>
                      </a:lnTo>
                      <a:lnTo>
                        <a:pt x="22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49"/>
                <p:cNvSpPr/>
                <p:nvPr/>
              </p:nvSpPr>
              <p:spPr>
                <a:xfrm>
                  <a:off x="5379396" y="2032309"/>
                  <a:ext cx="109436" cy="6186"/>
                </a:xfrm>
                <a:custGeom>
                  <a:avLst/>
                  <a:gdLst/>
                  <a:ahLst/>
                  <a:cxnLst/>
                  <a:rect l="l" t="t" r="r" b="b"/>
                  <a:pathLst>
                    <a:path w="3149" h="178" extrusionOk="0">
                      <a:moveTo>
                        <a:pt x="1" y="0"/>
                      </a:moveTo>
                      <a:lnTo>
                        <a:pt x="1" y="177"/>
                      </a:lnTo>
                      <a:lnTo>
                        <a:pt x="3149" y="177"/>
                      </a:lnTo>
                      <a:lnTo>
                        <a:pt x="31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49"/>
                <p:cNvSpPr/>
                <p:nvPr/>
              </p:nvSpPr>
              <p:spPr>
                <a:xfrm>
                  <a:off x="5337380" y="2032309"/>
                  <a:ext cx="12302" cy="6186"/>
                </a:xfrm>
                <a:custGeom>
                  <a:avLst/>
                  <a:gdLst/>
                  <a:ahLst/>
                  <a:cxnLst/>
                  <a:rect l="l" t="t" r="r" b="b"/>
                  <a:pathLst>
                    <a:path w="354" h="178" extrusionOk="0">
                      <a:moveTo>
                        <a:pt x="0" y="0"/>
                      </a:moveTo>
                      <a:lnTo>
                        <a:pt x="0" y="177"/>
                      </a:lnTo>
                      <a:lnTo>
                        <a:pt x="354" y="177"/>
                      </a:lnTo>
                      <a:lnTo>
                        <a:pt x="3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49"/>
                <p:cNvSpPr/>
                <p:nvPr/>
              </p:nvSpPr>
              <p:spPr>
                <a:xfrm>
                  <a:off x="5223531" y="2031336"/>
                  <a:ext cx="93206" cy="7159"/>
                </a:xfrm>
                <a:custGeom>
                  <a:avLst/>
                  <a:gdLst/>
                  <a:ahLst/>
                  <a:cxnLst/>
                  <a:rect l="l" t="t" r="r" b="b"/>
                  <a:pathLst>
                    <a:path w="2682" h="206" extrusionOk="0">
                      <a:moveTo>
                        <a:pt x="1" y="0"/>
                      </a:moveTo>
                      <a:lnTo>
                        <a:pt x="1" y="205"/>
                      </a:lnTo>
                      <a:lnTo>
                        <a:pt x="2682" y="205"/>
                      </a:lnTo>
                      <a:lnTo>
                        <a:pt x="2682" y="28"/>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49"/>
                <p:cNvSpPr/>
                <p:nvPr/>
              </p:nvSpPr>
              <p:spPr>
                <a:xfrm>
                  <a:off x="5183704" y="2031336"/>
                  <a:ext cx="26586" cy="7159"/>
                </a:xfrm>
                <a:custGeom>
                  <a:avLst/>
                  <a:gdLst/>
                  <a:ahLst/>
                  <a:cxnLst/>
                  <a:rect l="l" t="t" r="r" b="b"/>
                  <a:pathLst>
                    <a:path w="765" h="206" extrusionOk="0">
                      <a:moveTo>
                        <a:pt x="29" y="0"/>
                      </a:moveTo>
                      <a:lnTo>
                        <a:pt x="1" y="205"/>
                      </a:lnTo>
                      <a:lnTo>
                        <a:pt x="765" y="205"/>
                      </a:lnTo>
                      <a:lnTo>
                        <a:pt x="76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49"/>
                <p:cNvSpPr/>
                <p:nvPr/>
              </p:nvSpPr>
              <p:spPr>
                <a:xfrm>
                  <a:off x="5599451" y="1995437"/>
                  <a:ext cx="20678" cy="25578"/>
                </a:xfrm>
                <a:custGeom>
                  <a:avLst/>
                  <a:gdLst/>
                  <a:ahLst/>
                  <a:cxnLst/>
                  <a:rect l="l" t="t" r="r" b="b"/>
                  <a:pathLst>
                    <a:path w="595" h="736" extrusionOk="0">
                      <a:moveTo>
                        <a:pt x="121" y="0"/>
                      </a:moveTo>
                      <a:lnTo>
                        <a:pt x="36" y="177"/>
                      </a:lnTo>
                      <a:lnTo>
                        <a:pt x="298" y="354"/>
                      </a:lnTo>
                      <a:lnTo>
                        <a:pt x="0" y="587"/>
                      </a:lnTo>
                      <a:lnTo>
                        <a:pt x="92" y="736"/>
                      </a:lnTo>
                      <a:lnTo>
                        <a:pt x="595" y="354"/>
                      </a:lnTo>
                      <a:lnTo>
                        <a:pt x="1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49"/>
                <p:cNvSpPr/>
                <p:nvPr/>
              </p:nvSpPr>
              <p:spPr>
                <a:xfrm>
                  <a:off x="5595524" y="1822333"/>
                  <a:ext cx="21408" cy="25613"/>
                </a:xfrm>
                <a:custGeom>
                  <a:avLst/>
                  <a:gdLst/>
                  <a:ahLst/>
                  <a:cxnLst/>
                  <a:rect l="l" t="t" r="r" b="b"/>
                  <a:pathLst>
                    <a:path w="616" h="737" extrusionOk="0">
                      <a:moveTo>
                        <a:pt x="503" y="1"/>
                      </a:moveTo>
                      <a:lnTo>
                        <a:pt x="0" y="355"/>
                      </a:lnTo>
                      <a:lnTo>
                        <a:pt x="531" y="737"/>
                      </a:lnTo>
                      <a:lnTo>
                        <a:pt x="616" y="560"/>
                      </a:lnTo>
                      <a:lnTo>
                        <a:pt x="326" y="355"/>
                      </a:lnTo>
                      <a:lnTo>
                        <a:pt x="587" y="149"/>
                      </a:lnTo>
                      <a:lnTo>
                        <a:pt x="50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49"/>
                <p:cNvSpPr/>
                <p:nvPr/>
              </p:nvSpPr>
              <p:spPr>
                <a:xfrm>
                  <a:off x="5166258" y="1820387"/>
                  <a:ext cx="21408" cy="25578"/>
                </a:xfrm>
                <a:custGeom>
                  <a:avLst/>
                  <a:gdLst/>
                  <a:ahLst/>
                  <a:cxnLst/>
                  <a:rect l="l" t="t" r="r" b="b"/>
                  <a:pathLst>
                    <a:path w="616" h="736" extrusionOk="0">
                      <a:moveTo>
                        <a:pt x="121" y="0"/>
                      </a:moveTo>
                      <a:lnTo>
                        <a:pt x="29" y="142"/>
                      </a:lnTo>
                      <a:lnTo>
                        <a:pt x="298" y="354"/>
                      </a:lnTo>
                      <a:lnTo>
                        <a:pt x="0" y="559"/>
                      </a:lnTo>
                      <a:lnTo>
                        <a:pt x="85" y="736"/>
                      </a:lnTo>
                      <a:lnTo>
                        <a:pt x="616" y="354"/>
                      </a:lnTo>
                      <a:lnTo>
                        <a:pt x="1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49"/>
                <p:cNvSpPr/>
                <p:nvPr/>
              </p:nvSpPr>
              <p:spPr>
                <a:xfrm>
                  <a:off x="5138456" y="1786434"/>
                  <a:ext cx="2259" cy="59531"/>
                </a:xfrm>
                <a:custGeom>
                  <a:avLst/>
                  <a:gdLst/>
                  <a:ahLst/>
                  <a:cxnLst/>
                  <a:rect l="l" t="t" r="r" b="b"/>
                  <a:pathLst>
                    <a:path w="65" h="1713" extrusionOk="0">
                      <a:moveTo>
                        <a:pt x="36" y="1"/>
                      </a:moveTo>
                      <a:cubicBezTo>
                        <a:pt x="1" y="1"/>
                        <a:pt x="1" y="1"/>
                        <a:pt x="1" y="29"/>
                      </a:cubicBezTo>
                      <a:lnTo>
                        <a:pt x="1" y="1685"/>
                      </a:lnTo>
                      <a:cubicBezTo>
                        <a:pt x="1" y="1713"/>
                        <a:pt x="1" y="1713"/>
                        <a:pt x="36" y="1713"/>
                      </a:cubicBezTo>
                      <a:cubicBezTo>
                        <a:pt x="65" y="1713"/>
                        <a:pt x="65" y="1713"/>
                        <a:pt x="65" y="1685"/>
                      </a:cubicBezTo>
                      <a:lnTo>
                        <a:pt x="65" y="29"/>
                      </a:lnTo>
                      <a:cubicBezTo>
                        <a:pt x="65" y="1"/>
                        <a:pt x="65"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49"/>
                <p:cNvSpPr/>
                <p:nvPr/>
              </p:nvSpPr>
              <p:spPr>
                <a:xfrm>
                  <a:off x="5138456" y="1858233"/>
                  <a:ext cx="2259" cy="19461"/>
                </a:xfrm>
                <a:custGeom>
                  <a:avLst/>
                  <a:gdLst/>
                  <a:ahLst/>
                  <a:cxnLst/>
                  <a:rect l="l" t="t" r="r" b="b"/>
                  <a:pathLst>
                    <a:path w="65" h="560" extrusionOk="0">
                      <a:moveTo>
                        <a:pt x="36" y="1"/>
                      </a:moveTo>
                      <a:cubicBezTo>
                        <a:pt x="1" y="1"/>
                        <a:pt x="1" y="29"/>
                        <a:pt x="1" y="29"/>
                      </a:cubicBezTo>
                      <a:lnTo>
                        <a:pt x="1" y="531"/>
                      </a:lnTo>
                      <a:cubicBezTo>
                        <a:pt x="1" y="560"/>
                        <a:pt x="1" y="560"/>
                        <a:pt x="36" y="560"/>
                      </a:cubicBezTo>
                      <a:cubicBezTo>
                        <a:pt x="65" y="560"/>
                        <a:pt x="65" y="560"/>
                        <a:pt x="65" y="531"/>
                      </a:cubicBezTo>
                      <a:lnTo>
                        <a:pt x="65" y="29"/>
                      </a:lnTo>
                      <a:cubicBezTo>
                        <a:pt x="65" y="29"/>
                        <a:pt x="65"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49"/>
                <p:cNvSpPr/>
                <p:nvPr/>
              </p:nvSpPr>
              <p:spPr>
                <a:xfrm>
                  <a:off x="5140680" y="1775139"/>
                  <a:ext cx="38888" cy="2259"/>
                </a:xfrm>
                <a:custGeom>
                  <a:avLst/>
                  <a:gdLst/>
                  <a:ahLst/>
                  <a:cxnLst/>
                  <a:rect l="l" t="t" r="r" b="b"/>
                  <a:pathLst>
                    <a:path w="1119" h="65" extrusionOk="0">
                      <a:moveTo>
                        <a:pt x="29" y="1"/>
                      </a:moveTo>
                      <a:cubicBezTo>
                        <a:pt x="1" y="1"/>
                        <a:pt x="1" y="1"/>
                        <a:pt x="1" y="29"/>
                      </a:cubicBezTo>
                      <a:cubicBezTo>
                        <a:pt x="1" y="29"/>
                        <a:pt x="1" y="64"/>
                        <a:pt x="29" y="64"/>
                      </a:cubicBezTo>
                      <a:lnTo>
                        <a:pt x="1090" y="64"/>
                      </a:lnTo>
                      <a:lnTo>
                        <a:pt x="1118" y="29"/>
                      </a:lnTo>
                      <a:cubicBezTo>
                        <a:pt x="1118" y="1"/>
                        <a:pt x="1090" y="1"/>
                        <a:pt x="10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9" name="Google Shape;1429;p49"/>
              <p:cNvGrpSpPr/>
              <p:nvPr/>
            </p:nvGrpSpPr>
            <p:grpSpPr>
              <a:xfrm>
                <a:off x="7367131" y="2189551"/>
                <a:ext cx="1499343" cy="979520"/>
                <a:chOff x="5425374" y="2441175"/>
                <a:chExt cx="523477" cy="341999"/>
              </a:xfrm>
            </p:grpSpPr>
            <p:sp>
              <p:nvSpPr>
                <p:cNvPr id="1430" name="Google Shape;1430;p49"/>
                <p:cNvSpPr/>
                <p:nvPr/>
              </p:nvSpPr>
              <p:spPr>
                <a:xfrm>
                  <a:off x="5425374" y="2441175"/>
                  <a:ext cx="523477" cy="341999"/>
                </a:xfrm>
                <a:custGeom>
                  <a:avLst/>
                  <a:gdLst/>
                  <a:ahLst/>
                  <a:cxnLst/>
                  <a:rect l="l" t="t" r="r" b="b"/>
                  <a:pathLst>
                    <a:path w="15063" h="9841" extrusionOk="0">
                      <a:moveTo>
                        <a:pt x="121" y="0"/>
                      </a:moveTo>
                      <a:cubicBezTo>
                        <a:pt x="57" y="0"/>
                        <a:pt x="1" y="57"/>
                        <a:pt x="1" y="113"/>
                      </a:cubicBezTo>
                      <a:lnTo>
                        <a:pt x="1" y="9727"/>
                      </a:lnTo>
                      <a:cubicBezTo>
                        <a:pt x="1" y="9784"/>
                        <a:pt x="57" y="9840"/>
                        <a:pt x="121" y="9840"/>
                      </a:cubicBezTo>
                      <a:lnTo>
                        <a:pt x="14949" y="9840"/>
                      </a:lnTo>
                      <a:cubicBezTo>
                        <a:pt x="15005" y="9840"/>
                        <a:pt x="15062" y="9784"/>
                        <a:pt x="15062" y="9727"/>
                      </a:cubicBezTo>
                      <a:lnTo>
                        <a:pt x="15062" y="113"/>
                      </a:lnTo>
                      <a:cubicBezTo>
                        <a:pt x="15062" y="57"/>
                        <a:pt x="15005" y="0"/>
                        <a:pt x="149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49"/>
                <p:cNvSpPr/>
                <p:nvPr/>
              </p:nvSpPr>
              <p:spPr>
                <a:xfrm>
                  <a:off x="5485879" y="2485172"/>
                  <a:ext cx="118749" cy="9140"/>
                </a:xfrm>
                <a:custGeom>
                  <a:avLst/>
                  <a:gdLst/>
                  <a:ahLst/>
                  <a:cxnLst/>
                  <a:rect l="l" t="t" r="r" b="b"/>
                  <a:pathLst>
                    <a:path w="3417" h="263" extrusionOk="0">
                      <a:moveTo>
                        <a:pt x="0" y="0"/>
                      </a:moveTo>
                      <a:lnTo>
                        <a:pt x="0" y="262"/>
                      </a:lnTo>
                      <a:lnTo>
                        <a:pt x="3417" y="262"/>
                      </a:lnTo>
                      <a:lnTo>
                        <a:pt x="34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49"/>
                <p:cNvSpPr/>
                <p:nvPr/>
              </p:nvSpPr>
              <p:spPr>
                <a:xfrm>
                  <a:off x="5625272" y="2485172"/>
                  <a:ext cx="46985" cy="9140"/>
                </a:xfrm>
                <a:custGeom>
                  <a:avLst/>
                  <a:gdLst/>
                  <a:ahLst/>
                  <a:cxnLst/>
                  <a:rect l="l" t="t" r="r" b="b"/>
                  <a:pathLst>
                    <a:path w="1352" h="263" extrusionOk="0">
                      <a:moveTo>
                        <a:pt x="0" y="0"/>
                      </a:moveTo>
                      <a:lnTo>
                        <a:pt x="0" y="262"/>
                      </a:lnTo>
                      <a:lnTo>
                        <a:pt x="1351" y="262"/>
                      </a:lnTo>
                      <a:lnTo>
                        <a:pt x="135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49"/>
                <p:cNvSpPr/>
                <p:nvPr/>
              </p:nvSpPr>
              <p:spPr>
                <a:xfrm>
                  <a:off x="5685498" y="2485172"/>
                  <a:ext cx="30756" cy="9140"/>
                </a:xfrm>
                <a:custGeom>
                  <a:avLst/>
                  <a:gdLst/>
                  <a:ahLst/>
                  <a:cxnLst/>
                  <a:rect l="l" t="t" r="r" b="b"/>
                  <a:pathLst>
                    <a:path w="885" h="263" extrusionOk="0">
                      <a:moveTo>
                        <a:pt x="0" y="0"/>
                      </a:moveTo>
                      <a:lnTo>
                        <a:pt x="0" y="262"/>
                      </a:lnTo>
                      <a:lnTo>
                        <a:pt x="885" y="262"/>
                      </a:lnTo>
                      <a:lnTo>
                        <a:pt x="88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49"/>
                <p:cNvSpPr/>
                <p:nvPr/>
              </p:nvSpPr>
              <p:spPr>
                <a:xfrm>
                  <a:off x="5725568" y="2485172"/>
                  <a:ext cx="12337" cy="9140"/>
                </a:xfrm>
                <a:custGeom>
                  <a:avLst/>
                  <a:gdLst/>
                  <a:ahLst/>
                  <a:cxnLst/>
                  <a:rect l="l" t="t" r="r" b="b"/>
                  <a:pathLst>
                    <a:path w="355" h="263" extrusionOk="0">
                      <a:moveTo>
                        <a:pt x="1" y="0"/>
                      </a:moveTo>
                      <a:lnTo>
                        <a:pt x="1" y="262"/>
                      </a:lnTo>
                      <a:lnTo>
                        <a:pt x="354" y="262"/>
                      </a:lnTo>
                      <a:lnTo>
                        <a:pt x="35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49"/>
                <p:cNvSpPr/>
                <p:nvPr/>
              </p:nvSpPr>
              <p:spPr>
                <a:xfrm>
                  <a:off x="5754343" y="2485172"/>
                  <a:ext cx="127854" cy="9140"/>
                </a:xfrm>
                <a:custGeom>
                  <a:avLst/>
                  <a:gdLst/>
                  <a:ahLst/>
                  <a:cxnLst/>
                  <a:rect l="l" t="t" r="r" b="b"/>
                  <a:pathLst>
                    <a:path w="3679" h="263" extrusionOk="0">
                      <a:moveTo>
                        <a:pt x="0" y="0"/>
                      </a:moveTo>
                      <a:lnTo>
                        <a:pt x="0" y="262"/>
                      </a:lnTo>
                      <a:lnTo>
                        <a:pt x="3679" y="262"/>
                      </a:lnTo>
                      <a:lnTo>
                        <a:pt x="367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49"/>
                <p:cNvSpPr/>
                <p:nvPr/>
              </p:nvSpPr>
              <p:spPr>
                <a:xfrm>
                  <a:off x="5460301" y="2511723"/>
                  <a:ext cx="103528" cy="9383"/>
                </a:xfrm>
                <a:custGeom>
                  <a:avLst/>
                  <a:gdLst/>
                  <a:ahLst/>
                  <a:cxnLst/>
                  <a:rect l="l" t="t" r="r" b="b"/>
                  <a:pathLst>
                    <a:path w="2979" h="270" extrusionOk="0">
                      <a:moveTo>
                        <a:pt x="0" y="0"/>
                      </a:moveTo>
                      <a:lnTo>
                        <a:pt x="0" y="269"/>
                      </a:lnTo>
                      <a:lnTo>
                        <a:pt x="2979" y="269"/>
                      </a:lnTo>
                      <a:lnTo>
                        <a:pt x="297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49"/>
                <p:cNvSpPr/>
                <p:nvPr/>
              </p:nvSpPr>
              <p:spPr>
                <a:xfrm>
                  <a:off x="5588399" y="2511723"/>
                  <a:ext cx="135222" cy="9383"/>
                </a:xfrm>
                <a:custGeom>
                  <a:avLst/>
                  <a:gdLst/>
                  <a:ahLst/>
                  <a:cxnLst/>
                  <a:rect l="l" t="t" r="r" b="b"/>
                  <a:pathLst>
                    <a:path w="3891" h="270" extrusionOk="0">
                      <a:moveTo>
                        <a:pt x="0" y="0"/>
                      </a:moveTo>
                      <a:lnTo>
                        <a:pt x="0" y="269"/>
                      </a:lnTo>
                      <a:lnTo>
                        <a:pt x="3891" y="269"/>
                      </a:lnTo>
                      <a:lnTo>
                        <a:pt x="38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49"/>
                <p:cNvSpPr/>
                <p:nvPr/>
              </p:nvSpPr>
              <p:spPr>
                <a:xfrm>
                  <a:off x="5745968" y="2511723"/>
                  <a:ext cx="15534" cy="9383"/>
                </a:xfrm>
                <a:custGeom>
                  <a:avLst/>
                  <a:gdLst/>
                  <a:ahLst/>
                  <a:cxnLst/>
                  <a:rect l="l" t="t" r="r" b="b"/>
                  <a:pathLst>
                    <a:path w="447" h="270" extrusionOk="0">
                      <a:moveTo>
                        <a:pt x="1" y="0"/>
                      </a:moveTo>
                      <a:lnTo>
                        <a:pt x="1" y="269"/>
                      </a:lnTo>
                      <a:lnTo>
                        <a:pt x="446" y="269"/>
                      </a:lnTo>
                      <a:lnTo>
                        <a:pt x="44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49"/>
                <p:cNvSpPr/>
                <p:nvPr/>
              </p:nvSpPr>
              <p:spPr>
                <a:xfrm>
                  <a:off x="5788992" y="2511723"/>
                  <a:ext cx="68636" cy="9383"/>
                </a:xfrm>
                <a:custGeom>
                  <a:avLst/>
                  <a:gdLst/>
                  <a:ahLst/>
                  <a:cxnLst/>
                  <a:rect l="l" t="t" r="r" b="b"/>
                  <a:pathLst>
                    <a:path w="1975" h="270" extrusionOk="0">
                      <a:moveTo>
                        <a:pt x="1" y="0"/>
                      </a:moveTo>
                      <a:lnTo>
                        <a:pt x="1" y="269"/>
                      </a:lnTo>
                      <a:lnTo>
                        <a:pt x="1974" y="269"/>
                      </a:lnTo>
                      <a:lnTo>
                        <a:pt x="197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49"/>
                <p:cNvSpPr/>
                <p:nvPr/>
              </p:nvSpPr>
              <p:spPr>
                <a:xfrm>
                  <a:off x="5878237" y="2511723"/>
                  <a:ext cx="39861" cy="9383"/>
                </a:xfrm>
                <a:custGeom>
                  <a:avLst/>
                  <a:gdLst/>
                  <a:ahLst/>
                  <a:cxnLst/>
                  <a:rect l="l" t="t" r="r" b="b"/>
                  <a:pathLst>
                    <a:path w="1147" h="270" extrusionOk="0">
                      <a:moveTo>
                        <a:pt x="1" y="0"/>
                      </a:moveTo>
                      <a:lnTo>
                        <a:pt x="1" y="269"/>
                      </a:lnTo>
                      <a:lnTo>
                        <a:pt x="1147" y="269"/>
                      </a:lnTo>
                      <a:lnTo>
                        <a:pt x="11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49"/>
                <p:cNvSpPr/>
                <p:nvPr/>
              </p:nvSpPr>
              <p:spPr>
                <a:xfrm>
                  <a:off x="5485879" y="2542444"/>
                  <a:ext cx="118749" cy="9383"/>
                </a:xfrm>
                <a:custGeom>
                  <a:avLst/>
                  <a:gdLst/>
                  <a:ahLst/>
                  <a:cxnLst/>
                  <a:rect l="l" t="t" r="r" b="b"/>
                  <a:pathLst>
                    <a:path w="3417" h="270" extrusionOk="0">
                      <a:moveTo>
                        <a:pt x="0" y="1"/>
                      </a:moveTo>
                      <a:lnTo>
                        <a:pt x="0" y="269"/>
                      </a:lnTo>
                      <a:lnTo>
                        <a:pt x="3417" y="269"/>
                      </a:lnTo>
                      <a:lnTo>
                        <a:pt x="341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49"/>
                <p:cNvSpPr/>
                <p:nvPr/>
              </p:nvSpPr>
              <p:spPr>
                <a:xfrm>
                  <a:off x="5625272" y="2542444"/>
                  <a:ext cx="46985" cy="9383"/>
                </a:xfrm>
                <a:custGeom>
                  <a:avLst/>
                  <a:gdLst/>
                  <a:ahLst/>
                  <a:cxnLst/>
                  <a:rect l="l" t="t" r="r" b="b"/>
                  <a:pathLst>
                    <a:path w="1352" h="270" extrusionOk="0">
                      <a:moveTo>
                        <a:pt x="0" y="1"/>
                      </a:moveTo>
                      <a:lnTo>
                        <a:pt x="0" y="269"/>
                      </a:lnTo>
                      <a:lnTo>
                        <a:pt x="1351" y="269"/>
                      </a:lnTo>
                      <a:lnTo>
                        <a:pt x="135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49"/>
                <p:cNvSpPr/>
                <p:nvPr/>
              </p:nvSpPr>
              <p:spPr>
                <a:xfrm>
                  <a:off x="5685498" y="2542444"/>
                  <a:ext cx="30756" cy="9383"/>
                </a:xfrm>
                <a:custGeom>
                  <a:avLst/>
                  <a:gdLst/>
                  <a:ahLst/>
                  <a:cxnLst/>
                  <a:rect l="l" t="t" r="r" b="b"/>
                  <a:pathLst>
                    <a:path w="885" h="270" extrusionOk="0">
                      <a:moveTo>
                        <a:pt x="0" y="1"/>
                      </a:moveTo>
                      <a:lnTo>
                        <a:pt x="0" y="269"/>
                      </a:lnTo>
                      <a:lnTo>
                        <a:pt x="885" y="269"/>
                      </a:lnTo>
                      <a:lnTo>
                        <a:pt x="88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49"/>
                <p:cNvSpPr/>
                <p:nvPr/>
              </p:nvSpPr>
              <p:spPr>
                <a:xfrm>
                  <a:off x="5725568" y="2542444"/>
                  <a:ext cx="12337" cy="9383"/>
                </a:xfrm>
                <a:custGeom>
                  <a:avLst/>
                  <a:gdLst/>
                  <a:ahLst/>
                  <a:cxnLst/>
                  <a:rect l="l" t="t" r="r" b="b"/>
                  <a:pathLst>
                    <a:path w="355" h="270" extrusionOk="0">
                      <a:moveTo>
                        <a:pt x="1" y="1"/>
                      </a:moveTo>
                      <a:lnTo>
                        <a:pt x="1" y="269"/>
                      </a:lnTo>
                      <a:lnTo>
                        <a:pt x="354" y="269"/>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49"/>
                <p:cNvSpPr/>
                <p:nvPr/>
              </p:nvSpPr>
              <p:spPr>
                <a:xfrm>
                  <a:off x="5754343" y="2542444"/>
                  <a:ext cx="127854" cy="9383"/>
                </a:xfrm>
                <a:custGeom>
                  <a:avLst/>
                  <a:gdLst/>
                  <a:ahLst/>
                  <a:cxnLst/>
                  <a:rect l="l" t="t" r="r" b="b"/>
                  <a:pathLst>
                    <a:path w="3679" h="270" extrusionOk="0">
                      <a:moveTo>
                        <a:pt x="0" y="1"/>
                      </a:moveTo>
                      <a:lnTo>
                        <a:pt x="0" y="269"/>
                      </a:lnTo>
                      <a:lnTo>
                        <a:pt x="3679" y="269"/>
                      </a:lnTo>
                      <a:lnTo>
                        <a:pt x="367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49"/>
                <p:cNvSpPr/>
                <p:nvPr/>
              </p:nvSpPr>
              <p:spPr>
                <a:xfrm>
                  <a:off x="5485879" y="2568995"/>
                  <a:ext cx="77950" cy="9383"/>
                </a:xfrm>
                <a:custGeom>
                  <a:avLst/>
                  <a:gdLst/>
                  <a:ahLst/>
                  <a:cxnLst/>
                  <a:rect l="l" t="t" r="r" b="b"/>
                  <a:pathLst>
                    <a:path w="2243" h="270" extrusionOk="0">
                      <a:moveTo>
                        <a:pt x="0" y="1"/>
                      </a:moveTo>
                      <a:lnTo>
                        <a:pt x="0" y="270"/>
                      </a:lnTo>
                      <a:lnTo>
                        <a:pt x="2243" y="270"/>
                      </a:lnTo>
                      <a:lnTo>
                        <a:pt x="22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49"/>
                <p:cNvSpPr/>
                <p:nvPr/>
              </p:nvSpPr>
              <p:spPr>
                <a:xfrm>
                  <a:off x="5588399" y="2568995"/>
                  <a:ext cx="111625" cy="9383"/>
                </a:xfrm>
                <a:custGeom>
                  <a:avLst/>
                  <a:gdLst/>
                  <a:ahLst/>
                  <a:cxnLst/>
                  <a:rect l="l" t="t" r="r" b="b"/>
                  <a:pathLst>
                    <a:path w="3212" h="270" extrusionOk="0">
                      <a:moveTo>
                        <a:pt x="0" y="1"/>
                      </a:moveTo>
                      <a:lnTo>
                        <a:pt x="0" y="270"/>
                      </a:lnTo>
                      <a:lnTo>
                        <a:pt x="3212" y="270"/>
                      </a:lnTo>
                      <a:lnTo>
                        <a:pt x="32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49"/>
                <p:cNvSpPr/>
                <p:nvPr/>
              </p:nvSpPr>
              <p:spPr>
                <a:xfrm>
                  <a:off x="5729738" y="2568995"/>
                  <a:ext cx="13310" cy="9383"/>
                </a:xfrm>
                <a:custGeom>
                  <a:avLst/>
                  <a:gdLst/>
                  <a:ahLst/>
                  <a:cxnLst/>
                  <a:rect l="l" t="t" r="r" b="b"/>
                  <a:pathLst>
                    <a:path w="383" h="270" extrusionOk="0">
                      <a:moveTo>
                        <a:pt x="1" y="1"/>
                      </a:moveTo>
                      <a:lnTo>
                        <a:pt x="1" y="270"/>
                      </a:lnTo>
                      <a:lnTo>
                        <a:pt x="383" y="270"/>
                      </a:lnTo>
                      <a:lnTo>
                        <a:pt x="38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49"/>
                <p:cNvSpPr/>
                <p:nvPr/>
              </p:nvSpPr>
              <p:spPr>
                <a:xfrm>
                  <a:off x="5762441" y="2568995"/>
                  <a:ext cx="95187" cy="9383"/>
                </a:xfrm>
                <a:custGeom>
                  <a:avLst/>
                  <a:gdLst/>
                  <a:ahLst/>
                  <a:cxnLst/>
                  <a:rect l="l" t="t" r="r" b="b"/>
                  <a:pathLst>
                    <a:path w="2739" h="270" extrusionOk="0">
                      <a:moveTo>
                        <a:pt x="1" y="1"/>
                      </a:moveTo>
                      <a:lnTo>
                        <a:pt x="1" y="270"/>
                      </a:lnTo>
                      <a:lnTo>
                        <a:pt x="2738" y="270"/>
                      </a:lnTo>
                      <a:lnTo>
                        <a:pt x="27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49"/>
                <p:cNvSpPr/>
                <p:nvPr/>
              </p:nvSpPr>
              <p:spPr>
                <a:xfrm>
                  <a:off x="5869896" y="2568022"/>
                  <a:ext cx="27802" cy="10356"/>
                </a:xfrm>
                <a:custGeom>
                  <a:avLst/>
                  <a:gdLst/>
                  <a:ahLst/>
                  <a:cxnLst/>
                  <a:rect l="l" t="t" r="r" b="b"/>
                  <a:pathLst>
                    <a:path w="800" h="298" extrusionOk="0">
                      <a:moveTo>
                        <a:pt x="800" y="0"/>
                      </a:moveTo>
                      <a:lnTo>
                        <a:pt x="0" y="29"/>
                      </a:lnTo>
                      <a:lnTo>
                        <a:pt x="36" y="298"/>
                      </a:lnTo>
                      <a:lnTo>
                        <a:pt x="800" y="269"/>
                      </a:lnTo>
                      <a:lnTo>
                        <a:pt x="8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49"/>
                <p:cNvSpPr/>
                <p:nvPr/>
              </p:nvSpPr>
              <p:spPr>
                <a:xfrm>
                  <a:off x="5485879" y="2644965"/>
                  <a:ext cx="39861" cy="8167"/>
                </a:xfrm>
                <a:custGeom>
                  <a:avLst/>
                  <a:gdLst/>
                  <a:ahLst/>
                  <a:cxnLst/>
                  <a:rect l="l" t="t" r="r" b="b"/>
                  <a:pathLst>
                    <a:path w="1147" h="235" extrusionOk="0">
                      <a:moveTo>
                        <a:pt x="0" y="1"/>
                      </a:moveTo>
                      <a:lnTo>
                        <a:pt x="0" y="234"/>
                      </a:lnTo>
                      <a:lnTo>
                        <a:pt x="1146" y="234"/>
                      </a:lnTo>
                      <a:lnTo>
                        <a:pt x="114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49"/>
                <p:cNvSpPr/>
                <p:nvPr/>
              </p:nvSpPr>
              <p:spPr>
                <a:xfrm>
                  <a:off x="5545375" y="2644965"/>
                  <a:ext cx="126881" cy="8167"/>
                </a:xfrm>
                <a:custGeom>
                  <a:avLst/>
                  <a:gdLst/>
                  <a:ahLst/>
                  <a:cxnLst/>
                  <a:rect l="l" t="t" r="r" b="b"/>
                  <a:pathLst>
                    <a:path w="3651" h="235" extrusionOk="0">
                      <a:moveTo>
                        <a:pt x="0" y="1"/>
                      </a:moveTo>
                      <a:lnTo>
                        <a:pt x="0" y="234"/>
                      </a:lnTo>
                      <a:lnTo>
                        <a:pt x="3650" y="234"/>
                      </a:lnTo>
                      <a:lnTo>
                        <a:pt x="365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49"/>
                <p:cNvSpPr/>
                <p:nvPr/>
              </p:nvSpPr>
              <p:spPr>
                <a:xfrm>
                  <a:off x="5695820" y="2644965"/>
                  <a:ext cx="35934" cy="8167"/>
                </a:xfrm>
                <a:custGeom>
                  <a:avLst/>
                  <a:gdLst/>
                  <a:ahLst/>
                  <a:cxnLst/>
                  <a:rect l="l" t="t" r="r" b="b"/>
                  <a:pathLst>
                    <a:path w="1034" h="235" extrusionOk="0">
                      <a:moveTo>
                        <a:pt x="1" y="1"/>
                      </a:moveTo>
                      <a:lnTo>
                        <a:pt x="1" y="234"/>
                      </a:lnTo>
                      <a:lnTo>
                        <a:pt x="1033" y="234"/>
                      </a:lnTo>
                      <a:lnTo>
                        <a:pt x="103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49"/>
                <p:cNvSpPr/>
                <p:nvPr/>
              </p:nvSpPr>
              <p:spPr>
                <a:xfrm>
                  <a:off x="5752119" y="2644965"/>
                  <a:ext cx="130079" cy="8167"/>
                </a:xfrm>
                <a:custGeom>
                  <a:avLst/>
                  <a:gdLst/>
                  <a:ahLst/>
                  <a:cxnLst/>
                  <a:rect l="l" t="t" r="r" b="b"/>
                  <a:pathLst>
                    <a:path w="3743" h="235" extrusionOk="0">
                      <a:moveTo>
                        <a:pt x="1" y="1"/>
                      </a:moveTo>
                      <a:lnTo>
                        <a:pt x="1" y="234"/>
                      </a:lnTo>
                      <a:lnTo>
                        <a:pt x="3743" y="234"/>
                      </a:lnTo>
                      <a:lnTo>
                        <a:pt x="37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49"/>
                <p:cNvSpPr/>
                <p:nvPr/>
              </p:nvSpPr>
              <p:spPr>
                <a:xfrm>
                  <a:off x="5485879" y="2671516"/>
                  <a:ext cx="77950" cy="9383"/>
                </a:xfrm>
                <a:custGeom>
                  <a:avLst/>
                  <a:gdLst/>
                  <a:ahLst/>
                  <a:cxnLst/>
                  <a:rect l="l" t="t" r="r" b="b"/>
                  <a:pathLst>
                    <a:path w="2243" h="270" extrusionOk="0">
                      <a:moveTo>
                        <a:pt x="0" y="1"/>
                      </a:moveTo>
                      <a:lnTo>
                        <a:pt x="0" y="270"/>
                      </a:lnTo>
                      <a:lnTo>
                        <a:pt x="2243" y="270"/>
                      </a:lnTo>
                      <a:lnTo>
                        <a:pt x="22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49"/>
                <p:cNvSpPr/>
                <p:nvPr/>
              </p:nvSpPr>
              <p:spPr>
                <a:xfrm>
                  <a:off x="5588399" y="2671516"/>
                  <a:ext cx="111625" cy="9383"/>
                </a:xfrm>
                <a:custGeom>
                  <a:avLst/>
                  <a:gdLst/>
                  <a:ahLst/>
                  <a:cxnLst/>
                  <a:rect l="l" t="t" r="r" b="b"/>
                  <a:pathLst>
                    <a:path w="3212" h="270" extrusionOk="0">
                      <a:moveTo>
                        <a:pt x="0" y="1"/>
                      </a:moveTo>
                      <a:lnTo>
                        <a:pt x="0" y="270"/>
                      </a:lnTo>
                      <a:lnTo>
                        <a:pt x="3212" y="270"/>
                      </a:lnTo>
                      <a:lnTo>
                        <a:pt x="32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49"/>
                <p:cNvSpPr/>
                <p:nvPr/>
              </p:nvSpPr>
              <p:spPr>
                <a:xfrm>
                  <a:off x="5729738" y="2671516"/>
                  <a:ext cx="13310" cy="9383"/>
                </a:xfrm>
                <a:custGeom>
                  <a:avLst/>
                  <a:gdLst/>
                  <a:ahLst/>
                  <a:cxnLst/>
                  <a:rect l="l" t="t" r="r" b="b"/>
                  <a:pathLst>
                    <a:path w="383" h="270" extrusionOk="0">
                      <a:moveTo>
                        <a:pt x="1" y="1"/>
                      </a:moveTo>
                      <a:lnTo>
                        <a:pt x="1" y="270"/>
                      </a:lnTo>
                      <a:lnTo>
                        <a:pt x="383" y="270"/>
                      </a:lnTo>
                      <a:lnTo>
                        <a:pt x="38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49"/>
                <p:cNvSpPr/>
                <p:nvPr/>
              </p:nvSpPr>
              <p:spPr>
                <a:xfrm>
                  <a:off x="5762441" y="2671516"/>
                  <a:ext cx="95187" cy="9383"/>
                </a:xfrm>
                <a:custGeom>
                  <a:avLst/>
                  <a:gdLst/>
                  <a:ahLst/>
                  <a:cxnLst/>
                  <a:rect l="l" t="t" r="r" b="b"/>
                  <a:pathLst>
                    <a:path w="2739" h="270" extrusionOk="0">
                      <a:moveTo>
                        <a:pt x="1" y="1"/>
                      </a:moveTo>
                      <a:lnTo>
                        <a:pt x="1" y="270"/>
                      </a:lnTo>
                      <a:lnTo>
                        <a:pt x="2738" y="270"/>
                      </a:lnTo>
                      <a:lnTo>
                        <a:pt x="27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49"/>
                <p:cNvSpPr/>
                <p:nvPr/>
              </p:nvSpPr>
              <p:spPr>
                <a:xfrm>
                  <a:off x="5869896" y="2670543"/>
                  <a:ext cx="27802" cy="10356"/>
                </a:xfrm>
                <a:custGeom>
                  <a:avLst/>
                  <a:gdLst/>
                  <a:ahLst/>
                  <a:cxnLst/>
                  <a:rect l="l" t="t" r="r" b="b"/>
                  <a:pathLst>
                    <a:path w="800" h="298" extrusionOk="0">
                      <a:moveTo>
                        <a:pt x="800" y="0"/>
                      </a:moveTo>
                      <a:lnTo>
                        <a:pt x="0" y="29"/>
                      </a:lnTo>
                      <a:lnTo>
                        <a:pt x="36" y="298"/>
                      </a:lnTo>
                      <a:lnTo>
                        <a:pt x="800" y="262"/>
                      </a:lnTo>
                      <a:lnTo>
                        <a:pt x="8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49"/>
                <p:cNvSpPr/>
                <p:nvPr/>
              </p:nvSpPr>
              <p:spPr>
                <a:xfrm>
                  <a:off x="5453176" y="2637840"/>
                  <a:ext cx="20434" cy="25613"/>
                </a:xfrm>
                <a:custGeom>
                  <a:avLst/>
                  <a:gdLst/>
                  <a:ahLst/>
                  <a:cxnLst/>
                  <a:rect l="l" t="t" r="r" b="b"/>
                  <a:pathLst>
                    <a:path w="588" h="737" extrusionOk="0">
                      <a:moveTo>
                        <a:pt x="531" y="1"/>
                      </a:moveTo>
                      <a:lnTo>
                        <a:pt x="0" y="383"/>
                      </a:lnTo>
                      <a:lnTo>
                        <a:pt x="559" y="736"/>
                      </a:lnTo>
                      <a:lnTo>
                        <a:pt x="587" y="673"/>
                      </a:lnTo>
                      <a:lnTo>
                        <a:pt x="587" y="467"/>
                      </a:lnTo>
                      <a:lnTo>
                        <a:pt x="467" y="383"/>
                      </a:lnTo>
                      <a:lnTo>
                        <a:pt x="587" y="291"/>
                      </a:lnTo>
                      <a:lnTo>
                        <a:pt x="587" y="85"/>
                      </a:lnTo>
                      <a:lnTo>
                        <a:pt x="5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49"/>
                <p:cNvSpPr/>
                <p:nvPr/>
              </p:nvSpPr>
              <p:spPr>
                <a:xfrm>
                  <a:off x="5937490" y="2718710"/>
                  <a:ext cx="1251" cy="44066"/>
                </a:xfrm>
                <a:custGeom>
                  <a:avLst/>
                  <a:gdLst/>
                  <a:ahLst/>
                  <a:cxnLst/>
                  <a:rect l="l" t="t" r="r" b="b"/>
                  <a:pathLst>
                    <a:path w="36" h="1268" extrusionOk="0">
                      <a:moveTo>
                        <a:pt x="1" y="1"/>
                      </a:moveTo>
                      <a:lnTo>
                        <a:pt x="1" y="1267"/>
                      </a:lnTo>
                      <a:lnTo>
                        <a:pt x="36" y="1267"/>
                      </a:lnTo>
                      <a:lnTo>
                        <a:pt x="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49"/>
                <p:cNvSpPr/>
                <p:nvPr/>
              </p:nvSpPr>
              <p:spPr>
                <a:xfrm>
                  <a:off x="5937490" y="2681837"/>
                  <a:ext cx="1251" cy="16264"/>
                </a:xfrm>
                <a:custGeom>
                  <a:avLst/>
                  <a:gdLst/>
                  <a:ahLst/>
                  <a:cxnLst/>
                  <a:rect l="l" t="t" r="r" b="b"/>
                  <a:pathLst>
                    <a:path w="36" h="468" extrusionOk="0">
                      <a:moveTo>
                        <a:pt x="1" y="1"/>
                      </a:moveTo>
                      <a:lnTo>
                        <a:pt x="1" y="468"/>
                      </a:lnTo>
                      <a:lnTo>
                        <a:pt x="36" y="468"/>
                      </a:lnTo>
                      <a:lnTo>
                        <a:pt x="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63" name="Google Shape;1463;p49"/>
            <p:cNvGrpSpPr/>
            <p:nvPr/>
          </p:nvGrpSpPr>
          <p:grpSpPr>
            <a:xfrm flipH="1">
              <a:off x="6054557" y="1846835"/>
              <a:ext cx="2376276" cy="2757284"/>
              <a:chOff x="-3325432" y="1335182"/>
              <a:chExt cx="2855071" cy="3312848"/>
            </a:xfrm>
          </p:grpSpPr>
          <p:sp>
            <p:nvSpPr>
              <p:cNvPr id="1464" name="Google Shape;1464;p49"/>
              <p:cNvSpPr/>
              <p:nvPr/>
            </p:nvSpPr>
            <p:spPr>
              <a:xfrm>
                <a:off x="-1851695" y="4281780"/>
                <a:ext cx="780055" cy="366250"/>
              </a:xfrm>
              <a:custGeom>
                <a:avLst/>
                <a:gdLst/>
                <a:ahLst/>
                <a:cxnLst/>
                <a:rect l="l" t="t" r="r" b="b"/>
                <a:pathLst>
                  <a:path w="4315" h="2026" extrusionOk="0">
                    <a:moveTo>
                      <a:pt x="1" y="1"/>
                    </a:moveTo>
                    <a:lnTo>
                      <a:pt x="217" y="2026"/>
                    </a:lnTo>
                    <a:lnTo>
                      <a:pt x="4315" y="2026"/>
                    </a:lnTo>
                    <a:cubicBezTo>
                      <a:pt x="4315" y="1740"/>
                      <a:pt x="4140" y="1497"/>
                      <a:pt x="3897" y="1365"/>
                    </a:cubicBezTo>
                    <a:cubicBezTo>
                      <a:pt x="3654" y="1212"/>
                      <a:pt x="3368" y="1169"/>
                      <a:pt x="3104" y="1101"/>
                    </a:cubicBezTo>
                    <a:cubicBezTo>
                      <a:pt x="2840" y="1058"/>
                      <a:pt x="2554" y="968"/>
                      <a:pt x="2332" y="815"/>
                    </a:cubicBezTo>
                    <a:cubicBezTo>
                      <a:pt x="2089" y="620"/>
                      <a:pt x="1957" y="334"/>
                      <a:pt x="1957" y="22"/>
                    </a:cubicBez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49"/>
              <p:cNvSpPr/>
              <p:nvPr/>
            </p:nvSpPr>
            <p:spPr>
              <a:xfrm>
                <a:off x="-1330861" y="3999034"/>
                <a:ext cx="860501" cy="457903"/>
              </a:xfrm>
              <a:custGeom>
                <a:avLst/>
                <a:gdLst/>
                <a:ahLst/>
                <a:cxnLst/>
                <a:rect l="l" t="t" r="r" b="b"/>
                <a:pathLst>
                  <a:path w="4760" h="2533" extrusionOk="0">
                    <a:moveTo>
                      <a:pt x="1788" y="0"/>
                    </a:moveTo>
                    <a:lnTo>
                      <a:pt x="1" y="793"/>
                    </a:lnTo>
                    <a:lnTo>
                      <a:pt x="1058" y="2532"/>
                    </a:lnTo>
                    <a:lnTo>
                      <a:pt x="4759" y="814"/>
                    </a:lnTo>
                    <a:cubicBezTo>
                      <a:pt x="4654" y="576"/>
                      <a:pt x="4389" y="418"/>
                      <a:pt x="4098" y="397"/>
                    </a:cubicBezTo>
                    <a:cubicBezTo>
                      <a:pt x="4050" y="389"/>
                      <a:pt x="4001" y="385"/>
                      <a:pt x="3952" y="385"/>
                    </a:cubicBezTo>
                    <a:cubicBezTo>
                      <a:pt x="3730" y="385"/>
                      <a:pt x="3500" y="452"/>
                      <a:pt x="3284" y="486"/>
                    </a:cubicBezTo>
                    <a:cubicBezTo>
                      <a:pt x="3098" y="531"/>
                      <a:pt x="2901" y="578"/>
                      <a:pt x="2709" y="578"/>
                    </a:cubicBezTo>
                    <a:cubicBezTo>
                      <a:pt x="2628" y="578"/>
                      <a:pt x="2548" y="570"/>
                      <a:pt x="2470" y="550"/>
                    </a:cubicBezTo>
                    <a:cubicBezTo>
                      <a:pt x="2163" y="486"/>
                      <a:pt x="1920" y="264"/>
                      <a:pt x="17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49"/>
              <p:cNvSpPr/>
              <p:nvPr/>
            </p:nvSpPr>
            <p:spPr>
              <a:xfrm>
                <a:off x="-2764465" y="1689699"/>
                <a:ext cx="354685" cy="561306"/>
              </a:xfrm>
              <a:custGeom>
                <a:avLst/>
                <a:gdLst/>
                <a:ahLst/>
                <a:cxnLst/>
                <a:rect l="l" t="t" r="r" b="b"/>
                <a:pathLst>
                  <a:path w="1962" h="3105" extrusionOk="0">
                    <a:moveTo>
                      <a:pt x="640" y="1"/>
                    </a:moveTo>
                    <a:lnTo>
                      <a:pt x="1" y="2422"/>
                    </a:lnTo>
                    <a:lnTo>
                      <a:pt x="1105" y="3104"/>
                    </a:lnTo>
                    <a:lnTo>
                      <a:pt x="1962" y="2575"/>
                    </a:lnTo>
                    <a:lnTo>
                      <a:pt x="1788" y="2047"/>
                    </a:lnTo>
                    <a:lnTo>
                      <a:pt x="1830" y="1650"/>
                    </a:lnTo>
                    <a:lnTo>
                      <a:pt x="1899" y="968"/>
                    </a:lnTo>
                    <a:lnTo>
                      <a:pt x="1454" y="635"/>
                    </a:lnTo>
                    <a:lnTo>
                      <a:pt x="640" y="1"/>
                    </a:lnTo>
                    <a:close/>
                  </a:path>
                </a:pathLst>
              </a:custGeom>
              <a:solidFill>
                <a:srgbClr val="8039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49"/>
              <p:cNvSpPr/>
              <p:nvPr/>
            </p:nvSpPr>
            <p:spPr>
              <a:xfrm>
                <a:off x="-2564700" y="1804497"/>
                <a:ext cx="143537" cy="183667"/>
              </a:xfrm>
              <a:custGeom>
                <a:avLst/>
                <a:gdLst/>
                <a:ahLst/>
                <a:cxnLst/>
                <a:rect l="l" t="t" r="r" b="b"/>
                <a:pathLst>
                  <a:path w="794" h="1016" extrusionOk="0">
                    <a:moveTo>
                      <a:pt x="349" y="0"/>
                    </a:moveTo>
                    <a:cubicBezTo>
                      <a:pt x="244" y="48"/>
                      <a:pt x="133" y="111"/>
                      <a:pt x="0" y="159"/>
                    </a:cubicBezTo>
                    <a:cubicBezTo>
                      <a:pt x="112" y="529"/>
                      <a:pt x="376" y="841"/>
                      <a:pt x="725" y="1015"/>
                    </a:cubicBezTo>
                    <a:lnTo>
                      <a:pt x="794" y="333"/>
                    </a:lnTo>
                    <a:lnTo>
                      <a:pt x="3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49"/>
              <p:cNvSpPr/>
              <p:nvPr/>
            </p:nvSpPr>
            <p:spPr>
              <a:xfrm>
                <a:off x="-2664130" y="1338617"/>
                <a:ext cx="425550" cy="574684"/>
              </a:xfrm>
              <a:custGeom>
                <a:avLst/>
                <a:gdLst/>
                <a:ahLst/>
                <a:cxnLst/>
                <a:rect l="l" t="t" r="r" b="b"/>
                <a:pathLst>
                  <a:path w="2354" h="3179" extrusionOk="0">
                    <a:moveTo>
                      <a:pt x="1302" y="0"/>
                    </a:moveTo>
                    <a:cubicBezTo>
                      <a:pt x="888" y="0"/>
                      <a:pt x="602" y="148"/>
                      <a:pt x="418" y="357"/>
                    </a:cubicBezTo>
                    <a:cubicBezTo>
                      <a:pt x="154" y="621"/>
                      <a:pt x="43" y="991"/>
                      <a:pt x="22" y="1192"/>
                    </a:cubicBezTo>
                    <a:cubicBezTo>
                      <a:pt x="1" y="1234"/>
                      <a:pt x="1" y="1255"/>
                      <a:pt x="1" y="1282"/>
                    </a:cubicBezTo>
                    <a:lnTo>
                      <a:pt x="1" y="1324"/>
                    </a:lnTo>
                    <a:lnTo>
                      <a:pt x="1" y="1345"/>
                    </a:lnTo>
                    <a:lnTo>
                      <a:pt x="22" y="1414"/>
                    </a:lnTo>
                    <a:lnTo>
                      <a:pt x="43" y="1520"/>
                    </a:lnTo>
                    <a:lnTo>
                      <a:pt x="418" y="2778"/>
                    </a:lnTo>
                    <a:cubicBezTo>
                      <a:pt x="418" y="2778"/>
                      <a:pt x="745" y="3178"/>
                      <a:pt x="1214" y="3178"/>
                    </a:cubicBezTo>
                    <a:cubicBezTo>
                      <a:pt x="1387" y="3178"/>
                      <a:pt x="1580" y="3124"/>
                      <a:pt x="1782" y="2974"/>
                    </a:cubicBezTo>
                    <a:cubicBezTo>
                      <a:pt x="2179" y="2688"/>
                      <a:pt x="2353" y="1895"/>
                      <a:pt x="2290" y="1192"/>
                    </a:cubicBezTo>
                    <a:cubicBezTo>
                      <a:pt x="2269" y="1123"/>
                      <a:pt x="2248" y="1039"/>
                      <a:pt x="2248" y="970"/>
                    </a:cubicBezTo>
                    <a:cubicBezTo>
                      <a:pt x="2221" y="885"/>
                      <a:pt x="2200" y="817"/>
                      <a:pt x="2179" y="753"/>
                    </a:cubicBezTo>
                    <a:cubicBezTo>
                      <a:pt x="2179" y="727"/>
                      <a:pt x="2158" y="706"/>
                      <a:pt x="2158" y="706"/>
                    </a:cubicBezTo>
                    <a:cubicBezTo>
                      <a:pt x="2068" y="462"/>
                      <a:pt x="1936" y="267"/>
                      <a:pt x="1761" y="135"/>
                    </a:cubicBezTo>
                    <a:cubicBezTo>
                      <a:pt x="1650" y="66"/>
                      <a:pt x="1539" y="24"/>
                      <a:pt x="1386" y="2"/>
                    </a:cubicBezTo>
                    <a:cubicBezTo>
                      <a:pt x="1357" y="1"/>
                      <a:pt x="1330" y="0"/>
                      <a:pt x="1302" y="0"/>
                    </a:cubicBezTo>
                    <a:close/>
                  </a:path>
                </a:pathLst>
              </a:custGeom>
              <a:solidFill>
                <a:srgbClr val="8039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49"/>
              <p:cNvSpPr/>
              <p:nvPr/>
            </p:nvSpPr>
            <p:spPr>
              <a:xfrm>
                <a:off x="-2664130" y="1335182"/>
                <a:ext cx="410184" cy="246758"/>
              </a:xfrm>
              <a:custGeom>
                <a:avLst/>
                <a:gdLst/>
                <a:ahLst/>
                <a:cxnLst/>
                <a:rect l="l" t="t" r="r" b="b"/>
                <a:pathLst>
                  <a:path w="2269" h="1365" extrusionOk="0">
                    <a:moveTo>
                      <a:pt x="1386" y="0"/>
                    </a:moveTo>
                    <a:cubicBezTo>
                      <a:pt x="926" y="0"/>
                      <a:pt x="614" y="154"/>
                      <a:pt x="418" y="376"/>
                    </a:cubicBezTo>
                    <a:cubicBezTo>
                      <a:pt x="154" y="640"/>
                      <a:pt x="43" y="1010"/>
                      <a:pt x="22" y="1211"/>
                    </a:cubicBezTo>
                    <a:cubicBezTo>
                      <a:pt x="1" y="1253"/>
                      <a:pt x="1" y="1274"/>
                      <a:pt x="1" y="1301"/>
                    </a:cubicBezTo>
                    <a:lnTo>
                      <a:pt x="1" y="1343"/>
                    </a:lnTo>
                    <a:lnTo>
                      <a:pt x="1" y="1364"/>
                    </a:lnTo>
                    <a:cubicBezTo>
                      <a:pt x="265" y="1301"/>
                      <a:pt x="482" y="1079"/>
                      <a:pt x="593" y="814"/>
                    </a:cubicBezTo>
                    <a:cubicBezTo>
                      <a:pt x="866" y="895"/>
                      <a:pt x="1138" y="951"/>
                      <a:pt x="1411" y="951"/>
                    </a:cubicBezTo>
                    <a:cubicBezTo>
                      <a:pt x="1514" y="951"/>
                      <a:pt x="1616" y="943"/>
                      <a:pt x="1719" y="925"/>
                    </a:cubicBezTo>
                    <a:cubicBezTo>
                      <a:pt x="1893" y="878"/>
                      <a:pt x="2047" y="836"/>
                      <a:pt x="2158" y="725"/>
                    </a:cubicBezTo>
                    <a:cubicBezTo>
                      <a:pt x="2179" y="682"/>
                      <a:pt x="2200" y="661"/>
                      <a:pt x="2221" y="640"/>
                    </a:cubicBezTo>
                    <a:cubicBezTo>
                      <a:pt x="2269" y="529"/>
                      <a:pt x="2269" y="376"/>
                      <a:pt x="2179" y="286"/>
                    </a:cubicBezTo>
                    <a:cubicBezTo>
                      <a:pt x="2115" y="175"/>
                      <a:pt x="1804" y="0"/>
                      <a:pt x="13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49"/>
              <p:cNvSpPr/>
              <p:nvPr/>
            </p:nvSpPr>
            <p:spPr>
              <a:xfrm>
                <a:off x="-2345773" y="1362842"/>
                <a:ext cx="95631" cy="191260"/>
              </a:xfrm>
              <a:custGeom>
                <a:avLst/>
                <a:gdLst/>
                <a:ahLst/>
                <a:cxnLst/>
                <a:rect l="l" t="t" r="r" b="b"/>
                <a:pathLst>
                  <a:path w="529" h="1058" extrusionOk="0">
                    <a:moveTo>
                      <a:pt x="0" y="1"/>
                    </a:moveTo>
                    <a:lnTo>
                      <a:pt x="0" y="1"/>
                    </a:lnTo>
                    <a:cubicBezTo>
                      <a:pt x="111" y="397"/>
                      <a:pt x="286" y="751"/>
                      <a:pt x="529" y="1058"/>
                    </a:cubicBezTo>
                    <a:cubicBezTo>
                      <a:pt x="508" y="989"/>
                      <a:pt x="487" y="905"/>
                      <a:pt x="487" y="836"/>
                    </a:cubicBezTo>
                    <a:cubicBezTo>
                      <a:pt x="460" y="751"/>
                      <a:pt x="439" y="683"/>
                      <a:pt x="418" y="619"/>
                    </a:cubicBezTo>
                    <a:cubicBezTo>
                      <a:pt x="418" y="593"/>
                      <a:pt x="397" y="572"/>
                      <a:pt x="397" y="572"/>
                    </a:cubicBezTo>
                    <a:cubicBezTo>
                      <a:pt x="307" y="328"/>
                      <a:pt x="175" y="133"/>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49"/>
              <p:cNvSpPr/>
              <p:nvPr/>
            </p:nvSpPr>
            <p:spPr>
              <a:xfrm>
                <a:off x="-2731924" y="1550134"/>
                <a:ext cx="123471" cy="168844"/>
              </a:xfrm>
              <a:custGeom>
                <a:avLst/>
                <a:gdLst/>
                <a:ahLst/>
                <a:cxnLst/>
                <a:rect l="l" t="t" r="r" b="b"/>
                <a:pathLst>
                  <a:path w="683" h="934" extrusionOk="0">
                    <a:moveTo>
                      <a:pt x="460" y="1"/>
                    </a:moveTo>
                    <a:cubicBezTo>
                      <a:pt x="349" y="1"/>
                      <a:pt x="265" y="43"/>
                      <a:pt x="196" y="112"/>
                    </a:cubicBezTo>
                    <a:cubicBezTo>
                      <a:pt x="43" y="265"/>
                      <a:pt x="0" y="530"/>
                      <a:pt x="111" y="704"/>
                    </a:cubicBezTo>
                    <a:cubicBezTo>
                      <a:pt x="192" y="837"/>
                      <a:pt x="366" y="934"/>
                      <a:pt x="533" y="934"/>
                    </a:cubicBezTo>
                    <a:cubicBezTo>
                      <a:pt x="584" y="934"/>
                      <a:pt x="635" y="925"/>
                      <a:pt x="682" y="905"/>
                    </a:cubicBezTo>
                    <a:lnTo>
                      <a:pt x="682" y="154"/>
                    </a:lnTo>
                    <a:cubicBezTo>
                      <a:pt x="640" y="64"/>
                      <a:pt x="550" y="1"/>
                      <a:pt x="460" y="1"/>
                    </a:cubicBezTo>
                    <a:close/>
                  </a:path>
                </a:pathLst>
              </a:custGeom>
              <a:solidFill>
                <a:srgbClr val="8039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49"/>
              <p:cNvSpPr/>
              <p:nvPr/>
            </p:nvSpPr>
            <p:spPr>
              <a:xfrm>
                <a:off x="-3237572" y="3469518"/>
                <a:ext cx="1298163" cy="1178472"/>
              </a:xfrm>
              <a:custGeom>
                <a:avLst/>
                <a:gdLst/>
                <a:ahLst/>
                <a:cxnLst/>
                <a:rect l="l" t="t" r="r" b="b"/>
                <a:pathLst>
                  <a:path w="7181" h="6519" extrusionOk="0">
                    <a:moveTo>
                      <a:pt x="0" y="0"/>
                    </a:moveTo>
                    <a:lnTo>
                      <a:pt x="0" y="6519"/>
                    </a:lnTo>
                    <a:lnTo>
                      <a:pt x="7180" y="6519"/>
                    </a:lnTo>
                    <a:lnTo>
                      <a:pt x="718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49"/>
              <p:cNvSpPr/>
              <p:nvPr/>
            </p:nvSpPr>
            <p:spPr>
              <a:xfrm>
                <a:off x="-2903125" y="2024331"/>
                <a:ext cx="1270504" cy="979801"/>
              </a:xfrm>
              <a:custGeom>
                <a:avLst/>
                <a:gdLst/>
                <a:ahLst/>
                <a:cxnLst/>
                <a:rect l="l" t="t" r="r" b="b"/>
                <a:pathLst>
                  <a:path w="7028" h="5420" extrusionOk="0">
                    <a:moveTo>
                      <a:pt x="926" y="0"/>
                    </a:moveTo>
                    <a:lnTo>
                      <a:pt x="1" y="5419"/>
                    </a:lnTo>
                    <a:lnTo>
                      <a:pt x="7027" y="5419"/>
                    </a:lnTo>
                    <a:lnTo>
                      <a:pt x="7027" y="2950"/>
                    </a:lnTo>
                    <a:lnTo>
                      <a:pt x="4913" y="2443"/>
                    </a:lnTo>
                    <a:cubicBezTo>
                      <a:pt x="4913" y="2443"/>
                      <a:pt x="4252" y="767"/>
                      <a:pt x="3987" y="529"/>
                    </a:cubicBezTo>
                    <a:cubicBezTo>
                      <a:pt x="3723" y="286"/>
                      <a:pt x="2555" y="196"/>
                      <a:pt x="2555" y="196"/>
                    </a:cubicBezTo>
                    <a:cubicBezTo>
                      <a:pt x="2370" y="437"/>
                      <a:pt x="2157" y="522"/>
                      <a:pt x="1946" y="522"/>
                    </a:cubicBezTo>
                    <a:cubicBezTo>
                      <a:pt x="1427" y="522"/>
                      <a:pt x="926" y="0"/>
                      <a:pt x="92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49"/>
              <p:cNvSpPr/>
              <p:nvPr/>
            </p:nvSpPr>
            <p:spPr>
              <a:xfrm>
                <a:off x="-2433814" y="2907280"/>
                <a:ext cx="1529378" cy="1299230"/>
              </a:xfrm>
              <a:custGeom>
                <a:avLst/>
                <a:gdLst/>
                <a:ahLst/>
                <a:cxnLst/>
                <a:rect l="l" t="t" r="r" b="b"/>
                <a:pathLst>
                  <a:path w="8460" h="7187" extrusionOk="0">
                    <a:moveTo>
                      <a:pt x="3608" y="0"/>
                    </a:moveTo>
                    <a:cubicBezTo>
                      <a:pt x="2136" y="0"/>
                      <a:pt x="1" y="731"/>
                      <a:pt x="1" y="731"/>
                    </a:cubicBezTo>
                    <a:lnTo>
                      <a:pt x="4252" y="3945"/>
                    </a:lnTo>
                    <a:lnTo>
                      <a:pt x="6324" y="7186"/>
                    </a:lnTo>
                    <a:lnTo>
                      <a:pt x="8460" y="5796"/>
                    </a:lnTo>
                    <a:cubicBezTo>
                      <a:pt x="8460" y="5796"/>
                      <a:pt x="5838" y="842"/>
                      <a:pt x="4585" y="181"/>
                    </a:cubicBezTo>
                    <a:cubicBezTo>
                      <a:pt x="4340" y="52"/>
                      <a:pt x="3997" y="0"/>
                      <a:pt x="3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49"/>
              <p:cNvSpPr/>
              <p:nvPr/>
            </p:nvSpPr>
            <p:spPr>
              <a:xfrm>
                <a:off x="-3038711" y="2772596"/>
                <a:ext cx="1692801" cy="1593532"/>
              </a:xfrm>
              <a:custGeom>
                <a:avLst/>
                <a:gdLst/>
                <a:ahLst/>
                <a:cxnLst/>
                <a:rect l="l" t="t" r="r" b="b"/>
                <a:pathLst>
                  <a:path w="9364" h="8815" extrusionOk="0">
                    <a:moveTo>
                      <a:pt x="418" y="1"/>
                    </a:moveTo>
                    <a:cubicBezTo>
                      <a:pt x="418" y="1"/>
                      <a:pt x="265" y="572"/>
                      <a:pt x="153" y="1280"/>
                    </a:cubicBezTo>
                    <a:cubicBezTo>
                      <a:pt x="132" y="1365"/>
                      <a:pt x="132" y="1455"/>
                      <a:pt x="111" y="1545"/>
                    </a:cubicBezTo>
                    <a:lnTo>
                      <a:pt x="111" y="1608"/>
                    </a:lnTo>
                    <a:cubicBezTo>
                      <a:pt x="0" y="2491"/>
                      <a:pt x="42" y="3480"/>
                      <a:pt x="640" y="3855"/>
                    </a:cubicBezTo>
                    <a:lnTo>
                      <a:pt x="4780" y="3855"/>
                    </a:lnTo>
                    <a:lnTo>
                      <a:pt x="6080" y="8814"/>
                    </a:lnTo>
                    <a:lnTo>
                      <a:pt x="9363" y="8814"/>
                    </a:lnTo>
                    <a:cubicBezTo>
                      <a:pt x="9363" y="8814"/>
                      <a:pt x="8105" y="2443"/>
                      <a:pt x="6720" y="1497"/>
                    </a:cubicBezTo>
                    <a:cubicBezTo>
                      <a:pt x="6144" y="1101"/>
                      <a:pt x="5329" y="968"/>
                      <a:pt x="4605" y="926"/>
                    </a:cubicBezTo>
                    <a:cubicBezTo>
                      <a:pt x="4341" y="926"/>
                      <a:pt x="3305" y="968"/>
                      <a:pt x="3104" y="989"/>
                    </a:cubicBezTo>
                    <a:lnTo>
                      <a:pt x="3061" y="989"/>
                    </a:lnTo>
                    <a:lnTo>
                      <a:pt x="2839" y="905"/>
                    </a:lnTo>
                    <a:lnTo>
                      <a:pt x="43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49"/>
              <p:cNvSpPr/>
              <p:nvPr/>
            </p:nvSpPr>
            <p:spPr>
              <a:xfrm>
                <a:off x="-2457677" y="2860637"/>
                <a:ext cx="781140" cy="90930"/>
              </a:xfrm>
              <a:custGeom>
                <a:avLst/>
                <a:gdLst/>
                <a:ahLst/>
                <a:cxnLst/>
                <a:rect l="l" t="t" r="r" b="b"/>
                <a:pathLst>
                  <a:path w="4321" h="503" extrusionOk="0">
                    <a:moveTo>
                      <a:pt x="1" y="0"/>
                    </a:moveTo>
                    <a:lnTo>
                      <a:pt x="1" y="502"/>
                    </a:lnTo>
                    <a:lnTo>
                      <a:pt x="4320" y="502"/>
                    </a:lnTo>
                    <a:lnTo>
                      <a:pt x="43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49"/>
              <p:cNvSpPr/>
              <p:nvPr/>
            </p:nvSpPr>
            <p:spPr>
              <a:xfrm>
                <a:off x="-2134619" y="2425671"/>
                <a:ext cx="823984" cy="525874"/>
              </a:xfrm>
              <a:custGeom>
                <a:avLst/>
                <a:gdLst/>
                <a:ahLst/>
                <a:cxnLst/>
                <a:rect l="l" t="t" r="r" b="b"/>
                <a:pathLst>
                  <a:path w="4558" h="2909" extrusionOk="0">
                    <a:moveTo>
                      <a:pt x="572" y="1"/>
                    </a:moveTo>
                    <a:lnTo>
                      <a:pt x="1" y="2908"/>
                    </a:lnTo>
                    <a:lnTo>
                      <a:pt x="4008" y="2908"/>
                    </a:lnTo>
                    <a:lnTo>
                      <a:pt x="45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49"/>
              <p:cNvSpPr/>
              <p:nvPr/>
            </p:nvSpPr>
            <p:spPr>
              <a:xfrm>
                <a:off x="-1779925" y="2633030"/>
                <a:ext cx="114794" cy="115877"/>
              </a:xfrm>
              <a:custGeom>
                <a:avLst/>
                <a:gdLst/>
                <a:ahLst/>
                <a:cxnLst/>
                <a:rect l="l" t="t" r="r" b="b"/>
                <a:pathLst>
                  <a:path w="635" h="641" extrusionOk="0">
                    <a:moveTo>
                      <a:pt x="328" y="1"/>
                    </a:moveTo>
                    <a:cubicBezTo>
                      <a:pt x="153" y="1"/>
                      <a:pt x="0" y="133"/>
                      <a:pt x="0" y="308"/>
                    </a:cubicBezTo>
                    <a:cubicBezTo>
                      <a:pt x="0" y="487"/>
                      <a:pt x="153" y="641"/>
                      <a:pt x="328" y="641"/>
                    </a:cubicBezTo>
                    <a:cubicBezTo>
                      <a:pt x="502" y="641"/>
                      <a:pt x="635" y="487"/>
                      <a:pt x="635" y="308"/>
                    </a:cubicBezTo>
                    <a:cubicBezTo>
                      <a:pt x="635" y="133"/>
                      <a:pt x="502" y="1"/>
                      <a:pt x="3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49"/>
              <p:cNvSpPr/>
              <p:nvPr/>
            </p:nvSpPr>
            <p:spPr>
              <a:xfrm>
                <a:off x="-2592360" y="2848163"/>
                <a:ext cx="310757" cy="232115"/>
              </a:xfrm>
              <a:custGeom>
                <a:avLst/>
                <a:gdLst/>
                <a:ahLst/>
                <a:cxnLst/>
                <a:rect l="l" t="t" r="r" b="b"/>
                <a:pathLst>
                  <a:path w="1719" h="1284" extrusionOk="0">
                    <a:moveTo>
                      <a:pt x="418" y="1"/>
                    </a:moveTo>
                    <a:lnTo>
                      <a:pt x="0" y="1100"/>
                    </a:lnTo>
                    <a:cubicBezTo>
                      <a:pt x="0" y="1100"/>
                      <a:pt x="870" y="1284"/>
                      <a:pt x="1225" y="1284"/>
                    </a:cubicBezTo>
                    <a:cubicBezTo>
                      <a:pt x="1295" y="1284"/>
                      <a:pt x="1346" y="1276"/>
                      <a:pt x="1364" y="1259"/>
                    </a:cubicBezTo>
                    <a:cubicBezTo>
                      <a:pt x="1428" y="1190"/>
                      <a:pt x="1385" y="1127"/>
                      <a:pt x="1385" y="1127"/>
                    </a:cubicBezTo>
                    <a:lnTo>
                      <a:pt x="1385" y="1127"/>
                    </a:lnTo>
                    <a:cubicBezTo>
                      <a:pt x="1385" y="1127"/>
                      <a:pt x="1426" y="1140"/>
                      <a:pt x="1469" y="1140"/>
                    </a:cubicBezTo>
                    <a:cubicBezTo>
                      <a:pt x="1504" y="1140"/>
                      <a:pt x="1541" y="1131"/>
                      <a:pt x="1560" y="1100"/>
                    </a:cubicBezTo>
                    <a:cubicBezTo>
                      <a:pt x="1629" y="1058"/>
                      <a:pt x="1586" y="994"/>
                      <a:pt x="1586" y="994"/>
                    </a:cubicBezTo>
                    <a:lnTo>
                      <a:pt x="1586" y="994"/>
                    </a:lnTo>
                    <a:cubicBezTo>
                      <a:pt x="1586" y="994"/>
                      <a:pt x="1594" y="996"/>
                      <a:pt x="1606" y="996"/>
                    </a:cubicBezTo>
                    <a:cubicBezTo>
                      <a:pt x="1637" y="996"/>
                      <a:pt x="1692" y="985"/>
                      <a:pt x="1692" y="905"/>
                    </a:cubicBezTo>
                    <a:cubicBezTo>
                      <a:pt x="1718" y="794"/>
                      <a:pt x="1407" y="571"/>
                      <a:pt x="1079" y="376"/>
                    </a:cubicBezTo>
                    <a:lnTo>
                      <a:pt x="1079" y="376"/>
                    </a:lnTo>
                    <a:cubicBezTo>
                      <a:pt x="1145" y="395"/>
                      <a:pt x="1206" y="405"/>
                      <a:pt x="1260" y="405"/>
                    </a:cubicBezTo>
                    <a:cubicBezTo>
                      <a:pt x="1380" y="405"/>
                      <a:pt x="1461" y="356"/>
                      <a:pt x="1475" y="265"/>
                    </a:cubicBezTo>
                    <a:cubicBezTo>
                      <a:pt x="1496" y="175"/>
                      <a:pt x="1142" y="90"/>
                      <a:pt x="836" y="69"/>
                    </a:cubicBezTo>
                    <a:cubicBezTo>
                      <a:pt x="635" y="69"/>
                      <a:pt x="418" y="1"/>
                      <a:pt x="418" y="1"/>
                    </a:cubicBezTo>
                    <a:close/>
                  </a:path>
                </a:pathLst>
              </a:custGeom>
              <a:solidFill>
                <a:srgbClr val="8039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49"/>
              <p:cNvSpPr/>
              <p:nvPr/>
            </p:nvSpPr>
            <p:spPr>
              <a:xfrm>
                <a:off x="-2393680" y="2980136"/>
                <a:ext cx="92016" cy="47905"/>
              </a:xfrm>
              <a:custGeom>
                <a:avLst/>
                <a:gdLst/>
                <a:ahLst/>
                <a:cxnLst/>
                <a:rect l="l" t="t" r="r" b="b"/>
                <a:pathLst>
                  <a:path w="509" h="265" extrusionOk="0">
                    <a:moveTo>
                      <a:pt x="43" y="0"/>
                    </a:moveTo>
                    <a:lnTo>
                      <a:pt x="1" y="85"/>
                    </a:lnTo>
                    <a:cubicBezTo>
                      <a:pt x="265" y="153"/>
                      <a:pt x="440" y="264"/>
                      <a:pt x="440" y="264"/>
                    </a:cubicBezTo>
                    <a:lnTo>
                      <a:pt x="508" y="217"/>
                    </a:lnTo>
                    <a:cubicBezTo>
                      <a:pt x="508" y="217"/>
                      <a:pt x="329" y="85"/>
                      <a:pt x="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49"/>
              <p:cNvSpPr/>
              <p:nvPr/>
            </p:nvSpPr>
            <p:spPr>
              <a:xfrm>
                <a:off x="-2417544" y="3019185"/>
                <a:ext cx="79542" cy="32720"/>
              </a:xfrm>
              <a:custGeom>
                <a:avLst/>
                <a:gdLst/>
                <a:ahLst/>
                <a:cxnLst/>
                <a:rect l="l" t="t" r="r" b="b"/>
                <a:pathLst>
                  <a:path w="440" h="181" extrusionOk="0">
                    <a:moveTo>
                      <a:pt x="43" y="1"/>
                    </a:moveTo>
                    <a:lnTo>
                      <a:pt x="1" y="70"/>
                    </a:lnTo>
                    <a:cubicBezTo>
                      <a:pt x="196" y="112"/>
                      <a:pt x="397" y="181"/>
                      <a:pt x="397" y="181"/>
                    </a:cubicBezTo>
                    <a:lnTo>
                      <a:pt x="440" y="133"/>
                    </a:lnTo>
                    <a:cubicBezTo>
                      <a:pt x="440" y="112"/>
                      <a:pt x="244" y="48"/>
                      <a:pt x="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49"/>
              <p:cNvSpPr/>
              <p:nvPr/>
            </p:nvSpPr>
            <p:spPr>
              <a:xfrm>
                <a:off x="-3325432" y="2024331"/>
                <a:ext cx="840254" cy="1070550"/>
              </a:xfrm>
              <a:custGeom>
                <a:avLst/>
                <a:gdLst/>
                <a:ahLst/>
                <a:cxnLst/>
                <a:rect l="l" t="t" r="r" b="b"/>
                <a:pathLst>
                  <a:path w="4648" h="5922" extrusionOk="0">
                    <a:moveTo>
                      <a:pt x="3262" y="0"/>
                    </a:moveTo>
                    <a:cubicBezTo>
                      <a:pt x="3262" y="0"/>
                      <a:pt x="2178" y="153"/>
                      <a:pt x="1893" y="286"/>
                    </a:cubicBezTo>
                    <a:cubicBezTo>
                      <a:pt x="1586" y="439"/>
                      <a:pt x="0" y="1935"/>
                      <a:pt x="460" y="3987"/>
                    </a:cubicBezTo>
                    <a:cubicBezTo>
                      <a:pt x="571" y="4515"/>
                      <a:pt x="904" y="4891"/>
                      <a:pt x="1301" y="5155"/>
                    </a:cubicBezTo>
                    <a:cubicBezTo>
                      <a:pt x="1433" y="5261"/>
                      <a:pt x="1586" y="5329"/>
                      <a:pt x="1739" y="5419"/>
                    </a:cubicBezTo>
                    <a:cubicBezTo>
                      <a:pt x="2818" y="5922"/>
                      <a:pt x="4140" y="5922"/>
                      <a:pt x="4140" y="5922"/>
                    </a:cubicBezTo>
                    <a:lnTo>
                      <a:pt x="4425" y="5044"/>
                    </a:lnTo>
                    <a:lnTo>
                      <a:pt x="4647" y="4383"/>
                    </a:lnTo>
                    <a:lnTo>
                      <a:pt x="2950" y="3368"/>
                    </a:lnTo>
                    <a:lnTo>
                      <a:pt x="2998" y="2511"/>
                    </a:lnTo>
                    <a:lnTo>
                      <a:pt x="32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49"/>
              <p:cNvSpPr/>
              <p:nvPr/>
            </p:nvSpPr>
            <p:spPr>
              <a:xfrm>
                <a:off x="-3022441" y="3250588"/>
                <a:ext cx="138656" cy="219099"/>
              </a:xfrm>
              <a:custGeom>
                <a:avLst/>
                <a:gdLst/>
                <a:ahLst/>
                <a:cxnLst/>
                <a:rect l="l" t="t" r="r" b="b"/>
                <a:pathLst>
                  <a:path w="767" h="1212" extrusionOk="0">
                    <a:moveTo>
                      <a:pt x="0" y="0"/>
                    </a:moveTo>
                    <a:lnTo>
                      <a:pt x="0" y="90"/>
                    </a:lnTo>
                    <a:lnTo>
                      <a:pt x="439" y="90"/>
                    </a:lnTo>
                    <a:lnTo>
                      <a:pt x="682" y="1211"/>
                    </a:lnTo>
                    <a:lnTo>
                      <a:pt x="767" y="1211"/>
                    </a:lnTo>
                    <a:lnTo>
                      <a:pt x="481" y="43"/>
                    </a:lnTo>
                    <a:lnTo>
                      <a:pt x="4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49"/>
              <p:cNvSpPr/>
              <p:nvPr/>
            </p:nvSpPr>
            <p:spPr>
              <a:xfrm>
                <a:off x="-2668831" y="1572732"/>
                <a:ext cx="52606" cy="49352"/>
              </a:xfrm>
              <a:custGeom>
                <a:avLst/>
                <a:gdLst/>
                <a:ahLst/>
                <a:cxnLst/>
                <a:rect l="l" t="t" r="r" b="b"/>
                <a:pathLst>
                  <a:path w="291" h="273" extrusionOk="0">
                    <a:moveTo>
                      <a:pt x="55" y="0"/>
                    </a:moveTo>
                    <a:cubicBezTo>
                      <a:pt x="36" y="0"/>
                      <a:pt x="17" y="3"/>
                      <a:pt x="0" y="8"/>
                    </a:cubicBezTo>
                    <a:lnTo>
                      <a:pt x="0" y="50"/>
                    </a:lnTo>
                    <a:cubicBezTo>
                      <a:pt x="69" y="50"/>
                      <a:pt x="132" y="50"/>
                      <a:pt x="180" y="93"/>
                    </a:cubicBezTo>
                    <a:cubicBezTo>
                      <a:pt x="222" y="140"/>
                      <a:pt x="243" y="204"/>
                      <a:pt x="243" y="272"/>
                    </a:cubicBezTo>
                    <a:lnTo>
                      <a:pt x="291" y="272"/>
                    </a:lnTo>
                    <a:cubicBezTo>
                      <a:pt x="291" y="182"/>
                      <a:pt x="265" y="119"/>
                      <a:pt x="201" y="71"/>
                    </a:cubicBezTo>
                    <a:cubicBezTo>
                      <a:pt x="169" y="24"/>
                      <a:pt x="111" y="0"/>
                      <a:pt x="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49"/>
              <p:cNvSpPr/>
              <p:nvPr/>
            </p:nvSpPr>
            <p:spPr>
              <a:xfrm>
                <a:off x="-2481540" y="1776657"/>
                <a:ext cx="123471" cy="45013"/>
              </a:xfrm>
              <a:custGeom>
                <a:avLst/>
                <a:gdLst/>
                <a:ahLst/>
                <a:cxnLst/>
                <a:rect l="l" t="t" r="r" b="b"/>
                <a:pathLst>
                  <a:path w="683" h="249" extrusionOk="0">
                    <a:moveTo>
                      <a:pt x="0" y="1"/>
                    </a:moveTo>
                    <a:lnTo>
                      <a:pt x="0" y="1"/>
                    </a:lnTo>
                    <a:cubicBezTo>
                      <a:pt x="48" y="133"/>
                      <a:pt x="180" y="223"/>
                      <a:pt x="312" y="244"/>
                    </a:cubicBezTo>
                    <a:cubicBezTo>
                      <a:pt x="332" y="247"/>
                      <a:pt x="351" y="248"/>
                      <a:pt x="370" y="248"/>
                    </a:cubicBezTo>
                    <a:cubicBezTo>
                      <a:pt x="499" y="248"/>
                      <a:pt x="609" y="187"/>
                      <a:pt x="682" y="91"/>
                    </a:cubicBez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49"/>
              <p:cNvSpPr/>
              <p:nvPr/>
            </p:nvSpPr>
            <p:spPr>
              <a:xfrm>
                <a:off x="-1325980" y="3895806"/>
                <a:ext cx="390118" cy="262847"/>
              </a:xfrm>
              <a:custGeom>
                <a:avLst/>
                <a:gdLst/>
                <a:ahLst/>
                <a:cxnLst/>
                <a:rect l="l" t="t" r="r" b="b"/>
                <a:pathLst>
                  <a:path w="2158" h="1454" extrusionOk="0">
                    <a:moveTo>
                      <a:pt x="2136" y="0"/>
                    </a:moveTo>
                    <a:cubicBezTo>
                      <a:pt x="1824" y="196"/>
                      <a:pt x="1518" y="397"/>
                      <a:pt x="1232" y="619"/>
                    </a:cubicBezTo>
                    <a:cubicBezTo>
                      <a:pt x="1058" y="724"/>
                      <a:pt x="857" y="857"/>
                      <a:pt x="682" y="989"/>
                    </a:cubicBezTo>
                    <a:cubicBezTo>
                      <a:pt x="460" y="1121"/>
                      <a:pt x="238" y="1279"/>
                      <a:pt x="0" y="1412"/>
                    </a:cubicBezTo>
                    <a:lnTo>
                      <a:pt x="22" y="1454"/>
                    </a:lnTo>
                    <a:cubicBezTo>
                      <a:pt x="133" y="1385"/>
                      <a:pt x="217" y="1322"/>
                      <a:pt x="307" y="1279"/>
                    </a:cubicBezTo>
                    <a:cubicBezTo>
                      <a:pt x="439" y="1190"/>
                      <a:pt x="571" y="1100"/>
                      <a:pt x="704" y="1015"/>
                    </a:cubicBezTo>
                    <a:cubicBezTo>
                      <a:pt x="899" y="904"/>
                      <a:pt x="1079" y="772"/>
                      <a:pt x="1253" y="640"/>
                    </a:cubicBezTo>
                    <a:cubicBezTo>
                      <a:pt x="1539" y="439"/>
                      <a:pt x="1851" y="222"/>
                      <a:pt x="2157" y="42"/>
                    </a:cubicBezTo>
                    <a:lnTo>
                      <a:pt x="21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49"/>
              <p:cNvSpPr/>
              <p:nvPr/>
            </p:nvSpPr>
            <p:spPr>
              <a:xfrm>
                <a:off x="-2919214" y="2653097"/>
                <a:ext cx="393914" cy="175171"/>
              </a:xfrm>
              <a:custGeom>
                <a:avLst/>
                <a:gdLst/>
                <a:ahLst/>
                <a:cxnLst/>
                <a:rect l="l" t="t" r="r" b="b"/>
                <a:pathLst>
                  <a:path w="2179" h="969" extrusionOk="0">
                    <a:moveTo>
                      <a:pt x="21" y="1"/>
                    </a:moveTo>
                    <a:lnTo>
                      <a:pt x="0" y="43"/>
                    </a:lnTo>
                    <a:cubicBezTo>
                      <a:pt x="460" y="286"/>
                      <a:pt x="925" y="487"/>
                      <a:pt x="1412" y="683"/>
                    </a:cubicBezTo>
                    <a:cubicBezTo>
                      <a:pt x="1650" y="773"/>
                      <a:pt x="1914" y="884"/>
                      <a:pt x="2157" y="968"/>
                    </a:cubicBezTo>
                    <a:lnTo>
                      <a:pt x="2178" y="926"/>
                    </a:lnTo>
                    <a:cubicBezTo>
                      <a:pt x="1454" y="662"/>
                      <a:pt x="703" y="355"/>
                      <a:pt x="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49"/>
              <p:cNvSpPr/>
              <p:nvPr/>
            </p:nvSpPr>
            <p:spPr>
              <a:xfrm>
                <a:off x="-1952029" y="4280876"/>
                <a:ext cx="582284" cy="37420"/>
              </a:xfrm>
              <a:custGeom>
                <a:avLst/>
                <a:gdLst/>
                <a:ahLst/>
                <a:cxnLst/>
                <a:rect l="l" t="t" r="r" b="b"/>
                <a:pathLst>
                  <a:path w="3221" h="207" extrusionOk="0">
                    <a:moveTo>
                      <a:pt x="3030" y="0"/>
                    </a:moveTo>
                    <a:cubicBezTo>
                      <a:pt x="2762" y="0"/>
                      <a:pt x="2500" y="31"/>
                      <a:pt x="2247" y="48"/>
                    </a:cubicBezTo>
                    <a:cubicBezTo>
                      <a:pt x="2163" y="75"/>
                      <a:pt x="2073" y="75"/>
                      <a:pt x="1983" y="96"/>
                    </a:cubicBezTo>
                    <a:cubicBezTo>
                      <a:pt x="1322" y="159"/>
                      <a:pt x="661" y="159"/>
                      <a:pt x="0" y="159"/>
                    </a:cubicBezTo>
                    <a:lnTo>
                      <a:pt x="0" y="207"/>
                    </a:lnTo>
                    <a:cubicBezTo>
                      <a:pt x="661" y="207"/>
                      <a:pt x="1349" y="207"/>
                      <a:pt x="2009" y="138"/>
                    </a:cubicBezTo>
                    <a:cubicBezTo>
                      <a:pt x="2073" y="117"/>
                      <a:pt x="2163" y="117"/>
                      <a:pt x="2247" y="96"/>
                    </a:cubicBezTo>
                    <a:cubicBezTo>
                      <a:pt x="2505" y="78"/>
                      <a:pt x="2773" y="43"/>
                      <a:pt x="3046" y="43"/>
                    </a:cubicBezTo>
                    <a:cubicBezTo>
                      <a:pt x="3104" y="43"/>
                      <a:pt x="3162" y="45"/>
                      <a:pt x="3220" y="48"/>
                    </a:cubicBezTo>
                    <a:lnTo>
                      <a:pt x="3220" y="6"/>
                    </a:lnTo>
                    <a:cubicBezTo>
                      <a:pt x="3157" y="2"/>
                      <a:pt x="3093" y="0"/>
                      <a:pt x="3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9" name="Google Shape;1489;p49"/>
            <p:cNvGrpSpPr/>
            <p:nvPr/>
          </p:nvGrpSpPr>
          <p:grpSpPr>
            <a:xfrm>
              <a:off x="6270805" y="2439024"/>
              <a:ext cx="1098025" cy="200009"/>
              <a:chOff x="5442570" y="2395333"/>
              <a:chExt cx="360730" cy="65708"/>
            </a:xfrm>
          </p:grpSpPr>
          <p:sp>
            <p:nvSpPr>
              <p:cNvPr id="1490" name="Google Shape;1490;p49"/>
              <p:cNvSpPr/>
              <p:nvPr/>
            </p:nvSpPr>
            <p:spPr>
              <a:xfrm>
                <a:off x="5512773" y="2403076"/>
                <a:ext cx="23504" cy="37676"/>
              </a:xfrm>
              <a:custGeom>
                <a:avLst/>
                <a:gdLst/>
                <a:ahLst/>
                <a:cxnLst/>
                <a:rect l="l" t="t" r="r" b="b"/>
                <a:pathLst>
                  <a:path w="680" h="1090" extrusionOk="0">
                    <a:moveTo>
                      <a:pt x="92" y="0"/>
                    </a:moveTo>
                    <a:lnTo>
                      <a:pt x="0" y="57"/>
                    </a:lnTo>
                    <a:lnTo>
                      <a:pt x="559" y="651"/>
                    </a:lnTo>
                    <a:lnTo>
                      <a:pt x="28" y="1005"/>
                    </a:lnTo>
                    <a:lnTo>
                      <a:pt x="64" y="1090"/>
                    </a:lnTo>
                    <a:lnTo>
                      <a:pt x="679" y="651"/>
                    </a:lnTo>
                    <a:lnTo>
                      <a:pt x="9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49"/>
              <p:cNvSpPr/>
              <p:nvPr/>
            </p:nvSpPr>
            <p:spPr>
              <a:xfrm>
                <a:off x="5529158" y="2403076"/>
                <a:ext cx="23504" cy="37676"/>
              </a:xfrm>
              <a:custGeom>
                <a:avLst/>
                <a:gdLst/>
                <a:ahLst/>
                <a:cxnLst/>
                <a:rect l="l" t="t" r="r" b="b"/>
                <a:pathLst>
                  <a:path w="680" h="1090" extrusionOk="0">
                    <a:moveTo>
                      <a:pt x="85" y="0"/>
                    </a:moveTo>
                    <a:lnTo>
                      <a:pt x="0" y="57"/>
                    </a:lnTo>
                    <a:lnTo>
                      <a:pt x="559" y="651"/>
                    </a:lnTo>
                    <a:lnTo>
                      <a:pt x="28" y="1005"/>
                    </a:lnTo>
                    <a:lnTo>
                      <a:pt x="57" y="1090"/>
                    </a:lnTo>
                    <a:lnTo>
                      <a:pt x="679" y="651"/>
                    </a:lnTo>
                    <a:lnTo>
                      <a:pt x="8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49"/>
              <p:cNvSpPr/>
              <p:nvPr/>
            </p:nvSpPr>
            <p:spPr>
              <a:xfrm>
                <a:off x="5561684" y="2403076"/>
                <a:ext cx="24472" cy="35706"/>
              </a:xfrm>
              <a:custGeom>
                <a:avLst/>
                <a:gdLst/>
                <a:ahLst/>
                <a:cxnLst/>
                <a:rect l="l" t="t" r="r" b="b"/>
                <a:pathLst>
                  <a:path w="708" h="1033" extrusionOk="0">
                    <a:moveTo>
                      <a:pt x="354" y="85"/>
                    </a:moveTo>
                    <a:cubicBezTo>
                      <a:pt x="502" y="85"/>
                      <a:pt x="623" y="262"/>
                      <a:pt x="623" y="502"/>
                    </a:cubicBezTo>
                    <a:cubicBezTo>
                      <a:pt x="623" y="736"/>
                      <a:pt x="502" y="941"/>
                      <a:pt x="354" y="941"/>
                    </a:cubicBezTo>
                    <a:cubicBezTo>
                      <a:pt x="205" y="941"/>
                      <a:pt x="92" y="736"/>
                      <a:pt x="92" y="502"/>
                    </a:cubicBezTo>
                    <a:cubicBezTo>
                      <a:pt x="92" y="262"/>
                      <a:pt x="205" y="85"/>
                      <a:pt x="354" y="85"/>
                    </a:cubicBezTo>
                    <a:close/>
                    <a:moveTo>
                      <a:pt x="354" y="0"/>
                    </a:moveTo>
                    <a:cubicBezTo>
                      <a:pt x="149" y="0"/>
                      <a:pt x="0" y="205"/>
                      <a:pt x="0" y="502"/>
                    </a:cubicBezTo>
                    <a:cubicBezTo>
                      <a:pt x="0" y="792"/>
                      <a:pt x="149" y="1033"/>
                      <a:pt x="354" y="1033"/>
                    </a:cubicBezTo>
                    <a:cubicBezTo>
                      <a:pt x="559" y="1033"/>
                      <a:pt x="707" y="792"/>
                      <a:pt x="707" y="502"/>
                    </a:cubicBezTo>
                    <a:cubicBezTo>
                      <a:pt x="707" y="205"/>
                      <a:pt x="559" y="0"/>
                      <a:pt x="35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49"/>
              <p:cNvSpPr/>
              <p:nvPr/>
            </p:nvSpPr>
            <p:spPr>
              <a:xfrm>
                <a:off x="5607657" y="2407224"/>
                <a:ext cx="2938" cy="32560"/>
              </a:xfrm>
              <a:custGeom>
                <a:avLst/>
                <a:gdLst/>
                <a:ahLst/>
                <a:cxnLst/>
                <a:rect l="l" t="t" r="r" b="b"/>
                <a:pathLst>
                  <a:path w="85" h="942" extrusionOk="0">
                    <a:moveTo>
                      <a:pt x="0" y="0"/>
                    </a:moveTo>
                    <a:lnTo>
                      <a:pt x="0" y="941"/>
                    </a:lnTo>
                    <a:lnTo>
                      <a:pt x="85" y="941"/>
                    </a:lnTo>
                    <a:lnTo>
                      <a:pt x="8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49"/>
              <p:cNvSpPr/>
              <p:nvPr/>
            </p:nvSpPr>
            <p:spPr>
              <a:xfrm>
                <a:off x="5622797" y="2407224"/>
                <a:ext cx="21569" cy="33528"/>
              </a:xfrm>
              <a:custGeom>
                <a:avLst/>
                <a:gdLst/>
                <a:ahLst/>
                <a:cxnLst/>
                <a:rect l="l" t="t" r="r" b="b"/>
                <a:pathLst>
                  <a:path w="624" h="970" extrusionOk="0">
                    <a:moveTo>
                      <a:pt x="531" y="85"/>
                    </a:moveTo>
                    <a:lnTo>
                      <a:pt x="531" y="885"/>
                    </a:lnTo>
                    <a:lnTo>
                      <a:pt x="93" y="885"/>
                    </a:lnTo>
                    <a:lnTo>
                      <a:pt x="93" y="85"/>
                    </a:lnTo>
                    <a:close/>
                    <a:moveTo>
                      <a:pt x="1" y="0"/>
                    </a:moveTo>
                    <a:lnTo>
                      <a:pt x="1" y="970"/>
                    </a:lnTo>
                    <a:lnTo>
                      <a:pt x="623" y="970"/>
                    </a:lnTo>
                    <a:lnTo>
                      <a:pt x="62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9"/>
              <p:cNvSpPr/>
              <p:nvPr/>
            </p:nvSpPr>
            <p:spPr>
              <a:xfrm>
                <a:off x="5655565" y="2407224"/>
                <a:ext cx="31592" cy="33528"/>
              </a:xfrm>
              <a:custGeom>
                <a:avLst/>
                <a:gdLst/>
                <a:ahLst/>
                <a:cxnLst/>
                <a:rect l="l" t="t" r="r" b="b"/>
                <a:pathLst>
                  <a:path w="914" h="970" extrusionOk="0">
                    <a:moveTo>
                      <a:pt x="821" y="85"/>
                    </a:moveTo>
                    <a:lnTo>
                      <a:pt x="821" y="885"/>
                    </a:lnTo>
                    <a:lnTo>
                      <a:pt x="86" y="885"/>
                    </a:lnTo>
                    <a:lnTo>
                      <a:pt x="86" y="85"/>
                    </a:lnTo>
                    <a:close/>
                    <a:moveTo>
                      <a:pt x="1" y="0"/>
                    </a:moveTo>
                    <a:lnTo>
                      <a:pt x="1" y="970"/>
                    </a:lnTo>
                    <a:lnTo>
                      <a:pt x="913" y="970"/>
                    </a:lnTo>
                    <a:lnTo>
                      <a:pt x="9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49"/>
              <p:cNvSpPr/>
              <p:nvPr/>
            </p:nvSpPr>
            <p:spPr>
              <a:xfrm>
                <a:off x="5697148" y="2407224"/>
                <a:ext cx="34738" cy="33528"/>
              </a:xfrm>
              <a:custGeom>
                <a:avLst/>
                <a:gdLst/>
                <a:ahLst/>
                <a:cxnLst/>
                <a:rect l="l" t="t" r="r" b="b"/>
                <a:pathLst>
                  <a:path w="1005" h="970" extrusionOk="0">
                    <a:moveTo>
                      <a:pt x="920" y="85"/>
                    </a:moveTo>
                    <a:lnTo>
                      <a:pt x="920" y="885"/>
                    </a:lnTo>
                    <a:lnTo>
                      <a:pt x="92" y="885"/>
                    </a:lnTo>
                    <a:lnTo>
                      <a:pt x="92" y="85"/>
                    </a:lnTo>
                    <a:close/>
                    <a:moveTo>
                      <a:pt x="0" y="0"/>
                    </a:moveTo>
                    <a:lnTo>
                      <a:pt x="0" y="970"/>
                    </a:lnTo>
                    <a:lnTo>
                      <a:pt x="1005" y="970"/>
                    </a:lnTo>
                    <a:lnTo>
                      <a:pt x="100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49"/>
              <p:cNvSpPr/>
              <p:nvPr/>
            </p:nvSpPr>
            <p:spPr>
              <a:xfrm>
                <a:off x="5743121" y="2395333"/>
                <a:ext cx="20324" cy="60834"/>
              </a:xfrm>
              <a:custGeom>
                <a:avLst/>
                <a:gdLst/>
                <a:ahLst/>
                <a:cxnLst/>
                <a:rect l="l" t="t" r="r" b="b"/>
                <a:pathLst>
                  <a:path w="588" h="1760" extrusionOk="0">
                    <a:moveTo>
                      <a:pt x="278" y="0"/>
                    </a:moveTo>
                    <a:cubicBezTo>
                      <a:pt x="253" y="0"/>
                      <a:pt x="229" y="7"/>
                      <a:pt x="205" y="19"/>
                    </a:cubicBezTo>
                    <a:lnTo>
                      <a:pt x="234" y="104"/>
                    </a:lnTo>
                    <a:cubicBezTo>
                      <a:pt x="248" y="90"/>
                      <a:pt x="264" y="83"/>
                      <a:pt x="280" y="83"/>
                    </a:cubicBezTo>
                    <a:cubicBezTo>
                      <a:pt x="296" y="83"/>
                      <a:pt x="312" y="90"/>
                      <a:pt x="326" y="104"/>
                    </a:cubicBezTo>
                    <a:cubicBezTo>
                      <a:pt x="382" y="132"/>
                      <a:pt x="411" y="196"/>
                      <a:pt x="411" y="252"/>
                    </a:cubicBezTo>
                    <a:cubicBezTo>
                      <a:pt x="439" y="344"/>
                      <a:pt x="411" y="401"/>
                      <a:pt x="411" y="458"/>
                    </a:cubicBezTo>
                    <a:cubicBezTo>
                      <a:pt x="382" y="521"/>
                      <a:pt x="382" y="578"/>
                      <a:pt x="382" y="606"/>
                    </a:cubicBezTo>
                    <a:cubicBezTo>
                      <a:pt x="382" y="726"/>
                      <a:pt x="411" y="811"/>
                      <a:pt x="474" y="903"/>
                    </a:cubicBezTo>
                    <a:cubicBezTo>
                      <a:pt x="439" y="903"/>
                      <a:pt x="411" y="960"/>
                      <a:pt x="382" y="988"/>
                    </a:cubicBezTo>
                    <a:cubicBezTo>
                      <a:pt x="354" y="1052"/>
                      <a:pt x="382" y="1137"/>
                      <a:pt x="382" y="1193"/>
                    </a:cubicBezTo>
                    <a:lnTo>
                      <a:pt x="382" y="1229"/>
                    </a:lnTo>
                    <a:cubicBezTo>
                      <a:pt x="411" y="1370"/>
                      <a:pt x="382" y="1490"/>
                      <a:pt x="326" y="1582"/>
                    </a:cubicBezTo>
                    <a:cubicBezTo>
                      <a:pt x="285" y="1637"/>
                      <a:pt x="223" y="1668"/>
                      <a:pt x="159" y="1668"/>
                    </a:cubicBezTo>
                    <a:cubicBezTo>
                      <a:pt x="125" y="1668"/>
                      <a:pt x="89" y="1659"/>
                      <a:pt x="57" y="1639"/>
                    </a:cubicBezTo>
                    <a:lnTo>
                      <a:pt x="0" y="1724"/>
                    </a:lnTo>
                    <a:cubicBezTo>
                      <a:pt x="29" y="1759"/>
                      <a:pt x="85" y="1759"/>
                      <a:pt x="149" y="1759"/>
                    </a:cubicBezTo>
                    <a:cubicBezTo>
                      <a:pt x="234" y="1759"/>
                      <a:pt x="354" y="1696"/>
                      <a:pt x="411" y="1611"/>
                    </a:cubicBezTo>
                    <a:cubicBezTo>
                      <a:pt x="474" y="1519"/>
                      <a:pt x="503" y="1370"/>
                      <a:pt x="474" y="1193"/>
                    </a:cubicBezTo>
                    <a:lnTo>
                      <a:pt x="474" y="1165"/>
                    </a:lnTo>
                    <a:lnTo>
                      <a:pt x="474" y="1016"/>
                    </a:lnTo>
                    <a:cubicBezTo>
                      <a:pt x="474" y="988"/>
                      <a:pt x="503" y="960"/>
                      <a:pt x="531" y="960"/>
                    </a:cubicBezTo>
                    <a:cubicBezTo>
                      <a:pt x="531" y="960"/>
                      <a:pt x="543" y="947"/>
                      <a:pt x="552" y="947"/>
                    </a:cubicBezTo>
                    <a:cubicBezTo>
                      <a:pt x="556" y="947"/>
                      <a:pt x="559" y="950"/>
                      <a:pt x="559" y="960"/>
                    </a:cubicBezTo>
                    <a:lnTo>
                      <a:pt x="587" y="960"/>
                    </a:lnTo>
                    <a:lnTo>
                      <a:pt x="587" y="875"/>
                    </a:lnTo>
                    <a:cubicBezTo>
                      <a:pt x="503" y="840"/>
                      <a:pt x="474" y="726"/>
                      <a:pt x="474" y="606"/>
                    </a:cubicBezTo>
                    <a:cubicBezTo>
                      <a:pt x="474" y="578"/>
                      <a:pt x="474" y="521"/>
                      <a:pt x="503" y="486"/>
                    </a:cubicBezTo>
                    <a:cubicBezTo>
                      <a:pt x="503" y="401"/>
                      <a:pt x="531" y="344"/>
                      <a:pt x="503" y="252"/>
                    </a:cubicBezTo>
                    <a:cubicBezTo>
                      <a:pt x="503" y="167"/>
                      <a:pt x="439" y="76"/>
                      <a:pt x="382" y="47"/>
                    </a:cubicBezTo>
                    <a:cubicBezTo>
                      <a:pt x="349" y="14"/>
                      <a:pt x="314" y="0"/>
                      <a:pt x="27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49"/>
              <p:cNvSpPr/>
              <p:nvPr/>
            </p:nvSpPr>
            <p:spPr>
              <a:xfrm>
                <a:off x="5776615" y="2397926"/>
                <a:ext cx="10300" cy="55062"/>
              </a:xfrm>
              <a:custGeom>
                <a:avLst/>
                <a:gdLst/>
                <a:ahLst/>
                <a:cxnLst/>
                <a:rect l="l" t="t" r="r" b="b"/>
                <a:pathLst>
                  <a:path w="298" h="1593" extrusionOk="0">
                    <a:moveTo>
                      <a:pt x="64" y="1"/>
                    </a:moveTo>
                    <a:lnTo>
                      <a:pt x="0" y="29"/>
                    </a:lnTo>
                    <a:cubicBezTo>
                      <a:pt x="213" y="531"/>
                      <a:pt x="213" y="1062"/>
                      <a:pt x="0" y="1564"/>
                    </a:cubicBezTo>
                    <a:lnTo>
                      <a:pt x="92" y="1592"/>
                    </a:lnTo>
                    <a:cubicBezTo>
                      <a:pt x="298" y="1090"/>
                      <a:pt x="298" y="503"/>
                      <a:pt x="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49"/>
              <p:cNvSpPr/>
              <p:nvPr/>
            </p:nvSpPr>
            <p:spPr>
              <a:xfrm>
                <a:off x="5788851" y="2396958"/>
                <a:ext cx="14448" cy="64084"/>
              </a:xfrm>
              <a:custGeom>
                <a:avLst/>
                <a:gdLst/>
                <a:ahLst/>
                <a:cxnLst/>
                <a:rect l="l" t="t" r="r" b="b"/>
                <a:pathLst>
                  <a:path w="418" h="1854" extrusionOk="0">
                    <a:moveTo>
                      <a:pt x="149" y="0"/>
                    </a:moveTo>
                    <a:lnTo>
                      <a:pt x="64" y="29"/>
                    </a:lnTo>
                    <a:cubicBezTo>
                      <a:pt x="326" y="587"/>
                      <a:pt x="297" y="1267"/>
                      <a:pt x="0" y="1825"/>
                    </a:cubicBezTo>
                    <a:lnTo>
                      <a:pt x="92" y="1854"/>
                    </a:lnTo>
                    <a:cubicBezTo>
                      <a:pt x="389" y="1295"/>
                      <a:pt x="418" y="559"/>
                      <a:pt x="1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9"/>
              <p:cNvSpPr/>
              <p:nvPr/>
            </p:nvSpPr>
            <p:spPr>
              <a:xfrm>
                <a:off x="5481215" y="2395333"/>
                <a:ext cx="20324" cy="60834"/>
              </a:xfrm>
              <a:custGeom>
                <a:avLst/>
                <a:gdLst/>
                <a:ahLst/>
                <a:cxnLst/>
                <a:rect l="l" t="t" r="r" b="b"/>
                <a:pathLst>
                  <a:path w="588" h="1760" extrusionOk="0">
                    <a:moveTo>
                      <a:pt x="312" y="0"/>
                    </a:moveTo>
                    <a:cubicBezTo>
                      <a:pt x="278" y="0"/>
                      <a:pt x="243" y="14"/>
                      <a:pt x="206" y="47"/>
                    </a:cubicBezTo>
                    <a:cubicBezTo>
                      <a:pt x="149" y="76"/>
                      <a:pt x="93" y="167"/>
                      <a:pt x="93" y="252"/>
                    </a:cubicBezTo>
                    <a:cubicBezTo>
                      <a:pt x="93" y="344"/>
                      <a:pt x="93" y="401"/>
                      <a:pt x="121" y="486"/>
                    </a:cubicBezTo>
                    <a:lnTo>
                      <a:pt x="121" y="606"/>
                    </a:lnTo>
                    <a:cubicBezTo>
                      <a:pt x="149" y="726"/>
                      <a:pt x="93" y="840"/>
                      <a:pt x="1" y="875"/>
                    </a:cubicBezTo>
                    <a:lnTo>
                      <a:pt x="29" y="960"/>
                    </a:lnTo>
                    <a:cubicBezTo>
                      <a:pt x="38" y="950"/>
                      <a:pt x="45" y="947"/>
                      <a:pt x="49" y="947"/>
                    </a:cubicBezTo>
                    <a:cubicBezTo>
                      <a:pt x="57" y="947"/>
                      <a:pt x="57" y="960"/>
                      <a:pt x="57" y="960"/>
                    </a:cubicBezTo>
                    <a:cubicBezTo>
                      <a:pt x="93" y="960"/>
                      <a:pt x="121" y="988"/>
                      <a:pt x="121" y="1016"/>
                    </a:cubicBezTo>
                    <a:cubicBezTo>
                      <a:pt x="149" y="1080"/>
                      <a:pt x="121" y="1108"/>
                      <a:pt x="121" y="1165"/>
                    </a:cubicBezTo>
                    <a:lnTo>
                      <a:pt x="121" y="1193"/>
                    </a:lnTo>
                    <a:cubicBezTo>
                      <a:pt x="93" y="1370"/>
                      <a:pt x="121" y="1519"/>
                      <a:pt x="206" y="1611"/>
                    </a:cubicBezTo>
                    <a:cubicBezTo>
                      <a:pt x="269" y="1696"/>
                      <a:pt x="354" y="1759"/>
                      <a:pt x="475" y="1759"/>
                    </a:cubicBezTo>
                    <a:cubicBezTo>
                      <a:pt x="503" y="1759"/>
                      <a:pt x="559" y="1759"/>
                      <a:pt x="588" y="1724"/>
                    </a:cubicBezTo>
                    <a:lnTo>
                      <a:pt x="559" y="1639"/>
                    </a:lnTo>
                    <a:cubicBezTo>
                      <a:pt x="529" y="1659"/>
                      <a:pt x="491" y="1668"/>
                      <a:pt x="452" y="1668"/>
                    </a:cubicBezTo>
                    <a:cubicBezTo>
                      <a:pt x="381" y="1668"/>
                      <a:pt x="306" y="1637"/>
                      <a:pt x="269" y="1582"/>
                    </a:cubicBezTo>
                    <a:cubicBezTo>
                      <a:pt x="206" y="1490"/>
                      <a:pt x="177" y="1370"/>
                      <a:pt x="206" y="1229"/>
                    </a:cubicBezTo>
                    <a:lnTo>
                      <a:pt x="206" y="1193"/>
                    </a:lnTo>
                    <a:cubicBezTo>
                      <a:pt x="234" y="1137"/>
                      <a:pt x="234" y="1052"/>
                      <a:pt x="206" y="988"/>
                    </a:cubicBezTo>
                    <a:cubicBezTo>
                      <a:pt x="206" y="960"/>
                      <a:pt x="177" y="903"/>
                      <a:pt x="121" y="903"/>
                    </a:cubicBezTo>
                    <a:cubicBezTo>
                      <a:pt x="206" y="811"/>
                      <a:pt x="234" y="726"/>
                      <a:pt x="206" y="606"/>
                    </a:cubicBezTo>
                    <a:lnTo>
                      <a:pt x="206" y="458"/>
                    </a:lnTo>
                    <a:cubicBezTo>
                      <a:pt x="177" y="401"/>
                      <a:pt x="177" y="344"/>
                      <a:pt x="177" y="252"/>
                    </a:cubicBezTo>
                    <a:cubicBezTo>
                      <a:pt x="177" y="196"/>
                      <a:pt x="206" y="132"/>
                      <a:pt x="269" y="104"/>
                    </a:cubicBezTo>
                    <a:cubicBezTo>
                      <a:pt x="284" y="90"/>
                      <a:pt x="298" y="83"/>
                      <a:pt x="312" y="83"/>
                    </a:cubicBezTo>
                    <a:cubicBezTo>
                      <a:pt x="326" y="83"/>
                      <a:pt x="340" y="90"/>
                      <a:pt x="354" y="104"/>
                    </a:cubicBezTo>
                    <a:lnTo>
                      <a:pt x="383" y="19"/>
                    </a:lnTo>
                    <a:cubicBezTo>
                      <a:pt x="359" y="7"/>
                      <a:pt x="336" y="0"/>
                      <a:pt x="31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49"/>
              <p:cNvSpPr/>
              <p:nvPr/>
            </p:nvSpPr>
            <p:spPr>
              <a:xfrm>
                <a:off x="5458712" y="2397926"/>
                <a:ext cx="10300" cy="55062"/>
              </a:xfrm>
              <a:custGeom>
                <a:avLst/>
                <a:gdLst/>
                <a:ahLst/>
                <a:cxnLst/>
                <a:rect l="l" t="t" r="r" b="b"/>
                <a:pathLst>
                  <a:path w="298" h="1593" extrusionOk="0">
                    <a:moveTo>
                      <a:pt x="213" y="1"/>
                    </a:moveTo>
                    <a:cubicBezTo>
                      <a:pt x="1" y="503"/>
                      <a:pt x="1" y="1090"/>
                      <a:pt x="213" y="1592"/>
                    </a:cubicBezTo>
                    <a:lnTo>
                      <a:pt x="270" y="1564"/>
                    </a:lnTo>
                    <a:cubicBezTo>
                      <a:pt x="93" y="1062"/>
                      <a:pt x="93" y="531"/>
                      <a:pt x="298" y="29"/>
                    </a:cubicBezTo>
                    <a:lnTo>
                      <a:pt x="21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49"/>
              <p:cNvSpPr/>
              <p:nvPr/>
            </p:nvSpPr>
            <p:spPr>
              <a:xfrm>
                <a:off x="5442570" y="2396958"/>
                <a:ext cx="13238" cy="64084"/>
              </a:xfrm>
              <a:custGeom>
                <a:avLst/>
                <a:gdLst/>
                <a:ahLst/>
                <a:cxnLst/>
                <a:rect l="l" t="t" r="r" b="b"/>
                <a:pathLst>
                  <a:path w="383" h="1854" extrusionOk="0">
                    <a:moveTo>
                      <a:pt x="263" y="0"/>
                    </a:moveTo>
                    <a:lnTo>
                      <a:pt x="263" y="0"/>
                    </a:lnTo>
                    <a:cubicBezTo>
                      <a:pt x="1" y="559"/>
                      <a:pt x="1" y="1295"/>
                      <a:pt x="291" y="1854"/>
                    </a:cubicBezTo>
                    <a:lnTo>
                      <a:pt x="383" y="1825"/>
                    </a:lnTo>
                    <a:cubicBezTo>
                      <a:pt x="86" y="1267"/>
                      <a:pt x="86" y="587"/>
                      <a:pt x="326" y="29"/>
                    </a:cubicBezTo>
                    <a:lnTo>
                      <a:pt x="26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3" name="Google Shape;1503;p49"/>
            <p:cNvGrpSpPr/>
            <p:nvPr/>
          </p:nvGrpSpPr>
          <p:grpSpPr>
            <a:xfrm>
              <a:off x="5725061" y="2885925"/>
              <a:ext cx="545750" cy="632756"/>
              <a:chOff x="3479225" y="2442689"/>
              <a:chExt cx="179293" cy="207877"/>
            </a:xfrm>
          </p:grpSpPr>
          <p:sp>
            <p:nvSpPr>
              <p:cNvPr id="1504" name="Google Shape;1504;p49"/>
              <p:cNvSpPr/>
              <p:nvPr/>
            </p:nvSpPr>
            <p:spPr>
              <a:xfrm>
                <a:off x="3479225" y="2485481"/>
                <a:ext cx="21327" cy="165082"/>
              </a:xfrm>
              <a:custGeom>
                <a:avLst/>
                <a:gdLst/>
                <a:ahLst/>
                <a:cxnLst/>
                <a:rect l="l" t="t" r="r" b="b"/>
                <a:pathLst>
                  <a:path w="617" h="4776" extrusionOk="0">
                    <a:moveTo>
                      <a:pt x="1" y="0"/>
                    </a:moveTo>
                    <a:lnTo>
                      <a:pt x="1" y="4775"/>
                    </a:lnTo>
                    <a:lnTo>
                      <a:pt x="616" y="4775"/>
                    </a:lnTo>
                    <a:lnTo>
                      <a:pt x="61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49"/>
              <p:cNvSpPr/>
              <p:nvPr/>
            </p:nvSpPr>
            <p:spPr>
              <a:xfrm>
                <a:off x="3518838" y="2552712"/>
                <a:ext cx="21569" cy="97854"/>
              </a:xfrm>
              <a:custGeom>
                <a:avLst/>
                <a:gdLst/>
                <a:ahLst/>
                <a:cxnLst/>
                <a:rect l="l" t="t" r="r" b="b"/>
                <a:pathLst>
                  <a:path w="624" h="2831" extrusionOk="0">
                    <a:moveTo>
                      <a:pt x="1" y="1"/>
                    </a:moveTo>
                    <a:lnTo>
                      <a:pt x="1" y="2830"/>
                    </a:lnTo>
                    <a:lnTo>
                      <a:pt x="623" y="2830"/>
                    </a:lnTo>
                    <a:lnTo>
                      <a:pt x="62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49"/>
              <p:cNvSpPr/>
              <p:nvPr/>
            </p:nvSpPr>
            <p:spPr>
              <a:xfrm>
                <a:off x="3558727" y="2499895"/>
                <a:ext cx="20324" cy="150669"/>
              </a:xfrm>
              <a:custGeom>
                <a:avLst/>
                <a:gdLst/>
                <a:ahLst/>
                <a:cxnLst/>
                <a:rect l="l" t="t" r="r" b="b"/>
                <a:pathLst>
                  <a:path w="588" h="4359" extrusionOk="0">
                    <a:moveTo>
                      <a:pt x="0" y="1"/>
                    </a:moveTo>
                    <a:lnTo>
                      <a:pt x="0" y="4358"/>
                    </a:lnTo>
                    <a:lnTo>
                      <a:pt x="587" y="4358"/>
                    </a:lnTo>
                    <a:lnTo>
                      <a:pt x="5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49"/>
              <p:cNvSpPr/>
              <p:nvPr/>
            </p:nvSpPr>
            <p:spPr>
              <a:xfrm>
                <a:off x="3598339" y="2442689"/>
                <a:ext cx="20324" cy="207874"/>
              </a:xfrm>
              <a:custGeom>
                <a:avLst/>
                <a:gdLst/>
                <a:ahLst/>
                <a:cxnLst/>
                <a:rect l="l" t="t" r="r" b="b"/>
                <a:pathLst>
                  <a:path w="588" h="6014" extrusionOk="0">
                    <a:moveTo>
                      <a:pt x="0" y="0"/>
                    </a:moveTo>
                    <a:lnTo>
                      <a:pt x="0" y="6013"/>
                    </a:lnTo>
                    <a:lnTo>
                      <a:pt x="587" y="6013"/>
                    </a:lnTo>
                    <a:lnTo>
                      <a:pt x="58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49"/>
              <p:cNvSpPr/>
              <p:nvPr/>
            </p:nvSpPr>
            <p:spPr>
              <a:xfrm>
                <a:off x="3638194" y="2537538"/>
                <a:ext cx="20324" cy="113028"/>
              </a:xfrm>
              <a:custGeom>
                <a:avLst/>
                <a:gdLst/>
                <a:ahLst/>
                <a:cxnLst/>
                <a:rect l="l" t="t" r="r" b="b"/>
                <a:pathLst>
                  <a:path w="588" h="3270" extrusionOk="0">
                    <a:moveTo>
                      <a:pt x="0" y="1"/>
                    </a:moveTo>
                    <a:lnTo>
                      <a:pt x="0" y="3269"/>
                    </a:lnTo>
                    <a:lnTo>
                      <a:pt x="587" y="3269"/>
                    </a:lnTo>
                    <a:lnTo>
                      <a:pt x="5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9" name="Google Shape;1509;p49"/>
            <p:cNvGrpSpPr/>
            <p:nvPr/>
          </p:nvGrpSpPr>
          <p:grpSpPr>
            <a:xfrm>
              <a:off x="4421212" y="3367909"/>
              <a:ext cx="688617" cy="567202"/>
              <a:chOff x="4646862" y="1815214"/>
              <a:chExt cx="226229" cy="186341"/>
            </a:xfrm>
          </p:grpSpPr>
          <p:sp>
            <p:nvSpPr>
              <p:cNvPr id="1510" name="Google Shape;1510;p49"/>
              <p:cNvSpPr/>
              <p:nvPr/>
            </p:nvSpPr>
            <p:spPr>
              <a:xfrm>
                <a:off x="4646862" y="1841622"/>
                <a:ext cx="199578" cy="159932"/>
              </a:xfrm>
              <a:custGeom>
                <a:avLst/>
                <a:gdLst/>
                <a:ahLst/>
                <a:cxnLst/>
                <a:rect l="l" t="t" r="r" b="b"/>
                <a:pathLst>
                  <a:path w="5774" h="4627" extrusionOk="0">
                    <a:moveTo>
                      <a:pt x="1" y="0"/>
                    </a:moveTo>
                    <a:lnTo>
                      <a:pt x="1" y="4627"/>
                    </a:lnTo>
                    <a:lnTo>
                      <a:pt x="5774" y="4627"/>
                    </a:lnTo>
                    <a:lnTo>
                      <a:pt x="577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49"/>
              <p:cNvSpPr/>
              <p:nvPr/>
            </p:nvSpPr>
            <p:spPr>
              <a:xfrm>
                <a:off x="4673271" y="1815214"/>
                <a:ext cx="199820" cy="159932"/>
              </a:xfrm>
              <a:custGeom>
                <a:avLst/>
                <a:gdLst/>
                <a:ahLst/>
                <a:cxnLst/>
                <a:rect l="l" t="t" r="r" b="b"/>
                <a:pathLst>
                  <a:path w="5781" h="4627" extrusionOk="0">
                    <a:moveTo>
                      <a:pt x="1" y="0"/>
                    </a:moveTo>
                    <a:lnTo>
                      <a:pt x="1" y="4627"/>
                    </a:lnTo>
                    <a:lnTo>
                      <a:pt x="5781" y="4627"/>
                    </a:lnTo>
                    <a:lnTo>
                      <a:pt x="57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49"/>
              <p:cNvSpPr/>
              <p:nvPr/>
            </p:nvSpPr>
            <p:spPr>
              <a:xfrm>
                <a:off x="4844441" y="1827415"/>
                <a:ext cx="16418" cy="3975"/>
              </a:xfrm>
              <a:custGeom>
                <a:avLst/>
                <a:gdLst/>
                <a:ahLst/>
                <a:cxnLst/>
                <a:rect l="l" t="t" r="r" b="b"/>
                <a:pathLst>
                  <a:path w="475" h="115" extrusionOk="0">
                    <a:moveTo>
                      <a:pt x="1" y="1"/>
                    </a:moveTo>
                    <a:lnTo>
                      <a:pt x="1" y="114"/>
                    </a:lnTo>
                    <a:lnTo>
                      <a:pt x="475" y="114"/>
                    </a:lnTo>
                    <a:lnTo>
                      <a:pt x="4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49"/>
              <p:cNvSpPr/>
              <p:nvPr/>
            </p:nvSpPr>
            <p:spPr>
              <a:xfrm>
                <a:off x="4735386" y="1827415"/>
                <a:ext cx="90768" cy="3975"/>
              </a:xfrm>
              <a:custGeom>
                <a:avLst/>
                <a:gdLst/>
                <a:ahLst/>
                <a:cxnLst/>
                <a:rect l="l" t="t" r="r" b="b"/>
                <a:pathLst>
                  <a:path w="2626" h="115" extrusionOk="0">
                    <a:moveTo>
                      <a:pt x="1" y="1"/>
                    </a:moveTo>
                    <a:lnTo>
                      <a:pt x="1" y="114"/>
                    </a:lnTo>
                    <a:lnTo>
                      <a:pt x="2625" y="114"/>
                    </a:lnTo>
                    <a:lnTo>
                      <a:pt x="26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49"/>
              <p:cNvSpPr/>
              <p:nvPr/>
            </p:nvSpPr>
            <p:spPr>
              <a:xfrm>
                <a:off x="4843473" y="1847740"/>
                <a:ext cx="3940" cy="26442"/>
              </a:xfrm>
              <a:custGeom>
                <a:avLst/>
                <a:gdLst/>
                <a:ahLst/>
                <a:cxnLst/>
                <a:rect l="l" t="t" r="r" b="b"/>
                <a:pathLst>
                  <a:path w="114" h="765" extrusionOk="0">
                    <a:moveTo>
                      <a:pt x="1" y="0"/>
                    </a:moveTo>
                    <a:lnTo>
                      <a:pt x="1" y="764"/>
                    </a:lnTo>
                    <a:lnTo>
                      <a:pt x="114" y="764"/>
                    </a:lnTo>
                    <a:lnTo>
                      <a:pt x="1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49"/>
              <p:cNvSpPr/>
              <p:nvPr/>
            </p:nvSpPr>
            <p:spPr>
              <a:xfrm>
                <a:off x="4843473" y="1886350"/>
                <a:ext cx="3940" cy="54094"/>
              </a:xfrm>
              <a:custGeom>
                <a:avLst/>
                <a:gdLst/>
                <a:ahLst/>
                <a:cxnLst/>
                <a:rect l="l" t="t" r="r" b="b"/>
                <a:pathLst>
                  <a:path w="114" h="1565" extrusionOk="0">
                    <a:moveTo>
                      <a:pt x="1" y="1"/>
                    </a:moveTo>
                    <a:lnTo>
                      <a:pt x="1" y="1564"/>
                    </a:lnTo>
                    <a:lnTo>
                      <a:pt x="114" y="1564"/>
                    </a:lnTo>
                    <a:lnTo>
                      <a:pt x="11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9"/>
              <p:cNvSpPr/>
              <p:nvPr/>
            </p:nvSpPr>
            <p:spPr>
              <a:xfrm>
                <a:off x="4855710" y="1904705"/>
                <a:ext cx="3940" cy="18389"/>
              </a:xfrm>
              <a:custGeom>
                <a:avLst/>
                <a:gdLst/>
                <a:ahLst/>
                <a:cxnLst/>
                <a:rect l="l" t="t" r="r" b="b"/>
                <a:pathLst>
                  <a:path w="114" h="532" extrusionOk="0">
                    <a:moveTo>
                      <a:pt x="0" y="0"/>
                    </a:moveTo>
                    <a:lnTo>
                      <a:pt x="0" y="531"/>
                    </a:lnTo>
                    <a:lnTo>
                      <a:pt x="114" y="531"/>
                    </a:lnTo>
                    <a:lnTo>
                      <a:pt x="1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7" name="Google Shape;1517;p49"/>
            <p:cNvGrpSpPr/>
            <p:nvPr/>
          </p:nvGrpSpPr>
          <p:grpSpPr>
            <a:xfrm>
              <a:off x="3793280" y="3419075"/>
              <a:ext cx="1789390" cy="787533"/>
              <a:chOff x="4802651" y="2120880"/>
              <a:chExt cx="587861" cy="258725"/>
            </a:xfrm>
          </p:grpSpPr>
          <p:sp>
            <p:nvSpPr>
              <p:cNvPr id="1518" name="Google Shape;1518;p49"/>
              <p:cNvSpPr/>
              <p:nvPr/>
            </p:nvSpPr>
            <p:spPr>
              <a:xfrm>
                <a:off x="4820971" y="2152404"/>
                <a:ext cx="538972" cy="223048"/>
              </a:xfrm>
              <a:custGeom>
                <a:avLst/>
                <a:gdLst/>
                <a:ahLst/>
                <a:cxnLst/>
                <a:rect l="l" t="t" r="r" b="b"/>
                <a:pathLst>
                  <a:path w="15593" h="6453" extrusionOk="0">
                    <a:moveTo>
                      <a:pt x="15388" y="1"/>
                    </a:moveTo>
                    <a:lnTo>
                      <a:pt x="11235" y="6042"/>
                    </a:lnTo>
                    <a:lnTo>
                      <a:pt x="8228" y="2180"/>
                    </a:lnTo>
                    <a:lnTo>
                      <a:pt x="5101" y="6071"/>
                    </a:lnTo>
                    <a:lnTo>
                      <a:pt x="2420" y="2774"/>
                    </a:lnTo>
                    <a:lnTo>
                      <a:pt x="1" y="5865"/>
                    </a:lnTo>
                    <a:lnTo>
                      <a:pt x="178" y="6014"/>
                    </a:lnTo>
                    <a:lnTo>
                      <a:pt x="2420" y="3156"/>
                    </a:lnTo>
                    <a:lnTo>
                      <a:pt x="5101" y="6424"/>
                    </a:lnTo>
                    <a:lnTo>
                      <a:pt x="8228" y="2562"/>
                    </a:lnTo>
                    <a:lnTo>
                      <a:pt x="11235" y="6453"/>
                    </a:lnTo>
                    <a:lnTo>
                      <a:pt x="15593" y="121"/>
                    </a:lnTo>
                    <a:lnTo>
                      <a:pt x="1538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49"/>
              <p:cNvSpPr/>
              <p:nvPr/>
            </p:nvSpPr>
            <p:spPr>
              <a:xfrm>
                <a:off x="4802651" y="2335811"/>
                <a:ext cx="42826" cy="43794"/>
              </a:xfrm>
              <a:custGeom>
                <a:avLst/>
                <a:gdLst/>
                <a:ahLst/>
                <a:cxnLst/>
                <a:rect l="l" t="t" r="r" b="b"/>
                <a:pathLst>
                  <a:path w="1239" h="1267" extrusionOk="0">
                    <a:moveTo>
                      <a:pt x="623" y="1"/>
                    </a:moveTo>
                    <a:cubicBezTo>
                      <a:pt x="269" y="1"/>
                      <a:pt x="0" y="262"/>
                      <a:pt x="0" y="616"/>
                    </a:cubicBezTo>
                    <a:cubicBezTo>
                      <a:pt x="0" y="970"/>
                      <a:pt x="269" y="1267"/>
                      <a:pt x="623" y="1267"/>
                    </a:cubicBezTo>
                    <a:cubicBezTo>
                      <a:pt x="977" y="1267"/>
                      <a:pt x="1238" y="970"/>
                      <a:pt x="1238" y="616"/>
                    </a:cubicBezTo>
                    <a:cubicBezTo>
                      <a:pt x="1238" y="262"/>
                      <a:pt x="977" y="1"/>
                      <a:pt x="6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49"/>
              <p:cNvSpPr/>
              <p:nvPr/>
            </p:nvSpPr>
            <p:spPr>
              <a:xfrm>
                <a:off x="4981875" y="2346077"/>
                <a:ext cx="33805" cy="33528"/>
              </a:xfrm>
              <a:custGeom>
                <a:avLst/>
                <a:gdLst/>
                <a:ahLst/>
                <a:cxnLst/>
                <a:rect l="l" t="t" r="r" b="b"/>
                <a:pathLst>
                  <a:path w="978" h="970" extrusionOk="0">
                    <a:moveTo>
                      <a:pt x="475" y="1"/>
                    </a:moveTo>
                    <a:cubicBezTo>
                      <a:pt x="213" y="1"/>
                      <a:pt x="1" y="206"/>
                      <a:pt x="1" y="468"/>
                    </a:cubicBezTo>
                    <a:cubicBezTo>
                      <a:pt x="1" y="736"/>
                      <a:pt x="213" y="970"/>
                      <a:pt x="475" y="970"/>
                    </a:cubicBezTo>
                    <a:cubicBezTo>
                      <a:pt x="744" y="970"/>
                      <a:pt x="977" y="736"/>
                      <a:pt x="977" y="468"/>
                    </a:cubicBezTo>
                    <a:cubicBezTo>
                      <a:pt x="977" y="206"/>
                      <a:pt x="744" y="1"/>
                      <a:pt x="4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49"/>
              <p:cNvSpPr/>
              <p:nvPr/>
            </p:nvSpPr>
            <p:spPr>
              <a:xfrm>
                <a:off x="5191932" y="2346077"/>
                <a:ext cx="33528" cy="33528"/>
              </a:xfrm>
              <a:custGeom>
                <a:avLst/>
                <a:gdLst/>
                <a:ahLst/>
                <a:cxnLst/>
                <a:rect l="l" t="t" r="r" b="b"/>
                <a:pathLst>
                  <a:path w="970" h="970" extrusionOk="0">
                    <a:moveTo>
                      <a:pt x="468" y="1"/>
                    </a:moveTo>
                    <a:cubicBezTo>
                      <a:pt x="206" y="1"/>
                      <a:pt x="1" y="206"/>
                      <a:pt x="1" y="468"/>
                    </a:cubicBezTo>
                    <a:cubicBezTo>
                      <a:pt x="1" y="736"/>
                      <a:pt x="206" y="970"/>
                      <a:pt x="468" y="970"/>
                    </a:cubicBezTo>
                    <a:cubicBezTo>
                      <a:pt x="736" y="970"/>
                      <a:pt x="970" y="736"/>
                      <a:pt x="970" y="468"/>
                    </a:cubicBezTo>
                    <a:cubicBezTo>
                      <a:pt x="970" y="206"/>
                      <a:pt x="736" y="1"/>
                      <a:pt x="4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49"/>
              <p:cNvSpPr/>
              <p:nvPr/>
            </p:nvSpPr>
            <p:spPr>
              <a:xfrm>
                <a:off x="5340600" y="2138232"/>
                <a:ext cx="33805" cy="33528"/>
              </a:xfrm>
              <a:custGeom>
                <a:avLst/>
                <a:gdLst/>
                <a:ahLst/>
                <a:cxnLst/>
                <a:rect l="l" t="t" r="r" b="b"/>
                <a:pathLst>
                  <a:path w="978" h="970" extrusionOk="0">
                    <a:moveTo>
                      <a:pt x="475" y="1"/>
                    </a:moveTo>
                    <a:cubicBezTo>
                      <a:pt x="206" y="1"/>
                      <a:pt x="1" y="206"/>
                      <a:pt x="1" y="467"/>
                    </a:cubicBezTo>
                    <a:cubicBezTo>
                      <a:pt x="1" y="736"/>
                      <a:pt x="206" y="970"/>
                      <a:pt x="475" y="970"/>
                    </a:cubicBezTo>
                    <a:cubicBezTo>
                      <a:pt x="737" y="970"/>
                      <a:pt x="977" y="736"/>
                      <a:pt x="977" y="467"/>
                    </a:cubicBezTo>
                    <a:cubicBezTo>
                      <a:pt x="977" y="206"/>
                      <a:pt x="737" y="1"/>
                      <a:pt x="4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49"/>
              <p:cNvSpPr/>
              <p:nvPr/>
            </p:nvSpPr>
            <p:spPr>
              <a:xfrm>
                <a:off x="4882118" y="2231906"/>
                <a:ext cx="44796" cy="44762"/>
              </a:xfrm>
              <a:custGeom>
                <a:avLst/>
                <a:gdLst/>
                <a:ahLst/>
                <a:cxnLst/>
                <a:rect l="l" t="t" r="r" b="b"/>
                <a:pathLst>
                  <a:path w="1296" h="1295" extrusionOk="0">
                    <a:moveTo>
                      <a:pt x="651" y="0"/>
                    </a:moveTo>
                    <a:cubicBezTo>
                      <a:pt x="298" y="0"/>
                      <a:pt x="0" y="297"/>
                      <a:pt x="0" y="651"/>
                    </a:cubicBezTo>
                    <a:cubicBezTo>
                      <a:pt x="0" y="1005"/>
                      <a:pt x="298" y="1295"/>
                      <a:pt x="651" y="1295"/>
                    </a:cubicBezTo>
                    <a:cubicBezTo>
                      <a:pt x="1005" y="1295"/>
                      <a:pt x="1295" y="1005"/>
                      <a:pt x="1295" y="651"/>
                    </a:cubicBezTo>
                    <a:cubicBezTo>
                      <a:pt x="1295" y="297"/>
                      <a:pt x="1005" y="0"/>
                      <a:pt x="6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49"/>
              <p:cNvSpPr/>
              <p:nvPr/>
            </p:nvSpPr>
            <p:spPr>
              <a:xfrm>
                <a:off x="5088995" y="2213551"/>
                <a:ext cx="38678" cy="38678"/>
              </a:xfrm>
              <a:custGeom>
                <a:avLst/>
                <a:gdLst/>
                <a:ahLst/>
                <a:cxnLst/>
                <a:rect l="l" t="t" r="r" b="b"/>
                <a:pathLst>
                  <a:path w="1119" h="1119" extrusionOk="0">
                    <a:moveTo>
                      <a:pt x="559" y="0"/>
                    </a:moveTo>
                    <a:cubicBezTo>
                      <a:pt x="234" y="0"/>
                      <a:pt x="0" y="262"/>
                      <a:pt x="0" y="559"/>
                    </a:cubicBezTo>
                    <a:cubicBezTo>
                      <a:pt x="0" y="885"/>
                      <a:pt x="234" y="1118"/>
                      <a:pt x="559" y="1118"/>
                    </a:cubicBezTo>
                    <a:cubicBezTo>
                      <a:pt x="856" y="1118"/>
                      <a:pt x="1118" y="885"/>
                      <a:pt x="1118" y="559"/>
                    </a:cubicBezTo>
                    <a:cubicBezTo>
                      <a:pt x="1118" y="262"/>
                      <a:pt x="856" y="0"/>
                      <a:pt x="5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49"/>
              <p:cNvSpPr/>
              <p:nvPr/>
            </p:nvSpPr>
            <p:spPr>
              <a:xfrm>
                <a:off x="5323248" y="2120880"/>
                <a:ext cx="67263" cy="67263"/>
              </a:xfrm>
              <a:custGeom>
                <a:avLst/>
                <a:gdLst/>
                <a:ahLst/>
                <a:cxnLst/>
                <a:rect l="l" t="t" r="r" b="b"/>
                <a:pathLst>
                  <a:path w="1946" h="1946" extrusionOk="0">
                    <a:moveTo>
                      <a:pt x="977" y="113"/>
                    </a:moveTo>
                    <a:cubicBezTo>
                      <a:pt x="1444" y="113"/>
                      <a:pt x="1833" y="503"/>
                      <a:pt x="1833" y="969"/>
                    </a:cubicBezTo>
                    <a:cubicBezTo>
                      <a:pt x="1833" y="1443"/>
                      <a:pt x="1444" y="1825"/>
                      <a:pt x="977" y="1825"/>
                    </a:cubicBezTo>
                    <a:cubicBezTo>
                      <a:pt x="503" y="1825"/>
                      <a:pt x="121" y="1443"/>
                      <a:pt x="121" y="969"/>
                    </a:cubicBezTo>
                    <a:cubicBezTo>
                      <a:pt x="121" y="503"/>
                      <a:pt x="503" y="113"/>
                      <a:pt x="977" y="113"/>
                    </a:cubicBezTo>
                    <a:close/>
                    <a:moveTo>
                      <a:pt x="977" y="0"/>
                    </a:moveTo>
                    <a:cubicBezTo>
                      <a:pt x="446" y="0"/>
                      <a:pt x="1" y="439"/>
                      <a:pt x="1" y="969"/>
                    </a:cubicBezTo>
                    <a:cubicBezTo>
                      <a:pt x="1" y="1500"/>
                      <a:pt x="446" y="1946"/>
                      <a:pt x="977" y="1946"/>
                    </a:cubicBezTo>
                    <a:cubicBezTo>
                      <a:pt x="1507" y="1946"/>
                      <a:pt x="1946" y="1500"/>
                      <a:pt x="1946" y="969"/>
                    </a:cubicBezTo>
                    <a:cubicBezTo>
                      <a:pt x="1946" y="439"/>
                      <a:pt x="1507" y="0"/>
                      <a:pt x="9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26" name="Google Shape;1526;p49"/>
          <p:cNvGrpSpPr/>
          <p:nvPr/>
        </p:nvGrpSpPr>
        <p:grpSpPr>
          <a:xfrm>
            <a:off x="7176766" y="770557"/>
            <a:ext cx="957285" cy="300300"/>
            <a:chOff x="3583454" y="2026924"/>
            <a:chExt cx="430899" cy="135173"/>
          </a:xfrm>
        </p:grpSpPr>
        <p:sp>
          <p:nvSpPr>
            <p:cNvPr id="1527" name="Google Shape;1527;p49"/>
            <p:cNvSpPr/>
            <p:nvPr/>
          </p:nvSpPr>
          <p:spPr>
            <a:xfrm>
              <a:off x="3754867" y="2128093"/>
              <a:ext cx="32109" cy="30891"/>
            </a:xfrm>
            <a:custGeom>
              <a:avLst/>
              <a:gdLst/>
              <a:ahLst/>
              <a:cxnLst/>
              <a:rect l="l" t="t" r="r" b="b"/>
              <a:pathLst>
                <a:path w="949" h="913" extrusionOk="0">
                  <a:moveTo>
                    <a:pt x="0" y="0"/>
                  </a:moveTo>
                  <a:lnTo>
                    <a:pt x="0" y="913"/>
                  </a:lnTo>
                  <a:lnTo>
                    <a:pt x="948" y="913"/>
                  </a:lnTo>
                  <a:lnTo>
                    <a:pt x="9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49"/>
            <p:cNvSpPr/>
            <p:nvPr/>
          </p:nvSpPr>
          <p:spPr>
            <a:xfrm>
              <a:off x="3801763" y="2125217"/>
              <a:ext cx="58941" cy="33767"/>
            </a:xfrm>
            <a:custGeom>
              <a:avLst/>
              <a:gdLst/>
              <a:ahLst/>
              <a:cxnLst/>
              <a:rect l="l" t="t" r="r" b="b"/>
              <a:pathLst>
                <a:path w="1742" h="998" extrusionOk="0">
                  <a:moveTo>
                    <a:pt x="913" y="205"/>
                  </a:moveTo>
                  <a:lnTo>
                    <a:pt x="1444" y="885"/>
                  </a:lnTo>
                  <a:lnTo>
                    <a:pt x="326" y="885"/>
                  </a:lnTo>
                  <a:lnTo>
                    <a:pt x="913" y="205"/>
                  </a:lnTo>
                  <a:close/>
                  <a:moveTo>
                    <a:pt x="913" y="0"/>
                  </a:moveTo>
                  <a:lnTo>
                    <a:pt x="1" y="998"/>
                  </a:lnTo>
                  <a:lnTo>
                    <a:pt x="1741" y="998"/>
                  </a:lnTo>
                  <a:lnTo>
                    <a:pt x="9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49"/>
            <p:cNvSpPr/>
            <p:nvPr/>
          </p:nvSpPr>
          <p:spPr>
            <a:xfrm>
              <a:off x="3871668" y="2125217"/>
              <a:ext cx="34985" cy="35933"/>
            </a:xfrm>
            <a:custGeom>
              <a:avLst/>
              <a:gdLst/>
              <a:ahLst/>
              <a:cxnLst/>
              <a:rect l="l" t="t" r="r" b="b"/>
              <a:pathLst>
                <a:path w="1034" h="1062" extrusionOk="0">
                  <a:moveTo>
                    <a:pt x="941" y="0"/>
                  </a:moveTo>
                  <a:lnTo>
                    <a:pt x="0" y="969"/>
                  </a:lnTo>
                  <a:lnTo>
                    <a:pt x="85" y="1061"/>
                  </a:lnTo>
                  <a:lnTo>
                    <a:pt x="1033" y="85"/>
                  </a:lnTo>
                  <a:lnTo>
                    <a:pt x="9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49"/>
            <p:cNvSpPr/>
            <p:nvPr/>
          </p:nvSpPr>
          <p:spPr>
            <a:xfrm>
              <a:off x="3889635" y="2125217"/>
              <a:ext cx="35933" cy="35933"/>
            </a:xfrm>
            <a:custGeom>
              <a:avLst/>
              <a:gdLst/>
              <a:ahLst/>
              <a:cxnLst/>
              <a:rect l="l" t="t" r="r" b="b"/>
              <a:pathLst>
                <a:path w="1062" h="1062" extrusionOk="0">
                  <a:moveTo>
                    <a:pt x="941" y="0"/>
                  </a:moveTo>
                  <a:lnTo>
                    <a:pt x="0" y="969"/>
                  </a:lnTo>
                  <a:lnTo>
                    <a:pt x="120" y="1061"/>
                  </a:lnTo>
                  <a:lnTo>
                    <a:pt x="1061" y="85"/>
                  </a:lnTo>
                  <a:lnTo>
                    <a:pt x="9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49"/>
            <p:cNvSpPr/>
            <p:nvPr/>
          </p:nvSpPr>
          <p:spPr>
            <a:xfrm>
              <a:off x="3937479" y="2123052"/>
              <a:ext cx="10117" cy="34985"/>
            </a:xfrm>
            <a:custGeom>
              <a:avLst/>
              <a:gdLst/>
              <a:ahLst/>
              <a:cxnLst/>
              <a:rect l="l" t="t" r="r" b="b"/>
              <a:pathLst>
                <a:path w="299" h="1034" extrusionOk="0">
                  <a:moveTo>
                    <a:pt x="1" y="1"/>
                  </a:moveTo>
                  <a:lnTo>
                    <a:pt x="1" y="93"/>
                  </a:lnTo>
                  <a:lnTo>
                    <a:pt x="29" y="93"/>
                  </a:lnTo>
                  <a:cubicBezTo>
                    <a:pt x="86" y="93"/>
                    <a:pt x="121" y="121"/>
                    <a:pt x="121" y="177"/>
                  </a:cubicBezTo>
                  <a:lnTo>
                    <a:pt x="121" y="418"/>
                  </a:lnTo>
                  <a:cubicBezTo>
                    <a:pt x="121" y="503"/>
                    <a:pt x="149" y="503"/>
                    <a:pt x="178" y="531"/>
                  </a:cubicBezTo>
                  <a:cubicBezTo>
                    <a:pt x="149" y="531"/>
                    <a:pt x="121" y="559"/>
                    <a:pt x="121" y="623"/>
                  </a:cubicBezTo>
                  <a:lnTo>
                    <a:pt x="121" y="857"/>
                  </a:lnTo>
                  <a:cubicBezTo>
                    <a:pt x="121" y="913"/>
                    <a:pt x="86" y="949"/>
                    <a:pt x="29" y="949"/>
                  </a:cubicBezTo>
                  <a:lnTo>
                    <a:pt x="1" y="949"/>
                  </a:lnTo>
                  <a:lnTo>
                    <a:pt x="1" y="1033"/>
                  </a:lnTo>
                  <a:lnTo>
                    <a:pt x="58" y="1033"/>
                  </a:lnTo>
                  <a:cubicBezTo>
                    <a:pt x="178" y="1033"/>
                    <a:pt x="234" y="977"/>
                    <a:pt x="234" y="885"/>
                  </a:cubicBezTo>
                  <a:lnTo>
                    <a:pt x="234" y="623"/>
                  </a:lnTo>
                  <a:cubicBezTo>
                    <a:pt x="234" y="595"/>
                    <a:pt x="234" y="559"/>
                    <a:pt x="263" y="559"/>
                  </a:cubicBezTo>
                  <a:lnTo>
                    <a:pt x="298" y="559"/>
                  </a:lnTo>
                  <a:lnTo>
                    <a:pt x="298" y="475"/>
                  </a:lnTo>
                  <a:lnTo>
                    <a:pt x="263" y="475"/>
                  </a:lnTo>
                  <a:cubicBezTo>
                    <a:pt x="234" y="475"/>
                    <a:pt x="234" y="475"/>
                    <a:pt x="234" y="418"/>
                  </a:cubicBezTo>
                  <a:lnTo>
                    <a:pt x="234" y="177"/>
                  </a:lnTo>
                  <a:cubicBezTo>
                    <a:pt x="234" y="64"/>
                    <a:pt x="178" y="1"/>
                    <a:pt x="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49"/>
            <p:cNvSpPr/>
            <p:nvPr/>
          </p:nvSpPr>
          <p:spPr>
            <a:xfrm>
              <a:off x="3959506" y="2123052"/>
              <a:ext cx="24936" cy="39046"/>
            </a:xfrm>
            <a:custGeom>
              <a:avLst/>
              <a:gdLst/>
              <a:ahLst/>
              <a:cxnLst/>
              <a:rect l="l" t="t" r="r" b="b"/>
              <a:pathLst>
                <a:path w="737" h="1154" extrusionOk="0">
                  <a:moveTo>
                    <a:pt x="354" y="149"/>
                  </a:moveTo>
                  <a:cubicBezTo>
                    <a:pt x="468" y="149"/>
                    <a:pt x="588" y="326"/>
                    <a:pt x="588" y="559"/>
                  </a:cubicBezTo>
                  <a:cubicBezTo>
                    <a:pt x="588" y="828"/>
                    <a:pt x="468" y="1005"/>
                    <a:pt x="354" y="1005"/>
                  </a:cubicBezTo>
                  <a:cubicBezTo>
                    <a:pt x="263" y="1005"/>
                    <a:pt x="142" y="828"/>
                    <a:pt x="142" y="559"/>
                  </a:cubicBezTo>
                  <a:cubicBezTo>
                    <a:pt x="142" y="326"/>
                    <a:pt x="263" y="149"/>
                    <a:pt x="354" y="149"/>
                  </a:cubicBezTo>
                  <a:close/>
                  <a:moveTo>
                    <a:pt x="354" y="1"/>
                  </a:moveTo>
                  <a:cubicBezTo>
                    <a:pt x="142" y="1"/>
                    <a:pt x="1" y="269"/>
                    <a:pt x="1" y="559"/>
                  </a:cubicBezTo>
                  <a:cubicBezTo>
                    <a:pt x="1" y="885"/>
                    <a:pt x="142" y="1154"/>
                    <a:pt x="354" y="1154"/>
                  </a:cubicBezTo>
                  <a:cubicBezTo>
                    <a:pt x="560" y="1154"/>
                    <a:pt x="737" y="885"/>
                    <a:pt x="737" y="559"/>
                  </a:cubicBezTo>
                  <a:cubicBezTo>
                    <a:pt x="737" y="269"/>
                    <a:pt x="560" y="1"/>
                    <a:pt x="3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49"/>
            <p:cNvSpPr/>
            <p:nvPr/>
          </p:nvSpPr>
          <p:spPr>
            <a:xfrm>
              <a:off x="3989451" y="2123052"/>
              <a:ext cx="24903" cy="39046"/>
            </a:xfrm>
            <a:custGeom>
              <a:avLst/>
              <a:gdLst/>
              <a:ahLst/>
              <a:cxnLst/>
              <a:rect l="l" t="t" r="r" b="b"/>
              <a:pathLst>
                <a:path w="736" h="1154" extrusionOk="0">
                  <a:moveTo>
                    <a:pt x="354" y="149"/>
                  </a:moveTo>
                  <a:cubicBezTo>
                    <a:pt x="467" y="149"/>
                    <a:pt x="587" y="326"/>
                    <a:pt x="587" y="559"/>
                  </a:cubicBezTo>
                  <a:cubicBezTo>
                    <a:pt x="587" y="828"/>
                    <a:pt x="467" y="1005"/>
                    <a:pt x="354" y="1005"/>
                  </a:cubicBezTo>
                  <a:cubicBezTo>
                    <a:pt x="262" y="1005"/>
                    <a:pt x="142" y="828"/>
                    <a:pt x="142" y="559"/>
                  </a:cubicBezTo>
                  <a:cubicBezTo>
                    <a:pt x="142" y="326"/>
                    <a:pt x="262" y="149"/>
                    <a:pt x="354" y="149"/>
                  </a:cubicBezTo>
                  <a:close/>
                  <a:moveTo>
                    <a:pt x="354" y="1"/>
                  </a:moveTo>
                  <a:cubicBezTo>
                    <a:pt x="142" y="1"/>
                    <a:pt x="0" y="269"/>
                    <a:pt x="0" y="559"/>
                  </a:cubicBezTo>
                  <a:cubicBezTo>
                    <a:pt x="0" y="885"/>
                    <a:pt x="142" y="1154"/>
                    <a:pt x="354" y="1154"/>
                  </a:cubicBezTo>
                  <a:cubicBezTo>
                    <a:pt x="559" y="1154"/>
                    <a:pt x="736" y="885"/>
                    <a:pt x="736" y="559"/>
                  </a:cubicBezTo>
                  <a:cubicBezTo>
                    <a:pt x="736" y="269"/>
                    <a:pt x="559" y="1"/>
                    <a:pt x="3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49"/>
            <p:cNvSpPr/>
            <p:nvPr/>
          </p:nvSpPr>
          <p:spPr>
            <a:xfrm>
              <a:off x="3656235" y="2034537"/>
              <a:ext cx="24936" cy="40670"/>
            </a:xfrm>
            <a:custGeom>
              <a:avLst/>
              <a:gdLst/>
              <a:ahLst/>
              <a:cxnLst/>
              <a:rect l="l" t="t" r="r" b="b"/>
              <a:pathLst>
                <a:path w="737" h="1202" extrusionOk="0">
                  <a:moveTo>
                    <a:pt x="72" y="1"/>
                  </a:moveTo>
                  <a:cubicBezTo>
                    <a:pt x="57" y="1"/>
                    <a:pt x="43" y="10"/>
                    <a:pt x="29" y="27"/>
                  </a:cubicBezTo>
                  <a:cubicBezTo>
                    <a:pt x="1" y="56"/>
                    <a:pt x="1" y="84"/>
                    <a:pt x="29" y="112"/>
                  </a:cubicBezTo>
                  <a:lnTo>
                    <a:pt x="588" y="699"/>
                  </a:lnTo>
                  <a:lnTo>
                    <a:pt x="29" y="1088"/>
                  </a:lnTo>
                  <a:cubicBezTo>
                    <a:pt x="1" y="1117"/>
                    <a:pt x="1" y="1145"/>
                    <a:pt x="29" y="1173"/>
                  </a:cubicBezTo>
                  <a:lnTo>
                    <a:pt x="57" y="1202"/>
                  </a:lnTo>
                  <a:cubicBezTo>
                    <a:pt x="85" y="1202"/>
                    <a:pt x="85" y="1202"/>
                    <a:pt x="85" y="1173"/>
                  </a:cubicBezTo>
                  <a:lnTo>
                    <a:pt x="708" y="763"/>
                  </a:lnTo>
                  <a:cubicBezTo>
                    <a:pt x="708" y="735"/>
                    <a:pt x="736" y="735"/>
                    <a:pt x="736" y="699"/>
                  </a:cubicBezTo>
                  <a:cubicBezTo>
                    <a:pt x="736" y="699"/>
                    <a:pt x="736" y="671"/>
                    <a:pt x="708" y="671"/>
                  </a:cubicBezTo>
                  <a:lnTo>
                    <a:pt x="121" y="27"/>
                  </a:lnTo>
                  <a:cubicBezTo>
                    <a:pt x="103" y="10"/>
                    <a:pt x="87" y="1"/>
                    <a:pt x="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49"/>
            <p:cNvSpPr/>
            <p:nvPr/>
          </p:nvSpPr>
          <p:spPr>
            <a:xfrm>
              <a:off x="3673221" y="2034537"/>
              <a:ext cx="24936" cy="40670"/>
            </a:xfrm>
            <a:custGeom>
              <a:avLst/>
              <a:gdLst/>
              <a:ahLst/>
              <a:cxnLst/>
              <a:rect l="l" t="t" r="r" b="b"/>
              <a:pathLst>
                <a:path w="737" h="1202" extrusionOk="0">
                  <a:moveTo>
                    <a:pt x="72" y="1"/>
                  </a:moveTo>
                  <a:cubicBezTo>
                    <a:pt x="57" y="1"/>
                    <a:pt x="43" y="10"/>
                    <a:pt x="29" y="27"/>
                  </a:cubicBezTo>
                  <a:cubicBezTo>
                    <a:pt x="1" y="56"/>
                    <a:pt x="1" y="84"/>
                    <a:pt x="29" y="112"/>
                  </a:cubicBezTo>
                  <a:lnTo>
                    <a:pt x="588" y="699"/>
                  </a:lnTo>
                  <a:lnTo>
                    <a:pt x="29" y="1088"/>
                  </a:lnTo>
                  <a:cubicBezTo>
                    <a:pt x="1" y="1117"/>
                    <a:pt x="1" y="1145"/>
                    <a:pt x="29" y="1173"/>
                  </a:cubicBezTo>
                  <a:lnTo>
                    <a:pt x="57" y="1202"/>
                  </a:lnTo>
                  <a:cubicBezTo>
                    <a:pt x="86" y="1202"/>
                    <a:pt x="86" y="1202"/>
                    <a:pt x="86" y="1173"/>
                  </a:cubicBezTo>
                  <a:lnTo>
                    <a:pt x="708" y="763"/>
                  </a:lnTo>
                  <a:cubicBezTo>
                    <a:pt x="708" y="735"/>
                    <a:pt x="737" y="735"/>
                    <a:pt x="737" y="699"/>
                  </a:cubicBezTo>
                  <a:cubicBezTo>
                    <a:pt x="737" y="699"/>
                    <a:pt x="737" y="671"/>
                    <a:pt x="708" y="671"/>
                  </a:cubicBezTo>
                  <a:lnTo>
                    <a:pt x="114" y="27"/>
                  </a:lnTo>
                  <a:cubicBezTo>
                    <a:pt x="100" y="10"/>
                    <a:pt x="86" y="1"/>
                    <a:pt x="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49"/>
            <p:cNvSpPr/>
            <p:nvPr/>
          </p:nvSpPr>
          <p:spPr>
            <a:xfrm>
              <a:off x="3706989" y="2034233"/>
              <a:ext cx="26121" cy="38098"/>
            </a:xfrm>
            <a:custGeom>
              <a:avLst/>
              <a:gdLst/>
              <a:ahLst/>
              <a:cxnLst/>
              <a:rect l="l" t="t" r="r" b="b"/>
              <a:pathLst>
                <a:path w="772" h="1126" extrusionOk="0">
                  <a:moveTo>
                    <a:pt x="389" y="121"/>
                  </a:moveTo>
                  <a:cubicBezTo>
                    <a:pt x="531" y="121"/>
                    <a:pt x="651" y="326"/>
                    <a:pt x="651" y="567"/>
                  </a:cubicBezTo>
                  <a:cubicBezTo>
                    <a:pt x="651" y="800"/>
                    <a:pt x="531" y="1006"/>
                    <a:pt x="389" y="1006"/>
                  </a:cubicBezTo>
                  <a:cubicBezTo>
                    <a:pt x="241" y="1006"/>
                    <a:pt x="121" y="800"/>
                    <a:pt x="121" y="567"/>
                  </a:cubicBezTo>
                  <a:cubicBezTo>
                    <a:pt x="121" y="326"/>
                    <a:pt x="241" y="121"/>
                    <a:pt x="389" y="121"/>
                  </a:cubicBezTo>
                  <a:close/>
                  <a:moveTo>
                    <a:pt x="389" y="1"/>
                  </a:moveTo>
                  <a:cubicBezTo>
                    <a:pt x="177" y="1"/>
                    <a:pt x="0" y="270"/>
                    <a:pt x="0" y="567"/>
                  </a:cubicBezTo>
                  <a:cubicBezTo>
                    <a:pt x="0" y="885"/>
                    <a:pt x="177" y="1126"/>
                    <a:pt x="389" y="1126"/>
                  </a:cubicBezTo>
                  <a:cubicBezTo>
                    <a:pt x="595" y="1126"/>
                    <a:pt x="771" y="885"/>
                    <a:pt x="771" y="567"/>
                  </a:cubicBezTo>
                  <a:cubicBezTo>
                    <a:pt x="771" y="270"/>
                    <a:pt x="595" y="1"/>
                    <a:pt x="3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49"/>
            <p:cNvSpPr/>
            <p:nvPr/>
          </p:nvSpPr>
          <p:spPr>
            <a:xfrm>
              <a:off x="3753885" y="2037346"/>
              <a:ext cx="4128" cy="37861"/>
            </a:xfrm>
            <a:custGeom>
              <a:avLst/>
              <a:gdLst/>
              <a:ahLst/>
              <a:cxnLst/>
              <a:rect l="l" t="t" r="r" b="b"/>
              <a:pathLst>
                <a:path w="122" h="1119" extrusionOk="0">
                  <a:moveTo>
                    <a:pt x="65" y="1"/>
                  </a:moveTo>
                  <a:cubicBezTo>
                    <a:pt x="29" y="1"/>
                    <a:pt x="1" y="29"/>
                    <a:pt x="1" y="58"/>
                  </a:cubicBezTo>
                  <a:lnTo>
                    <a:pt x="1" y="1062"/>
                  </a:lnTo>
                  <a:cubicBezTo>
                    <a:pt x="1" y="1090"/>
                    <a:pt x="29" y="1119"/>
                    <a:pt x="65" y="1119"/>
                  </a:cubicBezTo>
                  <a:cubicBezTo>
                    <a:pt x="93" y="1119"/>
                    <a:pt x="121" y="1090"/>
                    <a:pt x="121" y="1062"/>
                  </a:cubicBezTo>
                  <a:lnTo>
                    <a:pt x="121" y="58"/>
                  </a:lnTo>
                  <a:cubicBezTo>
                    <a:pt x="121" y="29"/>
                    <a:pt x="93" y="1"/>
                    <a:pt x="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49"/>
            <p:cNvSpPr/>
            <p:nvPr/>
          </p:nvSpPr>
          <p:spPr>
            <a:xfrm>
              <a:off x="3771852" y="2041440"/>
              <a:ext cx="20132" cy="31873"/>
            </a:xfrm>
            <a:custGeom>
              <a:avLst/>
              <a:gdLst/>
              <a:ahLst/>
              <a:cxnLst/>
              <a:rect l="l" t="t" r="r" b="b"/>
              <a:pathLst>
                <a:path w="595" h="942" extrusionOk="0">
                  <a:moveTo>
                    <a:pt x="0" y="0"/>
                  </a:moveTo>
                  <a:lnTo>
                    <a:pt x="0" y="941"/>
                  </a:lnTo>
                  <a:lnTo>
                    <a:pt x="595" y="941"/>
                  </a:lnTo>
                  <a:lnTo>
                    <a:pt x="5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49"/>
            <p:cNvSpPr/>
            <p:nvPr/>
          </p:nvSpPr>
          <p:spPr>
            <a:xfrm>
              <a:off x="3803929" y="2039274"/>
              <a:ext cx="32820" cy="35933"/>
            </a:xfrm>
            <a:custGeom>
              <a:avLst/>
              <a:gdLst/>
              <a:ahLst/>
              <a:cxnLst/>
              <a:rect l="l" t="t" r="r" b="b"/>
              <a:pathLst>
                <a:path w="970" h="1062" extrusionOk="0">
                  <a:moveTo>
                    <a:pt x="849" y="121"/>
                  </a:moveTo>
                  <a:lnTo>
                    <a:pt x="849" y="948"/>
                  </a:lnTo>
                  <a:lnTo>
                    <a:pt x="114" y="948"/>
                  </a:lnTo>
                  <a:lnTo>
                    <a:pt x="114" y="121"/>
                  </a:lnTo>
                  <a:close/>
                  <a:moveTo>
                    <a:pt x="57" y="1"/>
                  </a:moveTo>
                  <a:cubicBezTo>
                    <a:pt x="29" y="1"/>
                    <a:pt x="0" y="29"/>
                    <a:pt x="0" y="64"/>
                  </a:cubicBezTo>
                  <a:lnTo>
                    <a:pt x="0" y="1005"/>
                  </a:lnTo>
                  <a:cubicBezTo>
                    <a:pt x="0" y="1033"/>
                    <a:pt x="29" y="1062"/>
                    <a:pt x="57" y="1062"/>
                  </a:cubicBezTo>
                  <a:lnTo>
                    <a:pt x="913" y="1062"/>
                  </a:lnTo>
                  <a:cubicBezTo>
                    <a:pt x="941" y="1062"/>
                    <a:pt x="970" y="1033"/>
                    <a:pt x="970" y="1005"/>
                  </a:cubicBezTo>
                  <a:lnTo>
                    <a:pt x="970" y="64"/>
                  </a:lnTo>
                  <a:cubicBezTo>
                    <a:pt x="970" y="29"/>
                    <a:pt x="941" y="1"/>
                    <a:pt x="9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49"/>
            <p:cNvSpPr/>
            <p:nvPr/>
          </p:nvSpPr>
          <p:spPr>
            <a:xfrm>
              <a:off x="3847746" y="2041440"/>
              <a:ext cx="32820" cy="31873"/>
            </a:xfrm>
            <a:custGeom>
              <a:avLst/>
              <a:gdLst/>
              <a:ahLst/>
              <a:cxnLst/>
              <a:rect l="l" t="t" r="r" b="b"/>
              <a:pathLst>
                <a:path w="970" h="942" extrusionOk="0">
                  <a:moveTo>
                    <a:pt x="0" y="0"/>
                  </a:moveTo>
                  <a:lnTo>
                    <a:pt x="0" y="941"/>
                  </a:lnTo>
                  <a:lnTo>
                    <a:pt x="969" y="941"/>
                  </a:lnTo>
                  <a:lnTo>
                    <a:pt x="9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49"/>
            <p:cNvSpPr/>
            <p:nvPr/>
          </p:nvSpPr>
          <p:spPr>
            <a:xfrm>
              <a:off x="3892477" y="2026924"/>
              <a:ext cx="25173" cy="64320"/>
            </a:xfrm>
            <a:custGeom>
              <a:avLst/>
              <a:gdLst/>
              <a:ahLst/>
              <a:cxnLst/>
              <a:rect l="l" t="t" r="r" b="b"/>
              <a:pathLst>
                <a:path w="744" h="1901" extrusionOk="0">
                  <a:moveTo>
                    <a:pt x="349" y="0"/>
                  </a:moveTo>
                  <a:cubicBezTo>
                    <a:pt x="332" y="0"/>
                    <a:pt x="315" y="4"/>
                    <a:pt x="298" y="12"/>
                  </a:cubicBezTo>
                  <a:cubicBezTo>
                    <a:pt x="270" y="12"/>
                    <a:pt x="241" y="40"/>
                    <a:pt x="241" y="75"/>
                  </a:cubicBezTo>
                  <a:cubicBezTo>
                    <a:pt x="270" y="104"/>
                    <a:pt x="298" y="132"/>
                    <a:pt x="326" y="132"/>
                  </a:cubicBezTo>
                  <a:cubicBezTo>
                    <a:pt x="336" y="123"/>
                    <a:pt x="346" y="120"/>
                    <a:pt x="357" y="120"/>
                  </a:cubicBezTo>
                  <a:cubicBezTo>
                    <a:pt x="377" y="120"/>
                    <a:pt x="399" y="132"/>
                    <a:pt x="418" y="132"/>
                  </a:cubicBezTo>
                  <a:cubicBezTo>
                    <a:pt x="447" y="160"/>
                    <a:pt x="475" y="252"/>
                    <a:pt x="503" y="309"/>
                  </a:cubicBezTo>
                  <a:cubicBezTo>
                    <a:pt x="503" y="366"/>
                    <a:pt x="475" y="429"/>
                    <a:pt x="475" y="514"/>
                  </a:cubicBezTo>
                  <a:cubicBezTo>
                    <a:pt x="475" y="542"/>
                    <a:pt x="447" y="606"/>
                    <a:pt x="447" y="663"/>
                  </a:cubicBezTo>
                  <a:cubicBezTo>
                    <a:pt x="447" y="783"/>
                    <a:pt x="475" y="868"/>
                    <a:pt x="532" y="960"/>
                  </a:cubicBezTo>
                  <a:cubicBezTo>
                    <a:pt x="503" y="988"/>
                    <a:pt x="475" y="1016"/>
                    <a:pt x="447" y="1045"/>
                  </a:cubicBezTo>
                  <a:lnTo>
                    <a:pt x="447" y="1278"/>
                  </a:lnTo>
                  <a:lnTo>
                    <a:pt x="447" y="1313"/>
                  </a:lnTo>
                  <a:cubicBezTo>
                    <a:pt x="475" y="1455"/>
                    <a:pt x="447" y="1575"/>
                    <a:pt x="390" y="1667"/>
                  </a:cubicBezTo>
                  <a:cubicBezTo>
                    <a:pt x="344" y="1728"/>
                    <a:pt x="273" y="1775"/>
                    <a:pt x="202" y="1775"/>
                  </a:cubicBezTo>
                  <a:cubicBezTo>
                    <a:pt x="174" y="1775"/>
                    <a:pt x="147" y="1768"/>
                    <a:pt x="121" y="1752"/>
                  </a:cubicBezTo>
                  <a:cubicBezTo>
                    <a:pt x="107" y="1738"/>
                    <a:pt x="93" y="1731"/>
                    <a:pt x="79" y="1731"/>
                  </a:cubicBezTo>
                  <a:cubicBezTo>
                    <a:pt x="65" y="1731"/>
                    <a:pt x="50" y="1738"/>
                    <a:pt x="36" y="1752"/>
                  </a:cubicBezTo>
                  <a:cubicBezTo>
                    <a:pt x="1" y="1780"/>
                    <a:pt x="36" y="1809"/>
                    <a:pt x="65" y="1844"/>
                  </a:cubicBezTo>
                  <a:cubicBezTo>
                    <a:pt x="93" y="1872"/>
                    <a:pt x="150" y="1901"/>
                    <a:pt x="213" y="1901"/>
                  </a:cubicBezTo>
                  <a:cubicBezTo>
                    <a:pt x="326" y="1901"/>
                    <a:pt x="447" y="1809"/>
                    <a:pt x="503" y="1724"/>
                  </a:cubicBezTo>
                  <a:cubicBezTo>
                    <a:pt x="567" y="1604"/>
                    <a:pt x="595" y="1455"/>
                    <a:pt x="567" y="1278"/>
                  </a:cubicBezTo>
                  <a:lnTo>
                    <a:pt x="567" y="1250"/>
                  </a:lnTo>
                  <a:lnTo>
                    <a:pt x="567" y="1101"/>
                  </a:lnTo>
                  <a:cubicBezTo>
                    <a:pt x="567" y="1073"/>
                    <a:pt x="595" y="1045"/>
                    <a:pt x="623" y="1045"/>
                  </a:cubicBezTo>
                  <a:cubicBezTo>
                    <a:pt x="623" y="1016"/>
                    <a:pt x="652" y="1016"/>
                    <a:pt x="652" y="1016"/>
                  </a:cubicBezTo>
                  <a:cubicBezTo>
                    <a:pt x="660" y="1025"/>
                    <a:pt x="668" y="1028"/>
                    <a:pt x="677" y="1028"/>
                  </a:cubicBezTo>
                  <a:cubicBezTo>
                    <a:pt x="697" y="1028"/>
                    <a:pt x="719" y="1008"/>
                    <a:pt x="744" y="988"/>
                  </a:cubicBezTo>
                  <a:cubicBezTo>
                    <a:pt x="744" y="960"/>
                    <a:pt x="744" y="924"/>
                    <a:pt x="708" y="924"/>
                  </a:cubicBezTo>
                  <a:cubicBezTo>
                    <a:pt x="680" y="924"/>
                    <a:pt x="680" y="896"/>
                    <a:pt x="680" y="896"/>
                  </a:cubicBezTo>
                  <a:cubicBezTo>
                    <a:pt x="595" y="896"/>
                    <a:pt x="567" y="783"/>
                    <a:pt x="567" y="663"/>
                  </a:cubicBezTo>
                  <a:cubicBezTo>
                    <a:pt x="567" y="634"/>
                    <a:pt x="567" y="571"/>
                    <a:pt x="595" y="514"/>
                  </a:cubicBezTo>
                  <a:cubicBezTo>
                    <a:pt x="595" y="458"/>
                    <a:pt x="623" y="366"/>
                    <a:pt x="623" y="281"/>
                  </a:cubicBezTo>
                  <a:cubicBezTo>
                    <a:pt x="595" y="189"/>
                    <a:pt x="532" y="104"/>
                    <a:pt x="475" y="40"/>
                  </a:cubicBezTo>
                  <a:cubicBezTo>
                    <a:pt x="435" y="20"/>
                    <a:pt x="391" y="0"/>
                    <a:pt x="3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49"/>
            <p:cNvSpPr/>
            <p:nvPr/>
          </p:nvSpPr>
          <p:spPr>
            <a:xfrm>
              <a:off x="3928411" y="2028278"/>
              <a:ext cx="11030" cy="59854"/>
            </a:xfrm>
            <a:custGeom>
              <a:avLst/>
              <a:gdLst/>
              <a:ahLst/>
              <a:cxnLst/>
              <a:rect l="l" t="t" r="r" b="b"/>
              <a:pathLst>
                <a:path w="326" h="1769" extrusionOk="0">
                  <a:moveTo>
                    <a:pt x="35" y="0"/>
                  </a:moveTo>
                  <a:cubicBezTo>
                    <a:pt x="0" y="35"/>
                    <a:pt x="0" y="64"/>
                    <a:pt x="0" y="92"/>
                  </a:cubicBezTo>
                  <a:cubicBezTo>
                    <a:pt x="212" y="594"/>
                    <a:pt x="212" y="1182"/>
                    <a:pt x="0" y="1684"/>
                  </a:cubicBezTo>
                  <a:cubicBezTo>
                    <a:pt x="0" y="1712"/>
                    <a:pt x="0" y="1769"/>
                    <a:pt x="35" y="1769"/>
                  </a:cubicBezTo>
                  <a:lnTo>
                    <a:pt x="64" y="1769"/>
                  </a:lnTo>
                  <a:cubicBezTo>
                    <a:pt x="92" y="1769"/>
                    <a:pt x="120" y="1769"/>
                    <a:pt x="120" y="1740"/>
                  </a:cubicBezTo>
                  <a:cubicBezTo>
                    <a:pt x="326" y="1210"/>
                    <a:pt x="326" y="594"/>
                    <a:pt x="120" y="64"/>
                  </a:cubicBezTo>
                  <a:cubicBezTo>
                    <a:pt x="92" y="35"/>
                    <a:pt x="64" y="0"/>
                    <a:pt x="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49"/>
            <p:cNvSpPr/>
            <p:nvPr/>
          </p:nvSpPr>
          <p:spPr>
            <a:xfrm>
              <a:off x="3941573" y="2027296"/>
              <a:ext cx="14854" cy="68990"/>
            </a:xfrm>
            <a:custGeom>
              <a:avLst/>
              <a:gdLst/>
              <a:ahLst/>
              <a:cxnLst/>
              <a:rect l="l" t="t" r="r" b="b"/>
              <a:pathLst>
                <a:path w="439" h="2039" extrusionOk="0">
                  <a:moveTo>
                    <a:pt x="85" y="1"/>
                  </a:moveTo>
                  <a:cubicBezTo>
                    <a:pt x="57" y="29"/>
                    <a:pt x="28" y="64"/>
                    <a:pt x="57" y="93"/>
                  </a:cubicBezTo>
                  <a:cubicBezTo>
                    <a:pt x="319" y="680"/>
                    <a:pt x="290" y="1387"/>
                    <a:pt x="0" y="1946"/>
                  </a:cubicBezTo>
                  <a:cubicBezTo>
                    <a:pt x="0" y="1975"/>
                    <a:pt x="0" y="2038"/>
                    <a:pt x="28" y="2038"/>
                  </a:cubicBezTo>
                  <a:lnTo>
                    <a:pt x="57" y="2038"/>
                  </a:lnTo>
                  <a:cubicBezTo>
                    <a:pt x="85" y="2038"/>
                    <a:pt x="85" y="2038"/>
                    <a:pt x="113" y="2010"/>
                  </a:cubicBezTo>
                  <a:cubicBezTo>
                    <a:pt x="439" y="1416"/>
                    <a:pt x="439" y="652"/>
                    <a:pt x="142" y="29"/>
                  </a:cubicBezTo>
                  <a:cubicBezTo>
                    <a:pt x="142" y="1"/>
                    <a:pt x="113" y="1"/>
                    <a:pt x="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49"/>
            <p:cNvSpPr/>
            <p:nvPr/>
          </p:nvSpPr>
          <p:spPr>
            <a:xfrm>
              <a:off x="3622264" y="2026924"/>
              <a:ext cx="24903" cy="64320"/>
            </a:xfrm>
            <a:custGeom>
              <a:avLst/>
              <a:gdLst/>
              <a:ahLst/>
              <a:cxnLst/>
              <a:rect l="l" t="t" r="r" b="b"/>
              <a:pathLst>
                <a:path w="736" h="1901" extrusionOk="0">
                  <a:moveTo>
                    <a:pt x="417" y="0"/>
                  </a:moveTo>
                  <a:cubicBezTo>
                    <a:pt x="367" y="0"/>
                    <a:pt x="309" y="20"/>
                    <a:pt x="269" y="40"/>
                  </a:cubicBezTo>
                  <a:cubicBezTo>
                    <a:pt x="205" y="104"/>
                    <a:pt x="149" y="189"/>
                    <a:pt x="149" y="281"/>
                  </a:cubicBezTo>
                  <a:cubicBezTo>
                    <a:pt x="120" y="366"/>
                    <a:pt x="149" y="458"/>
                    <a:pt x="149" y="514"/>
                  </a:cubicBezTo>
                  <a:cubicBezTo>
                    <a:pt x="177" y="571"/>
                    <a:pt x="177" y="634"/>
                    <a:pt x="177" y="663"/>
                  </a:cubicBezTo>
                  <a:cubicBezTo>
                    <a:pt x="177" y="783"/>
                    <a:pt x="149" y="896"/>
                    <a:pt x="64" y="896"/>
                  </a:cubicBezTo>
                  <a:lnTo>
                    <a:pt x="64" y="924"/>
                  </a:lnTo>
                  <a:cubicBezTo>
                    <a:pt x="28" y="924"/>
                    <a:pt x="0" y="960"/>
                    <a:pt x="0" y="988"/>
                  </a:cubicBezTo>
                  <a:cubicBezTo>
                    <a:pt x="20" y="1008"/>
                    <a:pt x="44" y="1028"/>
                    <a:pt x="66" y="1028"/>
                  </a:cubicBezTo>
                  <a:cubicBezTo>
                    <a:pt x="75" y="1028"/>
                    <a:pt x="84" y="1025"/>
                    <a:pt x="92" y="1016"/>
                  </a:cubicBezTo>
                  <a:cubicBezTo>
                    <a:pt x="120" y="1016"/>
                    <a:pt x="120" y="1016"/>
                    <a:pt x="120" y="1045"/>
                  </a:cubicBezTo>
                  <a:cubicBezTo>
                    <a:pt x="149" y="1045"/>
                    <a:pt x="177" y="1073"/>
                    <a:pt x="177" y="1101"/>
                  </a:cubicBezTo>
                  <a:cubicBezTo>
                    <a:pt x="205" y="1137"/>
                    <a:pt x="177" y="1193"/>
                    <a:pt x="177" y="1250"/>
                  </a:cubicBezTo>
                  <a:lnTo>
                    <a:pt x="177" y="1278"/>
                  </a:lnTo>
                  <a:cubicBezTo>
                    <a:pt x="149" y="1455"/>
                    <a:pt x="177" y="1604"/>
                    <a:pt x="269" y="1724"/>
                  </a:cubicBezTo>
                  <a:cubicBezTo>
                    <a:pt x="325" y="1809"/>
                    <a:pt x="446" y="1901"/>
                    <a:pt x="559" y="1901"/>
                  </a:cubicBezTo>
                  <a:cubicBezTo>
                    <a:pt x="594" y="1901"/>
                    <a:pt x="651" y="1872"/>
                    <a:pt x="707" y="1844"/>
                  </a:cubicBezTo>
                  <a:cubicBezTo>
                    <a:pt x="736" y="1809"/>
                    <a:pt x="736" y="1780"/>
                    <a:pt x="707" y="1752"/>
                  </a:cubicBezTo>
                  <a:cubicBezTo>
                    <a:pt x="707" y="1738"/>
                    <a:pt x="693" y="1731"/>
                    <a:pt x="676" y="1731"/>
                  </a:cubicBezTo>
                  <a:cubicBezTo>
                    <a:pt x="658" y="1731"/>
                    <a:pt x="637" y="1738"/>
                    <a:pt x="623" y="1752"/>
                  </a:cubicBezTo>
                  <a:cubicBezTo>
                    <a:pt x="597" y="1768"/>
                    <a:pt x="570" y="1775"/>
                    <a:pt x="542" y="1775"/>
                  </a:cubicBezTo>
                  <a:cubicBezTo>
                    <a:pt x="471" y="1775"/>
                    <a:pt x="400" y="1728"/>
                    <a:pt x="354" y="1667"/>
                  </a:cubicBezTo>
                  <a:cubicBezTo>
                    <a:pt x="297" y="1575"/>
                    <a:pt x="269" y="1455"/>
                    <a:pt x="297" y="1313"/>
                  </a:cubicBezTo>
                  <a:lnTo>
                    <a:pt x="297" y="1278"/>
                  </a:lnTo>
                  <a:cubicBezTo>
                    <a:pt x="297" y="1193"/>
                    <a:pt x="325" y="1137"/>
                    <a:pt x="297" y="1045"/>
                  </a:cubicBezTo>
                  <a:cubicBezTo>
                    <a:pt x="269" y="1016"/>
                    <a:pt x="241" y="988"/>
                    <a:pt x="205" y="960"/>
                  </a:cubicBezTo>
                  <a:cubicBezTo>
                    <a:pt x="269" y="868"/>
                    <a:pt x="297" y="783"/>
                    <a:pt x="297" y="663"/>
                  </a:cubicBezTo>
                  <a:cubicBezTo>
                    <a:pt x="297" y="606"/>
                    <a:pt x="297" y="542"/>
                    <a:pt x="269" y="514"/>
                  </a:cubicBezTo>
                  <a:cubicBezTo>
                    <a:pt x="269" y="429"/>
                    <a:pt x="241" y="366"/>
                    <a:pt x="269" y="309"/>
                  </a:cubicBezTo>
                  <a:cubicBezTo>
                    <a:pt x="269" y="252"/>
                    <a:pt x="297" y="160"/>
                    <a:pt x="354" y="132"/>
                  </a:cubicBezTo>
                  <a:cubicBezTo>
                    <a:pt x="373" y="132"/>
                    <a:pt x="395" y="120"/>
                    <a:pt x="416" y="120"/>
                  </a:cubicBezTo>
                  <a:cubicBezTo>
                    <a:pt x="426" y="120"/>
                    <a:pt x="436" y="123"/>
                    <a:pt x="446" y="132"/>
                  </a:cubicBezTo>
                  <a:cubicBezTo>
                    <a:pt x="474" y="132"/>
                    <a:pt x="502" y="104"/>
                    <a:pt x="502" y="75"/>
                  </a:cubicBezTo>
                  <a:cubicBezTo>
                    <a:pt x="502" y="40"/>
                    <a:pt x="502" y="12"/>
                    <a:pt x="474" y="12"/>
                  </a:cubicBezTo>
                  <a:cubicBezTo>
                    <a:pt x="457" y="4"/>
                    <a:pt x="438" y="0"/>
                    <a:pt x="41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49"/>
            <p:cNvSpPr/>
            <p:nvPr/>
          </p:nvSpPr>
          <p:spPr>
            <a:xfrm>
              <a:off x="3600474" y="2028278"/>
              <a:ext cx="11978" cy="59854"/>
            </a:xfrm>
            <a:custGeom>
              <a:avLst/>
              <a:gdLst/>
              <a:ahLst/>
              <a:cxnLst/>
              <a:rect l="l" t="t" r="r" b="b"/>
              <a:pathLst>
                <a:path w="354" h="1769" extrusionOk="0">
                  <a:moveTo>
                    <a:pt x="290" y="0"/>
                  </a:moveTo>
                  <a:cubicBezTo>
                    <a:pt x="262" y="0"/>
                    <a:pt x="234" y="35"/>
                    <a:pt x="234" y="64"/>
                  </a:cubicBezTo>
                  <a:cubicBezTo>
                    <a:pt x="0" y="594"/>
                    <a:pt x="0" y="1210"/>
                    <a:pt x="205" y="1740"/>
                  </a:cubicBezTo>
                  <a:cubicBezTo>
                    <a:pt x="234" y="1769"/>
                    <a:pt x="234" y="1769"/>
                    <a:pt x="262" y="1769"/>
                  </a:cubicBezTo>
                  <a:lnTo>
                    <a:pt x="290" y="1769"/>
                  </a:lnTo>
                  <a:cubicBezTo>
                    <a:pt x="319" y="1769"/>
                    <a:pt x="319" y="1712"/>
                    <a:pt x="319" y="1684"/>
                  </a:cubicBezTo>
                  <a:cubicBezTo>
                    <a:pt x="113" y="1182"/>
                    <a:pt x="113" y="594"/>
                    <a:pt x="319" y="92"/>
                  </a:cubicBezTo>
                  <a:cubicBezTo>
                    <a:pt x="354" y="64"/>
                    <a:pt x="319" y="35"/>
                    <a:pt x="2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49"/>
            <p:cNvSpPr/>
            <p:nvPr/>
          </p:nvSpPr>
          <p:spPr>
            <a:xfrm>
              <a:off x="3583454" y="2027296"/>
              <a:ext cx="14887" cy="68990"/>
            </a:xfrm>
            <a:custGeom>
              <a:avLst/>
              <a:gdLst/>
              <a:ahLst/>
              <a:cxnLst/>
              <a:rect l="l" t="t" r="r" b="b"/>
              <a:pathLst>
                <a:path w="440" h="2039" extrusionOk="0">
                  <a:moveTo>
                    <a:pt x="355" y="1"/>
                  </a:moveTo>
                  <a:cubicBezTo>
                    <a:pt x="326" y="1"/>
                    <a:pt x="291" y="1"/>
                    <a:pt x="291" y="29"/>
                  </a:cubicBezTo>
                  <a:cubicBezTo>
                    <a:pt x="1" y="652"/>
                    <a:pt x="29" y="1416"/>
                    <a:pt x="326" y="2010"/>
                  </a:cubicBezTo>
                  <a:cubicBezTo>
                    <a:pt x="355" y="2038"/>
                    <a:pt x="355" y="2038"/>
                    <a:pt x="383" y="2038"/>
                  </a:cubicBezTo>
                  <a:lnTo>
                    <a:pt x="411" y="2038"/>
                  </a:lnTo>
                  <a:cubicBezTo>
                    <a:pt x="440" y="2038"/>
                    <a:pt x="440" y="1975"/>
                    <a:pt x="440" y="1946"/>
                  </a:cubicBezTo>
                  <a:cubicBezTo>
                    <a:pt x="150" y="1387"/>
                    <a:pt x="114" y="680"/>
                    <a:pt x="383" y="93"/>
                  </a:cubicBezTo>
                  <a:cubicBezTo>
                    <a:pt x="411" y="64"/>
                    <a:pt x="383" y="29"/>
                    <a:pt x="3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7" name="Google Shape;1547;p49"/>
          <p:cNvGrpSpPr/>
          <p:nvPr/>
        </p:nvGrpSpPr>
        <p:grpSpPr>
          <a:xfrm>
            <a:off x="949165" y="3256375"/>
            <a:ext cx="360758" cy="258297"/>
            <a:chOff x="4992850" y="4345375"/>
            <a:chExt cx="607336" cy="638400"/>
          </a:xfrm>
        </p:grpSpPr>
        <p:sp>
          <p:nvSpPr>
            <p:cNvPr id="1548" name="Google Shape;1548;p49"/>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49"/>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0" name="Google Shape;1550;p49"/>
          <p:cNvSpPr/>
          <p:nvPr/>
        </p:nvSpPr>
        <p:spPr>
          <a:xfrm>
            <a:off x="8086475" y="1368550"/>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1" name="Google Shape;1551;p49"/>
          <p:cNvGrpSpPr/>
          <p:nvPr/>
        </p:nvGrpSpPr>
        <p:grpSpPr>
          <a:xfrm>
            <a:off x="2444020" y="1036956"/>
            <a:ext cx="234196" cy="188409"/>
            <a:chOff x="5151797" y="479071"/>
            <a:chExt cx="234196" cy="188409"/>
          </a:xfrm>
        </p:grpSpPr>
        <p:sp>
          <p:nvSpPr>
            <p:cNvPr id="1552" name="Google Shape;1552;p49"/>
            <p:cNvSpPr/>
            <p:nvPr/>
          </p:nvSpPr>
          <p:spPr>
            <a:xfrm>
              <a:off x="5151797" y="479071"/>
              <a:ext cx="122220" cy="188409"/>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49"/>
            <p:cNvSpPr/>
            <p:nvPr/>
          </p:nvSpPr>
          <p:spPr>
            <a:xfrm>
              <a:off x="5261402" y="479071"/>
              <a:ext cx="124590" cy="188409"/>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4" name="Google Shape;1554;p49"/>
          <p:cNvGrpSpPr/>
          <p:nvPr/>
        </p:nvGrpSpPr>
        <p:grpSpPr>
          <a:xfrm>
            <a:off x="5015754" y="2840822"/>
            <a:ext cx="234788" cy="188409"/>
            <a:chOff x="6428979" y="917397"/>
            <a:chExt cx="234788" cy="188409"/>
          </a:xfrm>
        </p:grpSpPr>
        <p:sp>
          <p:nvSpPr>
            <p:cNvPr id="1555" name="Google Shape;1555;p49"/>
            <p:cNvSpPr/>
            <p:nvPr/>
          </p:nvSpPr>
          <p:spPr>
            <a:xfrm>
              <a:off x="6538500" y="917397"/>
              <a:ext cx="125267" cy="188409"/>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49"/>
            <p:cNvSpPr/>
            <p:nvPr/>
          </p:nvSpPr>
          <p:spPr>
            <a:xfrm>
              <a:off x="6428979" y="917397"/>
              <a:ext cx="122220" cy="188409"/>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7" name="Google Shape;1557;p49"/>
          <p:cNvSpPr/>
          <p:nvPr/>
        </p:nvSpPr>
        <p:spPr>
          <a:xfrm>
            <a:off x="2891575" y="4038750"/>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itle 2">
            <a:extLst>
              <a:ext uri="{FF2B5EF4-FFF2-40B4-BE49-F238E27FC236}">
                <a16:creationId xmlns:a16="http://schemas.microsoft.com/office/drawing/2014/main" id="{C96CD9AF-66A9-5E19-2B83-98FBFED02173}"/>
              </a:ext>
            </a:extLst>
          </p:cNvPr>
          <p:cNvSpPr>
            <a:spLocks noGrp="1"/>
          </p:cNvSpPr>
          <p:nvPr>
            <p:ph type="title"/>
          </p:nvPr>
        </p:nvSpPr>
        <p:spPr>
          <a:xfrm>
            <a:off x="245847" y="1921394"/>
            <a:ext cx="4873596" cy="995739"/>
          </a:xfrm>
        </p:spPr>
        <p:txBody>
          <a:bodyPr/>
          <a:lstStyle/>
          <a:p>
            <a:r>
              <a:rPr lang="en-IN" dirty="0"/>
              <a:t>Exponential Tree</a:t>
            </a:r>
          </a:p>
        </p:txBody>
      </p:sp>
      <p:sp>
        <p:nvSpPr>
          <p:cNvPr id="6" name="Google Shape;910;p41">
            <a:extLst>
              <a:ext uri="{FF2B5EF4-FFF2-40B4-BE49-F238E27FC236}">
                <a16:creationId xmlns:a16="http://schemas.microsoft.com/office/drawing/2014/main" id="{0CB193E8-279A-E6AB-F91C-9A48270C8390}"/>
              </a:ext>
            </a:extLst>
          </p:cNvPr>
          <p:cNvSpPr txBox="1">
            <a:spLocks/>
          </p:cNvSpPr>
          <p:nvPr/>
        </p:nvSpPr>
        <p:spPr>
          <a:xfrm>
            <a:off x="222177" y="710727"/>
            <a:ext cx="1652100" cy="9159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6000" b="1" dirty="0">
                <a:solidFill>
                  <a:schemeClr val="accent2"/>
                </a:solidFill>
                <a:latin typeface="Poppins" panose="00000500000000000000" pitchFamily="2" charset="0"/>
                <a:cs typeface="Poppins" panose="00000500000000000000" pitchFamily="2" charset="0"/>
              </a:rPr>
              <a:t>05</a:t>
            </a:r>
          </a:p>
        </p:txBody>
      </p:sp>
      <p:grpSp>
        <p:nvGrpSpPr>
          <p:cNvPr id="7" name="Google Shape;2130;p55">
            <a:extLst>
              <a:ext uri="{FF2B5EF4-FFF2-40B4-BE49-F238E27FC236}">
                <a16:creationId xmlns:a16="http://schemas.microsoft.com/office/drawing/2014/main" id="{694BE736-665E-71D2-86CC-7740F75C3C59}"/>
              </a:ext>
            </a:extLst>
          </p:cNvPr>
          <p:cNvGrpSpPr/>
          <p:nvPr/>
        </p:nvGrpSpPr>
        <p:grpSpPr>
          <a:xfrm>
            <a:off x="1013016" y="3505053"/>
            <a:ext cx="2767169" cy="1349560"/>
            <a:chOff x="1304137" y="3281421"/>
            <a:chExt cx="2767169" cy="1349560"/>
          </a:xfrm>
        </p:grpSpPr>
        <p:sp>
          <p:nvSpPr>
            <p:cNvPr id="8" name="Google Shape;2131;p55">
              <a:extLst>
                <a:ext uri="{FF2B5EF4-FFF2-40B4-BE49-F238E27FC236}">
                  <a16:creationId xmlns:a16="http://schemas.microsoft.com/office/drawing/2014/main" id="{BF0FC7C6-6F04-F386-D6F5-D378B47E20DD}"/>
                </a:ext>
              </a:extLst>
            </p:cNvPr>
            <p:cNvSpPr/>
            <p:nvPr/>
          </p:nvSpPr>
          <p:spPr>
            <a:xfrm>
              <a:off x="2303172" y="3281421"/>
              <a:ext cx="122220" cy="188409"/>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132;p55">
              <a:extLst>
                <a:ext uri="{FF2B5EF4-FFF2-40B4-BE49-F238E27FC236}">
                  <a16:creationId xmlns:a16="http://schemas.microsoft.com/office/drawing/2014/main" id="{552FF8A8-8BA5-5B46-2BA3-F0D09282DDDC}"/>
                </a:ext>
              </a:extLst>
            </p:cNvPr>
            <p:cNvSpPr/>
            <p:nvPr/>
          </p:nvSpPr>
          <p:spPr>
            <a:xfrm>
              <a:off x="2412777" y="3281421"/>
              <a:ext cx="124590" cy="188409"/>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133;p55">
              <a:extLst>
                <a:ext uri="{FF2B5EF4-FFF2-40B4-BE49-F238E27FC236}">
                  <a16:creationId xmlns:a16="http://schemas.microsoft.com/office/drawing/2014/main" id="{AC23FECE-835A-5C87-6DB5-90C9EAABE2E0}"/>
                </a:ext>
              </a:extLst>
            </p:cNvPr>
            <p:cNvSpPr/>
            <p:nvPr/>
          </p:nvSpPr>
          <p:spPr>
            <a:xfrm>
              <a:off x="3946025" y="4442572"/>
              <a:ext cx="125267" cy="188409"/>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134;p55">
              <a:extLst>
                <a:ext uri="{FF2B5EF4-FFF2-40B4-BE49-F238E27FC236}">
                  <a16:creationId xmlns:a16="http://schemas.microsoft.com/office/drawing/2014/main" id="{1A38192A-5E13-F8C5-8324-23AD3F3E0ABC}"/>
                </a:ext>
              </a:extLst>
            </p:cNvPr>
            <p:cNvSpPr/>
            <p:nvPr/>
          </p:nvSpPr>
          <p:spPr>
            <a:xfrm>
              <a:off x="3836504" y="4442572"/>
              <a:ext cx="122220" cy="188409"/>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135;p55">
              <a:extLst>
                <a:ext uri="{FF2B5EF4-FFF2-40B4-BE49-F238E27FC236}">
                  <a16:creationId xmlns:a16="http://schemas.microsoft.com/office/drawing/2014/main" id="{BC4BDC7A-9D46-25F7-FCCC-D2D0C766079B}"/>
                </a:ext>
              </a:extLst>
            </p:cNvPr>
            <p:cNvSpPr/>
            <p:nvPr/>
          </p:nvSpPr>
          <p:spPr>
            <a:xfrm>
              <a:off x="1306786" y="3503060"/>
              <a:ext cx="449684" cy="83468"/>
            </a:xfrm>
            <a:custGeom>
              <a:avLst/>
              <a:gdLst/>
              <a:ahLst/>
              <a:cxnLst/>
              <a:rect l="l" t="t" r="r" b="b"/>
              <a:pathLst>
                <a:path w="4924" h="914" extrusionOk="0">
                  <a:moveTo>
                    <a:pt x="439" y="1"/>
                  </a:moveTo>
                  <a:cubicBezTo>
                    <a:pt x="205" y="1"/>
                    <a:pt x="0" y="206"/>
                    <a:pt x="0" y="446"/>
                  </a:cubicBezTo>
                  <a:cubicBezTo>
                    <a:pt x="0" y="708"/>
                    <a:pt x="205" y="913"/>
                    <a:pt x="439" y="913"/>
                  </a:cubicBezTo>
                  <a:lnTo>
                    <a:pt x="4450" y="913"/>
                  </a:lnTo>
                  <a:cubicBezTo>
                    <a:pt x="4719" y="913"/>
                    <a:pt x="4924" y="708"/>
                    <a:pt x="4924" y="446"/>
                  </a:cubicBezTo>
                  <a:cubicBezTo>
                    <a:pt x="4924" y="206"/>
                    <a:pt x="4719" y="1"/>
                    <a:pt x="4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136;p55">
              <a:extLst>
                <a:ext uri="{FF2B5EF4-FFF2-40B4-BE49-F238E27FC236}">
                  <a16:creationId xmlns:a16="http://schemas.microsoft.com/office/drawing/2014/main" id="{040E0F05-D10F-1EE3-83BE-F4082A50C7C1}"/>
                </a:ext>
              </a:extLst>
            </p:cNvPr>
            <p:cNvSpPr/>
            <p:nvPr/>
          </p:nvSpPr>
          <p:spPr>
            <a:xfrm>
              <a:off x="1837186" y="3503060"/>
              <a:ext cx="355436" cy="83468"/>
            </a:xfrm>
            <a:custGeom>
              <a:avLst/>
              <a:gdLst/>
              <a:ahLst/>
              <a:cxnLst/>
              <a:rect l="l" t="t" r="r" b="b"/>
              <a:pathLst>
                <a:path w="3892" h="914" extrusionOk="0">
                  <a:moveTo>
                    <a:pt x="467" y="1"/>
                  </a:moveTo>
                  <a:cubicBezTo>
                    <a:pt x="234" y="1"/>
                    <a:pt x="29" y="178"/>
                    <a:pt x="0" y="411"/>
                  </a:cubicBezTo>
                  <a:cubicBezTo>
                    <a:pt x="0" y="680"/>
                    <a:pt x="205" y="913"/>
                    <a:pt x="467" y="913"/>
                  </a:cubicBezTo>
                  <a:lnTo>
                    <a:pt x="3445" y="913"/>
                  </a:lnTo>
                  <a:cubicBezTo>
                    <a:pt x="3714" y="913"/>
                    <a:pt x="3891" y="708"/>
                    <a:pt x="3891" y="446"/>
                  </a:cubicBezTo>
                  <a:cubicBezTo>
                    <a:pt x="3891" y="206"/>
                    <a:pt x="3714" y="1"/>
                    <a:pt x="34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137;p55">
              <a:extLst>
                <a:ext uri="{FF2B5EF4-FFF2-40B4-BE49-F238E27FC236}">
                  <a16:creationId xmlns:a16="http://schemas.microsoft.com/office/drawing/2014/main" id="{5AFFF2E5-AAB9-7EC1-A88F-DCF42FC6F911}"/>
                </a:ext>
              </a:extLst>
            </p:cNvPr>
            <p:cNvSpPr/>
            <p:nvPr/>
          </p:nvSpPr>
          <p:spPr>
            <a:xfrm>
              <a:off x="2679635" y="3503060"/>
              <a:ext cx="877449" cy="83468"/>
            </a:xfrm>
            <a:custGeom>
              <a:avLst/>
              <a:gdLst/>
              <a:ahLst/>
              <a:cxnLst/>
              <a:rect l="l" t="t" r="r" b="b"/>
              <a:pathLst>
                <a:path w="9608" h="914" extrusionOk="0">
                  <a:moveTo>
                    <a:pt x="439" y="1"/>
                  </a:moveTo>
                  <a:cubicBezTo>
                    <a:pt x="205" y="1"/>
                    <a:pt x="0" y="206"/>
                    <a:pt x="0" y="446"/>
                  </a:cubicBezTo>
                  <a:cubicBezTo>
                    <a:pt x="0" y="708"/>
                    <a:pt x="205" y="913"/>
                    <a:pt x="439" y="913"/>
                  </a:cubicBezTo>
                  <a:lnTo>
                    <a:pt x="9169" y="913"/>
                  </a:lnTo>
                  <a:cubicBezTo>
                    <a:pt x="9402" y="913"/>
                    <a:pt x="9607" y="708"/>
                    <a:pt x="9607" y="446"/>
                  </a:cubicBezTo>
                  <a:cubicBezTo>
                    <a:pt x="9607" y="206"/>
                    <a:pt x="9402" y="1"/>
                    <a:pt x="9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138;p55">
              <a:extLst>
                <a:ext uri="{FF2B5EF4-FFF2-40B4-BE49-F238E27FC236}">
                  <a16:creationId xmlns:a16="http://schemas.microsoft.com/office/drawing/2014/main" id="{7C12088B-12F0-4AC5-FCBB-AA3EA73ABD91}"/>
                </a:ext>
              </a:extLst>
            </p:cNvPr>
            <p:cNvSpPr/>
            <p:nvPr/>
          </p:nvSpPr>
          <p:spPr>
            <a:xfrm>
              <a:off x="3651306" y="3503060"/>
              <a:ext cx="339272" cy="83468"/>
            </a:xfrm>
            <a:custGeom>
              <a:avLst/>
              <a:gdLst/>
              <a:ahLst/>
              <a:cxnLst/>
              <a:rect l="l" t="t" r="r" b="b"/>
              <a:pathLst>
                <a:path w="3715" h="914" extrusionOk="0">
                  <a:moveTo>
                    <a:pt x="474" y="1"/>
                  </a:moveTo>
                  <a:cubicBezTo>
                    <a:pt x="205" y="1"/>
                    <a:pt x="0" y="206"/>
                    <a:pt x="0" y="446"/>
                  </a:cubicBezTo>
                  <a:cubicBezTo>
                    <a:pt x="0" y="708"/>
                    <a:pt x="205" y="913"/>
                    <a:pt x="474" y="913"/>
                  </a:cubicBezTo>
                  <a:lnTo>
                    <a:pt x="3240" y="913"/>
                  </a:lnTo>
                  <a:cubicBezTo>
                    <a:pt x="3509" y="913"/>
                    <a:pt x="3714" y="708"/>
                    <a:pt x="3714" y="446"/>
                  </a:cubicBezTo>
                  <a:cubicBezTo>
                    <a:pt x="3714" y="206"/>
                    <a:pt x="3509" y="1"/>
                    <a:pt x="32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139;p55">
              <a:extLst>
                <a:ext uri="{FF2B5EF4-FFF2-40B4-BE49-F238E27FC236}">
                  <a16:creationId xmlns:a16="http://schemas.microsoft.com/office/drawing/2014/main" id="{D8A9CF38-CAA3-35E7-F429-0DD0128892D2}"/>
                </a:ext>
              </a:extLst>
            </p:cNvPr>
            <p:cNvSpPr/>
            <p:nvPr/>
          </p:nvSpPr>
          <p:spPr>
            <a:xfrm>
              <a:off x="2927028" y="3705331"/>
              <a:ext cx="807677" cy="83376"/>
            </a:xfrm>
            <a:custGeom>
              <a:avLst/>
              <a:gdLst/>
              <a:ahLst/>
              <a:cxnLst/>
              <a:rect l="l" t="t" r="r" b="b"/>
              <a:pathLst>
                <a:path w="8844" h="913" extrusionOk="0">
                  <a:moveTo>
                    <a:pt x="446" y="0"/>
                  </a:moveTo>
                  <a:cubicBezTo>
                    <a:pt x="206" y="0"/>
                    <a:pt x="1" y="205"/>
                    <a:pt x="1" y="467"/>
                  </a:cubicBezTo>
                  <a:cubicBezTo>
                    <a:pt x="1" y="708"/>
                    <a:pt x="206" y="913"/>
                    <a:pt x="446" y="913"/>
                  </a:cubicBezTo>
                  <a:lnTo>
                    <a:pt x="8405" y="913"/>
                  </a:lnTo>
                  <a:cubicBezTo>
                    <a:pt x="8638" y="913"/>
                    <a:pt x="8844" y="708"/>
                    <a:pt x="8844" y="467"/>
                  </a:cubicBezTo>
                  <a:cubicBezTo>
                    <a:pt x="8844" y="205"/>
                    <a:pt x="8638" y="0"/>
                    <a:pt x="84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140;p55">
              <a:extLst>
                <a:ext uri="{FF2B5EF4-FFF2-40B4-BE49-F238E27FC236}">
                  <a16:creationId xmlns:a16="http://schemas.microsoft.com/office/drawing/2014/main" id="{84840153-13BF-3AE0-846E-69B2E888C424}"/>
                </a:ext>
              </a:extLst>
            </p:cNvPr>
            <p:cNvSpPr/>
            <p:nvPr/>
          </p:nvSpPr>
          <p:spPr>
            <a:xfrm>
              <a:off x="3805001" y="3705331"/>
              <a:ext cx="236531" cy="83376"/>
            </a:xfrm>
            <a:custGeom>
              <a:avLst/>
              <a:gdLst/>
              <a:ahLst/>
              <a:cxnLst/>
              <a:rect l="l" t="t" r="r" b="b"/>
              <a:pathLst>
                <a:path w="2590" h="913" extrusionOk="0">
                  <a:moveTo>
                    <a:pt x="439" y="0"/>
                  </a:moveTo>
                  <a:cubicBezTo>
                    <a:pt x="206" y="0"/>
                    <a:pt x="1" y="205"/>
                    <a:pt x="1" y="467"/>
                  </a:cubicBezTo>
                  <a:cubicBezTo>
                    <a:pt x="1" y="708"/>
                    <a:pt x="206" y="913"/>
                    <a:pt x="439" y="913"/>
                  </a:cubicBezTo>
                  <a:lnTo>
                    <a:pt x="2151" y="913"/>
                  </a:lnTo>
                  <a:cubicBezTo>
                    <a:pt x="2385" y="913"/>
                    <a:pt x="2590" y="708"/>
                    <a:pt x="2590" y="467"/>
                  </a:cubicBezTo>
                  <a:cubicBezTo>
                    <a:pt x="2590" y="205"/>
                    <a:pt x="2385" y="0"/>
                    <a:pt x="21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141;p55">
              <a:extLst>
                <a:ext uri="{FF2B5EF4-FFF2-40B4-BE49-F238E27FC236}">
                  <a16:creationId xmlns:a16="http://schemas.microsoft.com/office/drawing/2014/main" id="{C86DF4A9-0025-DECA-3B94-7F12DBDB115F}"/>
                </a:ext>
              </a:extLst>
            </p:cNvPr>
            <p:cNvSpPr/>
            <p:nvPr/>
          </p:nvSpPr>
          <p:spPr>
            <a:xfrm>
              <a:off x="2679635" y="3705331"/>
              <a:ext cx="172604" cy="83376"/>
            </a:xfrm>
            <a:custGeom>
              <a:avLst/>
              <a:gdLst/>
              <a:ahLst/>
              <a:cxnLst/>
              <a:rect l="l" t="t" r="r" b="b"/>
              <a:pathLst>
                <a:path w="1890" h="913" extrusionOk="0">
                  <a:moveTo>
                    <a:pt x="439" y="0"/>
                  </a:moveTo>
                  <a:cubicBezTo>
                    <a:pt x="205" y="0"/>
                    <a:pt x="0" y="205"/>
                    <a:pt x="0" y="467"/>
                  </a:cubicBezTo>
                  <a:cubicBezTo>
                    <a:pt x="0" y="708"/>
                    <a:pt x="205" y="913"/>
                    <a:pt x="439" y="913"/>
                  </a:cubicBezTo>
                  <a:lnTo>
                    <a:pt x="1443" y="913"/>
                  </a:lnTo>
                  <a:cubicBezTo>
                    <a:pt x="1677" y="913"/>
                    <a:pt x="1889" y="708"/>
                    <a:pt x="1889" y="467"/>
                  </a:cubicBezTo>
                  <a:cubicBezTo>
                    <a:pt x="1889" y="205"/>
                    <a:pt x="1677" y="0"/>
                    <a:pt x="14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142;p55">
              <a:extLst>
                <a:ext uri="{FF2B5EF4-FFF2-40B4-BE49-F238E27FC236}">
                  <a16:creationId xmlns:a16="http://schemas.microsoft.com/office/drawing/2014/main" id="{6273BF06-54F4-2F13-DC4D-61A305333BE3}"/>
                </a:ext>
              </a:extLst>
            </p:cNvPr>
            <p:cNvSpPr/>
            <p:nvPr/>
          </p:nvSpPr>
          <p:spPr>
            <a:xfrm>
              <a:off x="2133071" y="3705331"/>
              <a:ext cx="430962" cy="83376"/>
            </a:xfrm>
            <a:custGeom>
              <a:avLst/>
              <a:gdLst/>
              <a:ahLst/>
              <a:cxnLst/>
              <a:rect l="l" t="t" r="r" b="b"/>
              <a:pathLst>
                <a:path w="4719" h="913" extrusionOk="0">
                  <a:moveTo>
                    <a:pt x="446" y="0"/>
                  </a:moveTo>
                  <a:cubicBezTo>
                    <a:pt x="205" y="0"/>
                    <a:pt x="0" y="205"/>
                    <a:pt x="0" y="467"/>
                  </a:cubicBezTo>
                  <a:cubicBezTo>
                    <a:pt x="0" y="708"/>
                    <a:pt x="205" y="913"/>
                    <a:pt x="446" y="913"/>
                  </a:cubicBezTo>
                  <a:lnTo>
                    <a:pt x="4450" y="913"/>
                  </a:lnTo>
                  <a:cubicBezTo>
                    <a:pt x="4599" y="913"/>
                    <a:pt x="4719" y="792"/>
                    <a:pt x="4719" y="644"/>
                  </a:cubicBezTo>
                  <a:lnTo>
                    <a:pt x="4719" y="290"/>
                  </a:lnTo>
                  <a:cubicBezTo>
                    <a:pt x="4719" y="142"/>
                    <a:pt x="4599" y="0"/>
                    <a:pt x="44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143;p55">
              <a:extLst>
                <a:ext uri="{FF2B5EF4-FFF2-40B4-BE49-F238E27FC236}">
                  <a16:creationId xmlns:a16="http://schemas.microsoft.com/office/drawing/2014/main" id="{AFF5B801-8B5E-B533-20E0-C51DD8C1ACF7}"/>
                </a:ext>
              </a:extLst>
            </p:cNvPr>
            <p:cNvSpPr/>
            <p:nvPr/>
          </p:nvSpPr>
          <p:spPr>
            <a:xfrm>
              <a:off x="1492170" y="3705331"/>
              <a:ext cx="565392" cy="83376"/>
            </a:xfrm>
            <a:custGeom>
              <a:avLst/>
              <a:gdLst/>
              <a:ahLst/>
              <a:cxnLst/>
              <a:rect l="l" t="t" r="r" b="b"/>
              <a:pathLst>
                <a:path w="6191" h="913" extrusionOk="0">
                  <a:moveTo>
                    <a:pt x="298" y="0"/>
                  </a:moveTo>
                  <a:cubicBezTo>
                    <a:pt x="121" y="0"/>
                    <a:pt x="1" y="142"/>
                    <a:pt x="1" y="290"/>
                  </a:cubicBezTo>
                  <a:lnTo>
                    <a:pt x="1" y="644"/>
                  </a:lnTo>
                  <a:cubicBezTo>
                    <a:pt x="1" y="792"/>
                    <a:pt x="121" y="913"/>
                    <a:pt x="298" y="913"/>
                  </a:cubicBezTo>
                  <a:lnTo>
                    <a:pt x="5724" y="913"/>
                  </a:lnTo>
                  <a:cubicBezTo>
                    <a:pt x="5985" y="913"/>
                    <a:pt x="6191" y="708"/>
                    <a:pt x="6191" y="467"/>
                  </a:cubicBezTo>
                  <a:cubicBezTo>
                    <a:pt x="6191" y="205"/>
                    <a:pt x="5985" y="0"/>
                    <a:pt x="5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44;p55">
              <a:extLst>
                <a:ext uri="{FF2B5EF4-FFF2-40B4-BE49-F238E27FC236}">
                  <a16:creationId xmlns:a16="http://schemas.microsoft.com/office/drawing/2014/main" id="{D93A8081-870D-3699-2268-6CA2F3F4FAEA}"/>
                </a:ext>
              </a:extLst>
            </p:cNvPr>
            <p:cNvSpPr/>
            <p:nvPr/>
          </p:nvSpPr>
          <p:spPr>
            <a:xfrm>
              <a:off x="1306786" y="3705331"/>
              <a:ext cx="94430" cy="83376"/>
            </a:xfrm>
            <a:custGeom>
              <a:avLst/>
              <a:gdLst/>
              <a:ahLst/>
              <a:cxnLst/>
              <a:rect l="l" t="t" r="r" b="b"/>
              <a:pathLst>
                <a:path w="1034" h="913" extrusionOk="0">
                  <a:moveTo>
                    <a:pt x="439" y="0"/>
                  </a:moveTo>
                  <a:cubicBezTo>
                    <a:pt x="205" y="0"/>
                    <a:pt x="0" y="205"/>
                    <a:pt x="0" y="467"/>
                  </a:cubicBezTo>
                  <a:cubicBezTo>
                    <a:pt x="0" y="708"/>
                    <a:pt x="205" y="913"/>
                    <a:pt x="439" y="913"/>
                  </a:cubicBezTo>
                  <a:lnTo>
                    <a:pt x="587" y="913"/>
                  </a:lnTo>
                  <a:cubicBezTo>
                    <a:pt x="828" y="913"/>
                    <a:pt x="1033" y="708"/>
                    <a:pt x="1033" y="467"/>
                  </a:cubicBezTo>
                  <a:cubicBezTo>
                    <a:pt x="1033" y="205"/>
                    <a:pt x="828" y="0"/>
                    <a:pt x="58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145;p55">
              <a:extLst>
                <a:ext uri="{FF2B5EF4-FFF2-40B4-BE49-F238E27FC236}">
                  <a16:creationId xmlns:a16="http://schemas.microsoft.com/office/drawing/2014/main" id="{3B03E047-BA72-06FD-C00E-3D579637FD0B}"/>
                </a:ext>
              </a:extLst>
            </p:cNvPr>
            <p:cNvSpPr/>
            <p:nvPr/>
          </p:nvSpPr>
          <p:spPr>
            <a:xfrm>
              <a:off x="1304137" y="3909429"/>
              <a:ext cx="971788" cy="83468"/>
            </a:xfrm>
            <a:custGeom>
              <a:avLst/>
              <a:gdLst/>
              <a:ahLst/>
              <a:cxnLst/>
              <a:rect l="l" t="t" r="r" b="b"/>
              <a:pathLst>
                <a:path w="10641" h="914" extrusionOk="0">
                  <a:moveTo>
                    <a:pt x="532" y="1"/>
                  </a:moveTo>
                  <a:cubicBezTo>
                    <a:pt x="234" y="1"/>
                    <a:pt x="1" y="206"/>
                    <a:pt x="1" y="475"/>
                  </a:cubicBezTo>
                  <a:cubicBezTo>
                    <a:pt x="1" y="708"/>
                    <a:pt x="234" y="913"/>
                    <a:pt x="532" y="913"/>
                  </a:cubicBezTo>
                  <a:lnTo>
                    <a:pt x="10082" y="913"/>
                  </a:lnTo>
                  <a:cubicBezTo>
                    <a:pt x="10372" y="913"/>
                    <a:pt x="10641" y="708"/>
                    <a:pt x="10641" y="475"/>
                  </a:cubicBezTo>
                  <a:cubicBezTo>
                    <a:pt x="10641" y="206"/>
                    <a:pt x="10372" y="1"/>
                    <a:pt x="100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146;p55">
              <a:extLst>
                <a:ext uri="{FF2B5EF4-FFF2-40B4-BE49-F238E27FC236}">
                  <a16:creationId xmlns:a16="http://schemas.microsoft.com/office/drawing/2014/main" id="{146B770E-AB48-5372-877D-BF34FA261EED}"/>
                </a:ext>
              </a:extLst>
            </p:cNvPr>
            <p:cNvSpPr/>
            <p:nvPr/>
          </p:nvSpPr>
          <p:spPr>
            <a:xfrm>
              <a:off x="2728036" y="3909429"/>
              <a:ext cx="918180" cy="83468"/>
            </a:xfrm>
            <a:custGeom>
              <a:avLst/>
              <a:gdLst/>
              <a:ahLst/>
              <a:cxnLst/>
              <a:rect l="l" t="t" r="r" b="b"/>
              <a:pathLst>
                <a:path w="10054" h="914" extrusionOk="0">
                  <a:moveTo>
                    <a:pt x="326" y="1"/>
                  </a:moveTo>
                  <a:cubicBezTo>
                    <a:pt x="121" y="1"/>
                    <a:pt x="1" y="206"/>
                    <a:pt x="1" y="475"/>
                  </a:cubicBezTo>
                  <a:cubicBezTo>
                    <a:pt x="1" y="708"/>
                    <a:pt x="121" y="913"/>
                    <a:pt x="326" y="913"/>
                  </a:cubicBezTo>
                  <a:lnTo>
                    <a:pt x="9728" y="913"/>
                  </a:lnTo>
                  <a:cubicBezTo>
                    <a:pt x="9905" y="913"/>
                    <a:pt x="10053" y="708"/>
                    <a:pt x="10053" y="475"/>
                  </a:cubicBezTo>
                  <a:cubicBezTo>
                    <a:pt x="10053" y="206"/>
                    <a:pt x="9905" y="1"/>
                    <a:pt x="97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147;p55">
              <a:extLst>
                <a:ext uri="{FF2B5EF4-FFF2-40B4-BE49-F238E27FC236}">
                  <a16:creationId xmlns:a16="http://schemas.microsoft.com/office/drawing/2014/main" id="{6755FF2E-38BA-2B27-B9B2-3D2C7302091E}"/>
                </a:ext>
              </a:extLst>
            </p:cNvPr>
            <p:cNvSpPr/>
            <p:nvPr/>
          </p:nvSpPr>
          <p:spPr>
            <a:xfrm>
              <a:off x="3734592" y="3909429"/>
              <a:ext cx="336715" cy="83468"/>
            </a:xfrm>
            <a:custGeom>
              <a:avLst/>
              <a:gdLst/>
              <a:ahLst/>
              <a:cxnLst/>
              <a:rect l="l" t="t" r="r" b="b"/>
              <a:pathLst>
                <a:path w="3687" h="914" extrusionOk="0">
                  <a:moveTo>
                    <a:pt x="446" y="1"/>
                  </a:moveTo>
                  <a:cubicBezTo>
                    <a:pt x="206" y="1"/>
                    <a:pt x="1" y="206"/>
                    <a:pt x="1" y="475"/>
                  </a:cubicBezTo>
                  <a:cubicBezTo>
                    <a:pt x="1" y="708"/>
                    <a:pt x="206" y="913"/>
                    <a:pt x="446" y="913"/>
                  </a:cubicBezTo>
                  <a:lnTo>
                    <a:pt x="3248" y="913"/>
                  </a:lnTo>
                  <a:cubicBezTo>
                    <a:pt x="3481" y="913"/>
                    <a:pt x="3686" y="708"/>
                    <a:pt x="3686" y="475"/>
                  </a:cubicBezTo>
                  <a:cubicBezTo>
                    <a:pt x="3686" y="206"/>
                    <a:pt x="3481" y="1"/>
                    <a:pt x="32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148;p55">
              <a:extLst>
                <a:ext uri="{FF2B5EF4-FFF2-40B4-BE49-F238E27FC236}">
                  <a16:creationId xmlns:a16="http://schemas.microsoft.com/office/drawing/2014/main" id="{0A722FD4-A6A8-3E9C-094C-F8AB800554EA}"/>
                </a:ext>
              </a:extLst>
            </p:cNvPr>
            <p:cNvSpPr/>
            <p:nvPr/>
          </p:nvSpPr>
          <p:spPr>
            <a:xfrm>
              <a:off x="2994241" y="4114257"/>
              <a:ext cx="982747" cy="83376"/>
            </a:xfrm>
            <a:custGeom>
              <a:avLst/>
              <a:gdLst/>
              <a:ahLst/>
              <a:cxnLst/>
              <a:rect l="l" t="t" r="r" b="b"/>
              <a:pathLst>
                <a:path w="10761" h="913" extrusionOk="0">
                  <a:moveTo>
                    <a:pt x="446" y="0"/>
                  </a:moveTo>
                  <a:cubicBezTo>
                    <a:pt x="213" y="0"/>
                    <a:pt x="0" y="205"/>
                    <a:pt x="0" y="439"/>
                  </a:cubicBezTo>
                  <a:cubicBezTo>
                    <a:pt x="0" y="708"/>
                    <a:pt x="213" y="913"/>
                    <a:pt x="446" y="913"/>
                  </a:cubicBezTo>
                  <a:lnTo>
                    <a:pt x="10322" y="913"/>
                  </a:lnTo>
                  <a:cubicBezTo>
                    <a:pt x="10584" y="913"/>
                    <a:pt x="10761" y="708"/>
                    <a:pt x="10761" y="439"/>
                  </a:cubicBezTo>
                  <a:cubicBezTo>
                    <a:pt x="10761" y="205"/>
                    <a:pt x="10584" y="0"/>
                    <a:pt x="103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149;p55">
              <a:extLst>
                <a:ext uri="{FF2B5EF4-FFF2-40B4-BE49-F238E27FC236}">
                  <a16:creationId xmlns:a16="http://schemas.microsoft.com/office/drawing/2014/main" id="{45E7D15E-8DAE-BAF4-3FA5-6654D1F7C5D9}"/>
                </a:ext>
              </a:extLst>
            </p:cNvPr>
            <p:cNvSpPr/>
            <p:nvPr/>
          </p:nvSpPr>
          <p:spPr>
            <a:xfrm>
              <a:off x="1527695" y="4114257"/>
              <a:ext cx="775348" cy="83376"/>
            </a:xfrm>
            <a:custGeom>
              <a:avLst/>
              <a:gdLst/>
              <a:ahLst/>
              <a:cxnLst/>
              <a:rect l="l" t="t" r="r" b="b"/>
              <a:pathLst>
                <a:path w="8490" h="913" extrusionOk="0">
                  <a:moveTo>
                    <a:pt x="468" y="0"/>
                  </a:moveTo>
                  <a:cubicBezTo>
                    <a:pt x="206" y="0"/>
                    <a:pt x="1" y="205"/>
                    <a:pt x="1" y="439"/>
                  </a:cubicBezTo>
                  <a:cubicBezTo>
                    <a:pt x="1" y="708"/>
                    <a:pt x="206" y="913"/>
                    <a:pt x="468" y="913"/>
                  </a:cubicBezTo>
                  <a:lnTo>
                    <a:pt x="8044" y="913"/>
                  </a:lnTo>
                  <a:cubicBezTo>
                    <a:pt x="8278" y="913"/>
                    <a:pt x="8490" y="708"/>
                    <a:pt x="8490" y="439"/>
                  </a:cubicBezTo>
                  <a:cubicBezTo>
                    <a:pt x="8490" y="205"/>
                    <a:pt x="8278" y="0"/>
                    <a:pt x="80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150;p55">
              <a:extLst>
                <a:ext uri="{FF2B5EF4-FFF2-40B4-BE49-F238E27FC236}">
                  <a16:creationId xmlns:a16="http://schemas.microsoft.com/office/drawing/2014/main" id="{4320F8B1-CB10-B15B-8E05-BE532D30CEC8}"/>
                </a:ext>
              </a:extLst>
            </p:cNvPr>
            <p:cNvSpPr/>
            <p:nvPr/>
          </p:nvSpPr>
          <p:spPr>
            <a:xfrm>
              <a:off x="2351423" y="4114257"/>
              <a:ext cx="503383" cy="83376"/>
            </a:xfrm>
            <a:custGeom>
              <a:avLst/>
              <a:gdLst/>
              <a:ahLst/>
              <a:cxnLst/>
              <a:rect l="l" t="t" r="r" b="b"/>
              <a:pathLst>
                <a:path w="5512" h="913" extrusionOk="0">
                  <a:moveTo>
                    <a:pt x="467" y="0"/>
                  </a:moveTo>
                  <a:cubicBezTo>
                    <a:pt x="206" y="0"/>
                    <a:pt x="0" y="205"/>
                    <a:pt x="0" y="439"/>
                  </a:cubicBezTo>
                  <a:cubicBezTo>
                    <a:pt x="0" y="708"/>
                    <a:pt x="206" y="913"/>
                    <a:pt x="467" y="913"/>
                  </a:cubicBezTo>
                  <a:lnTo>
                    <a:pt x="5066" y="913"/>
                  </a:lnTo>
                  <a:cubicBezTo>
                    <a:pt x="5306" y="913"/>
                    <a:pt x="5511" y="708"/>
                    <a:pt x="5511" y="439"/>
                  </a:cubicBezTo>
                  <a:cubicBezTo>
                    <a:pt x="5511" y="205"/>
                    <a:pt x="5306" y="0"/>
                    <a:pt x="50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151;p55">
              <a:extLst>
                <a:ext uri="{FF2B5EF4-FFF2-40B4-BE49-F238E27FC236}">
                  <a16:creationId xmlns:a16="http://schemas.microsoft.com/office/drawing/2014/main" id="{9D840B30-0333-64C0-ED8B-3C029C89E3EE}"/>
                </a:ext>
              </a:extLst>
            </p:cNvPr>
            <p:cNvSpPr/>
            <p:nvPr/>
          </p:nvSpPr>
          <p:spPr>
            <a:xfrm>
              <a:off x="1837186" y="4318994"/>
              <a:ext cx="150595" cy="80911"/>
            </a:xfrm>
            <a:custGeom>
              <a:avLst/>
              <a:gdLst/>
              <a:ahLst/>
              <a:cxnLst/>
              <a:rect l="l" t="t" r="r" b="b"/>
              <a:pathLst>
                <a:path w="1649" h="886" extrusionOk="0">
                  <a:moveTo>
                    <a:pt x="467" y="1"/>
                  </a:moveTo>
                  <a:cubicBezTo>
                    <a:pt x="205" y="1"/>
                    <a:pt x="0" y="178"/>
                    <a:pt x="0" y="439"/>
                  </a:cubicBezTo>
                  <a:cubicBezTo>
                    <a:pt x="0" y="673"/>
                    <a:pt x="205" y="885"/>
                    <a:pt x="467" y="885"/>
                  </a:cubicBezTo>
                  <a:lnTo>
                    <a:pt x="1175" y="885"/>
                  </a:lnTo>
                  <a:cubicBezTo>
                    <a:pt x="1443" y="885"/>
                    <a:pt x="1649" y="673"/>
                    <a:pt x="1649" y="439"/>
                  </a:cubicBezTo>
                  <a:cubicBezTo>
                    <a:pt x="1649" y="178"/>
                    <a:pt x="1443" y="1"/>
                    <a:pt x="11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152;p55">
              <a:extLst>
                <a:ext uri="{FF2B5EF4-FFF2-40B4-BE49-F238E27FC236}">
                  <a16:creationId xmlns:a16="http://schemas.microsoft.com/office/drawing/2014/main" id="{1EC134D7-8998-5D5F-9125-5DB242D22DDA}"/>
                </a:ext>
              </a:extLst>
            </p:cNvPr>
            <p:cNvSpPr/>
            <p:nvPr/>
          </p:nvSpPr>
          <p:spPr>
            <a:xfrm>
              <a:off x="1306786" y="4318994"/>
              <a:ext cx="401281" cy="80911"/>
            </a:xfrm>
            <a:custGeom>
              <a:avLst/>
              <a:gdLst/>
              <a:ahLst/>
              <a:cxnLst/>
              <a:rect l="l" t="t" r="r" b="b"/>
              <a:pathLst>
                <a:path w="4394" h="886" extrusionOk="0">
                  <a:moveTo>
                    <a:pt x="439" y="1"/>
                  </a:moveTo>
                  <a:cubicBezTo>
                    <a:pt x="205" y="1"/>
                    <a:pt x="0" y="178"/>
                    <a:pt x="0" y="439"/>
                  </a:cubicBezTo>
                  <a:cubicBezTo>
                    <a:pt x="0" y="673"/>
                    <a:pt x="205" y="885"/>
                    <a:pt x="439" y="885"/>
                  </a:cubicBezTo>
                  <a:lnTo>
                    <a:pt x="4393" y="885"/>
                  </a:lnTo>
                  <a:lnTo>
                    <a:pt x="43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153;p55">
              <a:extLst>
                <a:ext uri="{FF2B5EF4-FFF2-40B4-BE49-F238E27FC236}">
                  <a16:creationId xmlns:a16="http://schemas.microsoft.com/office/drawing/2014/main" id="{4A08B617-3659-429B-EC60-D6E230A11E60}"/>
                </a:ext>
              </a:extLst>
            </p:cNvPr>
            <p:cNvSpPr/>
            <p:nvPr/>
          </p:nvSpPr>
          <p:spPr>
            <a:xfrm>
              <a:off x="2041292" y="4318994"/>
              <a:ext cx="140275" cy="80911"/>
            </a:xfrm>
            <a:custGeom>
              <a:avLst/>
              <a:gdLst/>
              <a:ahLst/>
              <a:cxnLst/>
              <a:rect l="l" t="t" r="r" b="b"/>
              <a:pathLst>
                <a:path w="1536" h="886" extrusionOk="0">
                  <a:moveTo>
                    <a:pt x="475" y="1"/>
                  </a:moveTo>
                  <a:cubicBezTo>
                    <a:pt x="213" y="1"/>
                    <a:pt x="1" y="178"/>
                    <a:pt x="1" y="439"/>
                  </a:cubicBezTo>
                  <a:cubicBezTo>
                    <a:pt x="1" y="673"/>
                    <a:pt x="213" y="885"/>
                    <a:pt x="475" y="885"/>
                  </a:cubicBezTo>
                  <a:lnTo>
                    <a:pt x="1062" y="885"/>
                  </a:lnTo>
                  <a:cubicBezTo>
                    <a:pt x="1331" y="885"/>
                    <a:pt x="1536" y="673"/>
                    <a:pt x="1536" y="439"/>
                  </a:cubicBezTo>
                  <a:cubicBezTo>
                    <a:pt x="1536" y="178"/>
                    <a:pt x="1331" y="1"/>
                    <a:pt x="10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154;p55">
              <a:extLst>
                <a:ext uri="{FF2B5EF4-FFF2-40B4-BE49-F238E27FC236}">
                  <a16:creationId xmlns:a16="http://schemas.microsoft.com/office/drawing/2014/main" id="{EE314EED-6A89-3FC3-02F0-26DA831FF2D7}"/>
                </a:ext>
              </a:extLst>
            </p:cNvPr>
            <p:cNvSpPr/>
            <p:nvPr/>
          </p:nvSpPr>
          <p:spPr>
            <a:xfrm>
              <a:off x="2235169" y="4318994"/>
              <a:ext cx="624753" cy="80911"/>
            </a:xfrm>
            <a:custGeom>
              <a:avLst/>
              <a:gdLst/>
              <a:ahLst/>
              <a:cxnLst/>
              <a:rect l="l" t="t" r="r" b="b"/>
              <a:pathLst>
                <a:path w="6841" h="886" extrusionOk="0">
                  <a:moveTo>
                    <a:pt x="474" y="1"/>
                  </a:moveTo>
                  <a:cubicBezTo>
                    <a:pt x="212" y="1"/>
                    <a:pt x="0" y="178"/>
                    <a:pt x="0" y="439"/>
                  </a:cubicBezTo>
                  <a:cubicBezTo>
                    <a:pt x="0" y="673"/>
                    <a:pt x="212" y="885"/>
                    <a:pt x="474" y="885"/>
                  </a:cubicBezTo>
                  <a:lnTo>
                    <a:pt x="6402" y="885"/>
                  </a:lnTo>
                  <a:cubicBezTo>
                    <a:pt x="6664" y="885"/>
                    <a:pt x="6841" y="673"/>
                    <a:pt x="6841" y="439"/>
                  </a:cubicBezTo>
                  <a:cubicBezTo>
                    <a:pt x="6841" y="178"/>
                    <a:pt x="6664" y="1"/>
                    <a:pt x="6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155;p55">
              <a:extLst>
                <a:ext uri="{FF2B5EF4-FFF2-40B4-BE49-F238E27FC236}">
                  <a16:creationId xmlns:a16="http://schemas.microsoft.com/office/drawing/2014/main" id="{A1DAAF2C-B611-68C1-715A-07A2386240B4}"/>
                </a:ext>
              </a:extLst>
            </p:cNvPr>
            <p:cNvSpPr/>
            <p:nvPr/>
          </p:nvSpPr>
          <p:spPr>
            <a:xfrm>
              <a:off x="2949036" y="4318994"/>
              <a:ext cx="282376" cy="80911"/>
            </a:xfrm>
            <a:custGeom>
              <a:avLst/>
              <a:gdLst/>
              <a:ahLst/>
              <a:cxnLst/>
              <a:rect l="l" t="t" r="r" b="b"/>
              <a:pathLst>
                <a:path w="3092" h="886" extrusionOk="0">
                  <a:moveTo>
                    <a:pt x="467" y="1"/>
                  </a:moveTo>
                  <a:cubicBezTo>
                    <a:pt x="205" y="1"/>
                    <a:pt x="0" y="178"/>
                    <a:pt x="0" y="439"/>
                  </a:cubicBezTo>
                  <a:cubicBezTo>
                    <a:pt x="0" y="673"/>
                    <a:pt x="205" y="885"/>
                    <a:pt x="467" y="885"/>
                  </a:cubicBezTo>
                  <a:lnTo>
                    <a:pt x="2653" y="885"/>
                  </a:lnTo>
                  <a:cubicBezTo>
                    <a:pt x="2887" y="885"/>
                    <a:pt x="3092" y="673"/>
                    <a:pt x="3092" y="439"/>
                  </a:cubicBezTo>
                  <a:cubicBezTo>
                    <a:pt x="3092" y="178"/>
                    <a:pt x="2887" y="1"/>
                    <a:pt x="26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156;p55">
              <a:extLst>
                <a:ext uri="{FF2B5EF4-FFF2-40B4-BE49-F238E27FC236}">
                  <a16:creationId xmlns:a16="http://schemas.microsoft.com/office/drawing/2014/main" id="{E0BE2AB1-697B-711E-0782-BBC9D8B524CF}"/>
                </a:ext>
              </a:extLst>
            </p:cNvPr>
            <p:cNvSpPr/>
            <p:nvPr/>
          </p:nvSpPr>
          <p:spPr>
            <a:xfrm>
              <a:off x="3352773" y="4318994"/>
              <a:ext cx="287582" cy="80911"/>
            </a:xfrm>
            <a:custGeom>
              <a:avLst/>
              <a:gdLst/>
              <a:ahLst/>
              <a:cxnLst/>
              <a:rect l="l" t="t" r="r" b="b"/>
              <a:pathLst>
                <a:path w="3149" h="886" extrusionOk="0">
                  <a:moveTo>
                    <a:pt x="468" y="1"/>
                  </a:moveTo>
                  <a:cubicBezTo>
                    <a:pt x="206" y="1"/>
                    <a:pt x="1" y="178"/>
                    <a:pt x="1" y="439"/>
                  </a:cubicBezTo>
                  <a:cubicBezTo>
                    <a:pt x="1" y="673"/>
                    <a:pt x="206" y="885"/>
                    <a:pt x="468" y="885"/>
                  </a:cubicBezTo>
                  <a:lnTo>
                    <a:pt x="2710" y="885"/>
                  </a:lnTo>
                  <a:cubicBezTo>
                    <a:pt x="2944" y="885"/>
                    <a:pt x="3149" y="673"/>
                    <a:pt x="3149" y="439"/>
                  </a:cubicBezTo>
                  <a:cubicBezTo>
                    <a:pt x="3149" y="178"/>
                    <a:pt x="2944" y="1"/>
                    <a:pt x="27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157;p55">
              <a:extLst>
                <a:ext uri="{FF2B5EF4-FFF2-40B4-BE49-F238E27FC236}">
                  <a16:creationId xmlns:a16="http://schemas.microsoft.com/office/drawing/2014/main" id="{92A1D045-1D82-AB3D-1D27-F571DAD5D3F1}"/>
                </a:ext>
              </a:extLst>
            </p:cNvPr>
            <p:cNvSpPr/>
            <p:nvPr/>
          </p:nvSpPr>
          <p:spPr>
            <a:xfrm>
              <a:off x="3785641" y="4318994"/>
              <a:ext cx="191326" cy="80911"/>
            </a:xfrm>
            <a:custGeom>
              <a:avLst/>
              <a:gdLst/>
              <a:ahLst/>
              <a:cxnLst/>
              <a:rect l="l" t="t" r="r" b="b"/>
              <a:pathLst>
                <a:path w="2095" h="886" extrusionOk="0">
                  <a:moveTo>
                    <a:pt x="446" y="1"/>
                  </a:moveTo>
                  <a:cubicBezTo>
                    <a:pt x="177" y="1"/>
                    <a:pt x="1" y="178"/>
                    <a:pt x="1" y="439"/>
                  </a:cubicBezTo>
                  <a:cubicBezTo>
                    <a:pt x="1" y="673"/>
                    <a:pt x="177" y="885"/>
                    <a:pt x="446" y="885"/>
                  </a:cubicBezTo>
                  <a:lnTo>
                    <a:pt x="1656" y="885"/>
                  </a:lnTo>
                  <a:cubicBezTo>
                    <a:pt x="1918" y="885"/>
                    <a:pt x="2095" y="673"/>
                    <a:pt x="2095" y="439"/>
                  </a:cubicBezTo>
                  <a:cubicBezTo>
                    <a:pt x="2095" y="178"/>
                    <a:pt x="1918" y="1"/>
                    <a:pt x="16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158;p55">
              <a:extLst>
                <a:ext uri="{FF2B5EF4-FFF2-40B4-BE49-F238E27FC236}">
                  <a16:creationId xmlns:a16="http://schemas.microsoft.com/office/drawing/2014/main" id="{7B7DC432-6039-9D08-EA6D-4BBBD8FF7D91}"/>
                </a:ext>
              </a:extLst>
            </p:cNvPr>
            <p:cNvSpPr/>
            <p:nvPr/>
          </p:nvSpPr>
          <p:spPr>
            <a:xfrm>
              <a:off x="1791251" y="4520534"/>
              <a:ext cx="595164" cy="83468"/>
            </a:xfrm>
            <a:custGeom>
              <a:avLst/>
              <a:gdLst/>
              <a:ahLst/>
              <a:cxnLst/>
              <a:rect l="l" t="t" r="r" b="b"/>
              <a:pathLst>
                <a:path w="6517" h="914" extrusionOk="0">
                  <a:moveTo>
                    <a:pt x="475" y="1"/>
                  </a:moveTo>
                  <a:cubicBezTo>
                    <a:pt x="206" y="1"/>
                    <a:pt x="1" y="206"/>
                    <a:pt x="1" y="475"/>
                  </a:cubicBezTo>
                  <a:cubicBezTo>
                    <a:pt x="1" y="708"/>
                    <a:pt x="206" y="914"/>
                    <a:pt x="475" y="914"/>
                  </a:cubicBezTo>
                  <a:lnTo>
                    <a:pt x="6042" y="914"/>
                  </a:lnTo>
                  <a:cubicBezTo>
                    <a:pt x="6311" y="914"/>
                    <a:pt x="6516" y="708"/>
                    <a:pt x="6516" y="475"/>
                  </a:cubicBezTo>
                  <a:cubicBezTo>
                    <a:pt x="6516" y="206"/>
                    <a:pt x="6311" y="1"/>
                    <a:pt x="60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159;p55">
              <a:extLst>
                <a:ext uri="{FF2B5EF4-FFF2-40B4-BE49-F238E27FC236}">
                  <a16:creationId xmlns:a16="http://schemas.microsoft.com/office/drawing/2014/main" id="{C49D7A10-F274-D260-C27F-092B2DB23985}"/>
                </a:ext>
              </a:extLst>
            </p:cNvPr>
            <p:cNvSpPr/>
            <p:nvPr/>
          </p:nvSpPr>
          <p:spPr>
            <a:xfrm>
              <a:off x="2501922" y="4520534"/>
              <a:ext cx="159088" cy="83468"/>
            </a:xfrm>
            <a:custGeom>
              <a:avLst/>
              <a:gdLst/>
              <a:ahLst/>
              <a:cxnLst/>
              <a:rect l="l" t="t" r="r" b="b"/>
              <a:pathLst>
                <a:path w="1742" h="914" extrusionOk="0">
                  <a:moveTo>
                    <a:pt x="439" y="1"/>
                  </a:moveTo>
                  <a:cubicBezTo>
                    <a:pt x="206" y="1"/>
                    <a:pt x="1" y="206"/>
                    <a:pt x="1" y="475"/>
                  </a:cubicBezTo>
                  <a:cubicBezTo>
                    <a:pt x="1" y="708"/>
                    <a:pt x="206" y="914"/>
                    <a:pt x="439" y="914"/>
                  </a:cubicBezTo>
                  <a:lnTo>
                    <a:pt x="1295" y="914"/>
                  </a:lnTo>
                  <a:cubicBezTo>
                    <a:pt x="1564" y="914"/>
                    <a:pt x="1741" y="708"/>
                    <a:pt x="1741" y="475"/>
                  </a:cubicBezTo>
                  <a:cubicBezTo>
                    <a:pt x="1741" y="206"/>
                    <a:pt x="1564" y="1"/>
                    <a:pt x="12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160;p55">
              <a:extLst>
                <a:ext uri="{FF2B5EF4-FFF2-40B4-BE49-F238E27FC236}">
                  <a16:creationId xmlns:a16="http://schemas.microsoft.com/office/drawing/2014/main" id="{07D2C858-8221-0836-3288-DB2C76608CCE}"/>
                </a:ext>
              </a:extLst>
            </p:cNvPr>
            <p:cNvSpPr/>
            <p:nvPr/>
          </p:nvSpPr>
          <p:spPr>
            <a:xfrm>
              <a:off x="2824929" y="4520534"/>
              <a:ext cx="473702" cy="83468"/>
            </a:xfrm>
            <a:custGeom>
              <a:avLst/>
              <a:gdLst/>
              <a:ahLst/>
              <a:cxnLst/>
              <a:rect l="l" t="t" r="r" b="b"/>
              <a:pathLst>
                <a:path w="5187" h="914" extrusionOk="0">
                  <a:moveTo>
                    <a:pt x="475" y="1"/>
                  </a:moveTo>
                  <a:cubicBezTo>
                    <a:pt x="206" y="1"/>
                    <a:pt x="1" y="206"/>
                    <a:pt x="1" y="475"/>
                  </a:cubicBezTo>
                  <a:cubicBezTo>
                    <a:pt x="1" y="708"/>
                    <a:pt x="206" y="914"/>
                    <a:pt x="475" y="914"/>
                  </a:cubicBezTo>
                  <a:lnTo>
                    <a:pt x="4720" y="914"/>
                  </a:lnTo>
                  <a:cubicBezTo>
                    <a:pt x="4981" y="914"/>
                    <a:pt x="5186" y="708"/>
                    <a:pt x="5186" y="475"/>
                  </a:cubicBezTo>
                  <a:cubicBezTo>
                    <a:pt x="5186" y="206"/>
                    <a:pt x="4981" y="1"/>
                    <a:pt x="472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161;p55">
              <a:extLst>
                <a:ext uri="{FF2B5EF4-FFF2-40B4-BE49-F238E27FC236}">
                  <a16:creationId xmlns:a16="http://schemas.microsoft.com/office/drawing/2014/main" id="{A20FBD87-C939-8615-A2AC-28C34ACB61B4}"/>
                </a:ext>
              </a:extLst>
            </p:cNvPr>
            <p:cNvSpPr/>
            <p:nvPr/>
          </p:nvSpPr>
          <p:spPr>
            <a:xfrm>
              <a:off x="3381905" y="4520534"/>
              <a:ext cx="387674" cy="83468"/>
            </a:xfrm>
            <a:custGeom>
              <a:avLst/>
              <a:gdLst/>
              <a:ahLst/>
              <a:cxnLst/>
              <a:rect l="l" t="t" r="r" b="b"/>
              <a:pathLst>
                <a:path w="4245" h="914" extrusionOk="0">
                  <a:moveTo>
                    <a:pt x="446" y="1"/>
                  </a:moveTo>
                  <a:cubicBezTo>
                    <a:pt x="212" y="1"/>
                    <a:pt x="0" y="206"/>
                    <a:pt x="0" y="475"/>
                  </a:cubicBezTo>
                  <a:cubicBezTo>
                    <a:pt x="0" y="708"/>
                    <a:pt x="212" y="914"/>
                    <a:pt x="446" y="914"/>
                  </a:cubicBezTo>
                  <a:lnTo>
                    <a:pt x="3778" y="914"/>
                  </a:lnTo>
                  <a:cubicBezTo>
                    <a:pt x="4040" y="914"/>
                    <a:pt x="4245" y="708"/>
                    <a:pt x="4245" y="475"/>
                  </a:cubicBezTo>
                  <a:cubicBezTo>
                    <a:pt x="4245" y="206"/>
                    <a:pt x="4040" y="1"/>
                    <a:pt x="37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162;p55">
              <a:extLst>
                <a:ext uri="{FF2B5EF4-FFF2-40B4-BE49-F238E27FC236}">
                  <a16:creationId xmlns:a16="http://schemas.microsoft.com/office/drawing/2014/main" id="{F261ED6F-235B-CED6-C0DD-4C79FE0BC561}"/>
                </a:ext>
              </a:extLst>
            </p:cNvPr>
            <p:cNvSpPr/>
            <p:nvPr/>
          </p:nvSpPr>
          <p:spPr>
            <a:xfrm>
              <a:off x="3199077" y="3322888"/>
              <a:ext cx="315345" cy="83376"/>
            </a:xfrm>
            <a:custGeom>
              <a:avLst/>
              <a:gdLst/>
              <a:ahLst/>
              <a:cxnLst/>
              <a:rect l="l" t="t" r="r" b="b"/>
              <a:pathLst>
                <a:path w="3453" h="913" extrusionOk="0">
                  <a:moveTo>
                    <a:pt x="446" y="0"/>
                  </a:moveTo>
                  <a:cubicBezTo>
                    <a:pt x="205" y="0"/>
                    <a:pt x="0" y="205"/>
                    <a:pt x="0" y="439"/>
                  </a:cubicBezTo>
                  <a:cubicBezTo>
                    <a:pt x="0" y="707"/>
                    <a:pt x="205" y="913"/>
                    <a:pt x="446" y="913"/>
                  </a:cubicBezTo>
                  <a:lnTo>
                    <a:pt x="2978" y="913"/>
                  </a:lnTo>
                  <a:cubicBezTo>
                    <a:pt x="3240" y="913"/>
                    <a:pt x="3452" y="707"/>
                    <a:pt x="3452" y="439"/>
                  </a:cubicBezTo>
                  <a:cubicBezTo>
                    <a:pt x="3452" y="205"/>
                    <a:pt x="3240" y="0"/>
                    <a:pt x="297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163;p55">
              <a:extLst>
                <a:ext uri="{FF2B5EF4-FFF2-40B4-BE49-F238E27FC236}">
                  <a16:creationId xmlns:a16="http://schemas.microsoft.com/office/drawing/2014/main" id="{3EE62E26-D00A-1071-A08B-F7ABA04AA99F}"/>
                </a:ext>
              </a:extLst>
            </p:cNvPr>
            <p:cNvSpPr/>
            <p:nvPr/>
          </p:nvSpPr>
          <p:spPr>
            <a:xfrm>
              <a:off x="2561373" y="3322888"/>
              <a:ext cx="158357" cy="83376"/>
            </a:xfrm>
            <a:custGeom>
              <a:avLst/>
              <a:gdLst/>
              <a:ahLst/>
              <a:cxnLst/>
              <a:rect l="l" t="t" r="r" b="b"/>
              <a:pathLst>
                <a:path w="1734" h="913" extrusionOk="0">
                  <a:moveTo>
                    <a:pt x="439" y="0"/>
                  </a:moveTo>
                  <a:cubicBezTo>
                    <a:pt x="206" y="0"/>
                    <a:pt x="1" y="205"/>
                    <a:pt x="1" y="439"/>
                  </a:cubicBezTo>
                  <a:cubicBezTo>
                    <a:pt x="1" y="707"/>
                    <a:pt x="206" y="913"/>
                    <a:pt x="439" y="913"/>
                  </a:cubicBezTo>
                  <a:lnTo>
                    <a:pt x="1295" y="913"/>
                  </a:lnTo>
                  <a:cubicBezTo>
                    <a:pt x="1529" y="913"/>
                    <a:pt x="1734" y="707"/>
                    <a:pt x="1734" y="439"/>
                  </a:cubicBezTo>
                  <a:cubicBezTo>
                    <a:pt x="1734" y="205"/>
                    <a:pt x="1529" y="0"/>
                    <a:pt x="12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164;p55">
              <a:extLst>
                <a:ext uri="{FF2B5EF4-FFF2-40B4-BE49-F238E27FC236}">
                  <a16:creationId xmlns:a16="http://schemas.microsoft.com/office/drawing/2014/main" id="{362514F3-9817-44B4-EF61-9746733769AB}"/>
                </a:ext>
              </a:extLst>
            </p:cNvPr>
            <p:cNvSpPr/>
            <p:nvPr/>
          </p:nvSpPr>
          <p:spPr>
            <a:xfrm>
              <a:off x="2797806" y="3322888"/>
              <a:ext cx="255984" cy="83376"/>
            </a:xfrm>
            <a:custGeom>
              <a:avLst/>
              <a:gdLst/>
              <a:ahLst/>
              <a:cxnLst/>
              <a:rect l="l" t="t" r="r" b="b"/>
              <a:pathLst>
                <a:path w="2803" h="913" extrusionOk="0">
                  <a:moveTo>
                    <a:pt x="447" y="0"/>
                  </a:moveTo>
                  <a:cubicBezTo>
                    <a:pt x="206" y="0"/>
                    <a:pt x="1" y="205"/>
                    <a:pt x="1" y="439"/>
                  </a:cubicBezTo>
                  <a:cubicBezTo>
                    <a:pt x="1" y="707"/>
                    <a:pt x="206" y="913"/>
                    <a:pt x="447" y="913"/>
                  </a:cubicBezTo>
                  <a:lnTo>
                    <a:pt x="2328" y="913"/>
                  </a:lnTo>
                  <a:cubicBezTo>
                    <a:pt x="2597" y="913"/>
                    <a:pt x="2802" y="707"/>
                    <a:pt x="2802" y="439"/>
                  </a:cubicBezTo>
                  <a:cubicBezTo>
                    <a:pt x="2802" y="205"/>
                    <a:pt x="2597" y="0"/>
                    <a:pt x="232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165;p55">
              <a:extLst>
                <a:ext uri="{FF2B5EF4-FFF2-40B4-BE49-F238E27FC236}">
                  <a16:creationId xmlns:a16="http://schemas.microsoft.com/office/drawing/2014/main" id="{C89D7A5F-40B1-72EB-FE2D-E0B043DF8753}"/>
                </a:ext>
              </a:extLst>
            </p:cNvPr>
            <p:cNvSpPr/>
            <p:nvPr/>
          </p:nvSpPr>
          <p:spPr>
            <a:xfrm>
              <a:off x="3667378" y="3322888"/>
              <a:ext cx="385208" cy="83376"/>
            </a:xfrm>
            <a:custGeom>
              <a:avLst/>
              <a:gdLst/>
              <a:ahLst/>
              <a:cxnLst/>
              <a:rect l="l" t="t" r="r" b="b"/>
              <a:pathLst>
                <a:path w="4218" h="913" extrusionOk="0">
                  <a:moveTo>
                    <a:pt x="447" y="0"/>
                  </a:moveTo>
                  <a:cubicBezTo>
                    <a:pt x="206" y="0"/>
                    <a:pt x="1" y="205"/>
                    <a:pt x="1" y="439"/>
                  </a:cubicBezTo>
                  <a:cubicBezTo>
                    <a:pt x="1" y="707"/>
                    <a:pt x="206" y="913"/>
                    <a:pt x="447" y="913"/>
                  </a:cubicBezTo>
                  <a:lnTo>
                    <a:pt x="3772" y="913"/>
                  </a:lnTo>
                  <a:cubicBezTo>
                    <a:pt x="4040" y="913"/>
                    <a:pt x="4217" y="707"/>
                    <a:pt x="4217" y="439"/>
                  </a:cubicBezTo>
                  <a:cubicBezTo>
                    <a:pt x="4217" y="205"/>
                    <a:pt x="4040" y="0"/>
                    <a:pt x="37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40"/>
          <p:cNvSpPr txBox="1">
            <a:spLocks noGrp="1"/>
          </p:cNvSpPr>
          <p:nvPr>
            <p:ph type="title"/>
          </p:nvPr>
        </p:nvSpPr>
        <p:spPr>
          <a:xfrm>
            <a:off x="814555" y="0"/>
            <a:ext cx="3631800" cy="1152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accent1"/>
                </a:solidFill>
              </a:rPr>
              <a:t>What!</a:t>
            </a:r>
            <a:endParaRPr dirty="0">
              <a:solidFill>
                <a:schemeClr val="accent1"/>
              </a:solidFill>
            </a:endParaRPr>
          </a:p>
        </p:txBody>
      </p:sp>
      <p:sp>
        <p:nvSpPr>
          <p:cNvPr id="767" name="Google Shape;767;p40"/>
          <p:cNvSpPr txBox="1">
            <a:spLocks noGrp="1"/>
          </p:cNvSpPr>
          <p:nvPr>
            <p:ph type="subTitle" idx="1"/>
          </p:nvPr>
        </p:nvSpPr>
        <p:spPr>
          <a:xfrm>
            <a:off x="109810" y="961221"/>
            <a:ext cx="5020799" cy="1765059"/>
          </a:xfrm>
          <a:prstGeom prst="rect">
            <a:avLst/>
          </a:prstGeom>
        </p:spPr>
        <p:txBody>
          <a:bodyPr spcFirstLastPara="1" wrap="square" lIns="91425" tIns="91425" rIns="91425" bIns="91425" anchor="t" anchorCtr="0">
            <a:noAutofit/>
          </a:bodyPr>
          <a:lstStyle/>
          <a:p>
            <a:pPr marL="285750" indent="-285750" algn="l">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Expression Tree is a binary tree in which the leaf nodes are operands and the interior nodes are operators.</a:t>
            </a:r>
          </a:p>
          <a:p>
            <a:pPr marL="285750" indent="-285750" algn="l">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The Expression tree is a binary trees because all of the operations are binary</a:t>
            </a:r>
          </a:p>
          <a:p>
            <a:pPr marL="285750" indent="-285750" algn="l">
              <a:buFont typeface="Arial" panose="020B0604020202020204" pitchFamily="34" charset="0"/>
              <a:buChar char="•"/>
            </a:pPr>
            <a:r>
              <a:rPr lang="en-US" dirty="0">
                <a:latin typeface="Times New Roman" pitchFamily="18" charset="0"/>
                <a:cs typeface="Times New Roman" pitchFamily="18" charset="0"/>
              </a:rPr>
              <a:t>Ex : A+B*C</a:t>
            </a:r>
          </a:p>
        </p:txBody>
      </p:sp>
      <p:sp>
        <p:nvSpPr>
          <p:cNvPr id="768" name="Google Shape;768;p40"/>
          <p:cNvSpPr/>
          <p:nvPr/>
        </p:nvSpPr>
        <p:spPr>
          <a:xfrm>
            <a:off x="7116875" y="63127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9" name="Google Shape;769;p40"/>
          <p:cNvGrpSpPr/>
          <p:nvPr/>
        </p:nvGrpSpPr>
        <p:grpSpPr>
          <a:xfrm>
            <a:off x="5167427" y="3788607"/>
            <a:ext cx="367931" cy="258169"/>
            <a:chOff x="4992850" y="4345375"/>
            <a:chExt cx="619413" cy="638400"/>
          </a:xfrm>
        </p:grpSpPr>
        <p:sp>
          <p:nvSpPr>
            <p:cNvPr id="770" name="Google Shape;770;p40"/>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40"/>
            <p:cNvSpPr/>
            <p:nvPr/>
          </p:nvSpPr>
          <p:spPr>
            <a:xfrm rot="10800000">
              <a:off x="5386363"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2" name="Google Shape;902;p40"/>
          <p:cNvGrpSpPr/>
          <p:nvPr/>
        </p:nvGrpSpPr>
        <p:grpSpPr>
          <a:xfrm>
            <a:off x="7993742" y="795370"/>
            <a:ext cx="234788" cy="188409"/>
            <a:chOff x="2275429" y="822072"/>
            <a:chExt cx="234788" cy="188409"/>
          </a:xfrm>
        </p:grpSpPr>
        <p:sp>
          <p:nvSpPr>
            <p:cNvPr id="903" name="Google Shape;903;p40"/>
            <p:cNvSpPr/>
            <p:nvPr/>
          </p:nvSpPr>
          <p:spPr>
            <a:xfrm>
              <a:off x="2384950" y="822072"/>
              <a:ext cx="125267" cy="188409"/>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0"/>
            <p:cNvSpPr/>
            <p:nvPr/>
          </p:nvSpPr>
          <p:spPr>
            <a:xfrm>
              <a:off x="2275429" y="822072"/>
              <a:ext cx="122220" cy="188409"/>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772;p40">
            <a:extLst>
              <a:ext uri="{FF2B5EF4-FFF2-40B4-BE49-F238E27FC236}">
                <a16:creationId xmlns:a16="http://schemas.microsoft.com/office/drawing/2014/main" id="{6C6C84E0-743F-6065-E16A-B80304EB5EFB}"/>
              </a:ext>
            </a:extLst>
          </p:cNvPr>
          <p:cNvGrpSpPr/>
          <p:nvPr/>
        </p:nvGrpSpPr>
        <p:grpSpPr>
          <a:xfrm flipH="1">
            <a:off x="5021417" y="1175397"/>
            <a:ext cx="3477573" cy="3336828"/>
            <a:chOff x="520010" y="913806"/>
            <a:chExt cx="4279321" cy="3689957"/>
          </a:xfrm>
        </p:grpSpPr>
        <p:grpSp>
          <p:nvGrpSpPr>
            <p:cNvPr id="3" name="Google Shape;773;p40">
              <a:extLst>
                <a:ext uri="{FF2B5EF4-FFF2-40B4-BE49-F238E27FC236}">
                  <a16:creationId xmlns:a16="http://schemas.microsoft.com/office/drawing/2014/main" id="{721685A4-19B9-6069-1B52-EF85B912E286}"/>
                </a:ext>
              </a:extLst>
            </p:cNvPr>
            <p:cNvGrpSpPr/>
            <p:nvPr/>
          </p:nvGrpSpPr>
          <p:grpSpPr>
            <a:xfrm>
              <a:off x="556838" y="1010468"/>
              <a:ext cx="4235148" cy="3496847"/>
              <a:chOff x="3257382" y="114825"/>
              <a:chExt cx="1326095" cy="1094954"/>
            </a:xfrm>
          </p:grpSpPr>
          <p:sp>
            <p:nvSpPr>
              <p:cNvPr id="715" name="Google Shape;774;p40">
                <a:extLst>
                  <a:ext uri="{FF2B5EF4-FFF2-40B4-BE49-F238E27FC236}">
                    <a16:creationId xmlns:a16="http://schemas.microsoft.com/office/drawing/2014/main" id="{7DDD3368-C219-4085-5BA0-65D51E0B5C9C}"/>
                  </a:ext>
                </a:extLst>
              </p:cNvPr>
              <p:cNvSpPr/>
              <p:nvPr/>
            </p:nvSpPr>
            <p:spPr>
              <a:xfrm>
                <a:off x="4310616" y="243907"/>
                <a:ext cx="272860" cy="341306"/>
              </a:xfrm>
              <a:custGeom>
                <a:avLst/>
                <a:gdLst/>
                <a:ahLst/>
                <a:cxnLst/>
                <a:rect l="l" t="t" r="r" b="b"/>
                <a:pathLst>
                  <a:path w="7690" h="9619" extrusionOk="0">
                    <a:moveTo>
                      <a:pt x="1814" y="0"/>
                    </a:moveTo>
                    <a:cubicBezTo>
                      <a:pt x="1314" y="0"/>
                      <a:pt x="835" y="161"/>
                      <a:pt x="503" y="527"/>
                    </a:cubicBezTo>
                    <a:cubicBezTo>
                      <a:pt x="114" y="938"/>
                      <a:pt x="1" y="1532"/>
                      <a:pt x="29" y="2063"/>
                    </a:cubicBezTo>
                    <a:cubicBezTo>
                      <a:pt x="57" y="2621"/>
                      <a:pt x="234" y="3152"/>
                      <a:pt x="383" y="3683"/>
                    </a:cubicBezTo>
                    <a:cubicBezTo>
                      <a:pt x="913" y="5777"/>
                      <a:pt x="149" y="9017"/>
                      <a:pt x="3064" y="9547"/>
                    </a:cubicBezTo>
                    <a:cubicBezTo>
                      <a:pt x="3307" y="9596"/>
                      <a:pt x="3542" y="9619"/>
                      <a:pt x="3768" y="9619"/>
                    </a:cubicBezTo>
                    <a:cubicBezTo>
                      <a:pt x="6281" y="9619"/>
                      <a:pt x="7690" y="6774"/>
                      <a:pt x="7365" y="4418"/>
                    </a:cubicBezTo>
                    <a:cubicBezTo>
                      <a:pt x="7252" y="3739"/>
                      <a:pt x="6983" y="3060"/>
                      <a:pt x="6573" y="2501"/>
                    </a:cubicBezTo>
                    <a:cubicBezTo>
                      <a:pt x="6276" y="2119"/>
                      <a:pt x="5922" y="1822"/>
                      <a:pt x="5512" y="1589"/>
                    </a:cubicBezTo>
                    <a:cubicBezTo>
                      <a:pt x="5129" y="1383"/>
                      <a:pt x="4684" y="1263"/>
                      <a:pt x="4274" y="1058"/>
                    </a:cubicBezTo>
                    <a:cubicBezTo>
                      <a:pt x="3863" y="825"/>
                      <a:pt x="3474" y="527"/>
                      <a:pt x="3064" y="322"/>
                    </a:cubicBezTo>
                    <a:cubicBezTo>
                      <a:pt x="2683" y="117"/>
                      <a:pt x="2240" y="0"/>
                      <a:pt x="1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75;p40">
                <a:extLst>
                  <a:ext uri="{FF2B5EF4-FFF2-40B4-BE49-F238E27FC236}">
                    <a16:creationId xmlns:a16="http://schemas.microsoft.com/office/drawing/2014/main" id="{16136738-6C80-10EE-4B46-0E3F353FB0A3}"/>
                  </a:ext>
                </a:extLst>
              </p:cNvPr>
              <p:cNvSpPr/>
              <p:nvPr/>
            </p:nvSpPr>
            <p:spPr>
              <a:xfrm>
                <a:off x="3257382" y="114825"/>
                <a:ext cx="1233017" cy="1094954"/>
              </a:xfrm>
              <a:custGeom>
                <a:avLst/>
                <a:gdLst/>
                <a:ahLst/>
                <a:cxnLst/>
                <a:rect l="l" t="t" r="r" b="b"/>
                <a:pathLst>
                  <a:path w="34750" h="30859" extrusionOk="0">
                    <a:moveTo>
                      <a:pt x="19927" y="1"/>
                    </a:moveTo>
                    <a:cubicBezTo>
                      <a:pt x="17317" y="1"/>
                      <a:pt x="14720" y="895"/>
                      <a:pt x="13116" y="2899"/>
                    </a:cubicBezTo>
                    <a:cubicBezTo>
                      <a:pt x="11970" y="4342"/>
                      <a:pt x="11440" y="6203"/>
                      <a:pt x="10492" y="7795"/>
                    </a:cubicBezTo>
                    <a:cubicBezTo>
                      <a:pt x="9346" y="9768"/>
                      <a:pt x="7606" y="11332"/>
                      <a:pt x="5837" y="12832"/>
                    </a:cubicBezTo>
                    <a:cubicBezTo>
                      <a:pt x="4542" y="13949"/>
                      <a:pt x="3184" y="15074"/>
                      <a:pt x="2208" y="16517"/>
                    </a:cubicBezTo>
                    <a:cubicBezTo>
                      <a:pt x="262" y="19290"/>
                      <a:pt x="1" y="23118"/>
                      <a:pt x="1472" y="26153"/>
                    </a:cubicBezTo>
                    <a:cubicBezTo>
                      <a:pt x="2859" y="28926"/>
                      <a:pt x="5250" y="30135"/>
                      <a:pt x="8221" y="30312"/>
                    </a:cubicBezTo>
                    <a:cubicBezTo>
                      <a:pt x="12027" y="30574"/>
                      <a:pt x="15826" y="30786"/>
                      <a:pt x="19632" y="30843"/>
                    </a:cubicBezTo>
                    <a:cubicBezTo>
                      <a:pt x="20489" y="30852"/>
                      <a:pt x="21343" y="30858"/>
                      <a:pt x="22195" y="30858"/>
                    </a:cubicBezTo>
                    <a:cubicBezTo>
                      <a:pt x="23952" y="30858"/>
                      <a:pt x="25703" y="30832"/>
                      <a:pt x="27470" y="30751"/>
                    </a:cubicBezTo>
                    <a:cubicBezTo>
                      <a:pt x="29126" y="30666"/>
                      <a:pt x="30894" y="30517"/>
                      <a:pt x="32246" y="29577"/>
                    </a:cubicBezTo>
                    <a:cubicBezTo>
                      <a:pt x="34042" y="28339"/>
                      <a:pt x="34750" y="25976"/>
                      <a:pt x="34488" y="23825"/>
                    </a:cubicBezTo>
                    <a:cubicBezTo>
                      <a:pt x="34219" y="21703"/>
                      <a:pt x="33102" y="19757"/>
                      <a:pt x="31863" y="17989"/>
                    </a:cubicBezTo>
                    <a:cubicBezTo>
                      <a:pt x="31099" y="16899"/>
                      <a:pt x="30243" y="15866"/>
                      <a:pt x="29656" y="14657"/>
                    </a:cubicBezTo>
                    <a:cubicBezTo>
                      <a:pt x="28680" y="12683"/>
                      <a:pt x="28447" y="10476"/>
                      <a:pt x="28029" y="8325"/>
                    </a:cubicBezTo>
                    <a:cubicBezTo>
                      <a:pt x="27591" y="6111"/>
                      <a:pt x="27675" y="3727"/>
                      <a:pt x="25971" y="1986"/>
                    </a:cubicBezTo>
                    <a:cubicBezTo>
                      <a:pt x="25058" y="1039"/>
                      <a:pt x="23728" y="543"/>
                      <a:pt x="22433" y="274"/>
                    </a:cubicBezTo>
                    <a:cubicBezTo>
                      <a:pt x="21619" y="95"/>
                      <a:pt x="20772" y="1"/>
                      <a:pt x="199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oogle Shape;776;p40">
              <a:extLst>
                <a:ext uri="{FF2B5EF4-FFF2-40B4-BE49-F238E27FC236}">
                  <a16:creationId xmlns:a16="http://schemas.microsoft.com/office/drawing/2014/main" id="{15678109-4EC2-C87C-4FFC-0906E2FD4138}"/>
                </a:ext>
              </a:extLst>
            </p:cNvPr>
            <p:cNvGrpSpPr/>
            <p:nvPr/>
          </p:nvGrpSpPr>
          <p:grpSpPr>
            <a:xfrm>
              <a:off x="1174871" y="2057672"/>
              <a:ext cx="3433642" cy="2314438"/>
              <a:chOff x="3450898" y="2575754"/>
              <a:chExt cx="1075130" cy="724711"/>
            </a:xfrm>
          </p:grpSpPr>
          <p:sp>
            <p:nvSpPr>
              <p:cNvPr id="933" name="Google Shape;777;p40">
                <a:extLst>
                  <a:ext uri="{FF2B5EF4-FFF2-40B4-BE49-F238E27FC236}">
                    <a16:creationId xmlns:a16="http://schemas.microsoft.com/office/drawing/2014/main" id="{9D463F70-D842-7B16-1266-637BA03F6817}"/>
                  </a:ext>
                </a:extLst>
              </p:cNvPr>
              <p:cNvSpPr/>
              <p:nvPr/>
            </p:nvSpPr>
            <p:spPr>
              <a:xfrm>
                <a:off x="3451927" y="2872699"/>
                <a:ext cx="174716" cy="32431"/>
              </a:xfrm>
              <a:custGeom>
                <a:avLst/>
                <a:gdLst/>
                <a:ahLst/>
                <a:cxnLst/>
                <a:rect l="l" t="t" r="r" b="b"/>
                <a:pathLst>
                  <a:path w="4924" h="914" extrusionOk="0">
                    <a:moveTo>
                      <a:pt x="439" y="1"/>
                    </a:moveTo>
                    <a:cubicBezTo>
                      <a:pt x="205" y="1"/>
                      <a:pt x="0" y="206"/>
                      <a:pt x="0" y="446"/>
                    </a:cubicBezTo>
                    <a:cubicBezTo>
                      <a:pt x="0" y="708"/>
                      <a:pt x="205" y="913"/>
                      <a:pt x="439" y="913"/>
                    </a:cubicBezTo>
                    <a:lnTo>
                      <a:pt x="4450" y="913"/>
                    </a:lnTo>
                    <a:cubicBezTo>
                      <a:pt x="4719" y="913"/>
                      <a:pt x="4924" y="708"/>
                      <a:pt x="4924" y="446"/>
                    </a:cubicBezTo>
                    <a:cubicBezTo>
                      <a:pt x="4924" y="206"/>
                      <a:pt x="4719" y="1"/>
                      <a:pt x="4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778;p40">
                <a:extLst>
                  <a:ext uri="{FF2B5EF4-FFF2-40B4-BE49-F238E27FC236}">
                    <a16:creationId xmlns:a16="http://schemas.microsoft.com/office/drawing/2014/main" id="{E08D0FF5-83FC-6D59-6EAD-F90979486325}"/>
                  </a:ext>
                </a:extLst>
              </p:cNvPr>
              <p:cNvSpPr/>
              <p:nvPr/>
            </p:nvSpPr>
            <p:spPr>
              <a:xfrm>
                <a:off x="3658004" y="2872699"/>
                <a:ext cx="138098" cy="32431"/>
              </a:xfrm>
              <a:custGeom>
                <a:avLst/>
                <a:gdLst/>
                <a:ahLst/>
                <a:cxnLst/>
                <a:rect l="l" t="t" r="r" b="b"/>
                <a:pathLst>
                  <a:path w="3892" h="914" extrusionOk="0">
                    <a:moveTo>
                      <a:pt x="467" y="1"/>
                    </a:moveTo>
                    <a:cubicBezTo>
                      <a:pt x="234" y="1"/>
                      <a:pt x="29" y="178"/>
                      <a:pt x="0" y="411"/>
                    </a:cubicBezTo>
                    <a:cubicBezTo>
                      <a:pt x="0" y="680"/>
                      <a:pt x="205" y="913"/>
                      <a:pt x="467" y="913"/>
                    </a:cubicBezTo>
                    <a:lnTo>
                      <a:pt x="3445" y="913"/>
                    </a:lnTo>
                    <a:cubicBezTo>
                      <a:pt x="3714" y="913"/>
                      <a:pt x="3891" y="708"/>
                      <a:pt x="3891" y="446"/>
                    </a:cubicBezTo>
                    <a:cubicBezTo>
                      <a:pt x="3891" y="206"/>
                      <a:pt x="3714" y="1"/>
                      <a:pt x="34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779;p40">
                <a:extLst>
                  <a:ext uri="{FF2B5EF4-FFF2-40B4-BE49-F238E27FC236}">
                    <a16:creationId xmlns:a16="http://schemas.microsoft.com/office/drawing/2014/main" id="{9817D967-2711-43F1-D167-37089362FB4C}"/>
                  </a:ext>
                </a:extLst>
              </p:cNvPr>
              <p:cNvSpPr/>
              <p:nvPr/>
            </p:nvSpPr>
            <p:spPr>
              <a:xfrm>
                <a:off x="3985321" y="2872699"/>
                <a:ext cx="340916" cy="32431"/>
              </a:xfrm>
              <a:custGeom>
                <a:avLst/>
                <a:gdLst/>
                <a:ahLst/>
                <a:cxnLst/>
                <a:rect l="l" t="t" r="r" b="b"/>
                <a:pathLst>
                  <a:path w="9608" h="914" extrusionOk="0">
                    <a:moveTo>
                      <a:pt x="439" y="1"/>
                    </a:moveTo>
                    <a:cubicBezTo>
                      <a:pt x="205" y="1"/>
                      <a:pt x="0" y="206"/>
                      <a:pt x="0" y="446"/>
                    </a:cubicBezTo>
                    <a:cubicBezTo>
                      <a:pt x="0" y="708"/>
                      <a:pt x="205" y="913"/>
                      <a:pt x="439" y="913"/>
                    </a:cubicBezTo>
                    <a:lnTo>
                      <a:pt x="9169" y="913"/>
                    </a:lnTo>
                    <a:cubicBezTo>
                      <a:pt x="9402" y="913"/>
                      <a:pt x="9607" y="708"/>
                      <a:pt x="9607" y="446"/>
                    </a:cubicBezTo>
                    <a:cubicBezTo>
                      <a:pt x="9607" y="206"/>
                      <a:pt x="9402" y="1"/>
                      <a:pt x="9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780;p40">
                <a:extLst>
                  <a:ext uri="{FF2B5EF4-FFF2-40B4-BE49-F238E27FC236}">
                    <a16:creationId xmlns:a16="http://schemas.microsoft.com/office/drawing/2014/main" id="{57822BD6-6AD2-1BEE-5419-698783906404}"/>
                  </a:ext>
                </a:extLst>
              </p:cNvPr>
              <p:cNvSpPr/>
              <p:nvPr/>
            </p:nvSpPr>
            <p:spPr>
              <a:xfrm>
                <a:off x="4362844" y="2872699"/>
                <a:ext cx="131817" cy="32431"/>
              </a:xfrm>
              <a:custGeom>
                <a:avLst/>
                <a:gdLst/>
                <a:ahLst/>
                <a:cxnLst/>
                <a:rect l="l" t="t" r="r" b="b"/>
                <a:pathLst>
                  <a:path w="3715" h="914" extrusionOk="0">
                    <a:moveTo>
                      <a:pt x="474" y="1"/>
                    </a:moveTo>
                    <a:cubicBezTo>
                      <a:pt x="205" y="1"/>
                      <a:pt x="0" y="206"/>
                      <a:pt x="0" y="446"/>
                    </a:cubicBezTo>
                    <a:cubicBezTo>
                      <a:pt x="0" y="708"/>
                      <a:pt x="205" y="913"/>
                      <a:pt x="474" y="913"/>
                    </a:cubicBezTo>
                    <a:lnTo>
                      <a:pt x="3240" y="913"/>
                    </a:lnTo>
                    <a:cubicBezTo>
                      <a:pt x="3509" y="913"/>
                      <a:pt x="3714" y="708"/>
                      <a:pt x="3714" y="446"/>
                    </a:cubicBezTo>
                    <a:cubicBezTo>
                      <a:pt x="3714" y="206"/>
                      <a:pt x="3509" y="1"/>
                      <a:pt x="32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781;p40">
                <a:extLst>
                  <a:ext uri="{FF2B5EF4-FFF2-40B4-BE49-F238E27FC236}">
                    <a16:creationId xmlns:a16="http://schemas.microsoft.com/office/drawing/2014/main" id="{83009B20-C7B7-0983-D66E-B75BBD3F453C}"/>
                  </a:ext>
                </a:extLst>
              </p:cNvPr>
              <p:cNvSpPr/>
              <p:nvPr/>
            </p:nvSpPr>
            <p:spPr>
              <a:xfrm>
                <a:off x="4081440" y="2951291"/>
                <a:ext cx="313807" cy="32396"/>
              </a:xfrm>
              <a:custGeom>
                <a:avLst/>
                <a:gdLst/>
                <a:ahLst/>
                <a:cxnLst/>
                <a:rect l="l" t="t" r="r" b="b"/>
                <a:pathLst>
                  <a:path w="8844" h="913" extrusionOk="0">
                    <a:moveTo>
                      <a:pt x="446" y="0"/>
                    </a:moveTo>
                    <a:cubicBezTo>
                      <a:pt x="206" y="0"/>
                      <a:pt x="1" y="205"/>
                      <a:pt x="1" y="467"/>
                    </a:cubicBezTo>
                    <a:cubicBezTo>
                      <a:pt x="1" y="708"/>
                      <a:pt x="206" y="913"/>
                      <a:pt x="446" y="913"/>
                    </a:cubicBezTo>
                    <a:lnTo>
                      <a:pt x="8405" y="913"/>
                    </a:lnTo>
                    <a:cubicBezTo>
                      <a:pt x="8638" y="913"/>
                      <a:pt x="8844" y="708"/>
                      <a:pt x="8844" y="467"/>
                    </a:cubicBezTo>
                    <a:cubicBezTo>
                      <a:pt x="8844" y="205"/>
                      <a:pt x="8638" y="0"/>
                      <a:pt x="84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782;p40">
                <a:extLst>
                  <a:ext uri="{FF2B5EF4-FFF2-40B4-BE49-F238E27FC236}">
                    <a16:creationId xmlns:a16="http://schemas.microsoft.com/office/drawing/2014/main" id="{33B83C9D-1FA3-D31F-CF1C-02E342B9BAB8}"/>
                  </a:ext>
                </a:extLst>
              </p:cNvPr>
              <p:cNvSpPr/>
              <p:nvPr/>
            </p:nvSpPr>
            <p:spPr>
              <a:xfrm>
                <a:off x="4422560" y="2951291"/>
                <a:ext cx="91900" cy="32396"/>
              </a:xfrm>
              <a:custGeom>
                <a:avLst/>
                <a:gdLst/>
                <a:ahLst/>
                <a:cxnLst/>
                <a:rect l="l" t="t" r="r" b="b"/>
                <a:pathLst>
                  <a:path w="2590" h="913" extrusionOk="0">
                    <a:moveTo>
                      <a:pt x="439" y="0"/>
                    </a:moveTo>
                    <a:cubicBezTo>
                      <a:pt x="206" y="0"/>
                      <a:pt x="1" y="205"/>
                      <a:pt x="1" y="467"/>
                    </a:cubicBezTo>
                    <a:cubicBezTo>
                      <a:pt x="1" y="708"/>
                      <a:pt x="206" y="913"/>
                      <a:pt x="439" y="913"/>
                    </a:cubicBezTo>
                    <a:lnTo>
                      <a:pt x="2151" y="913"/>
                    </a:lnTo>
                    <a:cubicBezTo>
                      <a:pt x="2385" y="913"/>
                      <a:pt x="2590" y="708"/>
                      <a:pt x="2590" y="467"/>
                    </a:cubicBezTo>
                    <a:cubicBezTo>
                      <a:pt x="2590" y="205"/>
                      <a:pt x="2385" y="0"/>
                      <a:pt x="21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783;p40">
                <a:extLst>
                  <a:ext uri="{FF2B5EF4-FFF2-40B4-BE49-F238E27FC236}">
                    <a16:creationId xmlns:a16="http://schemas.microsoft.com/office/drawing/2014/main" id="{580082F2-A058-3500-5DE6-6F0EB0C6071E}"/>
                  </a:ext>
                </a:extLst>
              </p:cNvPr>
              <p:cNvSpPr/>
              <p:nvPr/>
            </p:nvSpPr>
            <p:spPr>
              <a:xfrm>
                <a:off x="3985321" y="2951291"/>
                <a:ext cx="67062" cy="32396"/>
              </a:xfrm>
              <a:custGeom>
                <a:avLst/>
                <a:gdLst/>
                <a:ahLst/>
                <a:cxnLst/>
                <a:rect l="l" t="t" r="r" b="b"/>
                <a:pathLst>
                  <a:path w="1890" h="913" extrusionOk="0">
                    <a:moveTo>
                      <a:pt x="439" y="0"/>
                    </a:moveTo>
                    <a:cubicBezTo>
                      <a:pt x="205" y="0"/>
                      <a:pt x="0" y="205"/>
                      <a:pt x="0" y="467"/>
                    </a:cubicBezTo>
                    <a:cubicBezTo>
                      <a:pt x="0" y="708"/>
                      <a:pt x="205" y="913"/>
                      <a:pt x="439" y="913"/>
                    </a:cubicBezTo>
                    <a:lnTo>
                      <a:pt x="1443" y="913"/>
                    </a:lnTo>
                    <a:cubicBezTo>
                      <a:pt x="1677" y="913"/>
                      <a:pt x="1889" y="708"/>
                      <a:pt x="1889" y="467"/>
                    </a:cubicBezTo>
                    <a:cubicBezTo>
                      <a:pt x="1889" y="205"/>
                      <a:pt x="1677" y="0"/>
                      <a:pt x="14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784;p40">
                <a:extLst>
                  <a:ext uri="{FF2B5EF4-FFF2-40B4-BE49-F238E27FC236}">
                    <a16:creationId xmlns:a16="http://schemas.microsoft.com/office/drawing/2014/main" id="{189D02F3-1F9D-7B20-D420-D440F79EDF9F}"/>
                  </a:ext>
                </a:extLst>
              </p:cNvPr>
              <p:cNvSpPr/>
              <p:nvPr/>
            </p:nvSpPr>
            <p:spPr>
              <a:xfrm>
                <a:off x="3772964" y="2951291"/>
                <a:ext cx="167442" cy="32396"/>
              </a:xfrm>
              <a:custGeom>
                <a:avLst/>
                <a:gdLst/>
                <a:ahLst/>
                <a:cxnLst/>
                <a:rect l="l" t="t" r="r" b="b"/>
                <a:pathLst>
                  <a:path w="4719" h="913" extrusionOk="0">
                    <a:moveTo>
                      <a:pt x="446" y="0"/>
                    </a:moveTo>
                    <a:cubicBezTo>
                      <a:pt x="205" y="0"/>
                      <a:pt x="0" y="205"/>
                      <a:pt x="0" y="467"/>
                    </a:cubicBezTo>
                    <a:cubicBezTo>
                      <a:pt x="0" y="708"/>
                      <a:pt x="205" y="913"/>
                      <a:pt x="446" y="913"/>
                    </a:cubicBezTo>
                    <a:lnTo>
                      <a:pt x="4450" y="913"/>
                    </a:lnTo>
                    <a:cubicBezTo>
                      <a:pt x="4599" y="913"/>
                      <a:pt x="4719" y="792"/>
                      <a:pt x="4719" y="644"/>
                    </a:cubicBezTo>
                    <a:lnTo>
                      <a:pt x="4719" y="290"/>
                    </a:lnTo>
                    <a:cubicBezTo>
                      <a:pt x="4719" y="142"/>
                      <a:pt x="4599" y="0"/>
                      <a:pt x="44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785;p40">
                <a:extLst>
                  <a:ext uri="{FF2B5EF4-FFF2-40B4-BE49-F238E27FC236}">
                    <a16:creationId xmlns:a16="http://schemas.microsoft.com/office/drawing/2014/main" id="{BD5FECB9-7F45-7648-4F71-59AAB8A64955}"/>
                  </a:ext>
                </a:extLst>
              </p:cNvPr>
              <p:cNvSpPr/>
              <p:nvPr/>
            </p:nvSpPr>
            <p:spPr>
              <a:xfrm>
                <a:off x="3523954" y="2951291"/>
                <a:ext cx="219672" cy="32396"/>
              </a:xfrm>
              <a:custGeom>
                <a:avLst/>
                <a:gdLst/>
                <a:ahLst/>
                <a:cxnLst/>
                <a:rect l="l" t="t" r="r" b="b"/>
                <a:pathLst>
                  <a:path w="6191" h="913" extrusionOk="0">
                    <a:moveTo>
                      <a:pt x="298" y="0"/>
                    </a:moveTo>
                    <a:cubicBezTo>
                      <a:pt x="121" y="0"/>
                      <a:pt x="1" y="142"/>
                      <a:pt x="1" y="290"/>
                    </a:cubicBezTo>
                    <a:lnTo>
                      <a:pt x="1" y="644"/>
                    </a:lnTo>
                    <a:cubicBezTo>
                      <a:pt x="1" y="792"/>
                      <a:pt x="121" y="913"/>
                      <a:pt x="298" y="913"/>
                    </a:cubicBezTo>
                    <a:lnTo>
                      <a:pt x="5724" y="913"/>
                    </a:lnTo>
                    <a:cubicBezTo>
                      <a:pt x="5985" y="913"/>
                      <a:pt x="6191" y="708"/>
                      <a:pt x="6191" y="467"/>
                    </a:cubicBezTo>
                    <a:cubicBezTo>
                      <a:pt x="6191" y="205"/>
                      <a:pt x="5985" y="0"/>
                      <a:pt x="5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786;p40">
                <a:extLst>
                  <a:ext uri="{FF2B5EF4-FFF2-40B4-BE49-F238E27FC236}">
                    <a16:creationId xmlns:a16="http://schemas.microsoft.com/office/drawing/2014/main" id="{9AB25716-D7D3-6E1F-A39C-0AF5D8E516BF}"/>
                  </a:ext>
                </a:extLst>
              </p:cNvPr>
              <p:cNvSpPr/>
              <p:nvPr/>
            </p:nvSpPr>
            <p:spPr>
              <a:xfrm>
                <a:off x="3451927" y="2951291"/>
                <a:ext cx="36689" cy="32396"/>
              </a:xfrm>
              <a:custGeom>
                <a:avLst/>
                <a:gdLst/>
                <a:ahLst/>
                <a:cxnLst/>
                <a:rect l="l" t="t" r="r" b="b"/>
                <a:pathLst>
                  <a:path w="1034" h="913" extrusionOk="0">
                    <a:moveTo>
                      <a:pt x="439" y="0"/>
                    </a:moveTo>
                    <a:cubicBezTo>
                      <a:pt x="205" y="0"/>
                      <a:pt x="0" y="205"/>
                      <a:pt x="0" y="467"/>
                    </a:cubicBezTo>
                    <a:cubicBezTo>
                      <a:pt x="0" y="708"/>
                      <a:pt x="205" y="913"/>
                      <a:pt x="439" y="913"/>
                    </a:cubicBezTo>
                    <a:lnTo>
                      <a:pt x="587" y="913"/>
                    </a:lnTo>
                    <a:cubicBezTo>
                      <a:pt x="828" y="913"/>
                      <a:pt x="1033" y="708"/>
                      <a:pt x="1033" y="467"/>
                    </a:cubicBezTo>
                    <a:cubicBezTo>
                      <a:pt x="1033" y="205"/>
                      <a:pt x="828" y="0"/>
                      <a:pt x="58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787;p40">
                <a:extLst>
                  <a:ext uri="{FF2B5EF4-FFF2-40B4-BE49-F238E27FC236}">
                    <a16:creationId xmlns:a16="http://schemas.microsoft.com/office/drawing/2014/main" id="{DD437ECC-CD9E-CC34-21BD-A42DA8395BFD}"/>
                  </a:ext>
                </a:extLst>
              </p:cNvPr>
              <p:cNvSpPr/>
              <p:nvPr/>
            </p:nvSpPr>
            <p:spPr>
              <a:xfrm>
                <a:off x="3450898" y="3030592"/>
                <a:ext cx="377569" cy="32431"/>
              </a:xfrm>
              <a:custGeom>
                <a:avLst/>
                <a:gdLst/>
                <a:ahLst/>
                <a:cxnLst/>
                <a:rect l="l" t="t" r="r" b="b"/>
                <a:pathLst>
                  <a:path w="10641" h="914" extrusionOk="0">
                    <a:moveTo>
                      <a:pt x="532" y="1"/>
                    </a:moveTo>
                    <a:cubicBezTo>
                      <a:pt x="234" y="1"/>
                      <a:pt x="1" y="206"/>
                      <a:pt x="1" y="475"/>
                    </a:cubicBezTo>
                    <a:cubicBezTo>
                      <a:pt x="1" y="708"/>
                      <a:pt x="234" y="913"/>
                      <a:pt x="532" y="913"/>
                    </a:cubicBezTo>
                    <a:lnTo>
                      <a:pt x="10082" y="913"/>
                    </a:lnTo>
                    <a:cubicBezTo>
                      <a:pt x="10372" y="913"/>
                      <a:pt x="10641" y="708"/>
                      <a:pt x="10641" y="475"/>
                    </a:cubicBezTo>
                    <a:cubicBezTo>
                      <a:pt x="10641" y="206"/>
                      <a:pt x="10372" y="1"/>
                      <a:pt x="100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788;p40">
                <a:extLst>
                  <a:ext uri="{FF2B5EF4-FFF2-40B4-BE49-F238E27FC236}">
                    <a16:creationId xmlns:a16="http://schemas.microsoft.com/office/drawing/2014/main" id="{404C19CF-A65B-5282-0EF4-11D52652494F}"/>
                  </a:ext>
                </a:extLst>
              </p:cNvPr>
              <p:cNvSpPr/>
              <p:nvPr/>
            </p:nvSpPr>
            <p:spPr>
              <a:xfrm>
                <a:off x="4004126" y="3030592"/>
                <a:ext cx="356741" cy="32431"/>
              </a:xfrm>
              <a:custGeom>
                <a:avLst/>
                <a:gdLst/>
                <a:ahLst/>
                <a:cxnLst/>
                <a:rect l="l" t="t" r="r" b="b"/>
                <a:pathLst>
                  <a:path w="10054" h="914" extrusionOk="0">
                    <a:moveTo>
                      <a:pt x="326" y="1"/>
                    </a:moveTo>
                    <a:cubicBezTo>
                      <a:pt x="121" y="1"/>
                      <a:pt x="1" y="206"/>
                      <a:pt x="1" y="475"/>
                    </a:cubicBezTo>
                    <a:cubicBezTo>
                      <a:pt x="1" y="708"/>
                      <a:pt x="121" y="913"/>
                      <a:pt x="326" y="913"/>
                    </a:cubicBezTo>
                    <a:lnTo>
                      <a:pt x="9728" y="913"/>
                    </a:lnTo>
                    <a:cubicBezTo>
                      <a:pt x="9905" y="913"/>
                      <a:pt x="10053" y="708"/>
                      <a:pt x="10053" y="475"/>
                    </a:cubicBezTo>
                    <a:cubicBezTo>
                      <a:pt x="10053" y="206"/>
                      <a:pt x="9905" y="1"/>
                      <a:pt x="97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789;p40">
                <a:extLst>
                  <a:ext uri="{FF2B5EF4-FFF2-40B4-BE49-F238E27FC236}">
                    <a16:creationId xmlns:a16="http://schemas.microsoft.com/office/drawing/2014/main" id="{93D33713-44E9-2A50-C9F0-DA8055C79C24}"/>
                  </a:ext>
                </a:extLst>
              </p:cNvPr>
              <p:cNvSpPr/>
              <p:nvPr/>
            </p:nvSpPr>
            <p:spPr>
              <a:xfrm>
                <a:off x="4395204" y="3030592"/>
                <a:ext cx="130824" cy="32431"/>
              </a:xfrm>
              <a:custGeom>
                <a:avLst/>
                <a:gdLst/>
                <a:ahLst/>
                <a:cxnLst/>
                <a:rect l="l" t="t" r="r" b="b"/>
                <a:pathLst>
                  <a:path w="3687" h="914" extrusionOk="0">
                    <a:moveTo>
                      <a:pt x="446" y="1"/>
                    </a:moveTo>
                    <a:cubicBezTo>
                      <a:pt x="206" y="1"/>
                      <a:pt x="1" y="206"/>
                      <a:pt x="1" y="475"/>
                    </a:cubicBezTo>
                    <a:cubicBezTo>
                      <a:pt x="1" y="708"/>
                      <a:pt x="206" y="913"/>
                      <a:pt x="446" y="913"/>
                    </a:cubicBezTo>
                    <a:lnTo>
                      <a:pt x="3248" y="913"/>
                    </a:lnTo>
                    <a:cubicBezTo>
                      <a:pt x="3481" y="913"/>
                      <a:pt x="3686" y="708"/>
                      <a:pt x="3686" y="475"/>
                    </a:cubicBezTo>
                    <a:cubicBezTo>
                      <a:pt x="3686" y="206"/>
                      <a:pt x="3481" y="1"/>
                      <a:pt x="32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790;p40">
                <a:extLst>
                  <a:ext uri="{FF2B5EF4-FFF2-40B4-BE49-F238E27FC236}">
                    <a16:creationId xmlns:a16="http://schemas.microsoft.com/office/drawing/2014/main" id="{8DF53A5A-26F6-F102-FAAB-6C7BD718FF2B}"/>
                  </a:ext>
                </a:extLst>
              </p:cNvPr>
              <p:cNvSpPr/>
              <p:nvPr/>
            </p:nvSpPr>
            <p:spPr>
              <a:xfrm>
                <a:off x="4107555" y="3110177"/>
                <a:ext cx="381827" cy="32396"/>
              </a:xfrm>
              <a:custGeom>
                <a:avLst/>
                <a:gdLst/>
                <a:ahLst/>
                <a:cxnLst/>
                <a:rect l="l" t="t" r="r" b="b"/>
                <a:pathLst>
                  <a:path w="10761" h="913" extrusionOk="0">
                    <a:moveTo>
                      <a:pt x="446" y="0"/>
                    </a:moveTo>
                    <a:cubicBezTo>
                      <a:pt x="213" y="0"/>
                      <a:pt x="0" y="205"/>
                      <a:pt x="0" y="439"/>
                    </a:cubicBezTo>
                    <a:cubicBezTo>
                      <a:pt x="0" y="708"/>
                      <a:pt x="213" y="913"/>
                      <a:pt x="446" y="913"/>
                    </a:cubicBezTo>
                    <a:lnTo>
                      <a:pt x="10322" y="913"/>
                    </a:lnTo>
                    <a:cubicBezTo>
                      <a:pt x="10584" y="913"/>
                      <a:pt x="10761" y="708"/>
                      <a:pt x="10761" y="439"/>
                    </a:cubicBezTo>
                    <a:cubicBezTo>
                      <a:pt x="10761" y="205"/>
                      <a:pt x="10584" y="0"/>
                      <a:pt x="103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791;p40">
                <a:extLst>
                  <a:ext uri="{FF2B5EF4-FFF2-40B4-BE49-F238E27FC236}">
                    <a16:creationId xmlns:a16="http://schemas.microsoft.com/office/drawing/2014/main" id="{6B6CA991-4A5E-D346-B8F9-25C29BDB5F4E}"/>
                  </a:ext>
                </a:extLst>
              </p:cNvPr>
              <p:cNvSpPr/>
              <p:nvPr/>
            </p:nvSpPr>
            <p:spPr>
              <a:xfrm>
                <a:off x="3537757" y="3110177"/>
                <a:ext cx="301246" cy="32396"/>
              </a:xfrm>
              <a:custGeom>
                <a:avLst/>
                <a:gdLst/>
                <a:ahLst/>
                <a:cxnLst/>
                <a:rect l="l" t="t" r="r" b="b"/>
                <a:pathLst>
                  <a:path w="8490" h="913" extrusionOk="0">
                    <a:moveTo>
                      <a:pt x="468" y="0"/>
                    </a:moveTo>
                    <a:cubicBezTo>
                      <a:pt x="206" y="0"/>
                      <a:pt x="1" y="205"/>
                      <a:pt x="1" y="439"/>
                    </a:cubicBezTo>
                    <a:cubicBezTo>
                      <a:pt x="1" y="708"/>
                      <a:pt x="206" y="913"/>
                      <a:pt x="468" y="913"/>
                    </a:cubicBezTo>
                    <a:lnTo>
                      <a:pt x="8044" y="913"/>
                    </a:lnTo>
                    <a:cubicBezTo>
                      <a:pt x="8278" y="913"/>
                      <a:pt x="8490" y="708"/>
                      <a:pt x="8490" y="439"/>
                    </a:cubicBezTo>
                    <a:cubicBezTo>
                      <a:pt x="8490" y="205"/>
                      <a:pt x="8278" y="0"/>
                      <a:pt x="80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792;p40">
                <a:extLst>
                  <a:ext uri="{FF2B5EF4-FFF2-40B4-BE49-F238E27FC236}">
                    <a16:creationId xmlns:a16="http://schemas.microsoft.com/office/drawing/2014/main" id="{49F60595-2749-900A-2026-0B4DC8057939}"/>
                  </a:ext>
                </a:extLst>
              </p:cNvPr>
              <p:cNvSpPr/>
              <p:nvPr/>
            </p:nvSpPr>
            <p:spPr>
              <a:xfrm>
                <a:off x="3857800" y="3110177"/>
                <a:ext cx="195580" cy="32396"/>
              </a:xfrm>
              <a:custGeom>
                <a:avLst/>
                <a:gdLst/>
                <a:ahLst/>
                <a:cxnLst/>
                <a:rect l="l" t="t" r="r" b="b"/>
                <a:pathLst>
                  <a:path w="5512" h="913" extrusionOk="0">
                    <a:moveTo>
                      <a:pt x="467" y="0"/>
                    </a:moveTo>
                    <a:cubicBezTo>
                      <a:pt x="206" y="0"/>
                      <a:pt x="0" y="205"/>
                      <a:pt x="0" y="439"/>
                    </a:cubicBezTo>
                    <a:cubicBezTo>
                      <a:pt x="0" y="708"/>
                      <a:pt x="206" y="913"/>
                      <a:pt x="467" y="913"/>
                    </a:cubicBezTo>
                    <a:lnTo>
                      <a:pt x="5066" y="913"/>
                    </a:lnTo>
                    <a:cubicBezTo>
                      <a:pt x="5306" y="913"/>
                      <a:pt x="5511" y="708"/>
                      <a:pt x="5511" y="439"/>
                    </a:cubicBezTo>
                    <a:cubicBezTo>
                      <a:pt x="5511" y="205"/>
                      <a:pt x="5306" y="0"/>
                      <a:pt x="50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793;p40">
                <a:extLst>
                  <a:ext uri="{FF2B5EF4-FFF2-40B4-BE49-F238E27FC236}">
                    <a16:creationId xmlns:a16="http://schemas.microsoft.com/office/drawing/2014/main" id="{531D4F1F-9AC5-3C14-3CC4-0DA5A5FF0538}"/>
                  </a:ext>
                </a:extLst>
              </p:cNvPr>
              <p:cNvSpPr/>
              <p:nvPr/>
            </p:nvSpPr>
            <p:spPr>
              <a:xfrm>
                <a:off x="3658004" y="3189727"/>
                <a:ext cx="58511" cy="31437"/>
              </a:xfrm>
              <a:custGeom>
                <a:avLst/>
                <a:gdLst/>
                <a:ahLst/>
                <a:cxnLst/>
                <a:rect l="l" t="t" r="r" b="b"/>
                <a:pathLst>
                  <a:path w="1649" h="886" extrusionOk="0">
                    <a:moveTo>
                      <a:pt x="467" y="1"/>
                    </a:moveTo>
                    <a:cubicBezTo>
                      <a:pt x="205" y="1"/>
                      <a:pt x="0" y="178"/>
                      <a:pt x="0" y="439"/>
                    </a:cubicBezTo>
                    <a:cubicBezTo>
                      <a:pt x="0" y="673"/>
                      <a:pt x="205" y="885"/>
                      <a:pt x="467" y="885"/>
                    </a:cubicBezTo>
                    <a:lnTo>
                      <a:pt x="1175" y="885"/>
                    </a:lnTo>
                    <a:cubicBezTo>
                      <a:pt x="1443" y="885"/>
                      <a:pt x="1649" y="673"/>
                      <a:pt x="1649" y="439"/>
                    </a:cubicBezTo>
                    <a:cubicBezTo>
                      <a:pt x="1649" y="178"/>
                      <a:pt x="1443" y="1"/>
                      <a:pt x="11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794;p40">
                <a:extLst>
                  <a:ext uri="{FF2B5EF4-FFF2-40B4-BE49-F238E27FC236}">
                    <a16:creationId xmlns:a16="http://schemas.microsoft.com/office/drawing/2014/main" id="{6A684978-A6D1-323F-A2AC-8E361C7B1D4D}"/>
                  </a:ext>
                </a:extLst>
              </p:cNvPr>
              <p:cNvSpPr/>
              <p:nvPr/>
            </p:nvSpPr>
            <p:spPr>
              <a:xfrm>
                <a:off x="3451927" y="3189727"/>
                <a:ext cx="155910" cy="31437"/>
              </a:xfrm>
              <a:custGeom>
                <a:avLst/>
                <a:gdLst/>
                <a:ahLst/>
                <a:cxnLst/>
                <a:rect l="l" t="t" r="r" b="b"/>
                <a:pathLst>
                  <a:path w="4394" h="886" extrusionOk="0">
                    <a:moveTo>
                      <a:pt x="439" y="1"/>
                    </a:moveTo>
                    <a:cubicBezTo>
                      <a:pt x="205" y="1"/>
                      <a:pt x="0" y="178"/>
                      <a:pt x="0" y="439"/>
                    </a:cubicBezTo>
                    <a:cubicBezTo>
                      <a:pt x="0" y="673"/>
                      <a:pt x="205" y="885"/>
                      <a:pt x="439" y="885"/>
                    </a:cubicBezTo>
                    <a:lnTo>
                      <a:pt x="4393" y="885"/>
                    </a:lnTo>
                    <a:lnTo>
                      <a:pt x="43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795;p40">
                <a:extLst>
                  <a:ext uri="{FF2B5EF4-FFF2-40B4-BE49-F238E27FC236}">
                    <a16:creationId xmlns:a16="http://schemas.microsoft.com/office/drawing/2014/main" id="{9DF1F933-44D6-5FF3-1E7B-50337DBCB92D}"/>
                  </a:ext>
                </a:extLst>
              </p:cNvPr>
              <p:cNvSpPr/>
              <p:nvPr/>
            </p:nvSpPr>
            <p:spPr>
              <a:xfrm>
                <a:off x="3737305" y="3189727"/>
                <a:ext cx="54501" cy="31437"/>
              </a:xfrm>
              <a:custGeom>
                <a:avLst/>
                <a:gdLst/>
                <a:ahLst/>
                <a:cxnLst/>
                <a:rect l="l" t="t" r="r" b="b"/>
                <a:pathLst>
                  <a:path w="1536" h="886" extrusionOk="0">
                    <a:moveTo>
                      <a:pt x="475" y="1"/>
                    </a:moveTo>
                    <a:cubicBezTo>
                      <a:pt x="213" y="1"/>
                      <a:pt x="1" y="178"/>
                      <a:pt x="1" y="439"/>
                    </a:cubicBezTo>
                    <a:cubicBezTo>
                      <a:pt x="1" y="673"/>
                      <a:pt x="213" y="885"/>
                      <a:pt x="475" y="885"/>
                    </a:cubicBezTo>
                    <a:lnTo>
                      <a:pt x="1062" y="885"/>
                    </a:lnTo>
                    <a:cubicBezTo>
                      <a:pt x="1331" y="885"/>
                      <a:pt x="1536" y="673"/>
                      <a:pt x="1536" y="439"/>
                    </a:cubicBezTo>
                    <a:cubicBezTo>
                      <a:pt x="1536" y="178"/>
                      <a:pt x="1331" y="1"/>
                      <a:pt x="10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796;p40">
                <a:extLst>
                  <a:ext uri="{FF2B5EF4-FFF2-40B4-BE49-F238E27FC236}">
                    <a16:creationId xmlns:a16="http://schemas.microsoft.com/office/drawing/2014/main" id="{AFDCCCBF-27A9-7B5F-7354-B5CA7763B29E}"/>
                  </a:ext>
                </a:extLst>
              </p:cNvPr>
              <p:cNvSpPr/>
              <p:nvPr/>
            </p:nvSpPr>
            <p:spPr>
              <a:xfrm>
                <a:off x="3812632" y="3189727"/>
                <a:ext cx="242736" cy="31437"/>
              </a:xfrm>
              <a:custGeom>
                <a:avLst/>
                <a:gdLst/>
                <a:ahLst/>
                <a:cxnLst/>
                <a:rect l="l" t="t" r="r" b="b"/>
                <a:pathLst>
                  <a:path w="6841" h="886" extrusionOk="0">
                    <a:moveTo>
                      <a:pt x="474" y="1"/>
                    </a:moveTo>
                    <a:cubicBezTo>
                      <a:pt x="212" y="1"/>
                      <a:pt x="0" y="178"/>
                      <a:pt x="0" y="439"/>
                    </a:cubicBezTo>
                    <a:cubicBezTo>
                      <a:pt x="0" y="673"/>
                      <a:pt x="212" y="885"/>
                      <a:pt x="474" y="885"/>
                    </a:cubicBezTo>
                    <a:lnTo>
                      <a:pt x="6402" y="885"/>
                    </a:lnTo>
                    <a:cubicBezTo>
                      <a:pt x="6664" y="885"/>
                      <a:pt x="6841" y="673"/>
                      <a:pt x="6841" y="439"/>
                    </a:cubicBezTo>
                    <a:cubicBezTo>
                      <a:pt x="6841" y="178"/>
                      <a:pt x="6664" y="1"/>
                      <a:pt x="6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797;p40">
                <a:extLst>
                  <a:ext uri="{FF2B5EF4-FFF2-40B4-BE49-F238E27FC236}">
                    <a16:creationId xmlns:a16="http://schemas.microsoft.com/office/drawing/2014/main" id="{2B3206C3-B034-29C4-6EA0-8C3C65614105}"/>
                  </a:ext>
                </a:extLst>
              </p:cNvPr>
              <p:cNvSpPr/>
              <p:nvPr/>
            </p:nvSpPr>
            <p:spPr>
              <a:xfrm>
                <a:off x="4089991" y="3189727"/>
                <a:ext cx="109712" cy="31437"/>
              </a:xfrm>
              <a:custGeom>
                <a:avLst/>
                <a:gdLst/>
                <a:ahLst/>
                <a:cxnLst/>
                <a:rect l="l" t="t" r="r" b="b"/>
                <a:pathLst>
                  <a:path w="3092" h="886" extrusionOk="0">
                    <a:moveTo>
                      <a:pt x="467" y="1"/>
                    </a:moveTo>
                    <a:cubicBezTo>
                      <a:pt x="205" y="1"/>
                      <a:pt x="0" y="178"/>
                      <a:pt x="0" y="439"/>
                    </a:cubicBezTo>
                    <a:cubicBezTo>
                      <a:pt x="0" y="673"/>
                      <a:pt x="205" y="885"/>
                      <a:pt x="467" y="885"/>
                    </a:cubicBezTo>
                    <a:lnTo>
                      <a:pt x="2653" y="885"/>
                    </a:lnTo>
                    <a:cubicBezTo>
                      <a:pt x="2887" y="885"/>
                      <a:pt x="3092" y="673"/>
                      <a:pt x="3092" y="439"/>
                    </a:cubicBezTo>
                    <a:cubicBezTo>
                      <a:pt x="3092" y="178"/>
                      <a:pt x="2887" y="1"/>
                      <a:pt x="26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798;p40">
                <a:extLst>
                  <a:ext uri="{FF2B5EF4-FFF2-40B4-BE49-F238E27FC236}">
                    <a16:creationId xmlns:a16="http://schemas.microsoft.com/office/drawing/2014/main" id="{F61DD9EE-0AD5-92F7-B9F2-591E7271F2F6}"/>
                  </a:ext>
                </a:extLst>
              </p:cNvPr>
              <p:cNvSpPr/>
              <p:nvPr/>
            </p:nvSpPr>
            <p:spPr>
              <a:xfrm>
                <a:off x="4246855" y="3189727"/>
                <a:ext cx="111734" cy="31437"/>
              </a:xfrm>
              <a:custGeom>
                <a:avLst/>
                <a:gdLst/>
                <a:ahLst/>
                <a:cxnLst/>
                <a:rect l="l" t="t" r="r" b="b"/>
                <a:pathLst>
                  <a:path w="3149" h="886" extrusionOk="0">
                    <a:moveTo>
                      <a:pt x="468" y="1"/>
                    </a:moveTo>
                    <a:cubicBezTo>
                      <a:pt x="206" y="1"/>
                      <a:pt x="1" y="178"/>
                      <a:pt x="1" y="439"/>
                    </a:cubicBezTo>
                    <a:cubicBezTo>
                      <a:pt x="1" y="673"/>
                      <a:pt x="206" y="885"/>
                      <a:pt x="468" y="885"/>
                    </a:cubicBezTo>
                    <a:lnTo>
                      <a:pt x="2710" y="885"/>
                    </a:lnTo>
                    <a:cubicBezTo>
                      <a:pt x="2944" y="885"/>
                      <a:pt x="3149" y="673"/>
                      <a:pt x="3149" y="439"/>
                    </a:cubicBezTo>
                    <a:cubicBezTo>
                      <a:pt x="3149" y="178"/>
                      <a:pt x="2944" y="1"/>
                      <a:pt x="27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799;p40">
                <a:extLst>
                  <a:ext uri="{FF2B5EF4-FFF2-40B4-BE49-F238E27FC236}">
                    <a16:creationId xmlns:a16="http://schemas.microsoft.com/office/drawing/2014/main" id="{6AB2E647-BF0E-51B3-1DC7-42133049992E}"/>
                  </a:ext>
                </a:extLst>
              </p:cNvPr>
              <p:cNvSpPr/>
              <p:nvPr/>
            </p:nvSpPr>
            <p:spPr>
              <a:xfrm>
                <a:off x="4415038" y="3189727"/>
                <a:ext cx="74336" cy="31437"/>
              </a:xfrm>
              <a:custGeom>
                <a:avLst/>
                <a:gdLst/>
                <a:ahLst/>
                <a:cxnLst/>
                <a:rect l="l" t="t" r="r" b="b"/>
                <a:pathLst>
                  <a:path w="2095" h="886" extrusionOk="0">
                    <a:moveTo>
                      <a:pt x="446" y="1"/>
                    </a:moveTo>
                    <a:cubicBezTo>
                      <a:pt x="177" y="1"/>
                      <a:pt x="1" y="178"/>
                      <a:pt x="1" y="439"/>
                    </a:cubicBezTo>
                    <a:cubicBezTo>
                      <a:pt x="1" y="673"/>
                      <a:pt x="177" y="885"/>
                      <a:pt x="446" y="885"/>
                    </a:cubicBezTo>
                    <a:lnTo>
                      <a:pt x="1656" y="885"/>
                    </a:lnTo>
                    <a:cubicBezTo>
                      <a:pt x="1918" y="885"/>
                      <a:pt x="2095" y="673"/>
                      <a:pt x="2095" y="439"/>
                    </a:cubicBezTo>
                    <a:cubicBezTo>
                      <a:pt x="2095" y="178"/>
                      <a:pt x="1918" y="1"/>
                      <a:pt x="16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800;p40">
                <a:extLst>
                  <a:ext uri="{FF2B5EF4-FFF2-40B4-BE49-F238E27FC236}">
                    <a16:creationId xmlns:a16="http://schemas.microsoft.com/office/drawing/2014/main" id="{E787CE0C-8C4C-9838-C2E4-2C95257C41EC}"/>
                  </a:ext>
                </a:extLst>
              </p:cNvPr>
              <p:cNvSpPr/>
              <p:nvPr/>
            </p:nvSpPr>
            <p:spPr>
              <a:xfrm>
                <a:off x="3640156" y="3268034"/>
                <a:ext cx="231239" cy="32431"/>
              </a:xfrm>
              <a:custGeom>
                <a:avLst/>
                <a:gdLst/>
                <a:ahLst/>
                <a:cxnLst/>
                <a:rect l="l" t="t" r="r" b="b"/>
                <a:pathLst>
                  <a:path w="6517" h="914" extrusionOk="0">
                    <a:moveTo>
                      <a:pt x="475" y="1"/>
                    </a:moveTo>
                    <a:cubicBezTo>
                      <a:pt x="206" y="1"/>
                      <a:pt x="1" y="206"/>
                      <a:pt x="1" y="475"/>
                    </a:cubicBezTo>
                    <a:cubicBezTo>
                      <a:pt x="1" y="708"/>
                      <a:pt x="206" y="914"/>
                      <a:pt x="475" y="914"/>
                    </a:cubicBezTo>
                    <a:lnTo>
                      <a:pt x="6042" y="914"/>
                    </a:lnTo>
                    <a:cubicBezTo>
                      <a:pt x="6311" y="914"/>
                      <a:pt x="6516" y="708"/>
                      <a:pt x="6516" y="475"/>
                    </a:cubicBezTo>
                    <a:cubicBezTo>
                      <a:pt x="6516" y="206"/>
                      <a:pt x="6311" y="1"/>
                      <a:pt x="60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801;p40">
                <a:extLst>
                  <a:ext uri="{FF2B5EF4-FFF2-40B4-BE49-F238E27FC236}">
                    <a16:creationId xmlns:a16="http://schemas.microsoft.com/office/drawing/2014/main" id="{AE575289-9067-7390-FB66-12E4D57253E7}"/>
                  </a:ext>
                </a:extLst>
              </p:cNvPr>
              <p:cNvSpPr/>
              <p:nvPr/>
            </p:nvSpPr>
            <p:spPr>
              <a:xfrm>
                <a:off x="3916274" y="3268034"/>
                <a:ext cx="61811" cy="32431"/>
              </a:xfrm>
              <a:custGeom>
                <a:avLst/>
                <a:gdLst/>
                <a:ahLst/>
                <a:cxnLst/>
                <a:rect l="l" t="t" r="r" b="b"/>
                <a:pathLst>
                  <a:path w="1742" h="914" extrusionOk="0">
                    <a:moveTo>
                      <a:pt x="439" y="1"/>
                    </a:moveTo>
                    <a:cubicBezTo>
                      <a:pt x="206" y="1"/>
                      <a:pt x="1" y="206"/>
                      <a:pt x="1" y="475"/>
                    </a:cubicBezTo>
                    <a:cubicBezTo>
                      <a:pt x="1" y="708"/>
                      <a:pt x="206" y="914"/>
                      <a:pt x="439" y="914"/>
                    </a:cubicBezTo>
                    <a:lnTo>
                      <a:pt x="1295" y="914"/>
                    </a:lnTo>
                    <a:cubicBezTo>
                      <a:pt x="1564" y="914"/>
                      <a:pt x="1741" y="708"/>
                      <a:pt x="1741" y="475"/>
                    </a:cubicBezTo>
                    <a:cubicBezTo>
                      <a:pt x="1741" y="206"/>
                      <a:pt x="1564" y="1"/>
                      <a:pt x="12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802;p40">
                <a:extLst>
                  <a:ext uri="{FF2B5EF4-FFF2-40B4-BE49-F238E27FC236}">
                    <a16:creationId xmlns:a16="http://schemas.microsoft.com/office/drawing/2014/main" id="{271E008D-6235-8190-F557-603D9711E350}"/>
                  </a:ext>
                </a:extLst>
              </p:cNvPr>
              <p:cNvSpPr/>
              <p:nvPr/>
            </p:nvSpPr>
            <p:spPr>
              <a:xfrm>
                <a:off x="4041772" y="3268034"/>
                <a:ext cx="184048" cy="32431"/>
              </a:xfrm>
              <a:custGeom>
                <a:avLst/>
                <a:gdLst/>
                <a:ahLst/>
                <a:cxnLst/>
                <a:rect l="l" t="t" r="r" b="b"/>
                <a:pathLst>
                  <a:path w="5187" h="914" extrusionOk="0">
                    <a:moveTo>
                      <a:pt x="475" y="1"/>
                    </a:moveTo>
                    <a:cubicBezTo>
                      <a:pt x="206" y="1"/>
                      <a:pt x="1" y="206"/>
                      <a:pt x="1" y="475"/>
                    </a:cubicBezTo>
                    <a:cubicBezTo>
                      <a:pt x="1" y="708"/>
                      <a:pt x="206" y="914"/>
                      <a:pt x="475" y="914"/>
                    </a:cubicBezTo>
                    <a:lnTo>
                      <a:pt x="4720" y="914"/>
                    </a:lnTo>
                    <a:cubicBezTo>
                      <a:pt x="4981" y="914"/>
                      <a:pt x="5186" y="708"/>
                      <a:pt x="5186" y="475"/>
                    </a:cubicBezTo>
                    <a:cubicBezTo>
                      <a:pt x="5186" y="206"/>
                      <a:pt x="4981" y="1"/>
                      <a:pt x="472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803;p40">
                <a:extLst>
                  <a:ext uri="{FF2B5EF4-FFF2-40B4-BE49-F238E27FC236}">
                    <a16:creationId xmlns:a16="http://schemas.microsoft.com/office/drawing/2014/main" id="{B03BD0BF-4016-D2E0-D585-83BF307CB617}"/>
                  </a:ext>
                </a:extLst>
              </p:cNvPr>
              <p:cNvSpPr/>
              <p:nvPr/>
            </p:nvSpPr>
            <p:spPr>
              <a:xfrm>
                <a:off x="4258174" y="3268034"/>
                <a:ext cx="150623" cy="32431"/>
              </a:xfrm>
              <a:custGeom>
                <a:avLst/>
                <a:gdLst/>
                <a:ahLst/>
                <a:cxnLst/>
                <a:rect l="l" t="t" r="r" b="b"/>
                <a:pathLst>
                  <a:path w="4245" h="914" extrusionOk="0">
                    <a:moveTo>
                      <a:pt x="446" y="1"/>
                    </a:moveTo>
                    <a:cubicBezTo>
                      <a:pt x="212" y="1"/>
                      <a:pt x="0" y="206"/>
                      <a:pt x="0" y="475"/>
                    </a:cubicBezTo>
                    <a:cubicBezTo>
                      <a:pt x="0" y="708"/>
                      <a:pt x="212" y="914"/>
                      <a:pt x="446" y="914"/>
                    </a:cubicBezTo>
                    <a:lnTo>
                      <a:pt x="3778" y="914"/>
                    </a:lnTo>
                    <a:cubicBezTo>
                      <a:pt x="4040" y="914"/>
                      <a:pt x="4245" y="708"/>
                      <a:pt x="4245" y="475"/>
                    </a:cubicBezTo>
                    <a:cubicBezTo>
                      <a:pt x="4245" y="206"/>
                      <a:pt x="4040" y="1"/>
                      <a:pt x="37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804;p40">
                <a:extLst>
                  <a:ext uri="{FF2B5EF4-FFF2-40B4-BE49-F238E27FC236}">
                    <a16:creationId xmlns:a16="http://schemas.microsoft.com/office/drawing/2014/main" id="{0DBDF7AC-DE46-350C-7EB7-42B737077E49}"/>
                  </a:ext>
                </a:extLst>
              </p:cNvPr>
              <p:cNvSpPr/>
              <p:nvPr/>
            </p:nvSpPr>
            <p:spPr>
              <a:xfrm>
                <a:off x="4130653" y="2643772"/>
                <a:ext cx="381827" cy="32431"/>
              </a:xfrm>
              <a:custGeom>
                <a:avLst/>
                <a:gdLst/>
                <a:ahLst/>
                <a:cxnLst/>
                <a:rect l="l" t="t" r="r" b="b"/>
                <a:pathLst>
                  <a:path w="10761" h="914" extrusionOk="0">
                    <a:moveTo>
                      <a:pt x="446" y="1"/>
                    </a:moveTo>
                    <a:cubicBezTo>
                      <a:pt x="177" y="1"/>
                      <a:pt x="0" y="206"/>
                      <a:pt x="0" y="468"/>
                    </a:cubicBezTo>
                    <a:cubicBezTo>
                      <a:pt x="0" y="708"/>
                      <a:pt x="177" y="914"/>
                      <a:pt x="446" y="914"/>
                    </a:cubicBezTo>
                    <a:lnTo>
                      <a:pt x="10315" y="914"/>
                    </a:lnTo>
                    <a:cubicBezTo>
                      <a:pt x="10555" y="914"/>
                      <a:pt x="10760" y="708"/>
                      <a:pt x="10760" y="468"/>
                    </a:cubicBezTo>
                    <a:cubicBezTo>
                      <a:pt x="10760" y="206"/>
                      <a:pt x="10555" y="1"/>
                      <a:pt x="103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805;p40">
                <a:extLst>
                  <a:ext uri="{FF2B5EF4-FFF2-40B4-BE49-F238E27FC236}">
                    <a16:creationId xmlns:a16="http://schemas.microsoft.com/office/drawing/2014/main" id="{483329E1-50D6-0A43-E064-65AFEAADBCDC}"/>
                  </a:ext>
                </a:extLst>
              </p:cNvPr>
              <p:cNvSpPr/>
              <p:nvPr/>
            </p:nvSpPr>
            <p:spPr>
              <a:xfrm>
                <a:off x="4199665" y="2575754"/>
                <a:ext cx="74336" cy="32431"/>
              </a:xfrm>
              <a:custGeom>
                <a:avLst/>
                <a:gdLst/>
                <a:ahLst/>
                <a:cxnLst/>
                <a:rect l="l" t="t" r="r" b="b"/>
                <a:pathLst>
                  <a:path w="2095" h="914" extrusionOk="0">
                    <a:moveTo>
                      <a:pt x="446" y="1"/>
                    </a:moveTo>
                    <a:cubicBezTo>
                      <a:pt x="206" y="1"/>
                      <a:pt x="1" y="206"/>
                      <a:pt x="1" y="439"/>
                    </a:cubicBezTo>
                    <a:cubicBezTo>
                      <a:pt x="1" y="708"/>
                      <a:pt x="206" y="913"/>
                      <a:pt x="446" y="913"/>
                    </a:cubicBezTo>
                    <a:lnTo>
                      <a:pt x="1649" y="913"/>
                    </a:lnTo>
                    <a:cubicBezTo>
                      <a:pt x="1890" y="913"/>
                      <a:pt x="2095" y="708"/>
                      <a:pt x="2095" y="439"/>
                    </a:cubicBezTo>
                    <a:cubicBezTo>
                      <a:pt x="2095" y="206"/>
                      <a:pt x="1890" y="1"/>
                      <a:pt x="1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806;p40">
                <a:extLst>
                  <a:ext uri="{FF2B5EF4-FFF2-40B4-BE49-F238E27FC236}">
                    <a16:creationId xmlns:a16="http://schemas.microsoft.com/office/drawing/2014/main" id="{C7E7C7B2-F491-6E5F-7058-DB99C4D35803}"/>
                  </a:ext>
                </a:extLst>
              </p:cNvPr>
              <p:cNvSpPr/>
              <p:nvPr/>
            </p:nvSpPr>
            <p:spPr>
              <a:xfrm>
                <a:off x="3988337" y="2575754"/>
                <a:ext cx="177980" cy="32431"/>
              </a:xfrm>
              <a:custGeom>
                <a:avLst/>
                <a:gdLst/>
                <a:ahLst/>
                <a:cxnLst/>
                <a:rect l="l" t="t" r="r" b="b"/>
                <a:pathLst>
                  <a:path w="5016" h="914" extrusionOk="0">
                    <a:moveTo>
                      <a:pt x="474" y="1"/>
                    </a:moveTo>
                    <a:cubicBezTo>
                      <a:pt x="212" y="1"/>
                      <a:pt x="0" y="206"/>
                      <a:pt x="0" y="439"/>
                    </a:cubicBezTo>
                    <a:cubicBezTo>
                      <a:pt x="0" y="708"/>
                      <a:pt x="212" y="913"/>
                      <a:pt x="474" y="913"/>
                    </a:cubicBezTo>
                    <a:lnTo>
                      <a:pt x="4570" y="913"/>
                    </a:lnTo>
                    <a:cubicBezTo>
                      <a:pt x="4811" y="913"/>
                      <a:pt x="5016" y="708"/>
                      <a:pt x="5016" y="439"/>
                    </a:cubicBezTo>
                    <a:cubicBezTo>
                      <a:pt x="5016" y="206"/>
                      <a:pt x="4811" y="1"/>
                      <a:pt x="45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807;p40">
                <a:extLst>
                  <a:ext uri="{FF2B5EF4-FFF2-40B4-BE49-F238E27FC236}">
                    <a16:creationId xmlns:a16="http://schemas.microsoft.com/office/drawing/2014/main" id="{42EACD41-94B0-E4E0-3FBC-1D37C7472AA4}"/>
                  </a:ext>
                </a:extLst>
              </p:cNvPr>
              <p:cNvSpPr/>
              <p:nvPr/>
            </p:nvSpPr>
            <p:spPr>
              <a:xfrm>
                <a:off x="4299084" y="2575754"/>
                <a:ext cx="213392" cy="32431"/>
              </a:xfrm>
              <a:custGeom>
                <a:avLst/>
                <a:gdLst/>
                <a:ahLst/>
                <a:cxnLst/>
                <a:rect l="l" t="t" r="r" b="b"/>
                <a:pathLst>
                  <a:path w="6014" h="914" extrusionOk="0">
                    <a:moveTo>
                      <a:pt x="474" y="1"/>
                    </a:moveTo>
                    <a:cubicBezTo>
                      <a:pt x="205" y="1"/>
                      <a:pt x="0" y="206"/>
                      <a:pt x="0" y="439"/>
                    </a:cubicBezTo>
                    <a:cubicBezTo>
                      <a:pt x="0" y="708"/>
                      <a:pt x="205" y="913"/>
                      <a:pt x="474" y="913"/>
                    </a:cubicBezTo>
                    <a:lnTo>
                      <a:pt x="5568" y="913"/>
                    </a:lnTo>
                    <a:cubicBezTo>
                      <a:pt x="5808" y="913"/>
                      <a:pt x="6013" y="708"/>
                      <a:pt x="6013" y="439"/>
                    </a:cubicBezTo>
                    <a:cubicBezTo>
                      <a:pt x="6013" y="206"/>
                      <a:pt x="5808" y="1"/>
                      <a:pt x="556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808;p40">
                <a:extLst>
                  <a:ext uri="{FF2B5EF4-FFF2-40B4-BE49-F238E27FC236}">
                    <a16:creationId xmlns:a16="http://schemas.microsoft.com/office/drawing/2014/main" id="{54CBD369-A2AD-D6E0-5E7B-866277739B44}"/>
                  </a:ext>
                </a:extLst>
              </p:cNvPr>
              <p:cNvSpPr/>
              <p:nvPr/>
            </p:nvSpPr>
            <p:spPr>
              <a:xfrm>
                <a:off x="4112806" y="2723109"/>
                <a:ext cx="109996" cy="32431"/>
              </a:xfrm>
              <a:custGeom>
                <a:avLst/>
                <a:gdLst/>
                <a:ahLst/>
                <a:cxnLst/>
                <a:rect l="l" t="t" r="r" b="b"/>
                <a:pathLst>
                  <a:path w="3100" h="914" extrusionOk="0">
                    <a:moveTo>
                      <a:pt x="475" y="0"/>
                    </a:moveTo>
                    <a:cubicBezTo>
                      <a:pt x="206" y="0"/>
                      <a:pt x="1" y="206"/>
                      <a:pt x="1" y="446"/>
                    </a:cubicBezTo>
                    <a:cubicBezTo>
                      <a:pt x="1" y="708"/>
                      <a:pt x="206" y="913"/>
                      <a:pt x="475" y="913"/>
                    </a:cubicBezTo>
                    <a:lnTo>
                      <a:pt x="2654" y="913"/>
                    </a:lnTo>
                    <a:cubicBezTo>
                      <a:pt x="2894" y="913"/>
                      <a:pt x="3100" y="708"/>
                      <a:pt x="3100" y="446"/>
                    </a:cubicBezTo>
                    <a:cubicBezTo>
                      <a:pt x="3100" y="206"/>
                      <a:pt x="2894" y="0"/>
                      <a:pt x="26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809;p40">
                <a:extLst>
                  <a:ext uri="{FF2B5EF4-FFF2-40B4-BE49-F238E27FC236}">
                    <a16:creationId xmlns:a16="http://schemas.microsoft.com/office/drawing/2014/main" id="{352C14D8-1D58-99A2-A0AD-C2CAEFCFACF9}"/>
                  </a:ext>
                </a:extLst>
              </p:cNvPr>
              <p:cNvSpPr/>
              <p:nvPr/>
            </p:nvSpPr>
            <p:spPr>
              <a:xfrm>
                <a:off x="4269705" y="2723109"/>
                <a:ext cx="111983" cy="32431"/>
              </a:xfrm>
              <a:custGeom>
                <a:avLst/>
                <a:gdLst/>
                <a:ahLst/>
                <a:cxnLst/>
                <a:rect l="l" t="t" r="r" b="b"/>
                <a:pathLst>
                  <a:path w="3156" h="914" extrusionOk="0">
                    <a:moveTo>
                      <a:pt x="446" y="0"/>
                    </a:moveTo>
                    <a:cubicBezTo>
                      <a:pt x="206" y="0"/>
                      <a:pt x="0" y="206"/>
                      <a:pt x="0" y="446"/>
                    </a:cubicBezTo>
                    <a:cubicBezTo>
                      <a:pt x="0" y="708"/>
                      <a:pt x="206" y="913"/>
                      <a:pt x="446" y="913"/>
                    </a:cubicBezTo>
                    <a:lnTo>
                      <a:pt x="2717" y="913"/>
                    </a:lnTo>
                    <a:cubicBezTo>
                      <a:pt x="2950" y="913"/>
                      <a:pt x="3156" y="708"/>
                      <a:pt x="3156" y="446"/>
                    </a:cubicBezTo>
                    <a:cubicBezTo>
                      <a:pt x="3156" y="206"/>
                      <a:pt x="2950" y="0"/>
                      <a:pt x="271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810;p40">
                <a:extLst>
                  <a:ext uri="{FF2B5EF4-FFF2-40B4-BE49-F238E27FC236}">
                    <a16:creationId xmlns:a16="http://schemas.microsoft.com/office/drawing/2014/main" id="{134B54E6-6F14-F121-6B22-56865CEE90F4}"/>
                  </a:ext>
                </a:extLst>
              </p:cNvPr>
              <p:cNvSpPr/>
              <p:nvPr/>
            </p:nvSpPr>
            <p:spPr>
              <a:xfrm>
                <a:off x="4428840" y="2723109"/>
                <a:ext cx="89913" cy="32431"/>
              </a:xfrm>
              <a:custGeom>
                <a:avLst/>
                <a:gdLst/>
                <a:ahLst/>
                <a:cxnLst/>
                <a:rect l="l" t="t" r="r" b="b"/>
                <a:pathLst>
                  <a:path w="2534" h="914" extrusionOk="0">
                    <a:moveTo>
                      <a:pt x="439" y="0"/>
                    </a:moveTo>
                    <a:cubicBezTo>
                      <a:pt x="177" y="0"/>
                      <a:pt x="1" y="206"/>
                      <a:pt x="1" y="446"/>
                    </a:cubicBezTo>
                    <a:cubicBezTo>
                      <a:pt x="1" y="708"/>
                      <a:pt x="177" y="913"/>
                      <a:pt x="439" y="913"/>
                    </a:cubicBezTo>
                    <a:lnTo>
                      <a:pt x="2088" y="913"/>
                    </a:lnTo>
                    <a:cubicBezTo>
                      <a:pt x="2328" y="913"/>
                      <a:pt x="2533" y="708"/>
                      <a:pt x="2533" y="446"/>
                    </a:cubicBezTo>
                    <a:cubicBezTo>
                      <a:pt x="2533" y="206"/>
                      <a:pt x="2328" y="0"/>
                      <a:pt x="20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811;p40">
                <a:extLst>
                  <a:ext uri="{FF2B5EF4-FFF2-40B4-BE49-F238E27FC236}">
                    <a16:creationId xmlns:a16="http://schemas.microsoft.com/office/drawing/2014/main" id="{D1CD1807-72E4-0D11-1DE4-B2785CC9BEB1}"/>
                  </a:ext>
                </a:extLst>
              </p:cNvPr>
              <p:cNvSpPr/>
              <p:nvPr/>
            </p:nvSpPr>
            <p:spPr>
              <a:xfrm>
                <a:off x="4187140" y="2802694"/>
                <a:ext cx="122521" cy="32396"/>
              </a:xfrm>
              <a:custGeom>
                <a:avLst/>
                <a:gdLst/>
                <a:ahLst/>
                <a:cxnLst/>
                <a:rect l="l" t="t" r="r" b="b"/>
                <a:pathLst>
                  <a:path w="3453" h="913" extrusionOk="0">
                    <a:moveTo>
                      <a:pt x="446" y="0"/>
                    </a:moveTo>
                    <a:cubicBezTo>
                      <a:pt x="205" y="0"/>
                      <a:pt x="0" y="205"/>
                      <a:pt x="0" y="439"/>
                    </a:cubicBezTo>
                    <a:cubicBezTo>
                      <a:pt x="0" y="707"/>
                      <a:pt x="205" y="913"/>
                      <a:pt x="446" y="913"/>
                    </a:cubicBezTo>
                    <a:lnTo>
                      <a:pt x="2978" y="913"/>
                    </a:lnTo>
                    <a:cubicBezTo>
                      <a:pt x="3240" y="913"/>
                      <a:pt x="3452" y="707"/>
                      <a:pt x="3452" y="439"/>
                    </a:cubicBezTo>
                    <a:cubicBezTo>
                      <a:pt x="3452" y="205"/>
                      <a:pt x="3240" y="0"/>
                      <a:pt x="297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812;p40">
                <a:extLst>
                  <a:ext uri="{FF2B5EF4-FFF2-40B4-BE49-F238E27FC236}">
                    <a16:creationId xmlns:a16="http://schemas.microsoft.com/office/drawing/2014/main" id="{6E422616-676D-380B-9236-D606FE4DBE2A}"/>
                  </a:ext>
                </a:extLst>
              </p:cNvPr>
              <p:cNvSpPr/>
              <p:nvPr/>
            </p:nvSpPr>
            <p:spPr>
              <a:xfrm>
                <a:off x="3939372" y="2802694"/>
                <a:ext cx="61527" cy="32396"/>
              </a:xfrm>
              <a:custGeom>
                <a:avLst/>
                <a:gdLst/>
                <a:ahLst/>
                <a:cxnLst/>
                <a:rect l="l" t="t" r="r" b="b"/>
                <a:pathLst>
                  <a:path w="1734" h="913" extrusionOk="0">
                    <a:moveTo>
                      <a:pt x="439" y="0"/>
                    </a:moveTo>
                    <a:cubicBezTo>
                      <a:pt x="206" y="0"/>
                      <a:pt x="1" y="205"/>
                      <a:pt x="1" y="439"/>
                    </a:cubicBezTo>
                    <a:cubicBezTo>
                      <a:pt x="1" y="707"/>
                      <a:pt x="206" y="913"/>
                      <a:pt x="439" y="913"/>
                    </a:cubicBezTo>
                    <a:lnTo>
                      <a:pt x="1295" y="913"/>
                    </a:lnTo>
                    <a:cubicBezTo>
                      <a:pt x="1529" y="913"/>
                      <a:pt x="1734" y="707"/>
                      <a:pt x="1734" y="439"/>
                    </a:cubicBezTo>
                    <a:cubicBezTo>
                      <a:pt x="1734" y="205"/>
                      <a:pt x="1529" y="0"/>
                      <a:pt x="12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813;p40">
                <a:extLst>
                  <a:ext uri="{FF2B5EF4-FFF2-40B4-BE49-F238E27FC236}">
                    <a16:creationId xmlns:a16="http://schemas.microsoft.com/office/drawing/2014/main" id="{72D28F90-137E-C832-7A83-6177F909808A}"/>
                  </a:ext>
                </a:extLst>
              </p:cNvPr>
              <p:cNvSpPr/>
              <p:nvPr/>
            </p:nvSpPr>
            <p:spPr>
              <a:xfrm>
                <a:off x="4031234" y="2802694"/>
                <a:ext cx="99457" cy="32396"/>
              </a:xfrm>
              <a:custGeom>
                <a:avLst/>
                <a:gdLst/>
                <a:ahLst/>
                <a:cxnLst/>
                <a:rect l="l" t="t" r="r" b="b"/>
                <a:pathLst>
                  <a:path w="2803" h="913" extrusionOk="0">
                    <a:moveTo>
                      <a:pt x="447" y="0"/>
                    </a:moveTo>
                    <a:cubicBezTo>
                      <a:pt x="206" y="0"/>
                      <a:pt x="1" y="205"/>
                      <a:pt x="1" y="439"/>
                    </a:cubicBezTo>
                    <a:cubicBezTo>
                      <a:pt x="1" y="707"/>
                      <a:pt x="206" y="913"/>
                      <a:pt x="447" y="913"/>
                    </a:cubicBezTo>
                    <a:lnTo>
                      <a:pt x="2328" y="913"/>
                    </a:lnTo>
                    <a:cubicBezTo>
                      <a:pt x="2597" y="913"/>
                      <a:pt x="2802" y="707"/>
                      <a:pt x="2802" y="439"/>
                    </a:cubicBezTo>
                    <a:cubicBezTo>
                      <a:pt x="2802" y="205"/>
                      <a:pt x="2597" y="0"/>
                      <a:pt x="232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814;p40">
                <a:extLst>
                  <a:ext uri="{FF2B5EF4-FFF2-40B4-BE49-F238E27FC236}">
                    <a16:creationId xmlns:a16="http://schemas.microsoft.com/office/drawing/2014/main" id="{23540498-A78F-C610-A9D0-D8E505FF69D1}"/>
                  </a:ext>
                </a:extLst>
              </p:cNvPr>
              <p:cNvSpPr/>
              <p:nvPr/>
            </p:nvSpPr>
            <p:spPr>
              <a:xfrm>
                <a:off x="4369089" y="2802694"/>
                <a:ext cx="149665" cy="32396"/>
              </a:xfrm>
              <a:custGeom>
                <a:avLst/>
                <a:gdLst/>
                <a:ahLst/>
                <a:cxnLst/>
                <a:rect l="l" t="t" r="r" b="b"/>
                <a:pathLst>
                  <a:path w="4218" h="913" extrusionOk="0">
                    <a:moveTo>
                      <a:pt x="447" y="0"/>
                    </a:moveTo>
                    <a:cubicBezTo>
                      <a:pt x="206" y="0"/>
                      <a:pt x="1" y="205"/>
                      <a:pt x="1" y="439"/>
                    </a:cubicBezTo>
                    <a:cubicBezTo>
                      <a:pt x="1" y="707"/>
                      <a:pt x="206" y="913"/>
                      <a:pt x="447" y="913"/>
                    </a:cubicBezTo>
                    <a:lnTo>
                      <a:pt x="3772" y="913"/>
                    </a:lnTo>
                    <a:cubicBezTo>
                      <a:pt x="4040" y="913"/>
                      <a:pt x="4217" y="707"/>
                      <a:pt x="4217" y="439"/>
                    </a:cubicBezTo>
                    <a:cubicBezTo>
                      <a:pt x="4217" y="205"/>
                      <a:pt x="4040" y="0"/>
                      <a:pt x="37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 name="Google Shape;815;p40">
              <a:extLst>
                <a:ext uri="{FF2B5EF4-FFF2-40B4-BE49-F238E27FC236}">
                  <a16:creationId xmlns:a16="http://schemas.microsoft.com/office/drawing/2014/main" id="{15F0BB00-ECB1-A0EA-3B82-6FA22E2C8CF3}"/>
                </a:ext>
              </a:extLst>
            </p:cNvPr>
            <p:cNvGrpSpPr/>
            <p:nvPr/>
          </p:nvGrpSpPr>
          <p:grpSpPr>
            <a:xfrm>
              <a:off x="1158100" y="913806"/>
              <a:ext cx="1910430" cy="3689957"/>
              <a:chOff x="3445647" y="3610431"/>
              <a:chExt cx="598187" cy="1155422"/>
            </a:xfrm>
          </p:grpSpPr>
          <p:sp>
            <p:nvSpPr>
              <p:cNvPr id="41" name="Google Shape;816;p40">
                <a:extLst>
                  <a:ext uri="{FF2B5EF4-FFF2-40B4-BE49-F238E27FC236}">
                    <a16:creationId xmlns:a16="http://schemas.microsoft.com/office/drawing/2014/main" id="{38E09910-0B5C-E405-54F5-6846F7ECE6F0}"/>
                  </a:ext>
                </a:extLst>
              </p:cNvPr>
              <p:cNvSpPr/>
              <p:nvPr/>
            </p:nvSpPr>
            <p:spPr>
              <a:xfrm>
                <a:off x="3891188" y="4339258"/>
                <a:ext cx="69049" cy="149630"/>
              </a:xfrm>
              <a:custGeom>
                <a:avLst/>
                <a:gdLst/>
                <a:ahLst/>
                <a:cxnLst/>
                <a:rect l="l" t="t" r="r" b="b"/>
                <a:pathLst>
                  <a:path w="1946" h="4217" extrusionOk="0">
                    <a:moveTo>
                      <a:pt x="822" y="0"/>
                    </a:moveTo>
                    <a:cubicBezTo>
                      <a:pt x="730" y="0"/>
                      <a:pt x="639" y="17"/>
                      <a:pt x="559" y="53"/>
                    </a:cubicBezTo>
                    <a:cubicBezTo>
                      <a:pt x="262" y="201"/>
                      <a:pt x="57" y="463"/>
                      <a:pt x="29" y="789"/>
                    </a:cubicBezTo>
                    <a:cubicBezTo>
                      <a:pt x="0" y="965"/>
                      <a:pt x="29" y="1142"/>
                      <a:pt x="57" y="1319"/>
                    </a:cubicBezTo>
                    <a:cubicBezTo>
                      <a:pt x="177" y="1970"/>
                      <a:pt x="297" y="2649"/>
                      <a:pt x="411" y="3293"/>
                    </a:cubicBezTo>
                    <a:cubicBezTo>
                      <a:pt x="498" y="3691"/>
                      <a:pt x="528" y="4217"/>
                      <a:pt x="1014" y="4217"/>
                    </a:cubicBezTo>
                    <a:cubicBezTo>
                      <a:pt x="1038" y="4217"/>
                      <a:pt x="1063" y="4215"/>
                      <a:pt x="1090" y="4213"/>
                    </a:cubicBezTo>
                    <a:cubicBezTo>
                      <a:pt x="1267" y="4213"/>
                      <a:pt x="1444" y="4149"/>
                      <a:pt x="1592" y="4036"/>
                    </a:cubicBezTo>
                    <a:cubicBezTo>
                      <a:pt x="1946" y="3710"/>
                      <a:pt x="1826" y="3059"/>
                      <a:pt x="1797" y="2649"/>
                    </a:cubicBezTo>
                    <a:cubicBezTo>
                      <a:pt x="1797" y="2055"/>
                      <a:pt x="1741" y="1496"/>
                      <a:pt x="1649" y="937"/>
                    </a:cubicBezTo>
                    <a:cubicBezTo>
                      <a:pt x="1620" y="704"/>
                      <a:pt x="1564" y="463"/>
                      <a:pt x="1415" y="258"/>
                    </a:cubicBezTo>
                    <a:cubicBezTo>
                      <a:pt x="1271" y="94"/>
                      <a:pt x="1040" y="0"/>
                      <a:pt x="822" y="0"/>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817;p40">
                <a:extLst>
                  <a:ext uri="{FF2B5EF4-FFF2-40B4-BE49-F238E27FC236}">
                    <a16:creationId xmlns:a16="http://schemas.microsoft.com/office/drawing/2014/main" id="{4B0C83DB-1AF0-2CED-DE8D-4946128B013B}"/>
                  </a:ext>
                </a:extLst>
              </p:cNvPr>
              <p:cNvSpPr/>
              <p:nvPr/>
            </p:nvSpPr>
            <p:spPr>
              <a:xfrm>
                <a:off x="3905736" y="4458334"/>
                <a:ext cx="138098" cy="51237"/>
              </a:xfrm>
              <a:custGeom>
                <a:avLst/>
                <a:gdLst/>
                <a:ahLst/>
                <a:cxnLst/>
                <a:rect l="l" t="t" r="r" b="b"/>
                <a:pathLst>
                  <a:path w="3892" h="1444" extrusionOk="0">
                    <a:moveTo>
                      <a:pt x="1416" y="1"/>
                    </a:moveTo>
                    <a:cubicBezTo>
                      <a:pt x="1359" y="1"/>
                      <a:pt x="1267" y="1"/>
                      <a:pt x="1210" y="29"/>
                    </a:cubicBezTo>
                    <a:cubicBezTo>
                      <a:pt x="800" y="85"/>
                      <a:pt x="418" y="149"/>
                      <a:pt x="1" y="234"/>
                    </a:cubicBezTo>
                    <a:cubicBezTo>
                      <a:pt x="64" y="468"/>
                      <a:pt x="93" y="708"/>
                      <a:pt x="64" y="970"/>
                    </a:cubicBezTo>
                    <a:lnTo>
                      <a:pt x="64" y="1295"/>
                    </a:lnTo>
                    <a:cubicBezTo>
                      <a:pt x="93" y="1387"/>
                      <a:pt x="149" y="1444"/>
                      <a:pt x="241" y="1444"/>
                    </a:cubicBezTo>
                    <a:lnTo>
                      <a:pt x="3276" y="1444"/>
                    </a:lnTo>
                    <a:cubicBezTo>
                      <a:pt x="3389" y="1444"/>
                      <a:pt x="3510" y="1415"/>
                      <a:pt x="3658" y="1415"/>
                    </a:cubicBezTo>
                    <a:cubicBezTo>
                      <a:pt x="3743" y="1415"/>
                      <a:pt x="3863" y="1352"/>
                      <a:pt x="3863" y="1239"/>
                    </a:cubicBezTo>
                    <a:cubicBezTo>
                      <a:pt x="3892" y="736"/>
                      <a:pt x="2010" y="383"/>
                      <a:pt x="1684" y="149"/>
                    </a:cubicBezTo>
                    <a:cubicBezTo>
                      <a:pt x="1592" y="85"/>
                      <a:pt x="1507" y="29"/>
                      <a:pt x="14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818;p40">
                <a:extLst>
                  <a:ext uri="{FF2B5EF4-FFF2-40B4-BE49-F238E27FC236}">
                    <a16:creationId xmlns:a16="http://schemas.microsoft.com/office/drawing/2014/main" id="{720D533C-033C-3857-9BD5-58BF0EC1A1B2}"/>
                  </a:ext>
                </a:extLst>
              </p:cNvPr>
              <p:cNvSpPr/>
              <p:nvPr/>
            </p:nvSpPr>
            <p:spPr>
              <a:xfrm>
                <a:off x="3531476" y="4605511"/>
                <a:ext cx="69084" cy="128979"/>
              </a:xfrm>
              <a:custGeom>
                <a:avLst/>
                <a:gdLst/>
                <a:ahLst/>
                <a:cxnLst/>
                <a:rect l="l" t="t" r="r" b="b"/>
                <a:pathLst>
                  <a:path w="1947" h="3635" extrusionOk="0">
                    <a:moveTo>
                      <a:pt x="993" y="0"/>
                    </a:moveTo>
                    <a:cubicBezTo>
                      <a:pt x="754" y="0"/>
                      <a:pt x="514" y="90"/>
                      <a:pt x="383" y="246"/>
                    </a:cubicBezTo>
                    <a:cubicBezTo>
                      <a:pt x="291" y="359"/>
                      <a:pt x="263" y="508"/>
                      <a:pt x="234" y="628"/>
                    </a:cubicBezTo>
                    <a:cubicBezTo>
                      <a:pt x="1" y="1597"/>
                      <a:pt x="234" y="2630"/>
                      <a:pt x="319" y="3634"/>
                    </a:cubicBezTo>
                    <a:cubicBezTo>
                      <a:pt x="708" y="3571"/>
                      <a:pt x="1090" y="3514"/>
                      <a:pt x="1472" y="3429"/>
                    </a:cubicBezTo>
                    <a:cubicBezTo>
                      <a:pt x="1501" y="3429"/>
                      <a:pt x="1557" y="3429"/>
                      <a:pt x="1593" y="3366"/>
                    </a:cubicBezTo>
                    <a:cubicBezTo>
                      <a:pt x="1621" y="3366"/>
                      <a:pt x="1621" y="3309"/>
                      <a:pt x="1621" y="3281"/>
                    </a:cubicBezTo>
                    <a:cubicBezTo>
                      <a:pt x="1677" y="2630"/>
                      <a:pt x="1734" y="2014"/>
                      <a:pt x="1798" y="1364"/>
                    </a:cubicBezTo>
                    <a:cubicBezTo>
                      <a:pt x="1826" y="1130"/>
                      <a:pt x="1946" y="656"/>
                      <a:pt x="1854" y="423"/>
                    </a:cubicBezTo>
                    <a:cubicBezTo>
                      <a:pt x="1734" y="210"/>
                      <a:pt x="1295" y="34"/>
                      <a:pt x="1090" y="5"/>
                    </a:cubicBezTo>
                    <a:cubicBezTo>
                      <a:pt x="1058" y="2"/>
                      <a:pt x="1026" y="0"/>
                      <a:pt x="993" y="0"/>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819;p40">
                <a:extLst>
                  <a:ext uri="{FF2B5EF4-FFF2-40B4-BE49-F238E27FC236}">
                    <a16:creationId xmlns:a16="http://schemas.microsoft.com/office/drawing/2014/main" id="{5FC9C843-8383-EB09-EB7B-97D0EF5BEC2E}"/>
                  </a:ext>
                </a:extLst>
              </p:cNvPr>
              <p:cNvSpPr/>
              <p:nvPr/>
            </p:nvSpPr>
            <p:spPr>
              <a:xfrm>
                <a:off x="3591972" y="3683204"/>
                <a:ext cx="60782" cy="130930"/>
              </a:xfrm>
              <a:custGeom>
                <a:avLst/>
                <a:gdLst/>
                <a:ahLst/>
                <a:cxnLst/>
                <a:rect l="l" t="t" r="r" b="b"/>
                <a:pathLst>
                  <a:path w="1713" h="3690" extrusionOk="0">
                    <a:moveTo>
                      <a:pt x="206" y="1"/>
                    </a:moveTo>
                    <a:cubicBezTo>
                      <a:pt x="149" y="1"/>
                      <a:pt x="93" y="1"/>
                      <a:pt x="64" y="29"/>
                    </a:cubicBezTo>
                    <a:cubicBezTo>
                      <a:pt x="1" y="65"/>
                      <a:pt x="1" y="178"/>
                      <a:pt x="1" y="270"/>
                    </a:cubicBezTo>
                    <a:cubicBezTo>
                      <a:pt x="1" y="418"/>
                      <a:pt x="29" y="560"/>
                      <a:pt x="64" y="708"/>
                    </a:cubicBezTo>
                    <a:lnTo>
                      <a:pt x="64" y="829"/>
                    </a:lnTo>
                    <a:cubicBezTo>
                      <a:pt x="121" y="1154"/>
                      <a:pt x="64" y="1479"/>
                      <a:pt x="29" y="1798"/>
                    </a:cubicBezTo>
                    <a:cubicBezTo>
                      <a:pt x="29" y="1862"/>
                      <a:pt x="1" y="1946"/>
                      <a:pt x="1" y="1975"/>
                    </a:cubicBezTo>
                    <a:cubicBezTo>
                      <a:pt x="1" y="2152"/>
                      <a:pt x="1" y="2300"/>
                      <a:pt x="64" y="2477"/>
                    </a:cubicBezTo>
                    <a:cubicBezTo>
                      <a:pt x="121" y="2859"/>
                      <a:pt x="475" y="3630"/>
                      <a:pt x="949" y="3687"/>
                    </a:cubicBezTo>
                    <a:cubicBezTo>
                      <a:pt x="957" y="3689"/>
                      <a:pt x="965" y="3690"/>
                      <a:pt x="973" y="3690"/>
                    </a:cubicBezTo>
                    <a:cubicBezTo>
                      <a:pt x="1079" y="3690"/>
                      <a:pt x="1188" y="3532"/>
                      <a:pt x="1267" y="3453"/>
                    </a:cubicBezTo>
                    <a:cubicBezTo>
                      <a:pt x="1479" y="3184"/>
                      <a:pt x="1656" y="2859"/>
                      <a:pt x="1713" y="2505"/>
                    </a:cubicBezTo>
                    <a:cubicBezTo>
                      <a:pt x="1713" y="2328"/>
                      <a:pt x="1713" y="2152"/>
                      <a:pt x="1684" y="2010"/>
                    </a:cubicBezTo>
                    <a:cubicBezTo>
                      <a:pt x="1656" y="1741"/>
                      <a:pt x="1656" y="1508"/>
                      <a:pt x="1621" y="1267"/>
                    </a:cubicBezTo>
                    <a:cubicBezTo>
                      <a:pt x="1621" y="1154"/>
                      <a:pt x="1592" y="1034"/>
                      <a:pt x="1592" y="914"/>
                    </a:cubicBezTo>
                    <a:cubicBezTo>
                      <a:pt x="1536" y="708"/>
                      <a:pt x="1444" y="503"/>
                      <a:pt x="1302" y="355"/>
                    </a:cubicBezTo>
                    <a:cubicBezTo>
                      <a:pt x="1034" y="29"/>
                      <a:pt x="595" y="1"/>
                      <a:pt x="206" y="1"/>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820;p40">
                <a:extLst>
                  <a:ext uri="{FF2B5EF4-FFF2-40B4-BE49-F238E27FC236}">
                    <a16:creationId xmlns:a16="http://schemas.microsoft.com/office/drawing/2014/main" id="{95D526AE-8EE3-4CCB-F871-C792ABC1A0AD}"/>
                  </a:ext>
                </a:extLst>
              </p:cNvPr>
              <p:cNvSpPr/>
              <p:nvPr/>
            </p:nvSpPr>
            <p:spPr>
              <a:xfrm>
                <a:off x="3591972" y="3690939"/>
                <a:ext cx="53508" cy="43537"/>
              </a:xfrm>
              <a:custGeom>
                <a:avLst/>
                <a:gdLst/>
                <a:ahLst/>
                <a:cxnLst/>
                <a:rect l="l" t="t" r="r" b="b"/>
                <a:pathLst>
                  <a:path w="1508" h="1227" extrusionOk="0">
                    <a:moveTo>
                      <a:pt x="681" y="1"/>
                    </a:moveTo>
                    <a:cubicBezTo>
                      <a:pt x="528" y="1"/>
                      <a:pt x="382" y="53"/>
                      <a:pt x="270" y="165"/>
                    </a:cubicBezTo>
                    <a:cubicBezTo>
                      <a:pt x="241" y="200"/>
                      <a:pt x="206" y="229"/>
                      <a:pt x="178" y="257"/>
                    </a:cubicBezTo>
                    <a:cubicBezTo>
                      <a:pt x="149" y="285"/>
                      <a:pt x="93" y="285"/>
                      <a:pt x="64" y="314"/>
                    </a:cubicBezTo>
                    <a:cubicBezTo>
                      <a:pt x="1" y="342"/>
                      <a:pt x="29" y="405"/>
                      <a:pt x="29" y="434"/>
                    </a:cubicBezTo>
                    <a:cubicBezTo>
                      <a:pt x="64" y="554"/>
                      <a:pt x="64" y="696"/>
                      <a:pt x="93" y="816"/>
                    </a:cubicBezTo>
                    <a:cubicBezTo>
                      <a:pt x="93" y="936"/>
                      <a:pt x="64" y="1085"/>
                      <a:pt x="64" y="1226"/>
                    </a:cubicBezTo>
                    <a:cubicBezTo>
                      <a:pt x="64" y="1226"/>
                      <a:pt x="736" y="1113"/>
                      <a:pt x="1005" y="1021"/>
                    </a:cubicBezTo>
                    <a:cubicBezTo>
                      <a:pt x="1154" y="993"/>
                      <a:pt x="1331" y="936"/>
                      <a:pt x="1508" y="872"/>
                    </a:cubicBezTo>
                    <a:lnTo>
                      <a:pt x="1508" y="788"/>
                    </a:lnTo>
                    <a:cubicBezTo>
                      <a:pt x="1508" y="696"/>
                      <a:pt x="1444" y="611"/>
                      <a:pt x="1416" y="519"/>
                    </a:cubicBezTo>
                    <a:cubicBezTo>
                      <a:pt x="1359" y="434"/>
                      <a:pt x="1331" y="377"/>
                      <a:pt x="1267" y="285"/>
                    </a:cubicBezTo>
                    <a:cubicBezTo>
                      <a:pt x="1182" y="200"/>
                      <a:pt x="1062" y="108"/>
                      <a:pt x="949" y="52"/>
                    </a:cubicBezTo>
                    <a:cubicBezTo>
                      <a:pt x="861" y="18"/>
                      <a:pt x="769" y="1"/>
                      <a:pt x="6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821;p40">
                <a:extLst>
                  <a:ext uri="{FF2B5EF4-FFF2-40B4-BE49-F238E27FC236}">
                    <a16:creationId xmlns:a16="http://schemas.microsoft.com/office/drawing/2014/main" id="{162123C3-0AD7-4CBF-242D-348F49A917C4}"/>
                  </a:ext>
                </a:extLst>
              </p:cNvPr>
              <p:cNvSpPr/>
              <p:nvPr/>
            </p:nvSpPr>
            <p:spPr>
              <a:xfrm>
                <a:off x="3646437" y="3627817"/>
                <a:ext cx="21893" cy="47156"/>
              </a:xfrm>
              <a:custGeom>
                <a:avLst/>
                <a:gdLst/>
                <a:ahLst/>
                <a:cxnLst/>
                <a:rect l="l" t="t" r="r" b="b"/>
                <a:pathLst>
                  <a:path w="617" h="1329" extrusionOk="0">
                    <a:moveTo>
                      <a:pt x="213" y="0"/>
                    </a:moveTo>
                    <a:cubicBezTo>
                      <a:pt x="180" y="0"/>
                      <a:pt x="149" y="10"/>
                      <a:pt x="121" y="34"/>
                    </a:cubicBezTo>
                    <a:cubicBezTo>
                      <a:pt x="1" y="119"/>
                      <a:pt x="178" y="472"/>
                      <a:pt x="234" y="593"/>
                    </a:cubicBezTo>
                    <a:cubicBezTo>
                      <a:pt x="326" y="770"/>
                      <a:pt x="298" y="946"/>
                      <a:pt x="326" y="1123"/>
                    </a:cubicBezTo>
                    <a:cubicBezTo>
                      <a:pt x="326" y="1180"/>
                      <a:pt x="326" y="1237"/>
                      <a:pt x="355" y="1272"/>
                    </a:cubicBezTo>
                    <a:cubicBezTo>
                      <a:pt x="383" y="1300"/>
                      <a:pt x="439" y="1328"/>
                      <a:pt x="503" y="1328"/>
                    </a:cubicBezTo>
                    <a:cubicBezTo>
                      <a:pt x="560" y="1300"/>
                      <a:pt x="560" y="1237"/>
                      <a:pt x="588" y="1180"/>
                    </a:cubicBezTo>
                    <a:lnTo>
                      <a:pt x="588" y="918"/>
                    </a:lnTo>
                    <a:cubicBezTo>
                      <a:pt x="616" y="706"/>
                      <a:pt x="616" y="472"/>
                      <a:pt x="560" y="267"/>
                    </a:cubicBezTo>
                    <a:cubicBezTo>
                      <a:pt x="514" y="171"/>
                      <a:pt x="349" y="0"/>
                      <a:pt x="2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822;p40">
                <a:extLst>
                  <a:ext uri="{FF2B5EF4-FFF2-40B4-BE49-F238E27FC236}">
                    <a16:creationId xmlns:a16="http://schemas.microsoft.com/office/drawing/2014/main" id="{98B4DDCA-9BE0-3353-D072-1819CB294656}"/>
                  </a:ext>
                </a:extLst>
              </p:cNvPr>
              <p:cNvSpPr/>
              <p:nvPr/>
            </p:nvSpPr>
            <p:spPr>
              <a:xfrm>
                <a:off x="3656975" y="3663724"/>
                <a:ext cx="19870" cy="27180"/>
              </a:xfrm>
              <a:custGeom>
                <a:avLst/>
                <a:gdLst/>
                <a:ahLst/>
                <a:cxnLst/>
                <a:rect l="l" t="t" r="r" b="b"/>
                <a:pathLst>
                  <a:path w="560" h="766" extrusionOk="0">
                    <a:moveTo>
                      <a:pt x="214" y="0"/>
                    </a:moveTo>
                    <a:cubicBezTo>
                      <a:pt x="122" y="0"/>
                      <a:pt x="37" y="58"/>
                      <a:pt x="1" y="196"/>
                    </a:cubicBezTo>
                    <a:lnTo>
                      <a:pt x="142" y="755"/>
                    </a:lnTo>
                    <a:cubicBezTo>
                      <a:pt x="167" y="762"/>
                      <a:pt x="189" y="765"/>
                      <a:pt x="211" y="765"/>
                    </a:cubicBezTo>
                    <a:cubicBezTo>
                      <a:pt x="299" y="765"/>
                      <a:pt x="372" y="715"/>
                      <a:pt x="440" y="670"/>
                    </a:cubicBezTo>
                    <a:cubicBezTo>
                      <a:pt x="532" y="550"/>
                      <a:pt x="560" y="401"/>
                      <a:pt x="532" y="260"/>
                    </a:cubicBezTo>
                    <a:cubicBezTo>
                      <a:pt x="479" y="105"/>
                      <a:pt x="339" y="0"/>
                      <a:pt x="214" y="0"/>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823;p40">
                <a:extLst>
                  <a:ext uri="{FF2B5EF4-FFF2-40B4-BE49-F238E27FC236}">
                    <a16:creationId xmlns:a16="http://schemas.microsoft.com/office/drawing/2014/main" id="{9022FE47-4E92-DC28-F4F5-A51B40EA54B6}"/>
                  </a:ext>
                </a:extLst>
              </p:cNvPr>
              <p:cNvSpPr/>
              <p:nvPr/>
            </p:nvSpPr>
            <p:spPr>
              <a:xfrm>
                <a:off x="3581683" y="3629165"/>
                <a:ext cx="84626" cy="101409"/>
              </a:xfrm>
              <a:custGeom>
                <a:avLst/>
                <a:gdLst/>
                <a:ahLst/>
                <a:cxnLst/>
                <a:rect l="l" t="t" r="r" b="b"/>
                <a:pathLst>
                  <a:path w="2385" h="2858" extrusionOk="0">
                    <a:moveTo>
                      <a:pt x="1958" y="1"/>
                    </a:moveTo>
                    <a:cubicBezTo>
                      <a:pt x="1709" y="1"/>
                      <a:pt x="1264" y="290"/>
                      <a:pt x="1062" y="314"/>
                    </a:cubicBezTo>
                    <a:cubicBezTo>
                      <a:pt x="850" y="378"/>
                      <a:pt x="496" y="434"/>
                      <a:pt x="319" y="583"/>
                    </a:cubicBezTo>
                    <a:cubicBezTo>
                      <a:pt x="1" y="937"/>
                      <a:pt x="57" y="1552"/>
                      <a:pt x="262" y="1998"/>
                    </a:cubicBezTo>
                    <a:cubicBezTo>
                      <a:pt x="291" y="2055"/>
                      <a:pt x="383" y="2260"/>
                      <a:pt x="411" y="2323"/>
                    </a:cubicBezTo>
                    <a:cubicBezTo>
                      <a:pt x="682" y="2729"/>
                      <a:pt x="1105" y="2858"/>
                      <a:pt x="1435" y="2858"/>
                    </a:cubicBezTo>
                    <a:cubicBezTo>
                      <a:pt x="1537" y="2858"/>
                      <a:pt x="1629" y="2846"/>
                      <a:pt x="1706" y="2826"/>
                    </a:cubicBezTo>
                    <a:cubicBezTo>
                      <a:pt x="2088" y="2734"/>
                      <a:pt x="2300" y="2408"/>
                      <a:pt x="2356" y="1970"/>
                    </a:cubicBezTo>
                    <a:cubicBezTo>
                      <a:pt x="2356" y="1906"/>
                      <a:pt x="2385" y="1644"/>
                      <a:pt x="2385" y="1552"/>
                    </a:cubicBezTo>
                    <a:cubicBezTo>
                      <a:pt x="2385" y="1057"/>
                      <a:pt x="2264" y="137"/>
                      <a:pt x="2059" y="24"/>
                    </a:cubicBezTo>
                    <a:cubicBezTo>
                      <a:pt x="2032" y="8"/>
                      <a:pt x="1997" y="1"/>
                      <a:pt x="1958" y="1"/>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824;p40">
                <a:extLst>
                  <a:ext uri="{FF2B5EF4-FFF2-40B4-BE49-F238E27FC236}">
                    <a16:creationId xmlns:a16="http://schemas.microsoft.com/office/drawing/2014/main" id="{C9EF2EEE-B659-9B5D-93C3-D5A3EF6DDF4A}"/>
                  </a:ext>
                </a:extLst>
              </p:cNvPr>
              <p:cNvSpPr/>
              <p:nvPr/>
            </p:nvSpPr>
            <p:spPr>
              <a:xfrm>
                <a:off x="3573167" y="3610431"/>
                <a:ext cx="94171" cy="76855"/>
              </a:xfrm>
              <a:custGeom>
                <a:avLst/>
                <a:gdLst/>
                <a:ahLst/>
                <a:cxnLst/>
                <a:rect l="l" t="t" r="r" b="b"/>
                <a:pathLst>
                  <a:path w="2654" h="2166" extrusionOk="0">
                    <a:moveTo>
                      <a:pt x="1228" y="0"/>
                    </a:moveTo>
                    <a:cubicBezTo>
                      <a:pt x="1132" y="0"/>
                      <a:pt x="1037" y="7"/>
                      <a:pt x="948" y="22"/>
                    </a:cubicBezTo>
                    <a:cubicBezTo>
                      <a:pt x="708" y="78"/>
                      <a:pt x="474" y="198"/>
                      <a:pt x="297" y="404"/>
                    </a:cubicBezTo>
                    <a:cubicBezTo>
                      <a:pt x="92" y="665"/>
                      <a:pt x="0" y="1054"/>
                      <a:pt x="92" y="1408"/>
                    </a:cubicBezTo>
                    <a:cubicBezTo>
                      <a:pt x="120" y="1642"/>
                      <a:pt x="205" y="2024"/>
                      <a:pt x="474" y="2144"/>
                    </a:cubicBezTo>
                    <a:cubicBezTo>
                      <a:pt x="511" y="2158"/>
                      <a:pt x="546" y="2165"/>
                      <a:pt x="578" y="2165"/>
                    </a:cubicBezTo>
                    <a:cubicBezTo>
                      <a:pt x="674" y="2165"/>
                      <a:pt x="745" y="2100"/>
                      <a:pt x="771" y="1967"/>
                    </a:cubicBezTo>
                    <a:cubicBezTo>
                      <a:pt x="800" y="1790"/>
                      <a:pt x="771" y="1585"/>
                      <a:pt x="771" y="1373"/>
                    </a:cubicBezTo>
                    <a:cubicBezTo>
                      <a:pt x="771" y="1345"/>
                      <a:pt x="771" y="1345"/>
                      <a:pt x="800" y="1316"/>
                    </a:cubicBezTo>
                    <a:cubicBezTo>
                      <a:pt x="828" y="1288"/>
                      <a:pt x="856" y="1288"/>
                      <a:pt x="884" y="1288"/>
                    </a:cubicBezTo>
                    <a:cubicBezTo>
                      <a:pt x="1330" y="1231"/>
                      <a:pt x="1684" y="1019"/>
                      <a:pt x="2038" y="757"/>
                    </a:cubicBezTo>
                    <a:cubicBezTo>
                      <a:pt x="2122" y="842"/>
                      <a:pt x="2214" y="906"/>
                      <a:pt x="2328" y="934"/>
                    </a:cubicBezTo>
                    <a:cubicBezTo>
                      <a:pt x="2391" y="934"/>
                      <a:pt x="2476" y="934"/>
                      <a:pt x="2540" y="906"/>
                    </a:cubicBezTo>
                    <a:cubicBezTo>
                      <a:pt x="2625" y="878"/>
                      <a:pt x="2653" y="814"/>
                      <a:pt x="2625" y="729"/>
                    </a:cubicBezTo>
                    <a:cubicBezTo>
                      <a:pt x="2625" y="665"/>
                      <a:pt x="2596" y="609"/>
                      <a:pt x="2540" y="552"/>
                    </a:cubicBezTo>
                    <a:cubicBezTo>
                      <a:pt x="2448" y="404"/>
                      <a:pt x="2328" y="312"/>
                      <a:pt x="2214" y="227"/>
                    </a:cubicBezTo>
                    <a:cubicBezTo>
                      <a:pt x="2009" y="106"/>
                      <a:pt x="1769" y="50"/>
                      <a:pt x="1507" y="22"/>
                    </a:cubicBezTo>
                    <a:cubicBezTo>
                      <a:pt x="1419" y="7"/>
                      <a:pt x="1323" y="0"/>
                      <a:pt x="12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825;p40">
                <a:extLst>
                  <a:ext uri="{FF2B5EF4-FFF2-40B4-BE49-F238E27FC236}">
                    <a16:creationId xmlns:a16="http://schemas.microsoft.com/office/drawing/2014/main" id="{5EF4F483-A637-771F-D2D3-060F946AFE6B}"/>
                  </a:ext>
                </a:extLst>
              </p:cNvPr>
              <p:cNvSpPr/>
              <p:nvPr/>
            </p:nvSpPr>
            <p:spPr>
              <a:xfrm>
                <a:off x="3574125" y="3667876"/>
                <a:ext cx="29450" cy="30586"/>
              </a:xfrm>
              <a:custGeom>
                <a:avLst/>
                <a:gdLst/>
                <a:ahLst/>
                <a:cxnLst/>
                <a:rect l="l" t="t" r="r" b="b"/>
                <a:pathLst>
                  <a:path w="830" h="862" extrusionOk="0">
                    <a:moveTo>
                      <a:pt x="435" y="1"/>
                    </a:moveTo>
                    <a:cubicBezTo>
                      <a:pt x="73" y="1"/>
                      <a:pt x="0" y="551"/>
                      <a:pt x="242" y="787"/>
                    </a:cubicBezTo>
                    <a:cubicBezTo>
                      <a:pt x="290" y="837"/>
                      <a:pt x="349" y="862"/>
                      <a:pt x="410" y="862"/>
                    </a:cubicBezTo>
                    <a:cubicBezTo>
                      <a:pt x="494" y="862"/>
                      <a:pt x="583" y="816"/>
                      <a:pt x="652" y="730"/>
                    </a:cubicBezTo>
                    <a:lnTo>
                      <a:pt x="829" y="284"/>
                    </a:lnTo>
                    <a:cubicBezTo>
                      <a:pt x="744" y="171"/>
                      <a:pt x="681" y="51"/>
                      <a:pt x="567" y="23"/>
                    </a:cubicBezTo>
                    <a:cubicBezTo>
                      <a:pt x="520" y="8"/>
                      <a:pt x="476" y="1"/>
                      <a:pt x="435" y="1"/>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826;p40">
                <a:extLst>
                  <a:ext uri="{FF2B5EF4-FFF2-40B4-BE49-F238E27FC236}">
                    <a16:creationId xmlns:a16="http://schemas.microsoft.com/office/drawing/2014/main" id="{594AF75E-CE26-8A4B-6319-AB4594162C18}"/>
                  </a:ext>
                </a:extLst>
              </p:cNvPr>
              <p:cNvSpPr/>
              <p:nvPr/>
            </p:nvSpPr>
            <p:spPr>
              <a:xfrm>
                <a:off x="3507384" y="4019214"/>
                <a:ext cx="479972" cy="645249"/>
              </a:xfrm>
              <a:custGeom>
                <a:avLst/>
                <a:gdLst/>
                <a:ahLst/>
                <a:cxnLst/>
                <a:rect l="l" t="t" r="r" b="b"/>
                <a:pathLst>
                  <a:path w="13527" h="18185" extrusionOk="0">
                    <a:moveTo>
                      <a:pt x="2992" y="0"/>
                    </a:moveTo>
                    <a:cubicBezTo>
                      <a:pt x="2859" y="0"/>
                      <a:pt x="2725" y="8"/>
                      <a:pt x="2590" y="25"/>
                    </a:cubicBezTo>
                    <a:cubicBezTo>
                      <a:pt x="2003" y="81"/>
                      <a:pt x="1147" y="407"/>
                      <a:pt x="885" y="994"/>
                    </a:cubicBezTo>
                    <a:cubicBezTo>
                      <a:pt x="588" y="1673"/>
                      <a:pt x="383" y="2501"/>
                      <a:pt x="262" y="3237"/>
                    </a:cubicBezTo>
                    <a:cubicBezTo>
                      <a:pt x="29" y="4800"/>
                      <a:pt x="57" y="6300"/>
                      <a:pt x="86" y="7891"/>
                    </a:cubicBezTo>
                    <a:cubicBezTo>
                      <a:pt x="149" y="9342"/>
                      <a:pt x="1" y="11167"/>
                      <a:pt x="29" y="12638"/>
                    </a:cubicBezTo>
                    <a:cubicBezTo>
                      <a:pt x="57" y="14612"/>
                      <a:pt x="57" y="16147"/>
                      <a:pt x="206" y="18008"/>
                    </a:cubicBezTo>
                    <a:cubicBezTo>
                      <a:pt x="234" y="18093"/>
                      <a:pt x="765" y="18149"/>
                      <a:pt x="857" y="18149"/>
                    </a:cubicBezTo>
                    <a:cubicBezTo>
                      <a:pt x="1052" y="18164"/>
                      <a:pt x="1248" y="18169"/>
                      <a:pt x="1443" y="18169"/>
                    </a:cubicBezTo>
                    <a:cubicBezTo>
                      <a:pt x="1842" y="18169"/>
                      <a:pt x="2240" y="18149"/>
                      <a:pt x="2634" y="18149"/>
                    </a:cubicBezTo>
                    <a:cubicBezTo>
                      <a:pt x="2888" y="18149"/>
                      <a:pt x="3140" y="18157"/>
                      <a:pt x="3389" y="18185"/>
                    </a:cubicBezTo>
                    <a:cubicBezTo>
                      <a:pt x="3418" y="16324"/>
                      <a:pt x="3474" y="14471"/>
                      <a:pt x="3510" y="12610"/>
                    </a:cubicBezTo>
                    <a:cubicBezTo>
                      <a:pt x="3538" y="11315"/>
                      <a:pt x="3538" y="9985"/>
                      <a:pt x="3715" y="8691"/>
                    </a:cubicBezTo>
                    <a:cubicBezTo>
                      <a:pt x="3828" y="7573"/>
                      <a:pt x="3920" y="6448"/>
                      <a:pt x="4005" y="5359"/>
                    </a:cubicBezTo>
                    <a:cubicBezTo>
                      <a:pt x="4005" y="5154"/>
                      <a:pt x="3976" y="4885"/>
                      <a:pt x="4040" y="4708"/>
                    </a:cubicBezTo>
                    <a:cubicBezTo>
                      <a:pt x="4066" y="4590"/>
                      <a:pt x="4151" y="4556"/>
                      <a:pt x="4259" y="4556"/>
                    </a:cubicBezTo>
                    <a:cubicBezTo>
                      <a:pt x="4391" y="4556"/>
                      <a:pt x="4555" y="4608"/>
                      <a:pt x="4684" y="4623"/>
                    </a:cubicBezTo>
                    <a:cubicBezTo>
                      <a:pt x="5214" y="4743"/>
                      <a:pt x="5717" y="4920"/>
                      <a:pt x="6219" y="5062"/>
                    </a:cubicBezTo>
                    <a:cubicBezTo>
                      <a:pt x="7400" y="5479"/>
                      <a:pt x="8667" y="5805"/>
                      <a:pt x="9905" y="5946"/>
                    </a:cubicBezTo>
                    <a:cubicBezTo>
                      <a:pt x="9876" y="6010"/>
                      <a:pt x="9841" y="6066"/>
                      <a:pt x="9841" y="6123"/>
                    </a:cubicBezTo>
                    <a:lnTo>
                      <a:pt x="9841" y="6215"/>
                    </a:lnTo>
                    <a:cubicBezTo>
                      <a:pt x="9905" y="7043"/>
                      <a:pt x="9933" y="7835"/>
                      <a:pt x="9961" y="8663"/>
                    </a:cubicBezTo>
                    <a:cubicBezTo>
                      <a:pt x="9961" y="8896"/>
                      <a:pt x="10195" y="10757"/>
                      <a:pt x="10195" y="11344"/>
                    </a:cubicBezTo>
                    <a:cubicBezTo>
                      <a:pt x="10195" y="11429"/>
                      <a:pt x="10287" y="11492"/>
                      <a:pt x="10372" y="11492"/>
                    </a:cubicBezTo>
                    <a:cubicBezTo>
                      <a:pt x="10496" y="11454"/>
                      <a:pt x="10647" y="11443"/>
                      <a:pt x="10801" y="11443"/>
                    </a:cubicBezTo>
                    <a:cubicBezTo>
                      <a:pt x="11015" y="11443"/>
                      <a:pt x="11236" y="11464"/>
                      <a:pt x="11405" y="11464"/>
                    </a:cubicBezTo>
                    <a:cubicBezTo>
                      <a:pt x="11935" y="11429"/>
                      <a:pt x="12466" y="11400"/>
                      <a:pt x="12996" y="11344"/>
                    </a:cubicBezTo>
                    <a:cubicBezTo>
                      <a:pt x="13060" y="11344"/>
                      <a:pt x="13117" y="11315"/>
                      <a:pt x="13145" y="11287"/>
                    </a:cubicBezTo>
                    <a:cubicBezTo>
                      <a:pt x="13201" y="11252"/>
                      <a:pt x="13201" y="11195"/>
                      <a:pt x="13201" y="11139"/>
                    </a:cubicBezTo>
                    <a:cubicBezTo>
                      <a:pt x="13527" y="9221"/>
                      <a:pt x="13499" y="7425"/>
                      <a:pt x="13350" y="5451"/>
                    </a:cubicBezTo>
                    <a:cubicBezTo>
                      <a:pt x="13293" y="4651"/>
                      <a:pt x="13378" y="3442"/>
                      <a:pt x="12586" y="3003"/>
                    </a:cubicBezTo>
                    <a:cubicBezTo>
                      <a:pt x="11645" y="2409"/>
                      <a:pt x="10315" y="2267"/>
                      <a:pt x="9226" y="1998"/>
                    </a:cubicBezTo>
                    <a:cubicBezTo>
                      <a:pt x="8370" y="1765"/>
                      <a:pt x="7514" y="1560"/>
                      <a:pt x="6693" y="1234"/>
                    </a:cubicBezTo>
                    <a:cubicBezTo>
                      <a:pt x="6014" y="966"/>
                      <a:pt x="5391" y="640"/>
                      <a:pt x="4712" y="378"/>
                    </a:cubicBezTo>
                    <a:cubicBezTo>
                      <a:pt x="4162" y="159"/>
                      <a:pt x="3589" y="0"/>
                      <a:pt x="29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827;p40">
                <a:extLst>
                  <a:ext uri="{FF2B5EF4-FFF2-40B4-BE49-F238E27FC236}">
                    <a16:creationId xmlns:a16="http://schemas.microsoft.com/office/drawing/2014/main" id="{DF44FEEA-FB67-50F1-632F-FD5D998F8F3B}"/>
                  </a:ext>
                </a:extLst>
              </p:cNvPr>
              <p:cNvSpPr/>
              <p:nvPr/>
            </p:nvSpPr>
            <p:spPr>
              <a:xfrm>
                <a:off x="3470732" y="3752251"/>
                <a:ext cx="313807" cy="326404"/>
              </a:xfrm>
              <a:custGeom>
                <a:avLst/>
                <a:gdLst/>
                <a:ahLst/>
                <a:cxnLst/>
                <a:rect l="l" t="t" r="r" b="b"/>
                <a:pathLst>
                  <a:path w="8844" h="9199" extrusionOk="0">
                    <a:moveTo>
                      <a:pt x="3418" y="0"/>
                    </a:moveTo>
                    <a:cubicBezTo>
                      <a:pt x="3036" y="121"/>
                      <a:pt x="2654" y="92"/>
                      <a:pt x="2243" y="149"/>
                    </a:cubicBezTo>
                    <a:cubicBezTo>
                      <a:pt x="1975" y="177"/>
                      <a:pt x="1741" y="269"/>
                      <a:pt x="1444" y="298"/>
                    </a:cubicBezTo>
                    <a:cubicBezTo>
                      <a:pt x="913" y="418"/>
                      <a:pt x="439" y="800"/>
                      <a:pt x="206" y="1302"/>
                    </a:cubicBezTo>
                    <a:cubicBezTo>
                      <a:pt x="86" y="1536"/>
                      <a:pt x="1" y="1769"/>
                      <a:pt x="1" y="2038"/>
                    </a:cubicBezTo>
                    <a:cubicBezTo>
                      <a:pt x="1" y="2243"/>
                      <a:pt x="29" y="2476"/>
                      <a:pt x="57" y="2682"/>
                    </a:cubicBezTo>
                    <a:cubicBezTo>
                      <a:pt x="178" y="3453"/>
                      <a:pt x="206" y="4309"/>
                      <a:pt x="503" y="5016"/>
                    </a:cubicBezTo>
                    <a:cubicBezTo>
                      <a:pt x="616" y="5334"/>
                      <a:pt x="828" y="5632"/>
                      <a:pt x="1034" y="5929"/>
                    </a:cubicBezTo>
                    <a:cubicBezTo>
                      <a:pt x="1119" y="6077"/>
                      <a:pt x="1211" y="6219"/>
                      <a:pt x="1324" y="6339"/>
                    </a:cubicBezTo>
                    <a:cubicBezTo>
                      <a:pt x="1383" y="6366"/>
                      <a:pt x="1567" y="6547"/>
                      <a:pt x="1636" y="6547"/>
                    </a:cubicBezTo>
                    <a:cubicBezTo>
                      <a:pt x="1641" y="6547"/>
                      <a:pt x="1645" y="6546"/>
                      <a:pt x="1649" y="6544"/>
                    </a:cubicBezTo>
                    <a:lnTo>
                      <a:pt x="1677" y="6544"/>
                    </a:lnTo>
                    <a:cubicBezTo>
                      <a:pt x="1621" y="6898"/>
                      <a:pt x="1593" y="7315"/>
                      <a:pt x="1501" y="7697"/>
                    </a:cubicBezTo>
                    <a:cubicBezTo>
                      <a:pt x="1472" y="7931"/>
                      <a:pt x="1324" y="8284"/>
                      <a:pt x="1472" y="8518"/>
                    </a:cubicBezTo>
                    <a:cubicBezTo>
                      <a:pt x="1593" y="8730"/>
                      <a:pt x="1946" y="8787"/>
                      <a:pt x="2151" y="8815"/>
                    </a:cubicBezTo>
                    <a:cubicBezTo>
                      <a:pt x="2774" y="8935"/>
                      <a:pt x="3389" y="8992"/>
                      <a:pt x="4040" y="9084"/>
                    </a:cubicBezTo>
                    <a:cubicBezTo>
                      <a:pt x="4571" y="9140"/>
                      <a:pt x="5116" y="9199"/>
                      <a:pt x="5657" y="9199"/>
                    </a:cubicBezTo>
                    <a:cubicBezTo>
                      <a:pt x="6198" y="9199"/>
                      <a:pt x="6736" y="9140"/>
                      <a:pt x="7252" y="8964"/>
                    </a:cubicBezTo>
                    <a:cubicBezTo>
                      <a:pt x="7401" y="8907"/>
                      <a:pt x="7577" y="8843"/>
                      <a:pt x="7691" y="8730"/>
                    </a:cubicBezTo>
                    <a:cubicBezTo>
                      <a:pt x="7988" y="8433"/>
                      <a:pt x="7811" y="7697"/>
                      <a:pt x="7811" y="7315"/>
                    </a:cubicBezTo>
                    <a:cubicBezTo>
                      <a:pt x="7811" y="7223"/>
                      <a:pt x="7811" y="6693"/>
                      <a:pt x="7662" y="6693"/>
                    </a:cubicBezTo>
                    <a:cubicBezTo>
                      <a:pt x="7811" y="6693"/>
                      <a:pt x="7959" y="6664"/>
                      <a:pt x="8080" y="6608"/>
                    </a:cubicBezTo>
                    <a:cubicBezTo>
                      <a:pt x="8341" y="6431"/>
                      <a:pt x="8490" y="6106"/>
                      <a:pt x="8575" y="5780"/>
                    </a:cubicBezTo>
                    <a:cubicBezTo>
                      <a:pt x="8723" y="5306"/>
                      <a:pt x="8844" y="4776"/>
                      <a:pt x="8815" y="4273"/>
                    </a:cubicBezTo>
                    <a:cubicBezTo>
                      <a:pt x="8787" y="3920"/>
                      <a:pt x="8723" y="3601"/>
                      <a:pt x="8639" y="3276"/>
                    </a:cubicBezTo>
                    <a:cubicBezTo>
                      <a:pt x="8490" y="2653"/>
                      <a:pt x="8221" y="2094"/>
                      <a:pt x="7959" y="1564"/>
                    </a:cubicBezTo>
                    <a:cubicBezTo>
                      <a:pt x="7867" y="1387"/>
                      <a:pt x="7783" y="1210"/>
                      <a:pt x="7662" y="1062"/>
                    </a:cubicBezTo>
                    <a:cubicBezTo>
                      <a:pt x="7309" y="595"/>
                      <a:pt x="6870" y="241"/>
                      <a:pt x="6276" y="149"/>
                    </a:cubicBezTo>
                    <a:cubicBezTo>
                      <a:pt x="5894" y="92"/>
                      <a:pt x="5483" y="121"/>
                      <a:pt x="5101" y="29"/>
                    </a:cubicBezTo>
                    <a:cubicBezTo>
                      <a:pt x="5073" y="418"/>
                      <a:pt x="4719" y="708"/>
                      <a:pt x="4366" y="708"/>
                    </a:cubicBezTo>
                    <a:cubicBezTo>
                      <a:pt x="4012" y="708"/>
                      <a:pt x="3623" y="651"/>
                      <a:pt x="3481" y="326"/>
                    </a:cubicBezTo>
                    <a:cubicBezTo>
                      <a:pt x="3446" y="241"/>
                      <a:pt x="3418" y="121"/>
                      <a:pt x="34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828;p40">
                <a:extLst>
                  <a:ext uri="{FF2B5EF4-FFF2-40B4-BE49-F238E27FC236}">
                    <a16:creationId xmlns:a16="http://schemas.microsoft.com/office/drawing/2014/main" id="{FD973A4E-DB5F-11A3-3B8F-3916DE3FFB4F}"/>
                  </a:ext>
                </a:extLst>
              </p:cNvPr>
              <p:cNvSpPr/>
              <p:nvPr/>
            </p:nvSpPr>
            <p:spPr>
              <a:xfrm>
                <a:off x="3514658" y="3905638"/>
                <a:ext cx="168471" cy="85123"/>
              </a:xfrm>
              <a:custGeom>
                <a:avLst/>
                <a:gdLst/>
                <a:ahLst/>
                <a:cxnLst/>
                <a:rect l="l" t="t" r="r" b="b"/>
                <a:pathLst>
                  <a:path w="4748" h="2399" extrusionOk="0">
                    <a:moveTo>
                      <a:pt x="2468" y="0"/>
                    </a:moveTo>
                    <a:cubicBezTo>
                      <a:pt x="2068" y="0"/>
                      <a:pt x="1674" y="36"/>
                      <a:pt x="1295" y="163"/>
                    </a:cubicBezTo>
                    <a:cubicBezTo>
                      <a:pt x="652" y="396"/>
                      <a:pt x="29" y="955"/>
                      <a:pt x="29" y="1662"/>
                    </a:cubicBezTo>
                    <a:cubicBezTo>
                      <a:pt x="1" y="2313"/>
                      <a:pt x="737" y="2398"/>
                      <a:pt x="1211" y="2398"/>
                    </a:cubicBezTo>
                    <a:cubicBezTo>
                      <a:pt x="1593" y="2370"/>
                      <a:pt x="2003" y="2285"/>
                      <a:pt x="2385" y="2193"/>
                    </a:cubicBezTo>
                    <a:cubicBezTo>
                      <a:pt x="3064" y="2016"/>
                      <a:pt x="3771" y="1839"/>
                      <a:pt x="4479" y="1634"/>
                    </a:cubicBezTo>
                    <a:cubicBezTo>
                      <a:pt x="4571" y="1634"/>
                      <a:pt x="4656" y="1606"/>
                      <a:pt x="4748" y="1577"/>
                    </a:cubicBezTo>
                    <a:cubicBezTo>
                      <a:pt x="4479" y="1365"/>
                      <a:pt x="4245" y="1132"/>
                      <a:pt x="4012" y="927"/>
                    </a:cubicBezTo>
                    <a:cubicBezTo>
                      <a:pt x="3835" y="750"/>
                      <a:pt x="3623" y="601"/>
                      <a:pt x="3446" y="424"/>
                    </a:cubicBezTo>
                    <a:cubicBezTo>
                      <a:pt x="3305" y="247"/>
                      <a:pt x="3156" y="99"/>
                      <a:pt x="2951" y="14"/>
                    </a:cubicBezTo>
                    <a:cubicBezTo>
                      <a:pt x="2789" y="6"/>
                      <a:pt x="2628" y="0"/>
                      <a:pt x="2468" y="0"/>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829;p40">
                <a:extLst>
                  <a:ext uri="{FF2B5EF4-FFF2-40B4-BE49-F238E27FC236}">
                    <a16:creationId xmlns:a16="http://schemas.microsoft.com/office/drawing/2014/main" id="{EEBC0EB1-68C1-E4F3-C41F-A1645B2B2A0D}"/>
                  </a:ext>
                </a:extLst>
              </p:cNvPr>
              <p:cNvSpPr/>
              <p:nvPr/>
            </p:nvSpPr>
            <p:spPr>
              <a:xfrm>
                <a:off x="3625609" y="3907128"/>
                <a:ext cx="169464" cy="78878"/>
              </a:xfrm>
              <a:custGeom>
                <a:avLst/>
                <a:gdLst/>
                <a:ahLst/>
                <a:cxnLst/>
                <a:rect l="l" t="t" r="r" b="b"/>
                <a:pathLst>
                  <a:path w="4776" h="2223" extrusionOk="0">
                    <a:moveTo>
                      <a:pt x="1" y="0"/>
                    </a:moveTo>
                    <a:cubicBezTo>
                      <a:pt x="114" y="85"/>
                      <a:pt x="206" y="177"/>
                      <a:pt x="291" y="262"/>
                    </a:cubicBezTo>
                    <a:cubicBezTo>
                      <a:pt x="468" y="439"/>
                      <a:pt x="644" y="616"/>
                      <a:pt x="850" y="793"/>
                    </a:cubicBezTo>
                    <a:cubicBezTo>
                      <a:pt x="1147" y="1061"/>
                      <a:pt x="1444" y="1323"/>
                      <a:pt x="1734" y="1592"/>
                    </a:cubicBezTo>
                    <a:cubicBezTo>
                      <a:pt x="2088" y="1535"/>
                      <a:pt x="2441" y="1443"/>
                      <a:pt x="2767" y="1387"/>
                    </a:cubicBezTo>
                    <a:cubicBezTo>
                      <a:pt x="2964" y="1348"/>
                      <a:pt x="3161" y="1323"/>
                      <a:pt x="3338" y="1323"/>
                    </a:cubicBezTo>
                    <a:cubicBezTo>
                      <a:pt x="3453" y="1323"/>
                      <a:pt x="3559" y="1333"/>
                      <a:pt x="3651" y="1359"/>
                    </a:cubicBezTo>
                    <a:cubicBezTo>
                      <a:pt x="3828" y="1415"/>
                      <a:pt x="3976" y="1500"/>
                      <a:pt x="4068" y="1649"/>
                    </a:cubicBezTo>
                    <a:cubicBezTo>
                      <a:pt x="4125" y="1712"/>
                      <a:pt x="4182" y="1769"/>
                      <a:pt x="4182" y="1825"/>
                    </a:cubicBezTo>
                    <a:cubicBezTo>
                      <a:pt x="4210" y="1946"/>
                      <a:pt x="4153" y="2066"/>
                      <a:pt x="4125" y="2151"/>
                    </a:cubicBezTo>
                    <a:cubicBezTo>
                      <a:pt x="4125" y="2179"/>
                      <a:pt x="4125" y="2179"/>
                      <a:pt x="4153" y="2179"/>
                    </a:cubicBezTo>
                    <a:cubicBezTo>
                      <a:pt x="4153" y="2199"/>
                      <a:pt x="4167" y="2222"/>
                      <a:pt x="4185" y="2222"/>
                    </a:cubicBezTo>
                    <a:cubicBezTo>
                      <a:pt x="4193" y="2222"/>
                      <a:pt x="4201" y="2218"/>
                      <a:pt x="4210" y="2207"/>
                    </a:cubicBezTo>
                    <a:cubicBezTo>
                      <a:pt x="4468" y="2207"/>
                      <a:pt x="4572" y="1876"/>
                      <a:pt x="4571" y="1636"/>
                    </a:cubicBezTo>
                    <a:lnTo>
                      <a:pt x="4571" y="1636"/>
                    </a:lnTo>
                    <a:cubicBezTo>
                      <a:pt x="4583" y="1728"/>
                      <a:pt x="4607" y="1830"/>
                      <a:pt x="4627" y="1917"/>
                    </a:cubicBezTo>
                    <a:cubicBezTo>
                      <a:pt x="4627" y="1974"/>
                      <a:pt x="4564" y="2151"/>
                      <a:pt x="4627" y="2179"/>
                    </a:cubicBezTo>
                    <a:cubicBezTo>
                      <a:pt x="4636" y="2187"/>
                      <a:pt x="4644" y="2191"/>
                      <a:pt x="4651" y="2191"/>
                    </a:cubicBezTo>
                    <a:cubicBezTo>
                      <a:pt x="4670" y="2191"/>
                      <a:pt x="4684" y="2171"/>
                      <a:pt x="4684" y="2151"/>
                    </a:cubicBezTo>
                    <a:cubicBezTo>
                      <a:pt x="4776" y="2031"/>
                      <a:pt x="4776" y="1854"/>
                      <a:pt x="4776" y="1741"/>
                    </a:cubicBezTo>
                    <a:cubicBezTo>
                      <a:pt x="4776" y="1323"/>
                      <a:pt x="4656" y="941"/>
                      <a:pt x="4422" y="651"/>
                    </a:cubicBezTo>
                    <a:cubicBezTo>
                      <a:pt x="4182" y="382"/>
                      <a:pt x="3856" y="177"/>
                      <a:pt x="3502" y="149"/>
                    </a:cubicBezTo>
                    <a:cubicBezTo>
                      <a:pt x="3309" y="126"/>
                      <a:pt x="3112" y="119"/>
                      <a:pt x="2913" y="119"/>
                    </a:cubicBezTo>
                    <a:cubicBezTo>
                      <a:pt x="2676" y="119"/>
                      <a:pt x="2436" y="128"/>
                      <a:pt x="2194" y="128"/>
                    </a:cubicBezTo>
                    <a:cubicBezTo>
                      <a:pt x="2081" y="128"/>
                      <a:pt x="1968" y="126"/>
                      <a:pt x="1854" y="121"/>
                    </a:cubicBezTo>
                    <a:cubicBezTo>
                      <a:pt x="1239" y="57"/>
                      <a:pt x="616" y="29"/>
                      <a:pt x="1" y="0"/>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830;p40">
                <a:extLst>
                  <a:ext uri="{FF2B5EF4-FFF2-40B4-BE49-F238E27FC236}">
                    <a16:creationId xmlns:a16="http://schemas.microsoft.com/office/drawing/2014/main" id="{816813C3-FC51-2127-18AB-9381C3D6FB1D}"/>
                  </a:ext>
                </a:extLst>
              </p:cNvPr>
              <p:cNvSpPr/>
              <p:nvPr/>
            </p:nvSpPr>
            <p:spPr>
              <a:xfrm>
                <a:off x="3781231" y="3945767"/>
                <a:ext cx="7593" cy="19870"/>
              </a:xfrm>
              <a:custGeom>
                <a:avLst/>
                <a:gdLst/>
                <a:ahLst/>
                <a:cxnLst/>
                <a:rect l="l" t="t" r="r" b="b"/>
                <a:pathLst>
                  <a:path w="214" h="560" extrusionOk="0">
                    <a:moveTo>
                      <a:pt x="1" y="1"/>
                    </a:moveTo>
                    <a:cubicBezTo>
                      <a:pt x="1" y="29"/>
                      <a:pt x="36" y="57"/>
                      <a:pt x="36" y="93"/>
                    </a:cubicBezTo>
                    <a:cubicBezTo>
                      <a:pt x="64" y="121"/>
                      <a:pt x="93" y="149"/>
                      <a:pt x="93" y="206"/>
                    </a:cubicBezTo>
                    <a:lnTo>
                      <a:pt x="93" y="270"/>
                    </a:lnTo>
                    <a:cubicBezTo>
                      <a:pt x="121" y="354"/>
                      <a:pt x="149" y="446"/>
                      <a:pt x="149" y="560"/>
                    </a:cubicBezTo>
                    <a:lnTo>
                      <a:pt x="213" y="560"/>
                    </a:lnTo>
                    <a:cubicBezTo>
                      <a:pt x="213" y="446"/>
                      <a:pt x="178" y="354"/>
                      <a:pt x="149" y="234"/>
                    </a:cubicBezTo>
                    <a:lnTo>
                      <a:pt x="149" y="178"/>
                    </a:lnTo>
                    <a:cubicBezTo>
                      <a:pt x="121" y="121"/>
                      <a:pt x="121" y="93"/>
                      <a:pt x="93" y="57"/>
                    </a:cubicBezTo>
                    <a:cubicBezTo>
                      <a:pt x="64" y="29"/>
                      <a:pt x="64" y="1"/>
                      <a:pt x="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831;p40">
                <a:extLst>
                  <a:ext uri="{FF2B5EF4-FFF2-40B4-BE49-F238E27FC236}">
                    <a16:creationId xmlns:a16="http://schemas.microsoft.com/office/drawing/2014/main" id="{3DDA3A7A-4B62-A225-F924-C302B024F56D}"/>
                  </a:ext>
                </a:extLst>
              </p:cNvPr>
              <p:cNvSpPr/>
              <p:nvPr/>
            </p:nvSpPr>
            <p:spPr>
              <a:xfrm>
                <a:off x="3774951" y="3946796"/>
                <a:ext cx="8587" cy="39918"/>
              </a:xfrm>
              <a:custGeom>
                <a:avLst/>
                <a:gdLst/>
                <a:ahLst/>
                <a:cxnLst/>
                <a:rect l="l" t="t" r="r" b="b"/>
                <a:pathLst>
                  <a:path w="242" h="1125" extrusionOk="0">
                    <a:moveTo>
                      <a:pt x="65" y="0"/>
                    </a:moveTo>
                    <a:lnTo>
                      <a:pt x="1" y="28"/>
                    </a:lnTo>
                    <a:cubicBezTo>
                      <a:pt x="1" y="64"/>
                      <a:pt x="36" y="92"/>
                      <a:pt x="36" y="120"/>
                    </a:cubicBezTo>
                    <a:cubicBezTo>
                      <a:pt x="65" y="149"/>
                      <a:pt x="65" y="177"/>
                      <a:pt x="93" y="241"/>
                    </a:cubicBezTo>
                    <a:cubicBezTo>
                      <a:pt x="178" y="531"/>
                      <a:pt x="149" y="828"/>
                      <a:pt x="1" y="1089"/>
                    </a:cubicBezTo>
                    <a:lnTo>
                      <a:pt x="36" y="1125"/>
                    </a:lnTo>
                    <a:cubicBezTo>
                      <a:pt x="213" y="856"/>
                      <a:pt x="241" y="531"/>
                      <a:pt x="149" y="241"/>
                    </a:cubicBezTo>
                    <a:cubicBezTo>
                      <a:pt x="121" y="177"/>
                      <a:pt x="121" y="120"/>
                      <a:pt x="93" y="92"/>
                    </a:cubicBezTo>
                    <a:cubicBezTo>
                      <a:pt x="93" y="64"/>
                      <a:pt x="65" y="28"/>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832;p40">
                <a:extLst>
                  <a:ext uri="{FF2B5EF4-FFF2-40B4-BE49-F238E27FC236}">
                    <a16:creationId xmlns:a16="http://schemas.microsoft.com/office/drawing/2014/main" id="{2CB50CC7-B18F-5A3F-F2A4-374C9E894E86}"/>
                  </a:ext>
                </a:extLst>
              </p:cNvPr>
              <p:cNvSpPr/>
              <p:nvPr/>
            </p:nvSpPr>
            <p:spPr>
              <a:xfrm>
                <a:off x="3528212" y="3890948"/>
                <a:ext cx="252068" cy="102509"/>
              </a:xfrm>
              <a:custGeom>
                <a:avLst/>
                <a:gdLst/>
                <a:ahLst/>
                <a:cxnLst/>
                <a:rect l="l" t="t" r="r" b="b"/>
                <a:pathLst>
                  <a:path w="7104" h="2889" extrusionOk="0">
                    <a:moveTo>
                      <a:pt x="1566" y="0"/>
                    </a:moveTo>
                    <a:cubicBezTo>
                      <a:pt x="1198" y="0"/>
                      <a:pt x="836" y="69"/>
                      <a:pt x="503" y="251"/>
                    </a:cubicBezTo>
                    <a:cubicBezTo>
                      <a:pt x="326" y="336"/>
                      <a:pt x="206" y="456"/>
                      <a:pt x="121" y="605"/>
                    </a:cubicBezTo>
                    <a:cubicBezTo>
                      <a:pt x="57" y="690"/>
                      <a:pt x="29" y="782"/>
                      <a:pt x="1" y="867"/>
                    </a:cubicBezTo>
                    <a:lnTo>
                      <a:pt x="1" y="1072"/>
                    </a:lnTo>
                    <a:lnTo>
                      <a:pt x="1" y="1192"/>
                    </a:lnTo>
                    <a:cubicBezTo>
                      <a:pt x="121" y="1107"/>
                      <a:pt x="178" y="1015"/>
                      <a:pt x="298" y="959"/>
                    </a:cubicBezTo>
                    <a:cubicBezTo>
                      <a:pt x="475" y="867"/>
                      <a:pt x="623" y="782"/>
                      <a:pt x="800" y="690"/>
                    </a:cubicBezTo>
                    <a:lnTo>
                      <a:pt x="885" y="690"/>
                    </a:lnTo>
                    <a:cubicBezTo>
                      <a:pt x="1713" y="1072"/>
                      <a:pt x="2569" y="1461"/>
                      <a:pt x="3305" y="1991"/>
                    </a:cubicBezTo>
                    <a:cubicBezTo>
                      <a:pt x="3453" y="2076"/>
                      <a:pt x="3566" y="2168"/>
                      <a:pt x="3715" y="2253"/>
                    </a:cubicBezTo>
                    <a:cubicBezTo>
                      <a:pt x="3771" y="2281"/>
                      <a:pt x="3835" y="2345"/>
                      <a:pt x="3892" y="2373"/>
                    </a:cubicBezTo>
                    <a:cubicBezTo>
                      <a:pt x="4069" y="2487"/>
                      <a:pt x="4274" y="2550"/>
                      <a:pt x="4479" y="2663"/>
                    </a:cubicBezTo>
                    <a:cubicBezTo>
                      <a:pt x="4811" y="2822"/>
                      <a:pt x="5160" y="2888"/>
                      <a:pt x="5511" y="2888"/>
                    </a:cubicBezTo>
                    <a:cubicBezTo>
                      <a:pt x="5817" y="2888"/>
                      <a:pt x="6124" y="2838"/>
                      <a:pt x="6424" y="2755"/>
                    </a:cubicBezTo>
                    <a:cubicBezTo>
                      <a:pt x="7103" y="2579"/>
                      <a:pt x="6955" y="1843"/>
                      <a:pt x="6545" y="1425"/>
                    </a:cubicBezTo>
                    <a:cubicBezTo>
                      <a:pt x="6311" y="1135"/>
                      <a:pt x="5929" y="987"/>
                      <a:pt x="5575" y="838"/>
                    </a:cubicBezTo>
                    <a:cubicBezTo>
                      <a:pt x="4719" y="541"/>
                      <a:pt x="3835" y="456"/>
                      <a:pt x="2979" y="251"/>
                    </a:cubicBezTo>
                    <a:cubicBezTo>
                      <a:pt x="2528" y="115"/>
                      <a:pt x="2042" y="0"/>
                      <a:pt x="1566" y="0"/>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833;p40">
                <a:extLst>
                  <a:ext uri="{FF2B5EF4-FFF2-40B4-BE49-F238E27FC236}">
                    <a16:creationId xmlns:a16="http://schemas.microsoft.com/office/drawing/2014/main" id="{36B2ED3A-A9A2-9F5B-F74A-0C990626AB32}"/>
                  </a:ext>
                </a:extLst>
              </p:cNvPr>
              <p:cNvSpPr/>
              <p:nvPr/>
            </p:nvSpPr>
            <p:spPr>
              <a:xfrm>
                <a:off x="3551311" y="3911386"/>
                <a:ext cx="8338" cy="7309"/>
              </a:xfrm>
              <a:custGeom>
                <a:avLst/>
                <a:gdLst/>
                <a:ahLst/>
                <a:cxnLst/>
                <a:rect l="l" t="t" r="r" b="b"/>
                <a:pathLst>
                  <a:path w="235" h="206" extrusionOk="0">
                    <a:moveTo>
                      <a:pt x="1" y="1"/>
                    </a:moveTo>
                    <a:lnTo>
                      <a:pt x="1" y="57"/>
                    </a:lnTo>
                    <a:cubicBezTo>
                      <a:pt x="29" y="85"/>
                      <a:pt x="57" y="85"/>
                      <a:pt x="86" y="114"/>
                    </a:cubicBezTo>
                    <a:cubicBezTo>
                      <a:pt x="149" y="142"/>
                      <a:pt x="178" y="177"/>
                      <a:pt x="234" y="206"/>
                    </a:cubicBezTo>
                    <a:lnTo>
                      <a:pt x="234" y="142"/>
                    </a:lnTo>
                    <a:cubicBezTo>
                      <a:pt x="206" y="114"/>
                      <a:pt x="178" y="114"/>
                      <a:pt x="114" y="85"/>
                    </a:cubicBezTo>
                    <a:cubicBezTo>
                      <a:pt x="86" y="57"/>
                      <a:pt x="57" y="29"/>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834;p40">
                <a:extLst>
                  <a:ext uri="{FF2B5EF4-FFF2-40B4-BE49-F238E27FC236}">
                    <a16:creationId xmlns:a16="http://schemas.microsoft.com/office/drawing/2014/main" id="{4FA1F4B0-B5F3-2488-AB8F-19267B6A84DC}"/>
                  </a:ext>
                </a:extLst>
              </p:cNvPr>
              <p:cNvSpPr/>
              <p:nvPr/>
            </p:nvSpPr>
            <p:spPr>
              <a:xfrm>
                <a:off x="3522961" y="3966595"/>
                <a:ext cx="7309" cy="10609"/>
              </a:xfrm>
              <a:custGeom>
                <a:avLst/>
                <a:gdLst/>
                <a:ahLst/>
                <a:cxnLst/>
                <a:rect l="l" t="t" r="r" b="b"/>
                <a:pathLst>
                  <a:path w="206" h="299" extrusionOk="0">
                    <a:moveTo>
                      <a:pt x="0" y="1"/>
                    </a:moveTo>
                    <a:cubicBezTo>
                      <a:pt x="0" y="121"/>
                      <a:pt x="92" y="241"/>
                      <a:pt x="205" y="298"/>
                    </a:cubicBezTo>
                    <a:lnTo>
                      <a:pt x="205" y="241"/>
                    </a:lnTo>
                    <a:cubicBezTo>
                      <a:pt x="121" y="213"/>
                      <a:pt x="64" y="121"/>
                      <a:pt x="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835;p40">
                <a:extLst>
                  <a:ext uri="{FF2B5EF4-FFF2-40B4-BE49-F238E27FC236}">
                    <a16:creationId xmlns:a16="http://schemas.microsoft.com/office/drawing/2014/main" id="{99EED5D3-A3C9-990B-1889-306015030BCB}"/>
                  </a:ext>
                </a:extLst>
              </p:cNvPr>
              <p:cNvSpPr/>
              <p:nvPr/>
            </p:nvSpPr>
            <p:spPr>
              <a:xfrm>
                <a:off x="3753130" y="3974152"/>
                <a:ext cx="13590" cy="9296"/>
              </a:xfrm>
              <a:custGeom>
                <a:avLst/>
                <a:gdLst/>
                <a:ahLst/>
                <a:cxnLst/>
                <a:rect l="l" t="t" r="r" b="b"/>
                <a:pathLst>
                  <a:path w="383" h="262" extrusionOk="0">
                    <a:moveTo>
                      <a:pt x="354" y="0"/>
                    </a:moveTo>
                    <a:cubicBezTo>
                      <a:pt x="262" y="85"/>
                      <a:pt x="149" y="177"/>
                      <a:pt x="0" y="205"/>
                    </a:cubicBezTo>
                    <a:lnTo>
                      <a:pt x="0" y="262"/>
                    </a:lnTo>
                    <a:cubicBezTo>
                      <a:pt x="149" y="234"/>
                      <a:pt x="298" y="142"/>
                      <a:pt x="382" y="28"/>
                    </a:cubicBezTo>
                    <a:lnTo>
                      <a:pt x="35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836;p40">
                <a:extLst>
                  <a:ext uri="{FF2B5EF4-FFF2-40B4-BE49-F238E27FC236}">
                    <a16:creationId xmlns:a16="http://schemas.microsoft.com/office/drawing/2014/main" id="{66E1A216-0BCB-6FCF-1822-5690285403AA}"/>
                  </a:ext>
                </a:extLst>
              </p:cNvPr>
              <p:cNvSpPr/>
              <p:nvPr/>
            </p:nvSpPr>
            <p:spPr>
              <a:xfrm>
                <a:off x="3740569" y="3983413"/>
                <a:ext cx="8338" cy="3300"/>
              </a:xfrm>
              <a:custGeom>
                <a:avLst/>
                <a:gdLst/>
                <a:ahLst/>
                <a:cxnLst/>
                <a:rect l="l" t="t" r="r" b="b"/>
                <a:pathLst>
                  <a:path w="235" h="93" extrusionOk="0">
                    <a:moveTo>
                      <a:pt x="206" y="1"/>
                    </a:moveTo>
                    <a:lnTo>
                      <a:pt x="1" y="29"/>
                    </a:lnTo>
                    <a:lnTo>
                      <a:pt x="1" y="93"/>
                    </a:lnTo>
                    <a:lnTo>
                      <a:pt x="234" y="57"/>
                    </a:lnTo>
                    <a:lnTo>
                      <a:pt x="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837;p40">
                <a:extLst>
                  <a:ext uri="{FF2B5EF4-FFF2-40B4-BE49-F238E27FC236}">
                    <a16:creationId xmlns:a16="http://schemas.microsoft.com/office/drawing/2014/main" id="{27B87EF3-B763-0B04-19F8-39C1608BA503}"/>
                  </a:ext>
                </a:extLst>
              </p:cNvPr>
              <p:cNvSpPr/>
              <p:nvPr/>
            </p:nvSpPr>
            <p:spPr>
              <a:xfrm>
                <a:off x="3445647" y="4709330"/>
                <a:ext cx="162191" cy="56524"/>
              </a:xfrm>
              <a:custGeom>
                <a:avLst/>
                <a:gdLst/>
                <a:ahLst/>
                <a:cxnLst/>
                <a:rect l="l" t="t" r="r" b="b"/>
                <a:pathLst>
                  <a:path w="4571" h="1593" extrusionOk="0">
                    <a:moveTo>
                      <a:pt x="2682" y="1"/>
                    </a:moveTo>
                    <a:cubicBezTo>
                      <a:pt x="2384" y="206"/>
                      <a:pt x="2066" y="383"/>
                      <a:pt x="1712" y="532"/>
                    </a:cubicBezTo>
                    <a:cubicBezTo>
                      <a:pt x="1444" y="616"/>
                      <a:pt x="1238" y="737"/>
                      <a:pt x="970" y="885"/>
                    </a:cubicBezTo>
                    <a:cubicBezTo>
                      <a:pt x="736" y="998"/>
                      <a:pt x="0" y="1267"/>
                      <a:pt x="616" y="1501"/>
                    </a:cubicBezTo>
                    <a:cubicBezTo>
                      <a:pt x="856" y="1593"/>
                      <a:pt x="1118" y="1593"/>
                      <a:pt x="1359" y="1593"/>
                    </a:cubicBezTo>
                    <a:cubicBezTo>
                      <a:pt x="2094" y="1564"/>
                      <a:pt x="2858" y="1444"/>
                      <a:pt x="3622" y="1388"/>
                    </a:cubicBezTo>
                    <a:lnTo>
                      <a:pt x="3976" y="1388"/>
                    </a:lnTo>
                    <a:cubicBezTo>
                      <a:pt x="4040" y="1352"/>
                      <a:pt x="4125" y="1352"/>
                      <a:pt x="4217" y="1352"/>
                    </a:cubicBezTo>
                    <a:lnTo>
                      <a:pt x="4245" y="1352"/>
                    </a:lnTo>
                    <a:cubicBezTo>
                      <a:pt x="4570" y="1267"/>
                      <a:pt x="4245" y="114"/>
                      <a:pt x="4012" y="114"/>
                    </a:cubicBezTo>
                    <a:cubicBezTo>
                      <a:pt x="3901" y="123"/>
                      <a:pt x="3792" y="127"/>
                      <a:pt x="3682" y="127"/>
                    </a:cubicBezTo>
                    <a:cubicBezTo>
                      <a:pt x="3349" y="127"/>
                      <a:pt x="3017" y="86"/>
                      <a:pt x="26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838;p40">
                <a:extLst>
                  <a:ext uri="{FF2B5EF4-FFF2-40B4-BE49-F238E27FC236}">
                    <a16:creationId xmlns:a16="http://schemas.microsoft.com/office/drawing/2014/main" id="{CFC1E6F4-78C6-CADE-844B-4CDEA8B4B8E3}"/>
                  </a:ext>
                </a:extLst>
              </p:cNvPr>
              <p:cNvSpPr/>
              <p:nvPr/>
            </p:nvSpPr>
            <p:spPr>
              <a:xfrm>
                <a:off x="3695650" y="3828572"/>
                <a:ext cx="17848" cy="81610"/>
              </a:xfrm>
              <a:custGeom>
                <a:avLst/>
                <a:gdLst/>
                <a:ahLst/>
                <a:cxnLst/>
                <a:rect l="l" t="t" r="r" b="b"/>
                <a:pathLst>
                  <a:path w="503" h="2300" extrusionOk="0">
                    <a:moveTo>
                      <a:pt x="0" y="0"/>
                    </a:moveTo>
                    <a:cubicBezTo>
                      <a:pt x="234" y="651"/>
                      <a:pt x="382" y="1415"/>
                      <a:pt x="439" y="2299"/>
                    </a:cubicBezTo>
                    <a:lnTo>
                      <a:pt x="503" y="2299"/>
                    </a:lnTo>
                    <a:cubicBezTo>
                      <a:pt x="439" y="1415"/>
                      <a:pt x="290" y="651"/>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839;p40">
                <a:extLst>
                  <a:ext uri="{FF2B5EF4-FFF2-40B4-BE49-F238E27FC236}">
                    <a16:creationId xmlns:a16="http://schemas.microsoft.com/office/drawing/2014/main" id="{A59B7DA4-FE31-38F9-4835-18EBF0B8812C}"/>
                  </a:ext>
                </a:extLst>
              </p:cNvPr>
              <p:cNvSpPr/>
              <p:nvPr/>
            </p:nvSpPr>
            <p:spPr>
              <a:xfrm>
                <a:off x="3544037" y="3828572"/>
                <a:ext cx="13590" cy="65039"/>
              </a:xfrm>
              <a:custGeom>
                <a:avLst/>
                <a:gdLst/>
                <a:ahLst/>
                <a:cxnLst/>
                <a:rect l="l" t="t" r="r" b="b"/>
                <a:pathLst>
                  <a:path w="383" h="1833" extrusionOk="0">
                    <a:moveTo>
                      <a:pt x="1" y="0"/>
                    </a:moveTo>
                    <a:lnTo>
                      <a:pt x="319" y="1832"/>
                    </a:lnTo>
                    <a:lnTo>
                      <a:pt x="383" y="1832"/>
                    </a:lnTo>
                    <a:lnTo>
                      <a:pt x="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840;p40">
                <a:extLst>
                  <a:ext uri="{FF2B5EF4-FFF2-40B4-BE49-F238E27FC236}">
                    <a16:creationId xmlns:a16="http://schemas.microsoft.com/office/drawing/2014/main" id="{85410294-23A6-2261-E57E-D4C1D8C2E7D2}"/>
                  </a:ext>
                </a:extLst>
              </p:cNvPr>
              <p:cNvSpPr/>
              <p:nvPr/>
            </p:nvSpPr>
            <p:spPr>
              <a:xfrm>
                <a:off x="3586721" y="3674937"/>
                <a:ext cx="13838" cy="12596"/>
              </a:xfrm>
              <a:custGeom>
                <a:avLst/>
                <a:gdLst/>
                <a:ahLst/>
                <a:cxnLst/>
                <a:rect l="l" t="t" r="r" b="b"/>
                <a:pathLst>
                  <a:path w="390" h="355" extrusionOk="0">
                    <a:moveTo>
                      <a:pt x="0" y="0"/>
                    </a:moveTo>
                    <a:lnTo>
                      <a:pt x="0" y="57"/>
                    </a:lnTo>
                    <a:cubicBezTo>
                      <a:pt x="92" y="57"/>
                      <a:pt x="177" y="85"/>
                      <a:pt x="241" y="149"/>
                    </a:cubicBezTo>
                    <a:cubicBezTo>
                      <a:pt x="297" y="177"/>
                      <a:pt x="326" y="262"/>
                      <a:pt x="326" y="354"/>
                    </a:cubicBezTo>
                    <a:lnTo>
                      <a:pt x="389" y="354"/>
                    </a:lnTo>
                    <a:cubicBezTo>
                      <a:pt x="389" y="262"/>
                      <a:pt x="354" y="149"/>
                      <a:pt x="269" y="85"/>
                    </a:cubicBezTo>
                    <a:cubicBezTo>
                      <a:pt x="212" y="29"/>
                      <a:pt x="92"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841;p40">
                <a:extLst>
                  <a:ext uri="{FF2B5EF4-FFF2-40B4-BE49-F238E27FC236}">
                    <a16:creationId xmlns:a16="http://schemas.microsoft.com/office/drawing/2014/main" id="{7815749F-8D03-A24C-A576-1D28A42590AB}"/>
                  </a:ext>
                </a:extLst>
              </p:cNvPr>
              <p:cNvSpPr/>
              <p:nvPr/>
            </p:nvSpPr>
            <p:spPr>
              <a:xfrm>
                <a:off x="3925144" y="4127255"/>
                <a:ext cx="51911" cy="52621"/>
              </a:xfrm>
              <a:custGeom>
                <a:avLst/>
                <a:gdLst/>
                <a:ahLst/>
                <a:cxnLst/>
                <a:rect l="l" t="t" r="r" b="b"/>
                <a:pathLst>
                  <a:path w="1463" h="1483" extrusionOk="0">
                    <a:moveTo>
                      <a:pt x="709" y="1"/>
                    </a:moveTo>
                    <a:cubicBezTo>
                      <a:pt x="298" y="1"/>
                      <a:pt x="1" y="584"/>
                      <a:pt x="487" y="1168"/>
                    </a:cubicBezTo>
                    <a:cubicBezTo>
                      <a:pt x="630" y="1335"/>
                      <a:pt x="835" y="1483"/>
                      <a:pt x="1047" y="1483"/>
                    </a:cubicBezTo>
                    <a:cubicBezTo>
                      <a:pt x="1096" y="1483"/>
                      <a:pt x="1145" y="1475"/>
                      <a:pt x="1194" y="1458"/>
                    </a:cubicBezTo>
                    <a:cubicBezTo>
                      <a:pt x="1343" y="1401"/>
                      <a:pt x="1427" y="1224"/>
                      <a:pt x="1463" y="1048"/>
                    </a:cubicBezTo>
                    <a:cubicBezTo>
                      <a:pt x="1463" y="871"/>
                      <a:pt x="1399" y="694"/>
                      <a:pt x="1343" y="545"/>
                    </a:cubicBezTo>
                    <a:cubicBezTo>
                      <a:pt x="1162" y="156"/>
                      <a:pt x="920" y="1"/>
                      <a:pt x="7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842;p40">
                <a:extLst>
                  <a:ext uri="{FF2B5EF4-FFF2-40B4-BE49-F238E27FC236}">
                    <a16:creationId xmlns:a16="http://schemas.microsoft.com/office/drawing/2014/main" id="{CD4E48D1-CE5C-2843-3E03-14D49F9B01DA}"/>
                  </a:ext>
                </a:extLst>
              </p:cNvPr>
              <p:cNvSpPr/>
              <p:nvPr/>
            </p:nvSpPr>
            <p:spPr>
              <a:xfrm>
                <a:off x="3549040" y="4340074"/>
                <a:ext cx="51982" cy="50917"/>
              </a:xfrm>
              <a:custGeom>
                <a:avLst/>
                <a:gdLst/>
                <a:ahLst/>
                <a:cxnLst/>
                <a:rect l="l" t="t" r="r" b="b"/>
                <a:pathLst>
                  <a:path w="1465" h="1435" extrusionOk="0">
                    <a:moveTo>
                      <a:pt x="850" y="0"/>
                    </a:moveTo>
                    <a:cubicBezTo>
                      <a:pt x="431" y="0"/>
                      <a:pt x="146" y="485"/>
                      <a:pt x="36" y="829"/>
                    </a:cubicBezTo>
                    <a:cubicBezTo>
                      <a:pt x="36" y="858"/>
                      <a:pt x="1" y="886"/>
                      <a:pt x="1" y="886"/>
                    </a:cubicBezTo>
                    <a:lnTo>
                      <a:pt x="1" y="942"/>
                    </a:lnTo>
                    <a:cubicBezTo>
                      <a:pt x="1" y="1006"/>
                      <a:pt x="36" y="1034"/>
                      <a:pt x="65" y="1091"/>
                    </a:cubicBezTo>
                    <a:cubicBezTo>
                      <a:pt x="150" y="1268"/>
                      <a:pt x="298" y="1388"/>
                      <a:pt x="503" y="1416"/>
                    </a:cubicBezTo>
                    <a:cubicBezTo>
                      <a:pt x="550" y="1429"/>
                      <a:pt x="595" y="1435"/>
                      <a:pt x="639" y="1435"/>
                    </a:cubicBezTo>
                    <a:cubicBezTo>
                      <a:pt x="1127" y="1435"/>
                      <a:pt x="1465" y="727"/>
                      <a:pt x="1303" y="299"/>
                    </a:cubicBezTo>
                    <a:cubicBezTo>
                      <a:pt x="1239" y="150"/>
                      <a:pt x="1062" y="30"/>
                      <a:pt x="885" y="2"/>
                    </a:cubicBezTo>
                    <a:cubicBezTo>
                      <a:pt x="873" y="1"/>
                      <a:pt x="862" y="0"/>
                      <a:pt x="8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843;p40">
                <a:extLst>
                  <a:ext uri="{FF2B5EF4-FFF2-40B4-BE49-F238E27FC236}">
                    <a16:creationId xmlns:a16="http://schemas.microsoft.com/office/drawing/2014/main" id="{E0FF240A-B14A-B63E-DF93-DA12A8C36FAF}"/>
                  </a:ext>
                </a:extLst>
              </p:cNvPr>
              <p:cNvSpPr/>
              <p:nvPr/>
            </p:nvSpPr>
            <p:spPr>
              <a:xfrm>
                <a:off x="3973754" y="4462343"/>
                <a:ext cx="36689" cy="23135"/>
              </a:xfrm>
              <a:custGeom>
                <a:avLst/>
                <a:gdLst/>
                <a:ahLst/>
                <a:cxnLst/>
                <a:rect l="l" t="t" r="r" b="b"/>
                <a:pathLst>
                  <a:path w="1034" h="652" extrusionOk="0">
                    <a:moveTo>
                      <a:pt x="234" y="1"/>
                    </a:moveTo>
                    <a:cubicBezTo>
                      <a:pt x="149" y="93"/>
                      <a:pt x="93" y="178"/>
                      <a:pt x="57" y="270"/>
                    </a:cubicBezTo>
                    <a:cubicBezTo>
                      <a:pt x="1" y="390"/>
                      <a:pt x="29" y="446"/>
                      <a:pt x="93" y="475"/>
                    </a:cubicBezTo>
                    <a:cubicBezTo>
                      <a:pt x="121" y="489"/>
                      <a:pt x="149" y="496"/>
                      <a:pt x="179" y="496"/>
                    </a:cubicBezTo>
                    <a:cubicBezTo>
                      <a:pt x="208" y="496"/>
                      <a:pt x="238" y="489"/>
                      <a:pt x="270" y="475"/>
                    </a:cubicBezTo>
                    <a:cubicBezTo>
                      <a:pt x="298" y="446"/>
                      <a:pt x="355" y="418"/>
                      <a:pt x="383" y="390"/>
                    </a:cubicBezTo>
                    <a:cubicBezTo>
                      <a:pt x="446" y="326"/>
                      <a:pt x="503" y="270"/>
                      <a:pt x="560" y="241"/>
                    </a:cubicBezTo>
                    <a:lnTo>
                      <a:pt x="560" y="241"/>
                    </a:lnTo>
                    <a:cubicBezTo>
                      <a:pt x="560" y="270"/>
                      <a:pt x="560" y="298"/>
                      <a:pt x="531" y="326"/>
                    </a:cubicBezTo>
                    <a:cubicBezTo>
                      <a:pt x="503" y="390"/>
                      <a:pt x="475" y="446"/>
                      <a:pt x="475" y="503"/>
                    </a:cubicBezTo>
                    <a:cubicBezTo>
                      <a:pt x="475" y="567"/>
                      <a:pt x="475" y="595"/>
                      <a:pt x="503" y="623"/>
                    </a:cubicBezTo>
                    <a:cubicBezTo>
                      <a:pt x="531" y="652"/>
                      <a:pt x="560" y="652"/>
                      <a:pt x="588" y="652"/>
                    </a:cubicBezTo>
                    <a:lnTo>
                      <a:pt x="652" y="652"/>
                    </a:lnTo>
                    <a:cubicBezTo>
                      <a:pt x="680" y="623"/>
                      <a:pt x="708" y="595"/>
                      <a:pt x="737" y="567"/>
                    </a:cubicBezTo>
                    <a:cubicBezTo>
                      <a:pt x="829" y="475"/>
                      <a:pt x="885" y="390"/>
                      <a:pt x="1005" y="355"/>
                    </a:cubicBezTo>
                    <a:cubicBezTo>
                      <a:pt x="1034" y="355"/>
                      <a:pt x="1034" y="326"/>
                      <a:pt x="1034" y="298"/>
                    </a:cubicBezTo>
                    <a:cubicBezTo>
                      <a:pt x="1034" y="270"/>
                      <a:pt x="1005" y="241"/>
                      <a:pt x="977" y="241"/>
                    </a:cubicBezTo>
                    <a:cubicBezTo>
                      <a:pt x="829" y="298"/>
                      <a:pt x="737" y="390"/>
                      <a:pt x="652" y="503"/>
                    </a:cubicBezTo>
                    <a:cubicBezTo>
                      <a:pt x="623" y="503"/>
                      <a:pt x="623" y="531"/>
                      <a:pt x="588" y="531"/>
                    </a:cubicBezTo>
                    <a:lnTo>
                      <a:pt x="588" y="503"/>
                    </a:lnTo>
                    <a:cubicBezTo>
                      <a:pt x="588" y="475"/>
                      <a:pt x="623" y="446"/>
                      <a:pt x="652" y="390"/>
                    </a:cubicBezTo>
                    <a:cubicBezTo>
                      <a:pt x="652" y="355"/>
                      <a:pt x="680" y="326"/>
                      <a:pt x="708" y="270"/>
                    </a:cubicBezTo>
                    <a:cubicBezTo>
                      <a:pt x="708" y="213"/>
                      <a:pt x="680" y="178"/>
                      <a:pt x="652" y="149"/>
                    </a:cubicBezTo>
                    <a:cubicBezTo>
                      <a:pt x="652" y="149"/>
                      <a:pt x="639" y="137"/>
                      <a:pt x="620" y="137"/>
                    </a:cubicBezTo>
                    <a:cubicBezTo>
                      <a:pt x="611" y="137"/>
                      <a:pt x="600" y="140"/>
                      <a:pt x="588" y="149"/>
                    </a:cubicBezTo>
                    <a:cubicBezTo>
                      <a:pt x="475" y="149"/>
                      <a:pt x="383" y="213"/>
                      <a:pt x="298" y="298"/>
                    </a:cubicBezTo>
                    <a:cubicBezTo>
                      <a:pt x="270" y="326"/>
                      <a:pt x="234" y="355"/>
                      <a:pt x="206" y="355"/>
                    </a:cubicBezTo>
                    <a:cubicBezTo>
                      <a:pt x="178" y="390"/>
                      <a:pt x="149" y="390"/>
                      <a:pt x="149" y="390"/>
                    </a:cubicBezTo>
                    <a:lnTo>
                      <a:pt x="149" y="326"/>
                    </a:lnTo>
                    <a:cubicBezTo>
                      <a:pt x="178" y="241"/>
                      <a:pt x="234" y="149"/>
                      <a:pt x="298" y="93"/>
                    </a:cubicBezTo>
                    <a:cubicBezTo>
                      <a:pt x="326" y="93"/>
                      <a:pt x="326" y="36"/>
                      <a:pt x="2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844;p40">
                <a:extLst>
                  <a:ext uri="{FF2B5EF4-FFF2-40B4-BE49-F238E27FC236}">
                    <a16:creationId xmlns:a16="http://schemas.microsoft.com/office/drawing/2014/main" id="{52AE7A39-6378-97E4-71B4-18CD992B4462}"/>
                  </a:ext>
                </a:extLst>
              </p:cNvPr>
              <p:cNvSpPr/>
              <p:nvPr/>
            </p:nvSpPr>
            <p:spPr>
              <a:xfrm>
                <a:off x="3485315" y="4717455"/>
                <a:ext cx="35660" cy="25299"/>
              </a:xfrm>
              <a:custGeom>
                <a:avLst/>
                <a:gdLst/>
                <a:ahLst/>
                <a:cxnLst/>
                <a:rect l="l" t="t" r="r" b="b"/>
                <a:pathLst>
                  <a:path w="1005" h="713" extrusionOk="0">
                    <a:moveTo>
                      <a:pt x="787" y="1"/>
                    </a:moveTo>
                    <a:cubicBezTo>
                      <a:pt x="768" y="1"/>
                      <a:pt x="750" y="5"/>
                      <a:pt x="736" y="5"/>
                    </a:cubicBezTo>
                    <a:cubicBezTo>
                      <a:pt x="651" y="62"/>
                      <a:pt x="651" y="211"/>
                      <a:pt x="679" y="274"/>
                    </a:cubicBezTo>
                    <a:lnTo>
                      <a:pt x="679" y="303"/>
                    </a:lnTo>
                    <a:cubicBezTo>
                      <a:pt x="708" y="303"/>
                      <a:pt x="708" y="331"/>
                      <a:pt x="708" y="359"/>
                    </a:cubicBezTo>
                    <a:lnTo>
                      <a:pt x="708" y="387"/>
                    </a:lnTo>
                    <a:cubicBezTo>
                      <a:pt x="708" y="387"/>
                      <a:pt x="679" y="387"/>
                      <a:pt x="623" y="359"/>
                    </a:cubicBezTo>
                    <a:cubicBezTo>
                      <a:pt x="594" y="331"/>
                      <a:pt x="594" y="331"/>
                      <a:pt x="559" y="303"/>
                    </a:cubicBezTo>
                    <a:lnTo>
                      <a:pt x="531" y="274"/>
                    </a:lnTo>
                    <a:cubicBezTo>
                      <a:pt x="531" y="239"/>
                      <a:pt x="502" y="211"/>
                      <a:pt x="474" y="211"/>
                    </a:cubicBezTo>
                    <a:cubicBezTo>
                      <a:pt x="441" y="177"/>
                      <a:pt x="405" y="164"/>
                      <a:pt x="376" y="164"/>
                    </a:cubicBezTo>
                    <a:cubicBezTo>
                      <a:pt x="355" y="164"/>
                      <a:pt x="337" y="171"/>
                      <a:pt x="326" y="182"/>
                    </a:cubicBezTo>
                    <a:cubicBezTo>
                      <a:pt x="241" y="211"/>
                      <a:pt x="205" y="303"/>
                      <a:pt x="241" y="359"/>
                    </a:cubicBezTo>
                    <a:cubicBezTo>
                      <a:pt x="241" y="387"/>
                      <a:pt x="241" y="416"/>
                      <a:pt x="269" y="451"/>
                    </a:cubicBezTo>
                    <a:lnTo>
                      <a:pt x="269" y="508"/>
                    </a:lnTo>
                    <a:cubicBezTo>
                      <a:pt x="297" y="536"/>
                      <a:pt x="297" y="564"/>
                      <a:pt x="269" y="593"/>
                    </a:cubicBezTo>
                    <a:cubicBezTo>
                      <a:pt x="269" y="593"/>
                      <a:pt x="241" y="593"/>
                      <a:pt x="205" y="564"/>
                    </a:cubicBezTo>
                    <a:cubicBezTo>
                      <a:pt x="205" y="564"/>
                      <a:pt x="149" y="508"/>
                      <a:pt x="149" y="451"/>
                    </a:cubicBezTo>
                    <a:cubicBezTo>
                      <a:pt x="120" y="451"/>
                      <a:pt x="120" y="416"/>
                      <a:pt x="120" y="416"/>
                    </a:cubicBezTo>
                    <a:cubicBezTo>
                      <a:pt x="106" y="402"/>
                      <a:pt x="92" y="395"/>
                      <a:pt x="77" y="395"/>
                    </a:cubicBezTo>
                    <a:cubicBezTo>
                      <a:pt x="62" y="395"/>
                      <a:pt x="46" y="402"/>
                      <a:pt x="28" y="416"/>
                    </a:cubicBezTo>
                    <a:cubicBezTo>
                      <a:pt x="0" y="416"/>
                      <a:pt x="0" y="451"/>
                      <a:pt x="0" y="479"/>
                    </a:cubicBezTo>
                    <a:cubicBezTo>
                      <a:pt x="28" y="508"/>
                      <a:pt x="28" y="508"/>
                      <a:pt x="28" y="536"/>
                    </a:cubicBezTo>
                    <a:cubicBezTo>
                      <a:pt x="92" y="593"/>
                      <a:pt x="120" y="656"/>
                      <a:pt x="149" y="685"/>
                    </a:cubicBezTo>
                    <a:cubicBezTo>
                      <a:pt x="177" y="685"/>
                      <a:pt x="205" y="713"/>
                      <a:pt x="269" y="713"/>
                    </a:cubicBezTo>
                    <a:cubicBezTo>
                      <a:pt x="297" y="713"/>
                      <a:pt x="326" y="685"/>
                      <a:pt x="354" y="685"/>
                    </a:cubicBezTo>
                    <a:cubicBezTo>
                      <a:pt x="417" y="628"/>
                      <a:pt x="417" y="536"/>
                      <a:pt x="382" y="479"/>
                    </a:cubicBezTo>
                    <a:lnTo>
                      <a:pt x="382" y="416"/>
                    </a:lnTo>
                    <a:cubicBezTo>
                      <a:pt x="354" y="387"/>
                      <a:pt x="354" y="359"/>
                      <a:pt x="354" y="331"/>
                    </a:cubicBezTo>
                    <a:lnTo>
                      <a:pt x="354" y="274"/>
                    </a:lnTo>
                    <a:cubicBezTo>
                      <a:pt x="382" y="274"/>
                      <a:pt x="382" y="274"/>
                      <a:pt x="417" y="303"/>
                    </a:cubicBezTo>
                    <a:lnTo>
                      <a:pt x="446" y="331"/>
                    </a:lnTo>
                    <a:lnTo>
                      <a:pt x="474" y="359"/>
                    </a:lnTo>
                    <a:cubicBezTo>
                      <a:pt x="502" y="387"/>
                      <a:pt x="531" y="416"/>
                      <a:pt x="559" y="451"/>
                    </a:cubicBezTo>
                    <a:cubicBezTo>
                      <a:pt x="606" y="493"/>
                      <a:pt x="664" y="519"/>
                      <a:pt x="716" y="519"/>
                    </a:cubicBezTo>
                    <a:cubicBezTo>
                      <a:pt x="736" y="519"/>
                      <a:pt x="754" y="515"/>
                      <a:pt x="771" y="508"/>
                    </a:cubicBezTo>
                    <a:cubicBezTo>
                      <a:pt x="828" y="479"/>
                      <a:pt x="828" y="416"/>
                      <a:pt x="828" y="331"/>
                    </a:cubicBezTo>
                    <a:cubicBezTo>
                      <a:pt x="828" y="303"/>
                      <a:pt x="828" y="274"/>
                      <a:pt x="800" y="239"/>
                    </a:cubicBezTo>
                    <a:lnTo>
                      <a:pt x="800" y="211"/>
                    </a:lnTo>
                    <a:cubicBezTo>
                      <a:pt x="771" y="182"/>
                      <a:pt x="800" y="154"/>
                      <a:pt x="800" y="126"/>
                    </a:cubicBezTo>
                    <a:lnTo>
                      <a:pt x="828" y="126"/>
                    </a:lnTo>
                    <a:cubicBezTo>
                      <a:pt x="828" y="154"/>
                      <a:pt x="856" y="182"/>
                      <a:pt x="856" y="239"/>
                    </a:cubicBezTo>
                    <a:cubicBezTo>
                      <a:pt x="876" y="264"/>
                      <a:pt x="897" y="286"/>
                      <a:pt x="919" y="286"/>
                    </a:cubicBezTo>
                    <a:cubicBezTo>
                      <a:pt x="928" y="286"/>
                      <a:pt x="938" y="282"/>
                      <a:pt x="948" y="274"/>
                    </a:cubicBezTo>
                    <a:cubicBezTo>
                      <a:pt x="976" y="274"/>
                      <a:pt x="1005" y="239"/>
                      <a:pt x="976" y="211"/>
                    </a:cubicBezTo>
                    <a:cubicBezTo>
                      <a:pt x="976" y="126"/>
                      <a:pt x="948" y="97"/>
                      <a:pt x="884" y="62"/>
                    </a:cubicBezTo>
                    <a:cubicBezTo>
                      <a:pt x="850" y="11"/>
                      <a:pt x="816" y="1"/>
                      <a:pt x="7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845;p40">
                <a:extLst>
                  <a:ext uri="{FF2B5EF4-FFF2-40B4-BE49-F238E27FC236}">
                    <a16:creationId xmlns:a16="http://schemas.microsoft.com/office/drawing/2014/main" id="{D1878B1B-FA89-B3FE-343C-7593896B3FE1}"/>
                  </a:ext>
                </a:extLst>
              </p:cNvPr>
              <p:cNvSpPr/>
              <p:nvPr/>
            </p:nvSpPr>
            <p:spPr>
              <a:xfrm>
                <a:off x="3898462" y="4420688"/>
                <a:ext cx="58511" cy="6316"/>
              </a:xfrm>
              <a:custGeom>
                <a:avLst/>
                <a:gdLst/>
                <a:ahLst/>
                <a:cxnLst/>
                <a:rect l="l" t="t" r="r" b="b"/>
                <a:pathLst>
                  <a:path w="1649" h="178" extrusionOk="0">
                    <a:moveTo>
                      <a:pt x="1649" y="0"/>
                    </a:moveTo>
                    <a:cubicBezTo>
                      <a:pt x="1415" y="0"/>
                      <a:pt x="1182" y="29"/>
                      <a:pt x="941" y="57"/>
                    </a:cubicBezTo>
                    <a:cubicBezTo>
                      <a:pt x="800" y="57"/>
                      <a:pt x="680" y="85"/>
                      <a:pt x="531" y="85"/>
                    </a:cubicBezTo>
                    <a:cubicBezTo>
                      <a:pt x="443" y="99"/>
                      <a:pt x="354" y="107"/>
                      <a:pt x="269" y="107"/>
                    </a:cubicBezTo>
                    <a:cubicBezTo>
                      <a:pt x="184" y="107"/>
                      <a:pt x="103" y="99"/>
                      <a:pt x="29" y="85"/>
                    </a:cubicBezTo>
                    <a:lnTo>
                      <a:pt x="1" y="149"/>
                    </a:lnTo>
                    <a:cubicBezTo>
                      <a:pt x="92" y="177"/>
                      <a:pt x="149" y="177"/>
                      <a:pt x="206" y="177"/>
                    </a:cubicBezTo>
                    <a:cubicBezTo>
                      <a:pt x="326" y="177"/>
                      <a:pt x="411" y="149"/>
                      <a:pt x="531" y="149"/>
                    </a:cubicBezTo>
                    <a:cubicBezTo>
                      <a:pt x="680" y="149"/>
                      <a:pt x="828" y="114"/>
                      <a:pt x="941" y="114"/>
                    </a:cubicBezTo>
                    <a:cubicBezTo>
                      <a:pt x="1182" y="85"/>
                      <a:pt x="1415" y="57"/>
                      <a:pt x="1649" y="57"/>
                    </a:cubicBezTo>
                    <a:lnTo>
                      <a:pt x="16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846;p40">
                <a:extLst>
                  <a:ext uri="{FF2B5EF4-FFF2-40B4-BE49-F238E27FC236}">
                    <a16:creationId xmlns:a16="http://schemas.microsoft.com/office/drawing/2014/main" id="{12F289F8-1E7D-5F9D-EB49-CEF292293AE3}"/>
                  </a:ext>
                </a:extLst>
              </p:cNvPr>
              <p:cNvSpPr/>
              <p:nvPr/>
            </p:nvSpPr>
            <p:spPr>
              <a:xfrm>
                <a:off x="3535486" y="4662140"/>
                <a:ext cx="61811" cy="4329"/>
              </a:xfrm>
              <a:custGeom>
                <a:avLst/>
                <a:gdLst/>
                <a:ahLst/>
                <a:cxnLst/>
                <a:rect l="l" t="t" r="r" b="b"/>
                <a:pathLst>
                  <a:path w="1742" h="122" extrusionOk="0">
                    <a:moveTo>
                      <a:pt x="1" y="1"/>
                    </a:moveTo>
                    <a:lnTo>
                      <a:pt x="1" y="65"/>
                    </a:lnTo>
                    <a:cubicBezTo>
                      <a:pt x="206" y="93"/>
                      <a:pt x="383" y="121"/>
                      <a:pt x="595" y="121"/>
                    </a:cubicBezTo>
                    <a:lnTo>
                      <a:pt x="708" y="121"/>
                    </a:lnTo>
                    <a:cubicBezTo>
                      <a:pt x="829" y="121"/>
                      <a:pt x="949" y="121"/>
                      <a:pt x="1062" y="93"/>
                    </a:cubicBezTo>
                    <a:cubicBezTo>
                      <a:pt x="1165" y="79"/>
                      <a:pt x="1276" y="72"/>
                      <a:pt x="1391" y="72"/>
                    </a:cubicBezTo>
                    <a:cubicBezTo>
                      <a:pt x="1506" y="72"/>
                      <a:pt x="1625" y="79"/>
                      <a:pt x="1741" y="93"/>
                    </a:cubicBezTo>
                    <a:lnTo>
                      <a:pt x="1741" y="29"/>
                    </a:lnTo>
                    <a:cubicBezTo>
                      <a:pt x="1639" y="15"/>
                      <a:pt x="1520" y="8"/>
                      <a:pt x="1398" y="8"/>
                    </a:cubicBezTo>
                    <a:cubicBezTo>
                      <a:pt x="1276" y="8"/>
                      <a:pt x="1151" y="15"/>
                      <a:pt x="1034" y="29"/>
                    </a:cubicBezTo>
                    <a:cubicBezTo>
                      <a:pt x="949" y="65"/>
                      <a:pt x="829" y="65"/>
                      <a:pt x="708" y="65"/>
                    </a:cubicBezTo>
                    <a:cubicBezTo>
                      <a:pt x="475" y="65"/>
                      <a:pt x="242" y="65"/>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847;p40">
                <a:extLst>
                  <a:ext uri="{FF2B5EF4-FFF2-40B4-BE49-F238E27FC236}">
                    <a16:creationId xmlns:a16="http://schemas.microsoft.com/office/drawing/2014/main" id="{EF4818E6-4E3A-08D7-2FA8-5A6D0827F05C}"/>
                  </a:ext>
                </a:extLst>
              </p:cNvPr>
              <p:cNvSpPr/>
              <p:nvPr/>
            </p:nvSpPr>
            <p:spPr>
              <a:xfrm>
                <a:off x="3521932" y="4093370"/>
                <a:ext cx="49250" cy="27144"/>
              </a:xfrm>
              <a:custGeom>
                <a:avLst/>
                <a:gdLst/>
                <a:ahLst/>
                <a:cxnLst/>
                <a:rect l="l" t="t" r="r" b="b"/>
                <a:pathLst>
                  <a:path w="1388" h="765" extrusionOk="0">
                    <a:moveTo>
                      <a:pt x="1331" y="0"/>
                    </a:moveTo>
                    <a:cubicBezTo>
                      <a:pt x="1211" y="234"/>
                      <a:pt x="942" y="411"/>
                      <a:pt x="588" y="531"/>
                    </a:cubicBezTo>
                    <a:cubicBezTo>
                      <a:pt x="503" y="559"/>
                      <a:pt x="447" y="588"/>
                      <a:pt x="383" y="616"/>
                    </a:cubicBezTo>
                    <a:cubicBezTo>
                      <a:pt x="270" y="644"/>
                      <a:pt x="206" y="673"/>
                      <a:pt x="1" y="708"/>
                    </a:cubicBezTo>
                    <a:lnTo>
                      <a:pt x="1" y="764"/>
                    </a:lnTo>
                    <a:cubicBezTo>
                      <a:pt x="234" y="736"/>
                      <a:pt x="270" y="708"/>
                      <a:pt x="411" y="644"/>
                    </a:cubicBezTo>
                    <a:cubicBezTo>
                      <a:pt x="475" y="644"/>
                      <a:pt x="532" y="616"/>
                      <a:pt x="588" y="588"/>
                    </a:cubicBezTo>
                    <a:cubicBezTo>
                      <a:pt x="977" y="467"/>
                      <a:pt x="1239" y="291"/>
                      <a:pt x="1388" y="29"/>
                    </a:cubicBezTo>
                    <a:lnTo>
                      <a:pt x="13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848;p40">
                <a:extLst>
                  <a:ext uri="{FF2B5EF4-FFF2-40B4-BE49-F238E27FC236}">
                    <a16:creationId xmlns:a16="http://schemas.microsoft.com/office/drawing/2014/main" id="{5D3B0E0D-CB58-B296-493B-DF2FAE08F53B}"/>
                  </a:ext>
                </a:extLst>
              </p:cNvPr>
              <p:cNvSpPr/>
              <p:nvPr/>
            </p:nvSpPr>
            <p:spPr>
              <a:xfrm>
                <a:off x="3527219" y="3916318"/>
                <a:ext cx="129795" cy="53579"/>
              </a:xfrm>
              <a:custGeom>
                <a:avLst/>
                <a:gdLst/>
                <a:ahLst/>
                <a:cxnLst/>
                <a:rect l="l" t="t" r="r" b="b"/>
                <a:pathLst>
                  <a:path w="3658" h="1510" extrusionOk="0">
                    <a:moveTo>
                      <a:pt x="884" y="1"/>
                    </a:moveTo>
                    <a:cubicBezTo>
                      <a:pt x="852" y="1"/>
                      <a:pt x="820" y="11"/>
                      <a:pt x="793" y="38"/>
                    </a:cubicBezTo>
                    <a:cubicBezTo>
                      <a:pt x="651" y="95"/>
                      <a:pt x="531" y="152"/>
                      <a:pt x="411" y="244"/>
                    </a:cubicBezTo>
                    <a:cubicBezTo>
                      <a:pt x="262" y="300"/>
                      <a:pt x="149" y="392"/>
                      <a:pt x="1" y="449"/>
                    </a:cubicBezTo>
                    <a:lnTo>
                      <a:pt x="29" y="505"/>
                    </a:lnTo>
                    <a:cubicBezTo>
                      <a:pt x="177" y="449"/>
                      <a:pt x="298" y="357"/>
                      <a:pt x="439" y="300"/>
                    </a:cubicBezTo>
                    <a:cubicBezTo>
                      <a:pt x="559" y="215"/>
                      <a:pt x="680" y="152"/>
                      <a:pt x="793" y="67"/>
                    </a:cubicBezTo>
                    <a:cubicBezTo>
                      <a:pt x="812" y="58"/>
                      <a:pt x="830" y="55"/>
                      <a:pt x="847" y="55"/>
                    </a:cubicBezTo>
                    <a:cubicBezTo>
                      <a:pt x="890" y="55"/>
                      <a:pt x="930" y="75"/>
                      <a:pt x="970" y="95"/>
                    </a:cubicBezTo>
                    <a:cubicBezTo>
                      <a:pt x="1210" y="244"/>
                      <a:pt x="1500" y="392"/>
                      <a:pt x="1769" y="477"/>
                    </a:cubicBezTo>
                    <a:lnTo>
                      <a:pt x="1797" y="505"/>
                    </a:lnTo>
                    <a:cubicBezTo>
                      <a:pt x="2420" y="774"/>
                      <a:pt x="3035" y="1128"/>
                      <a:pt x="3623" y="1510"/>
                    </a:cubicBezTo>
                    <a:lnTo>
                      <a:pt x="3658" y="1453"/>
                    </a:lnTo>
                    <a:cubicBezTo>
                      <a:pt x="3064" y="1064"/>
                      <a:pt x="2448" y="710"/>
                      <a:pt x="1826" y="449"/>
                    </a:cubicBezTo>
                    <a:lnTo>
                      <a:pt x="1769" y="420"/>
                    </a:lnTo>
                    <a:cubicBezTo>
                      <a:pt x="1536" y="328"/>
                      <a:pt x="1239" y="180"/>
                      <a:pt x="1005" y="38"/>
                    </a:cubicBezTo>
                    <a:cubicBezTo>
                      <a:pt x="969" y="18"/>
                      <a:pt x="926" y="1"/>
                      <a:pt x="8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849;p40">
                <a:extLst>
                  <a:ext uri="{FF2B5EF4-FFF2-40B4-BE49-F238E27FC236}">
                    <a16:creationId xmlns:a16="http://schemas.microsoft.com/office/drawing/2014/main" id="{9083268A-7164-3D7F-3995-B05137F212D8}"/>
                  </a:ext>
                </a:extLst>
              </p:cNvPr>
              <p:cNvSpPr/>
              <p:nvPr/>
            </p:nvSpPr>
            <p:spPr>
              <a:xfrm>
                <a:off x="3686105" y="3909115"/>
                <a:ext cx="87890" cy="61811"/>
              </a:xfrm>
              <a:custGeom>
                <a:avLst/>
                <a:gdLst/>
                <a:ahLst/>
                <a:cxnLst/>
                <a:rect l="l" t="t" r="r" b="b"/>
                <a:pathLst>
                  <a:path w="2477" h="1742" extrusionOk="0">
                    <a:moveTo>
                      <a:pt x="29" y="1"/>
                    </a:moveTo>
                    <a:lnTo>
                      <a:pt x="1" y="65"/>
                    </a:lnTo>
                    <a:cubicBezTo>
                      <a:pt x="559" y="241"/>
                      <a:pt x="1182" y="418"/>
                      <a:pt x="1713" y="772"/>
                    </a:cubicBezTo>
                    <a:cubicBezTo>
                      <a:pt x="1861" y="857"/>
                      <a:pt x="1946" y="949"/>
                      <a:pt x="2038" y="1034"/>
                    </a:cubicBezTo>
                    <a:cubicBezTo>
                      <a:pt x="2187" y="1182"/>
                      <a:pt x="2300" y="1416"/>
                      <a:pt x="2420" y="1741"/>
                    </a:cubicBezTo>
                    <a:lnTo>
                      <a:pt x="2477" y="1713"/>
                    </a:lnTo>
                    <a:cubicBezTo>
                      <a:pt x="2420" y="1479"/>
                      <a:pt x="2300" y="1211"/>
                      <a:pt x="2095" y="977"/>
                    </a:cubicBezTo>
                    <a:cubicBezTo>
                      <a:pt x="2010" y="885"/>
                      <a:pt x="1889" y="800"/>
                      <a:pt x="1741" y="708"/>
                    </a:cubicBezTo>
                    <a:cubicBezTo>
                      <a:pt x="1182" y="355"/>
                      <a:pt x="559" y="178"/>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850;p40">
                <a:extLst>
                  <a:ext uri="{FF2B5EF4-FFF2-40B4-BE49-F238E27FC236}">
                    <a16:creationId xmlns:a16="http://schemas.microsoft.com/office/drawing/2014/main" id="{A48F376E-2CC5-9F27-30C2-B37D1144AD6D}"/>
                  </a:ext>
                </a:extLst>
              </p:cNvPr>
              <p:cNvSpPr/>
              <p:nvPr/>
            </p:nvSpPr>
            <p:spPr>
              <a:xfrm>
                <a:off x="3627631" y="3700022"/>
                <a:ext cx="24128" cy="9332"/>
              </a:xfrm>
              <a:custGeom>
                <a:avLst/>
                <a:gdLst/>
                <a:ahLst/>
                <a:cxnLst/>
                <a:rect l="l" t="t" r="r" b="b"/>
                <a:pathLst>
                  <a:path w="680" h="263" extrusionOk="0">
                    <a:moveTo>
                      <a:pt x="679" y="1"/>
                    </a:moveTo>
                    <a:lnTo>
                      <a:pt x="0" y="121"/>
                    </a:lnTo>
                    <a:cubicBezTo>
                      <a:pt x="85" y="206"/>
                      <a:pt x="234" y="263"/>
                      <a:pt x="382" y="263"/>
                    </a:cubicBezTo>
                    <a:cubicBezTo>
                      <a:pt x="531" y="234"/>
                      <a:pt x="651" y="121"/>
                      <a:pt x="67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851;p40">
                <a:extLst>
                  <a:ext uri="{FF2B5EF4-FFF2-40B4-BE49-F238E27FC236}">
                    <a16:creationId xmlns:a16="http://schemas.microsoft.com/office/drawing/2014/main" id="{62D1B975-E3CA-B440-8BE4-D5376BD9A0BD}"/>
                  </a:ext>
                </a:extLst>
              </p:cNvPr>
              <p:cNvSpPr/>
              <p:nvPr/>
            </p:nvSpPr>
            <p:spPr>
              <a:xfrm>
                <a:off x="3664284" y="3657125"/>
                <a:ext cx="3051" cy="19870"/>
              </a:xfrm>
              <a:custGeom>
                <a:avLst/>
                <a:gdLst/>
                <a:ahLst/>
                <a:cxnLst/>
                <a:rect l="l" t="t" r="r" b="b"/>
                <a:pathLst>
                  <a:path w="86" h="560" extrusionOk="0">
                    <a:moveTo>
                      <a:pt x="28" y="0"/>
                    </a:moveTo>
                    <a:cubicBezTo>
                      <a:pt x="28" y="177"/>
                      <a:pt x="28" y="354"/>
                      <a:pt x="0" y="531"/>
                    </a:cubicBezTo>
                    <a:lnTo>
                      <a:pt x="57" y="559"/>
                    </a:lnTo>
                    <a:cubicBezTo>
                      <a:pt x="85" y="382"/>
                      <a:pt x="85" y="177"/>
                      <a:pt x="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852;p40">
                <a:extLst>
                  <a:ext uri="{FF2B5EF4-FFF2-40B4-BE49-F238E27FC236}">
                    <a16:creationId xmlns:a16="http://schemas.microsoft.com/office/drawing/2014/main" id="{4BCFCCDD-97AD-EA76-5465-F18D6A4F3A7E}"/>
                  </a:ext>
                </a:extLst>
              </p:cNvPr>
              <p:cNvSpPr/>
              <p:nvPr/>
            </p:nvSpPr>
            <p:spPr>
              <a:xfrm>
                <a:off x="3701930" y="3826549"/>
                <a:ext cx="5287" cy="23135"/>
              </a:xfrm>
              <a:custGeom>
                <a:avLst/>
                <a:gdLst/>
                <a:ahLst/>
                <a:cxnLst/>
                <a:rect l="l" t="t" r="r" b="b"/>
                <a:pathLst>
                  <a:path w="149" h="652" extrusionOk="0">
                    <a:moveTo>
                      <a:pt x="85" y="0"/>
                    </a:moveTo>
                    <a:cubicBezTo>
                      <a:pt x="29" y="206"/>
                      <a:pt x="0" y="446"/>
                      <a:pt x="0" y="651"/>
                    </a:cubicBezTo>
                    <a:lnTo>
                      <a:pt x="57" y="651"/>
                    </a:lnTo>
                    <a:cubicBezTo>
                      <a:pt x="57" y="446"/>
                      <a:pt x="85" y="206"/>
                      <a:pt x="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853;p40">
                <a:extLst>
                  <a:ext uri="{FF2B5EF4-FFF2-40B4-BE49-F238E27FC236}">
                    <a16:creationId xmlns:a16="http://schemas.microsoft.com/office/drawing/2014/main" id="{215810A8-9068-A63D-2AC5-132CDB8DCD18}"/>
                  </a:ext>
                </a:extLst>
              </p:cNvPr>
              <p:cNvSpPr/>
              <p:nvPr/>
            </p:nvSpPr>
            <p:spPr>
              <a:xfrm>
                <a:off x="3658997" y="3990722"/>
                <a:ext cx="14583" cy="14832"/>
              </a:xfrm>
              <a:custGeom>
                <a:avLst/>
                <a:gdLst/>
                <a:ahLst/>
                <a:cxnLst/>
                <a:rect l="l" t="t" r="r" b="b"/>
                <a:pathLst>
                  <a:path w="411" h="418" extrusionOk="0">
                    <a:moveTo>
                      <a:pt x="206" y="0"/>
                    </a:moveTo>
                    <a:cubicBezTo>
                      <a:pt x="85" y="0"/>
                      <a:pt x="1" y="92"/>
                      <a:pt x="1" y="205"/>
                    </a:cubicBezTo>
                    <a:cubicBezTo>
                      <a:pt x="1" y="325"/>
                      <a:pt x="85" y="417"/>
                      <a:pt x="206" y="417"/>
                    </a:cubicBezTo>
                    <a:cubicBezTo>
                      <a:pt x="326" y="417"/>
                      <a:pt x="411" y="325"/>
                      <a:pt x="411" y="205"/>
                    </a:cubicBezTo>
                    <a:cubicBezTo>
                      <a:pt x="411" y="92"/>
                      <a:pt x="326" y="0"/>
                      <a:pt x="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854;p40">
                <a:extLst>
                  <a:ext uri="{FF2B5EF4-FFF2-40B4-BE49-F238E27FC236}">
                    <a16:creationId xmlns:a16="http://schemas.microsoft.com/office/drawing/2014/main" id="{FCEA0231-D79C-93BC-8BF6-9423C48DD9FF}"/>
                  </a:ext>
                </a:extLst>
              </p:cNvPr>
              <p:cNvSpPr/>
              <p:nvPr/>
            </p:nvSpPr>
            <p:spPr>
              <a:xfrm>
                <a:off x="3625609" y="3816011"/>
                <a:ext cx="14583" cy="14832"/>
              </a:xfrm>
              <a:custGeom>
                <a:avLst/>
                <a:gdLst/>
                <a:ahLst/>
                <a:cxnLst/>
                <a:rect l="l" t="t" r="r" b="b"/>
                <a:pathLst>
                  <a:path w="411" h="418" extrusionOk="0">
                    <a:moveTo>
                      <a:pt x="206" y="0"/>
                    </a:moveTo>
                    <a:cubicBezTo>
                      <a:pt x="86" y="0"/>
                      <a:pt x="1" y="92"/>
                      <a:pt x="1" y="213"/>
                    </a:cubicBezTo>
                    <a:cubicBezTo>
                      <a:pt x="1" y="326"/>
                      <a:pt x="86" y="418"/>
                      <a:pt x="206" y="418"/>
                    </a:cubicBezTo>
                    <a:cubicBezTo>
                      <a:pt x="319" y="418"/>
                      <a:pt x="411" y="326"/>
                      <a:pt x="411" y="213"/>
                    </a:cubicBezTo>
                    <a:cubicBezTo>
                      <a:pt x="411" y="92"/>
                      <a:pt x="319" y="0"/>
                      <a:pt x="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855;p40">
                <a:extLst>
                  <a:ext uri="{FF2B5EF4-FFF2-40B4-BE49-F238E27FC236}">
                    <a16:creationId xmlns:a16="http://schemas.microsoft.com/office/drawing/2014/main" id="{A76A6C36-89F6-274E-E066-29C749ECD7A5}"/>
                  </a:ext>
                </a:extLst>
              </p:cNvPr>
              <p:cNvSpPr/>
              <p:nvPr/>
            </p:nvSpPr>
            <p:spPr>
              <a:xfrm>
                <a:off x="3553333" y="3777336"/>
                <a:ext cx="14583" cy="14867"/>
              </a:xfrm>
              <a:custGeom>
                <a:avLst/>
                <a:gdLst/>
                <a:ahLst/>
                <a:cxnLst/>
                <a:rect l="l" t="t" r="r" b="b"/>
                <a:pathLst>
                  <a:path w="411" h="419" extrusionOk="0">
                    <a:moveTo>
                      <a:pt x="205" y="1"/>
                    </a:moveTo>
                    <a:cubicBezTo>
                      <a:pt x="92" y="1"/>
                      <a:pt x="0" y="93"/>
                      <a:pt x="0" y="206"/>
                    </a:cubicBezTo>
                    <a:cubicBezTo>
                      <a:pt x="0" y="326"/>
                      <a:pt x="92" y="418"/>
                      <a:pt x="205" y="418"/>
                    </a:cubicBezTo>
                    <a:cubicBezTo>
                      <a:pt x="326" y="418"/>
                      <a:pt x="411" y="326"/>
                      <a:pt x="411" y="206"/>
                    </a:cubicBezTo>
                    <a:cubicBezTo>
                      <a:pt x="411" y="93"/>
                      <a:pt x="326" y="1"/>
                      <a:pt x="2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856;p40">
                <a:extLst>
                  <a:ext uri="{FF2B5EF4-FFF2-40B4-BE49-F238E27FC236}">
                    <a16:creationId xmlns:a16="http://schemas.microsoft.com/office/drawing/2014/main" id="{DFF2A122-E2EF-9773-A6F5-15870ECB1A76}"/>
                  </a:ext>
                </a:extLst>
              </p:cNvPr>
              <p:cNvSpPr/>
              <p:nvPr/>
            </p:nvSpPr>
            <p:spPr>
              <a:xfrm>
                <a:off x="3704946" y="3781630"/>
                <a:ext cx="14832" cy="14583"/>
              </a:xfrm>
              <a:custGeom>
                <a:avLst/>
                <a:gdLst/>
                <a:ahLst/>
                <a:cxnLst/>
                <a:rect l="l" t="t" r="r" b="b"/>
                <a:pathLst>
                  <a:path w="418" h="411" extrusionOk="0">
                    <a:moveTo>
                      <a:pt x="205" y="0"/>
                    </a:moveTo>
                    <a:cubicBezTo>
                      <a:pt x="92" y="0"/>
                      <a:pt x="0" y="85"/>
                      <a:pt x="0" y="205"/>
                    </a:cubicBezTo>
                    <a:cubicBezTo>
                      <a:pt x="0" y="326"/>
                      <a:pt x="92" y="410"/>
                      <a:pt x="205" y="410"/>
                    </a:cubicBezTo>
                    <a:cubicBezTo>
                      <a:pt x="326" y="410"/>
                      <a:pt x="418" y="326"/>
                      <a:pt x="418" y="205"/>
                    </a:cubicBezTo>
                    <a:cubicBezTo>
                      <a:pt x="418" y="85"/>
                      <a:pt x="326" y="0"/>
                      <a:pt x="2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857;p40">
                <a:extLst>
                  <a:ext uri="{FF2B5EF4-FFF2-40B4-BE49-F238E27FC236}">
                    <a16:creationId xmlns:a16="http://schemas.microsoft.com/office/drawing/2014/main" id="{6F12D5D0-F191-6829-0E7D-F20DAC0665F5}"/>
                  </a:ext>
                </a:extLst>
              </p:cNvPr>
              <p:cNvSpPr/>
              <p:nvPr/>
            </p:nvSpPr>
            <p:spPr>
              <a:xfrm>
                <a:off x="3658997" y="3876756"/>
                <a:ext cx="14583" cy="14583"/>
              </a:xfrm>
              <a:custGeom>
                <a:avLst/>
                <a:gdLst/>
                <a:ahLst/>
                <a:cxnLst/>
                <a:rect l="l" t="t" r="r" b="b"/>
                <a:pathLst>
                  <a:path w="411" h="411" extrusionOk="0">
                    <a:moveTo>
                      <a:pt x="206" y="0"/>
                    </a:moveTo>
                    <a:cubicBezTo>
                      <a:pt x="85" y="0"/>
                      <a:pt x="1" y="92"/>
                      <a:pt x="1" y="205"/>
                    </a:cubicBezTo>
                    <a:cubicBezTo>
                      <a:pt x="1" y="326"/>
                      <a:pt x="85" y="411"/>
                      <a:pt x="206" y="411"/>
                    </a:cubicBezTo>
                    <a:cubicBezTo>
                      <a:pt x="326" y="411"/>
                      <a:pt x="411" y="326"/>
                      <a:pt x="411" y="205"/>
                    </a:cubicBezTo>
                    <a:cubicBezTo>
                      <a:pt x="411" y="92"/>
                      <a:pt x="326" y="0"/>
                      <a:pt x="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858;p40">
                <a:extLst>
                  <a:ext uri="{FF2B5EF4-FFF2-40B4-BE49-F238E27FC236}">
                    <a16:creationId xmlns:a16="http://schemas.microsoft.com/office/drawing/2014/main" id="{D088A837-255C-48BA-2E21-68967F9F25ED}"/>
                  </a:ext>
                </a:extLst>
              </p:cNvPr>
              <p:cNvSpPr/>
              <p:nvPr/>
            </p:nvSpPr>
            <p:spPr>
              <a:xfrm>
                <a:off x="3699659" y="4039900"/>
                <a:ext cx="14832" cy="14583"/>
              </a:xfrm>
              <a:custGeom>
                <a:avLst/>
                <a:gdLst/>
                <a:ahLst/>
                <a:cxnLst/>
                <a:rect l="l" t="t" r="r" b="b"/>
                <a:pathLst>
                  <a:path w="418" h="411" extrusionOk="0">
                    <a:moveTo>
                      <a:pt x="213" y="1"/>
                    </a:moveTo>
                    <a:cubicBezTo>
                      <a:pt x="93" y="1"/>
                      <a:pt x="1" y="93"/>
                      <a:pt x="1" y="206"/>
                    </a:cubicBezTo>
                    <a:cubicBezTo>
                      <a:pt x="1" y="326"/>
                      <a:pt x="93" y="411"/>
                      <a:pt x="213" y="411"/>
                    </a:cubicBezTo>
                    <a:cubicBezTo>
                      <a:pt x="326" y="411"/>
                      <a:pt x="418" y="326"/>
                      <a:pt x="418" y="206"/>
                    </a:cubicBezTo>
                    <a:cubicBezTo>
                      <a:pt x="418" y="93"/>
                      <a:pt x="326" y="1"/>
                      <a:pt x="2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859;p40">
                <a:extLst>
                  <a:ext uri="{FF2B5EF4-FFF2-40B4-BE49-F238E27FC236}">
                    <a16:creationId xmlns:a16="http://schemas.microsoft.com/office/drawing/2014/main" id="{6FB6EBBC-43CE-7B53-35BE-6EFDD0403E67}"/>
                  </a:ext>
                </a:extLst>
              </p:cNvPr>
              <p:cNvSpPr/>
              <p:nvPr/>
            </p:nvSpPr>
            <p:spPr>
              <a:xfrm>
                <a:off x="3574161" y="3862173"/>
                <a:ext cx="15861" cy="14619"/>
              </a:xfrm>
              <a:custGeom>
                <a:avLst/>
                <a:gdLst/>
                <a:ahLst/>
                <a:cxnLst/>
                <a:rect l="l" t="t" r="r" b="b"/>
                <a:pathLst>
                  <a:path w="447" h="412" extrusionOk="0">
                    <a:moveTo>
                      <a:pt x="241" y="1"/>
                    </a:moveTo>
                    <a:cubicBezTo>
                      <a:pt x="121" y="1"/>
                      <a:pt x="0" y="86"/>
                      <a:pt x="0" y="206"/>
                    </a:cubicBezTo>
                    <a:cubicBezTo>
                      <a:pt x="0" y="326"/>
                      <a:pt x="121" y="411"/>
                      <a:pt x="241" y="411"/>
                    </a:cubicBezTo>
                    <a:cubicBezTo>
                      <a:pt x="326" y="411"/>
                      <a:pt x="446" y="326"/>
                      <a:pt x="446" y="206"/>
                    </a:cubicBezTo>
                    <a:cubicBezTo>
                      <a:pt x="446" y="86"/>
                      <a:pt x="326" y="1"/>
                      <a:pt x="2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860;p40">
                <a:extLst>
                  <a:ext uri="{FF2B5EF4-FFF2-40B4-BE49-F238E27FC236}">
                    <a16:creationId xmlns:a16="http://schemas.microsoft.com/office/drawing/2014/main" id="{631108A9-8639-C0A3-BB94-A773C1DF70BF}"/>
                  </a:ext>
                </a:extLst>
              </p:cNvPr>
              <p:cNvSpPr/>
              <p:nvPr/>
            </p:nvSpPr>
            <p:spPr>
              <a:xfrm>
                <a:off x="3748872" y="3880020"/>
                <a:ext cx="15825" cy="14583"/>
              </a:xfrm>
              <a:custGeom>
                <a:avLst/>
                <a:gdLst/>
                <a:ahLst/>
                <a:cxnLst/>
                <a:rect l="l" t="t" r="r" b="b"/>
                <a:pathLst>
                  <a:path w="446" h="411" extrusionOk="0">
                    <a:moveTo>
                      <a:pt x="205" y="0"/>
                    </a:moveTo>
                    <a:cubicBezTo>
                      <a:pt x="120" y="0"/>
                      <a:pt x="0" y="85"/>
                      <a:pt x="0" y="205"/>
                    </a:cubicBezTo>
                    <a:cubicBezTo>
                      <a:pt x="0" y="319"/>
                      <a:pt x="120" y="411"/>
                      <a:pt x="205" y="411"/>
                    </a:cubicBezTo>
                    <a:cubicBezTo>
                      <a:pt x="326" y="411"/>
                      <a:pt x="446" y="319"/>
                      <a:pt x="446" y="205"/>
                    </a:cubicBezTo>
                    <a:cubicBezTo>
                      <a:pt x="446" y="85"/>
                      <a:pt x="326" y="0"/>
                      <a:pt x="2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861;p40">
                <a:extLst>
                  <a:ext uri="{FF2B5EF4-FFF2-40B4-BE49-F238E27FC236}">
                    <a16:creationId xmlns:a16="http://schemas.microsoft.com/office/drawing/2014/main" id="{71386029-F728-EAFB-BAE0-98546B742913}"/>
                  </a:ext>
                </a:extLst>
              </p:cNvPr>
              <p:cNvSpPr/>
              <p:nvPr/>
            </p:nvSpPr>
            <p:spPr>
              <a:xfrm>
                <a:off x="3489573" y="3852664"/>
                <a:ext cx="14583" cy="15825"/>
              </a:xfrm>
              <a:custGeom>
                <a:avLst/>
                <a:gdLst/>
                <a:ahLst/>
                <a:cxnLst/>
                <a:rect l="l" t="t" r="r" b="b"/>
                <a:pathLst>
                  <a:path w="411" h="446" extrusionOk="0">
                    <a:moveTo>
                      <a:pt x="206" y="0"/>
                    </a:moveTo>
                    <a:cubicBezTo>
                      <a:pt x="85" y="0"/>
                      <a:pt x="0" y="120"/>
                      <a:pt x="0" y="241"/>
                    </a:cubicBezTo>
                    <a:cubicBezTo>
                      <a:pt x="0" y="326"/>
                      <a:pt x="85" y="446"/>
                      <a:pt x="206" y="446"/>
                    </a:cubicBezTo>
                    <a:cubicBezTo>
                      <a:pt x="326" y="446"/>
                      <a:pt x="411" y="326"/>
                      <a:pt x="411" y="241"/>
                    </a:cubicBezTo>
                    <a:cubicBezTo>
                      <a:pt x="411" y="120"/>
                      <a:pt x="326" y="0"/>
                      <a:pt x="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862;p40">
                <a:extLst>
                  <a:ext uri="{FF2B5EF4-FFF2-40B4-BE49-F238E27FC236}">
                    <a16:creationId xmlns:a16="http://schemas.microsoft.com/office/drawing/2014/main" id="{9DE12C95-217A-7407-EB91-F2F1715C3103}"/>
                  </a:ext>
                </a:extLst>
              </p:cNvPr>
              <p:cNvSpPr/>
              <p:nvPr/>
            </p:nvSpPr>
            <p:spPr>
              <a:xfrm>
                <a:off x="3614077" y="4040893"/>
                <a:ext cx="14583" cy="14867"/>
              </a:xfrm>
              <a:custGeom>
                <a:avLst/>
                <a:gdLst/>
                <a:ahLst/>
                <a:cxnLst/>
                <a:rect l="l" t="t" r="r" b="b"/>
                <a:pathLst>
                  <a:path w="411" h="419" extrusionOk="0">
                    <a:moveTo>
                      <a:pt x="205" y="1"/>
                    </a:moveTo>
                    <a:cubicBezTo>
                      <a:pt x="85" y="1"/>
                      <a:pt x="0" y="93"/>
                      <a:pt x="0" y="206"/>
                    </a:cubicBezTo>
                    <a:cubicBezTo>
                      <a:pt x="0" y="326"/>
                      <a:pt x="85" y="418"/>
                      <a:pt x="205" y="418"/>
                    </a:cubicBezTo>
                    <a:cubicBezTo>
                      <a:pt x="326" y="418"/>
                      <a:pt x="411" y="326"/>
                      <a:pt x="411" y="206"/>
                    </a:cubicBezTo>
                    <a:cubicBezTo>
                      <a:pt x="411" y="93"/>
                      <a:pt x="326" y="1"/>
                      <a:pt x="2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863;p40">
                <a:extLst>
                  <a:ext uri="{FF2B5EF4-FFF2-40B4-BE49-F238E27FC236}">
                    <a16:creationId xmlns:a16="http://schemas.microsoft.com/office/drawing/2014/main" id="{452B2538-5ECF-6A72-7C5B-6C54B1464D39}"/>
                  </a:ext>
                </a:extLst>
              </p:cNvPr>
              <p:cNvSpPr/>
              <p:nvPr/>
            </p:nvSpPr>
            <p:spPr>
              <a:xfrm>
                <a:off x="3571145" y="4002254"/>
                <a:ext cx="14583" cy="14583"/>
              </a:xfrm>
              <a:custGeom>
                <a:avLst/>
                <a:gdLst/>
                <a:ahLst/>
                <a:cxnLst/>
                <a:rect l="l" t="t" r="r" b="b"/>
                <a:pathLst>
                  <a:path w="411" h="411" extrusionOk="0">
                    <a:moveTo>
                      <a:pt x="206" y="0"/>
                    </a:moveTo>
                    <a:cubicBezTo>
                      <a:pt x="85" y="0"/>
                      <a:pt x="1" y="92"/>
                      <a:pt x="1" y="206"/>
                    </a:cubicBezTo>
                    <a:cubicBezTo>
                      <a:pt x="1" y="326"/>
                      <a:pt x="85" y="411"/>
                      <a:pt x="206" y="411"/>
                    </a:cubicBezTo>
                    <a:cubicBezTo>
                      <a:pt x="326" y="411"/>
                      <a:pt x="411" y="326"/>
                      <a:pt x="411" y="206"/>
                    </a:cubicBezTo>
                    <a:cubicBezTo>
                      <a:pt x="411" y="92"/>
                      <a:pt x="326" y="0"/>
                      <a:pt x="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864;p40">
                <a:extLst>
                  <a:ext uri="{FF2B5EF4-FFF2-40B4-BE49-F238E27FC236}">
                    <a16:creationId xmlns:a16="http://schemas.microsoft.com/office/drawing/2014/main" id="{4F16BE56-8419-279A-911B-6B65F9D653E4}"/>
                  </a:ext>
                </a:extLst>
              </p:cNvPr>
              <p:cNvSpPr/>
              <p:nvPr/>
            </p:nvSpPr>
            <p:spPr>
              <a:xfrm>
                <a:off x="3537757" y="4039900"/>
                <a:ext cx="14583" cy="14583"/>
              </a:xfrm>
              <a:custGeom>
                <a:avLst/>
                <a:gdLst/>
                <a:ahLst/>
                <a:cxnLst/>
                <a:rect l="l" t="t" r="r" b="b"/>
                <a:pathLst>
                  <a:path w="411" h="411" extrusionOk="0">
                    <a:moveTo>
                      <a:pt x="206" y="1"/>
                    </a:moveTo>
                    <a:cubicBezTo>
                      <a:pt x="86" y="1"/>
                      <a:pt x="1" y="93"/>
                      <a:pt x="1" y="206"/>
                    </a:cubicBezTo>
                    <a:cubicBezTo>
                      <a:pt x="1" y="326"/>
                      <a:pt x="86" y="411"/>
                      <a:pt x="206" y="411"/>
                    </a:cubicBezTo>
                    <a:cubicBezTo>
                      <a:pt x="319" y="411"/>
                      <a:pt x="411" y="326"/>
                      <a:pt x="411" y="206"/>
                    </a:cubicBezTo>
                    <a:cubicBezTo>
                      <a:pt x="411" y="93"/>
                      <a:pt x="319" y="1"/>
                      <a:pt x="2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865;p40">
                <a:extLst>
                  <a:ext uri="{FF2B5EF4-FFF2-40B4-BE49-F238E27FC236}">
                    <a16:creationId xmlns:a16="http://schemas.microsoft.com/office/drawing/2014/main" id="{F133B993-13A6-A01E-4DC3-D814B04CABD9}"/>
                  </a:ext>
                </a:extLst>
              </p:cNvPr>
              <p:cNvSpPr/>
              <p:nvPr/>
            </p:nvSpPr>
            <p:spPr>
              <a:xfrm>
                <a:off x="3514658" y="4645605"/>
                <a:ext cx="111983" cy="4045"/>
              </a:xfrm>
              <a:custGeom>
                <a:avLst/>
                <a:gdLst/>
                <a:ahLst/>
                <a:cxnLst/>
                <a:rect l="l" t="t" r="r" b="b"/>
                <a:pathLst>
                  <a:path w="3156" h="114" extrusionOk="0">
                    <a:moveTo>
                      <a:pt x="1" y="0"/>
                    </a:moveTo>
                    <a:lnTo>
                      <a:pt x="1" y="57"/>
                    </a:lnTo>
                    <a:cubicBezTo>
                      <a:pt x="680" y="85"/>
                      <a:pt x="1387" y="113"/>
                      <a:pt x="2067" y="113"/>
                    </a:cubicBezTo>
                    <a:lnTo>
                      <a:pt x="3156" y="113"/>
                    </a:lnTo>
                    <a:lnTo>
                      <a:pt x="3156" y="57"/>
                    </a:lnTo>
                    <a:cubicBezTo>
                      <a:pt x="2872" y="64"/>
                      <a:pt x="2587" y="68"/>
                      <a:pt x="2304" y="68"/>
                    </a:cubicBezTo>
                    <a:cubicBezTo>
                      <a:pt x="1528" y="68"/>
                      <a:pt x="757" y="4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866;p40">
                <a:extLst>
                  <a:ext uri="{FF2B5EF4-FFF2-40B4-BE49-F238E27FC236}">
                    <a16:creationId xmlns:a16="http://schemas.microsoft.com/office/drawing/2014/main" id="{64238BFE-A599-B638-52F8-5B919D69D514}"/>
                  </a:ext>
                </a:extLst>
              </p:cNvPr>
              <p:cNvSpPr/>
              <p:nvPr/>
            </p:nvSpPr>
            <p:spPr>
              <a:xfrm>
                <a:off x="3868090" y="4402592"/>
                <a:ext cx="109996" cy="9580"/>
              </a:xfrm>
              <a:custGeom>
                <a:avLst/>
                <a:gdLst/>
                <a:ahLst/>
                <a:cxnLst/>
                <a:rect l="l" t="t" r="r" b="b"/>
                <a:pathLst>
                  <a:path w="3100" h="270" extrusionOk="0">
                    <a:moveTo>
                      <a:pt x="2926" y="0"/>
                    </a:moveTo>
                    <a:cubicBezTo>
                      <a:pt x="2678" y="0"/>
                      <a:pt x="2414" y="42"/>
                      <a:pt x="2151" y="65"/>
                    </a:cubicBezTo>
                    <a:cubicBezTo>
                      <a:pt x="2066" y="93"/>
                      <a:pt x="2010" y="93"/>
                      <a:pt x="1918" y="128"/>
                    </a:cubicBezTo>
                    <a:cubicBezTo>
                      <a:pt x="1267" y="213"/>
                      <a:pt x="623" y="213"/>
                      <a:pt x="1" y="213"/>
                    </a:cubicBezTo>
                    <a:lnTo>
                      <a:pt x="1" y="270"/>
                    </a:lnTo>
                    <a:cubicBezTo>
                      <a:pt x="651" y="270"/>
                      <a:pt x="1302" y="270"/>
                      <a:pt x="1918" y="185"/>
                    </a:cubicBezTo>
                    <a:cubicBezTo>
                      <a:pt x="2010" y="157"/>
                      <a:pt x="2095" y="157"/>
                      <a:pt x="2151" y="128"/>
                    </a:cubicBezTo>
                    <a:cubicBezTo>
                      <a:pt x="2415" y="100"/>
                      <a:pt x="2679" y="57"/>
                      <a:pt x="2928" y="57"/>
                    </a:cubicBezTo>
                    <a:cubicBezTo>
                      <a:pt x="2986" y="57"/>
                      <a:pt x="3043" y="59"/>
                      <a:pt x="3099" y="65"/>
                    </a:cubicBezTo>
                    <a:lnTo>
                      <a:pt x="3099" y="8"/>
                    </a:lnTo>
                    <a:cubicBezTo>
                      <a:pt x="3042" y="3"/>
                      <a:pt x="2985" y="0"/>
                      <a:pt x="29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867;p40">
              <a:extLst>
                <a:ext uri="{FF2B5EF4-FFF2-40B4-BE49-F238E27FC236}">
                  <a16:creationId xmlns:a16="http://schemas.microsoft.com/office/drawing/2014/main" id="{240861B7-AEAF-516D-8A21-32633FBAFDEF}"/>
                </a:ext>
              </a:extLst>
            </p:cNvPr>
            <p:cNvGrpSpPr/>
            <p:nvPr/>
          </p:nvGrpSpPr>
          <p:grpSpPr>
            <a:xfrm>
              <a:off x="520010" y="1168622"/>
              <a:ext cx="4279321" cy="3269905"/>
              <a:chOff x="3245850" y="1388754"/>
              <a:chExt cx="1339926" cy="1023893"/>
            </a:xfrm>
          </p:grpSpPr>
          <p:grpSp>
            <p:nvGrpSpPr>
              <p:cNvPr id="7" name="Google Shape;868;p40">
                <a:extLst>
                  <a:ext uri="{FF2B5EF4-FFF2-40B4-BE49-F238E27FC236}">
                    <a16:creationId xmlns:a16="http://schemas.microsoft.com/office/drawing/2014/main" id="{EF2DCA05-6A51-52D0-4535-0A0E25F462DF}"/>
                  </a:ext>
                </a:extLst>
              </p:cNvPr>
              <p:cNvGrpSpPr/>
              <p:nvPr/>
            </p:nvGrpSpPr>
            <p:grpSpPr>
              <a:xfrm>
                <a:off x="3889166" y="1636096"/>
                <a:ext cx="633844" cy="776551"/>
                <a:chOff x="3889166" y="1636096"/>
                <a:chExt cx="633844" cy="776551"/>
              </a:xfrm>
            </p:grpSpPr>
            <p:sp>
              <p:nvSpPr>
                <p:cNvPr id="37" name="Google Shape;869;p40">
                  <a:extLst>
                    <a:ext uri="{FF2B5EF4-FFF2-40B4-BE49-F238E27FC236}">
                      <a16:creationId xmlns:a16="http://schemas.microsoft.com/office/drawing/2014/main" id="{703FD2EC-41D5-BFA5-5C18-C060DA0F4C38}"/>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870;p40">
                  <a:extLst>
                    <a:ext uri="{FF2B5EF4-FFF2-40B4-BE49-F238E27FC236}">
                      <a16:creationId xmlns:a16="http://schemas.microsoft.com/office/drawing/2014/main" id="{E6B060F0-CF10-74ED-A828-4A418944A00D}"/>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871;p40">
                  <a:extLst>
                    <a:ext uri="{FF2B5EF4-FFF2-40B4-BE49-F238E27FC236}">
                      <a16:creationId xmlns:a16="http://schemas.microsoft.com/office/drawing/2014/main" id="{EEC84028-B2D2-4D23-073B-323A1A16D5AC}"/>
                    </a:ext>
                  </a:extLst>
                </p:cNvPr>
                <p:cNvSpPr/>
                <p:nvPr/>
              </p:nvSpPr>
              <p:spPr>
                <a:xfrm>
                  <a:off x="4470495" y="2333663"/>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872;p40">
                  <a:extLst>
                    <a:ext uri="{FF2B5EF4-FFF2-40B4-BE49-F238E27FC236}">
                      <a16:creationId xmlns:a16="http://schemas.microsoft.com/office/drawing/2014/main" id="{1D69B0AD-3333-4DEA-66F9-9D4396B8C78E}"/>
                    </a:ext>
                  </a:extLst>
                </p:cNvPr>
                <p:cNvSpPr/>
                <p:nvPr/>
              </p:nvSpPr>
              <p:spPr>
                <a:xfrm>
                  <a:off x="4424582" y="2333663"/>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 name="Google Shape;873;p40">
                <a:extLst>
                  <a:ext uri="{FF2B5EF4-FFF2-40B4-BE49-F238E27FC236}">
                    <a16:creationId xmlns:a16="http://schemas.microsoft.com/office/drawing/2014/main" id="{DE3DD1DE-E5A6-37A4-B39B-DCCA98FAB0F5}"/>
                  </a:ext>
                </a:extLst>
              </p:cNvPr>
              <p:cNvSpPr/>
              <p:nvPr/>
            </p:nvSpPr>
            <p:spPr>
              <a:xfrm>
                <a:off x="4473760" y="1552892"/>
                <a:ext cx="16606" cy="71071"/>
              </a:xfrm>
              <a:custGeom>
                <a:avLst/>
                <a:gdLst/>
                <a:ahLst/>
                <a:cxnLst/>
                <a:rect l="l" t="t" r="r" b="b"/>
                <a:pathLst>
                  <a:path w="468" h="2003" extrusionOk="0">
                    <a:moveTo>
                      <a:pt x="1" y="1"/>
                    </a:moveTo>
                    <a:lnTo>
                      <a:pt x="1" y="29"/>
                    </a:lnTo>
                    <a:cubicBezTo>
                      <a:pt x="383" y="588"/>
                      <a:pt x="411" y="1387"/>
                      <a:pt x="58" y="1946"/>
                    </a:cubicBezTo>
                    <a:cubicBezTo>
                      <a:pt x="58" y="1974"/>
                      <a:pt x="58" y="1974"/>
                      <a:pt x="86" y="2003"/>
                    </a:cubicBezTo>
                    <a:cubicBezTo>
                      <a:pt x="86" y="2003"/>
                      <a:pt x="114" y="2003"/>
                      <a:pt x="114" y="1974"/>
                    </a:cubicBezTo>
                    <a:cubicBezTo>
                      <a:pt x="468" y="1387"/>
                      <a:pt x="440" y="560"/>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74;p40">
                <a:extLst>
                  <a:ext uri="{FF2B5EF4-FFF2-40B4-BE49-F238E27FC236}">
                    <a16:creationId xmlns:a16="http://schemas.microsoft.com/office/drawing/2014/main" id="{50245934-49DB-5655-5C5C-B9F665844B40}"/>
                  </a:ext>
                </a:extLst>
              </p:cNvPr>
              <p:cNvSpPr/>
              <p:nvPr/>
            </p:nvSpPr>
            <p:spPr>
              <a:xfrm>
                <a:off x="3372342" y="1752689"/>
                <a:ext cx="40947" cy="59540"/>
              </a:xfrm>
              <a:custGeom>
                <a:avLst/>
                <a:gdLst/>
                <a:ahLst/>
                <a:cxnLst/>
                <a:rect l="l" t="t" r="r" b="b"/>
                <a:pathLst>
                  <a:path w="1154" h="1678" extrusionOk="0">
                    <a:moveTo>
                      <a:pt x="595" y="58"/>
                    </a:moveTo>
                    <a:cubicBezTo>
                      <a:pt x="857" y="58"/>
                      <a:pt x="1090" y="411"/>
                      <a:pt x="1090" y="850"/>
                    </a:cubicBezTo>
                    <a:cubicBezTo>
                      <a:pt x="1090" y="1267"/>
                      <a:pt x="857" y="1621"/>
                      <a:pt x="595" y="1621"/>
                    </a:cubicBezTo>
                    <a:cubicBezTo>
                      <a:pt x="298" y="1621"/>
                      <a:pt x="64" y="1267"/>
                      <a:pt x="64" y="850"/>
                    </a:cubicBezTo>
                    <a:cubicBezTo>
                      <a:pt x="64" y="411"/>
                      <a:pt x="298" y="58"/>
                      <a:pt x="595" y="58"/>
                    </a:cubicBezTo>
                    <a:close/>
                    <a:moveTo>
                      <a:pt x="595" y="1"/>
                    </a:moveTo>
                    <a:cubicBezTo>
                      <a:pt x="269" y="1"/>
                      <a:pt x="1" y="383"/>
                      <a:pt x="1" y="850"/>
                    </a:cubicBezTo>
                    <a:cubicBezTo>
                      <a:pt x="1" y="1296"/>
                      <a:pt x="269" y="1678"/>
                      <a:pt x="595" y="1678"/>
                    </a:cubicBezTo>
                    <a:cubicBezTo>
                      <a:pt x="885" y="1678"/>
                      <a:pt x="1154" y="1296"/>
                      <a:pt x="1154" y="850"/>
                    </a:cubicBezTo>
                    <a:cubicBezTo>
                      <a:pt x="1154" y="383"/>
                      <a:pt x="885" y="1"/>
                      <a:pt x="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875;p40">
                <a:extLst>
                  <a:ext uri="{FF2B5EF4-FFF2-40B4-BE49-F238E27FC236}">
                    <a16:creationId xmlns:a16="http://schemas.microsoft.com/office/drawing/2014/main" id="{B8BC7B77-CF52-A96F-113C-D93BDD6744A2}"/>
                  </a:ext>
                </a:extLst>
              </p:cNvPr>
              <p:cNvSpPr/>
              <p:nvPr/>
            </p:nvSpPr>
            <p:spPr>
              <a:xfrm>
                <a:off x="4551074" y="1770287"/>
                <a:ext cx="34702" cy="52479"/>
              </a:xfrm>
              <a:custGeom>
                <a:avLst/>
                <a:gdLst/>
                <a:ahLst/>
                <a:cxnLst/>
                <a:rect l="l" t="t" r="r" b="b"/>
                <a:pathLst>
                  <a:path w="978" h="1479" extrusionOk="0">
                    <a:moveTo>
                      <a:pt x="475" y="64"/>
                    </a:moveTo>
                    <a:cubicBezTo>
                      <a:pt x="737" y="64"/>
                      <a:pt x="913" y="389"/>
                      <a:pt x="913" y="743"/>
                    </a:cubicBezTo>
                    <a:cubicBezTo>
                      <a:pt x="913" y="1125"/>
                      <a:pt x="737" y="1415"/>
                      <a:pt x="475" y="1415"/>
                    </a:cubicBezTo>
                    <a:cubicBezTo>
                      <a:pt x="234" y="1415"/>
                      <a:pt x="57" y="1125"/>
                      <a:pt x="57" y="743"/>
                    </a:cubicBezTo>
                    <a:cubicBezTo>
                      <a:pt x="57" y="389"/>
                      <a:pt x="234" y="64"/>
                      <a:pt x="475" y="64"/>
                    </a:cubicBezTo>
                    <a:close/>
                    <a:moveTo>
                      <a:pt x="475" y="0"/>
                    </a:moveTo>
                    <a:cubicBezTo>
                      <a:pt x="206" y="0"/>
                      <a:pt x="1" y="354"/>
                      <a:pt x="1" y="743"/>
                    </a:cubicBezTo>
                    <a:cubicBezTo>
                      <a:pt x="1" y="1153"/>
                      <a:pt x="206" y="1479"/>
                      <a:pt x="475" y="1479"/>
                    </a:cubicBezTo>
                    <a:cubicBezTo>
                      <a:pt x="765" y="1479"/>
                      <a:pt x="977" y="1153"/>
                      <a:pt x="977" y="743"/>
                    </a:cubicBezTo>
                    <a:cubicBezTo>
                      <a:pt x="977" y="354"/>
                      <a:pt x="765" y="0"/>
                      <a:pt x="4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876;p40">
                <a:extLst>
                  <a:ext uri="{FF2B5EF4-FFF2-40B4-BE49-F238E27FC236}">
                    <a16:creationId xmlns:a16="http://schemas.microsoft.com/office/drawing/2014/main" id="{36B9CF7D-FB83-7AC1-487A-C63949D70B2C}"/>
                  </a:ext>
                </a:extLst>
              </p:cNvPr>
              <p:cNvSpPr/>
              <p:nvPr/>
            </p:nvSpPr>
            <p:spPr>
              <a:xfrm>
                <a:off x="3997846" y="1767271"/>
                <a:ext cx="35695" cy="52230"/>
              </a:xfrm>
              <a:custGeom>
                <a:avLst/>
                <a:gdLst/>
                <a:ahLst/>
                <a:cxnLst/>
                <a:rect l="l" t="t" r="r" b="b"/>
                <a:pathLst>
                  <a:path w="1006" h="1472" extrusionOk="0">
                    <a:moveTo>
                      <a:pt x="503" y="57"/>
                    </a:moveTo>
                    <a:cubicBezTo>
                      <a:pt x="737" y="57"/>
                      <a:pt x="942" y="354"/>
                      <a:pt x="942" y="736"/>
                    </a:cubicBezTo>
                    <a:cubicBezTo>
                      <a:pt x="942" y="1090"/>
                      <a:pt x="737" y="1415"/>
                      <a:pt x="503" y="1415"/>
                    </a:cubicBezTo>
                    <a:cubicBezTo>
                      <a:pt x="263" y="1415"/>
                      <a:pt x="58" y="1090"/>
                      <a:pt x="58" y="736"/>
                    </a:cubicBezTo>
                    <a:cubicBezTo>
                      <a:pt x="58" y="354"/>
                      <a:pt x="263" y="57"/>
                      <a:pt x="503" y="57"/>
                    </a:cubicBezTo>
                    <a:close/>
                    <a:moveTo>
                      <a:pt x="503" y="0"/>
                    </a:moveTo>
                    <a:cubicBezTo>
                      <a:pt x="234" y="0"/>
                      <a:pt x="1" y="326"/>
                      <a:pt x="1" y="736"/>
                    </a:cubicBezTo>
                    <a:cubicBezTo>
                      <a:pt x="1" y="1118"/>
                      <a:pt x="234" y="1472"/>
                      <a:pt x="503" y="1472"/>
                    </a:cubicBezTo>
                    <a:cubicBezTo>
                      <a:pt x="765" y="1472"/>
                      <a:pt x="1006" y="1118"/>
                      <a:pt x="1006" y="736"/>
                    </a:cubicBezTo>
                    <a:cubicBezTo>
                      <a:pt x="1006" y="326"/>
                      <a:pt x="765" y="0"/>
                      <a:pt x="5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877;p40">
                <a:extLst>
                  <a:ext uri="{FF2B5EF4-FFF2-40B4-BE49-F238E27FC236}">
                    <a16:creationId xmlns:a16="http://schemas.microsoft.com/office/drawing/2014/main" id="{0AEB92A1-B86B-7CC6-0D79-8E49BEF91095}"/>
                  </a:ext>
                </a:extLst>
              </p:cNvPr>
              <p:cNvSpPr/>
              <p:nvPr/>
            </p:nvSpPr>
            <p:spPr>
              <a:xfrm>
                <a:off x="4298055" y="2172613"/>
                <a:ext cx="48008" cy="124827"/>
              </a:xfrm>
              <a:custGeom>
                <a:avLst/>
                <a:gdLst/>
                <a:ahLst/>
                <a:cxnLst/>
                <a:rect l="l" t="t" r="r" b="b"/>
                <a:pathLst>
                  <a:path w="1353" h="3518" extrusionOk="0">
                    <a:moveTo>
                      <a:pt x="857" y="72"/>
                    </a:moveTo>
                    <a:cubicBezTo>
                      <a:pt x="1119" y="129"/>
                      <a:pt x="1211" y="454"/>
                      <a:pt x="1239" y="574"/>
                    </a:cubicBezTo>
                    <a:cubicBezTo>
                      <a:pt x="1295" y="836"/>
                      <a:pt x="1295" y="1077"/>
                      <a:pt x="1239" y="1338"/>
                    </a:cubicBezTo>
                    <a:cubicBezTo>
                      <a:pt x="1211" y="1430"/>
                      <a:pt x="1175" y="1544"/>
                      <a:pt x="1147" y="1636"/>
                    </a:cubicBezTo>
                    <a:cubicBezTo>
                      <a:pt x="1090" y="1841"/>
                      <a:pt x="998" y="2074"/>
                      <a:pt x="1034" y="2279"/>
                    </a:cubicBezTo>
                    <a:cubicBezTo>
                      <a:pt x="1034" y="2400"/>
                      <a:pt x="1062" y="2492"/>
                      <a:pt x="1090" y="2605"/>
                    </a:cubicBezTo>
                    <a:cubicBezTo>
                      <a:pt x="1090" y="2725"/>
                      <a:pt x="1147" y="2845"/>
                      <a:pt x="1119" y="2958"/>
                    </a:cubicBezTo>
                    <a:cubicBezTo>
                      <a:pt x="1119" y="3199"/>
                      <a:pt x="913" y="3461"/>
                      <a:pt x="680" y="3461"/>
                    </a:cubicBezTo>
                    <a:lnTo>
                      <a:pt x="560" y="3461"/>
                    </a:lnTo>
                    <a:cubicBezTo>
                      <a:pt x="263" y="3376"/>
                      <a:pt x="86" y="2987"/>
                      <a:pt x="86" y="2753"/>
                    </a:cubicBezTo>
                    <a:cubicBezTo>
                      <a:pt x="57" y="2548"/>
                      <a:pt x="149" y="2343"/>
                      <a:pt x="206" y="2138"/>
                    </a:cubicBezTo>
                    <a:cubicBezTo>
                      <a:pt x="263" y="1961"/>
                      <a:pt x="326" y="1784"/>
                      <a:pt x="326" y="1607"/>
                    </a:cubicBezTo>
                    <a:cubicBezTo>
                      <a:pt x="326" y="1430"/>
                      <a:pt x="291" y="1282"/>
                      <a:pt x="263" y="1105"/>
                    </a:cubicBezTo>
                    <a:cubicBezTo>
                      <a:pt x="263" y="1077"/>
                      <a:pt x="234" y="1013"/>
                      <a:pt x="234" y="956"/>
                    </a:cubicBezTo>
                    <a:cubicBezTo>
                      <a:pt x="206" y="780"/>
                      <a:pt x="178" y="546"/>
                      <a:pt x="291" y="334"/>
                    </a:cubicBezTo>
                    <a:cubicBezTo>
                      <a:pt x="383" y="192"/>
                      <a:pt x="560" y="72"/>
                      <a:pt x="737" y="72"/>
                    </a:cubicBezTo>
                    <a:close/>
                    <a:moveTo>
                      <a:pt x="741" y="1"/>
                    </a:moveTo>
                    <a:cubicBezTo>
                      <a:pt x="537" y="1"/>
                      <a:pt x="335" y="133"/>
                      <a:pt x="234" y="306"/>
                    </a:cubicBezTo>
                    <a:cubicBezTo>
                      <a:pt x="114" y="546"/>
                      <a:pt x="149" y="780"/>
                      <a:pt x="178" y="956"/>
                    </a:cubicBezTo>
                    <a:cubicBezTo>
                      <a:pt x="178" y="1013"/>
                      <a:pt x="206" y="1077"/>
                      <a:pt x="206" y="1133"/>
                    </a:cubicBezTo>
                    <a:cubicBezTo>
                      <a:pt x="234" y="1282"/>
                      <a:pt x="263" y="1430"/>
                      <a:pt x="263" y="1572"/>
                    </a:cubicBezTo>
                    <a:cubicBezTo>
                      <a:pt x="263" y="1784"/>
                      <a:pt x="206" y="1961"/>
                      <a:pt x="149" y="2138"/>
                    </a:cubicBezTo>
                    <a:cubicBezTo>
                      <a:pt x="86" y="2343"/>
                      <a:pt x="1" y="2548"/>
                      <a:pt x="29" y="2753"/>
                    </a:cubicBezTo>
                    <a:cubicBezTo>
                      <a:pt x="29" y="3022"/>
                      <a:pt x="234" y="3432"/>
                      <a:pt x="531" y="3517"/>
                    </a:cubicBezTo>
                    <a:lnTo>
                      <a:pt x="680" y="3517"/>
                    </a:lnTo>
                    <a:cubicBezTo>
                      <a:pt x="970" y="3517"/>
                      <a:pt x="1175" y="3227"/>
                      <a:pt x="1175" y="2958"/>
                    </a:cubicBezTo>
                    <a:cubicBezTo>
                      <a:pt x="1211" y="2845"/>
                      <a:pt x="1147" y="2725"/>
                      <a:pt x="1119" y="2576"/>
                    </a:cubicBezTo>
                    <a:cubicBezTo>
                      <a:pt x="1119" y="2492"/>
                      <a:pt x="1090" y="2371"/>
                      <a:pt x="1090" y="2279"/>
                    </a:cubicBezTo>
                    <a:cubicBezTo>
                      <a:pt x="1062" y="2074"/>
                      <a:pt x="1147" y="1869"/>
                      <a:pt x="1211" y="1664"/>
                    </a:cubicBezTo>
                    <a:cubicBezTo>
                      <a:pt x="1239" y="1544"/>
                      <a:pt x="1267" y="1459"/>
                      <a:pt x="1295" y="1338"/>
                    </a:cubicBezTo>
                    <a:cubicBezTo>
                      <a:pt x="1352" y="1105"/>
                      <a:pt x="1352" y="836"/>
                      <a:pt x="1295" y="574"/>
                    </a:cubicBezTo>
                    <a:cubicBezTo>
                      <a:pt x="1267" y="426"/>
                      <a:pt x="1175" y="100"/>
                      <a:pt x="857" y="16"/>
                    </a:cubicBezTo>
                    <a:cubicBezTo>
                      <a:pt x="819" y="5"/>
                      <a:pt x="780" y="1"/>
                      <a:pt x="7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78;p40">
                <a:extLst>
                  <a:ext uri="{FF2B5EF4-FFF2-40B4-BE49-F238E27FC236}">
                    <a16:creationId xmlns:a16="http://schemas.microsoft.com/office/drawing/2014/main" id="{071E333B-4517-7254-17F9-D44BF0457A74}"/>
                  </a:ext>
                </a:extLst>
              </p:cNvPr>
              <p:cNvSpPr/>
              <p:nvPr/>
            </p:nvSpPr>
            <p:spPr>
              <a:xfrm>
                <a:off x="4346026" y="1562188"/>
                <a:ext cx="104709" cy="53508"/>
              </a:xfrm>
              <a:custGeom>
                <a:avLst/>
                <a:gdLst/>
                <a:ahLst/>
                <a:cxnLst/>
                <a:rect l="l" t="t" r="r" b="b"/>
                <a:pathLst>
                  <a:path w="2951" h="1508" extrusionOk="0">
                    <a:moveTo>
                      <a:pt x="1479" y="64"/>
                    </a:moveTo>
                    <a:cubicBezTo>
                      <a:pt x="2186" y="64"/>
                      <a:pt x="2773" y="651"/>
                      <a:pt x="2893" y="772"/>
                    </a:cubicBezTo>
                    <a:cubicBezTo>
                      <a:pt x="2773" y="885"/>
                      <a:pt x="2186" y="1444"/>
                      <a:pt x="1479" y="1444"/>
                    </a:cubicBezTo>
                    <a:cubicBezTo>
                      <a:pt x="799" y="1444"/>
                      <a:pt x="212" y="885"/>
                      <a:pt x="92" y="772"/>
                    </a:cubicBezTo>
                    <a:cubicBezTo>
                      <a:pt x="212" y="651"/>
                      <a:pt x="799" y="64"/>
                      <a:pt x="1479" y="64"/>
                    </a:cubicBezTo>
                    <a:close/>
                    <a:moveTo>
                      <a:pt x="1479" y="0"/>
                    </a:moveTo>
                    <a:cubicBezTo>
                      <a:pt x="679" y="0"/>
                      <a:pt x="35" y="736"/>
                      <a:pt x="35" y="736"/>
                    </a:cubicBezTo>
                    <a:lnTo>
                      <a:pt x="0" y="772"/>
                    </a:lnTo>
                    <a:lnTo>
                      <a:pt x="35" y="772"/>
                    </a:lnTo>
                    <a:cubicBezTo>
                      <a:pt x="35" y="800"/>
                      <a:pt x="679" y="1507"/>
                      <a:pt x="1479" y="1507"/>
                    </a:cubicBezTo>
                    <a:cubicBezTo>
                      <a:pt x="2271" y="1507"/>
                      <a:pt x="2922" y="800"/>
                      <a:pt x="2950" y="772"/>
                    </a:cubicBezTo>
                    <a:lnTo>
                      <a:pt x="2950" y="736"/>
                    </a:lnTo>
                    <a:cubicBezTo>
                      <a:pt x="2922" y="736"/>
                      <a:pt x="2271" y="0"/>
                      <a:pt x="14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879;p40">
                <a:extLst>
                  <a:ext uri="{FF2B5EF4-FFF2-40B4-BE49-F238E27FC236}">
                    <a16:creationId xmlns:a16="http://schemas.microsoft.com/office/drawing/2014/main" id="{BB47008A-417C-E5AB-E060-08A94EA9AFD9}"/>
                  </a:ext>
                </a:extLst>
              </p:cNvPr>
              <p:cNvSpPr/>
              <p:nvPr/>
            </p:nvSpPr>
            <p:spPr>
              <a:xfrm>
                <a:off x="4376398" y="1563182"/>
                <a:ext cx="43963" cy="51521"/>
              </a:xfrm>
              <a:custGeom>
                <a:avLst/>
                <a:gdLst/>
                <a:ahLst/>
                <a:cxnLst/>
                <a:rect l="l" t="t" r="r" b="b"/>
                <a:pathLst>
                  <a:path w="1239" h="1452" extrusionOk="0">
                    <a:moveTo>
                      <a:pt x="623" y="1"/>
                    </a:moveTo>
                    <a:cubicBezTo>
                      <a:pt x="269" y="1"/>
                      <a:pt x="0" y="326"/>
                      <a:pt x="0" y="744"/>
                    </a:cubicBezTo>
                    <a:cubicBezTo>
                      <a:pt x="0" y="1126"/>
                      <a:pt x="269" y="1451"/>
                      <a:pt x="623" y="1451"/>
                    </a:cubicBezTo>
                    <a:cubicBezTo>
                      <a:pt x="976" y="1451"/>
                      <a:pt x="1238" y="1126"/>
                      <a:pt x="1238" y="744"/>
                    </a:cubicBezTo>
                    <a:cubicBezTo>
                      <a:pt x="1238" y="326"/>
                      <a:pt x="976" y="1"/>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80;p40">
                <a:extLst>
                  <a:ext uri="{FF2B5EF4-FFF2-40B4-BE49-F238E27FC236}">
                    <a16:creationId xmlns:a16="http://schemas.microsoft.com/office/drawing/2014/main" id="{A4D036D7-9D6C-DC35-CB72-6AF06C4EB696}"/>
                  </a:ext>
                </a:extLst>
              </p:cNvPr>
              <p:cNvSpPr/>
              <p:nvPr/>
            </p:nvSpPr>
            <p:spPr>
              <a:xfrm>
                <a:off x="4306358" y="1388754"/>
                <a:ext cx="17848" cy="44956"/>
              </a:xfrm>
              <a:custGeom>
                <a:avLst/>
                <a:gdLst/>
                <a:ahLst/>
                <a:cxnLst/>
                <a:rect l="l" t="t" r="r" b="b"/>
                <a:pathLst>
                  <a:path w="503" h="1267" extrusionOk="0">
                    <a:moveTo>
                      <a:pt x="503" y="0"/>
                    </a:moveTo>
                    <a:cubicBezTo>
                      <a:pt x="474" y="0"/>
                      <a:pt x="474" y="0"/>
                      <a:pt x="446" y="28"/>
                    </a:cubicBezTo>
                    <a:lnTo>
                      <a:pt x="29" y="1238"/>
                    </a:lnTo>
                    <a:cubicBezTo>
                      <a:pt x="0" y="1238"/>
                      <a:pt x="29" y="1266"/>
                      <a:pt x="29" y="1266"/>
                    </a:cubicBezTo>
                    <a:lnTo>
                      <a:pt x="57" y="1266"/>
                    </a:lnTo>
                    <a:lnTo>
                      <a:pt x="57" y="1238"/>
                    </a:lnTo>
                    <a:lnTo>
                      <a:pt x="503" y="28"/>
                    </a:lnTo>
                    <a:lnTo>
                      <a:pt x="5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881;p40">
                <a:extLst>
                  <a:ext uri="{FF2B5EF4-FFF2-40B4-BE49-F238E27FC236}">
                    <a16:creationId xmlns:a16="http://schemas.microsoft.com/office/drawing/2014/main" id="{39C48576-AA10-B174-EF25-F3AA0BF7D836}"/>
                  </a:ext>
                </a:extLst>
              </p:cNvPr>
              <p:cNvSpPr/>
              <p:nvPr/>
            </p:nvSpPr>
            <p:spPr>
              <a:xfrm>
                <a:off x="4326192" y="1388754"/>
                <a:ext cx="17848" cy="44956"/>
              </a:xfrm>
              <a:custGeom>
                <a:avLst/>
                <a:gdLst/>
                <a:ahLst/>
                <a:cxnLst/>
                <a:rect l="l" t="t" r="r" b="b"/>
                <a:pathLst>
                  <a:path w="503" h="1267" extrusionOk="0">
                    <a:moveTo>
                      <a:pt x="502" y="0"/>
                    </a:moveTo>
                    <a:cubicBezTo>
                      <a:pt x="474" y="0"/>
                      <a:pt x="446" y="0"/>
                      <a:pt x="446" y="28"/>
                    </a:cubicBezTo>
                    <a:lnTo>
                      <a:pt x="0" y="1238"/>
                    </a:lnTo>
                    <a:lnTo>
                      <a:pt x="28" y="1266"/>
                    </a:lnTo>
                    <a:cubicBezTo>
                      <a:pt x="64" y="1266"/>
                      <a:pt x="64" y="1266"/>
                      <a:pt x="64" y="1238"/>
                    </a:cubicBezTo>
                    <a:lnTo>
                      <a:pt x="502" y="28"/>
                    </a:lnTo>
                    <a:lnTo>
                      <a:pt x="5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82;p40">
                <a:extLst>
                  <a:ext uri="{FF2B5EF4-FFF2-40B4-BE49-F238E27FC236}">
                    <a16:creationId xmlns:a16="http://schemas.microsoft.com/office/drawing/2014/main" id="{5BA0F364-D838-FAB6-8193-9E0EA4B0F199}"/>
                  </a:ext>
                </a:extLst>
              </p:cNvPr>
              <p:cNvSpPr/>
              <p:nvPr/>
            </p:nvSpPr>
            <p:spPr>
              <a:xfrm>
                <a:off x="3872348" y="1550657"/>
                <a:ext cx="17883" cy="45205"/>
              </a:xfrm>
              <a:custGeom>
                <a:avLst/>
                <a:gdLst/>
                <a:ahLst/>
                <a:cxnLst/>
                <a:rect l="l" t="t" r="r" b="b"/>
                <a:pathLst>
                  <a:path w="504" h="1274" extrusionOk="0">
                    <a:moveTo>
                      <a:pt x="475" y="0"/>
                    </a:moveTo>
                    <a:cubicBezTo>
                      <a:pt x="475" y="0"/>
                      <a:pt x="439" y="0"/>
                      <a:pt x="439" y="35"/>
                    </a:cubicBezTo>
                    <a:lnTo>
                      <a:pt x="1" y="1238"/>
                    </a:lnTo>
                    <a:cubicBezTo>
                      <a:pt x="1" y="1238"/>
                      <a:pt x="1" y="1273"/>
                      <a:pt x="29" y="1273"/>
                    </a:cubicBezTo>
                    <a:cubicBezTo>
                      <a:pt x="57" y="1273"/>
                      <a:pt x="57" y="1273"/>
                      <a:pt x="57" y="1238"/>
                    </a:cubicBezTo>
                    <a:lnTo>
                      <a:pt x="503" y="35"/>
                    </a:lnTo>
                    <a:cubicBezTo>
                      <a:pt x="503" y="35"/>
                      <a:pt x="503" y="0"/>
                      <a:pt x="4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883;p40">
                <a:extLst>
                  <a:ext uri="{FF2B5EF4-FFF2-40B4-BE49-F238E27FC236}">
                    <a16:creationId xmlns:a16="http://schemas.microsoft.com/office/drawing/2014/main" id="{5973A1BE-A9A0-33FF-14FF-C69867A29B12}"/>
                  </a:ext>
                </a:extLst>
              </p:cNvPr>
              <p:cNvSpPr/>
              <p:nvPr/>
            </p:nvSpPr>
            <p:spPr>
              <a:xfrm>
                <a:off x="4058590" y="1767271"/>
                <a:ext cx="17635" cy="44956"/>
              </a:xfrm>
              <a:custGeom>
                <a:avLst/>
                <a:gdLst/>
                <a:ahLst/>
                <a:cxnLst/>
                <a:rect l="l" t="t" r="r" b="b"/>
                <a:pathLst>
                  <a:path w="497" h="1267" extrusionOk="0">
                    <a:moveTo>
                      <a:pt x="468" y="0"/>
                    </a:moveTo>
                    <a:cubicBezTo>
                      <a:pt x="440" y="0"/>
                      <a:pt x="440" y="29"/>
                      <a:pt x="440" y="29"/>
                    </a:cubicBezTo>
                    <a:lnTo>
                      <a:pt x="1" y="1238"/>
                    </a:lnTo>
                    <a:lnTo>
                      <a:pt x="1" y="1267"/>
                    </a:lnTo>
                    <a:lnTo>
                      <a:pt x="58" y="1267"/>
                    </a:lnTo>
                    <a:lnTo>
                      <a:pt x="496" y="57"/>
                    </a:lnTo>
                    <a:cubicBezTo>
                      <a:pt x="496" y="29"/>
                      <a:pt x="496" y="29"/>
                      <a:pt x="4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884;p40">
                <a:extLst>
                  <a:ext uri="{FF2B5EF4-FFF2-40B4-BE49-F238E27FC236}">
                    <a16:creationId xmlns:a16="http://schemas.microsoft.com/office/drawing/2014/main" id="{E4945A3D-D980-7BA6-428B-0FF218EB6E56}"/>
                  </a:ext>
                </a:extLst>
              </p:cNvPr>
              <p:cNvSpPr/>
              <p:nvPr/>
            </p:nvSpPr>
            <p:spPr>
              <a:xfrm>
                <a:off x="3980034" y="1534087"/>
                <a:ext cx="7309" cy="8303"/>
              </a:xfrm>
              <a:custGeom>
                <a:avLst/>
                <a:gdLst/>
                <a:ahLst/>
                <a:cxnLst/>
                <a:rect l="l" t="t" r="r" b="b"/>
                <a:pathLst>
                  <a:path w="206" h="234" extrusionOk="0">
                    <a:moveTo>
                      <a:pt x="93" y="0"/>
                    </a:moveTo>
                    <a:cubicBezTo>
                      <a:pt x="29" y="0"/>
                      <a:pt x="1" y="57"/>
                      <a:pt x="1" y="113"/>
                    </a:cubicBezTo>
                    <a:cubicBezTo>
                      <a:pt x="1" y="177"/>
                      <a:pt x="29" y="234"/>
                      <a:pt x="93" y="234"/>
                    </a:cubicBezTo>
                    <a:cubicBezTo>
                      <a:pt x="149" y="234"/>
                      <a:pt x="206" y="177"/>
                      <a:pt x="206" y="113"/>
                    </a:cubicBezTo>
                    <a:cubicBezTo>
                      <a:pt x="206" y="57"/>
                      <a:pt x="149" y="0"/>
                      <a:pt x="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885;p40">
                <a:extLst>
                  <a:ext uri="{FF2B5EF4-FFF2-40B4-BE49-F238E27FC236}">
                    <a16:creationId xmlns:a16="http://schemas.microsoft.com/office/drawing/2014/main" id="{6634DF08-53B2-DFBE-097E-844300E62FDF}"/>
                  </a:ext>
                </a:extLst>
              </p:cNvPr>
              <p:cNvSpPr/>
              <p:nvPr/>
            </p:nvSpPr>
            <p:spPr>
              <a:xfrm>
                <a:off x="3979041" y="1533058"/>
                <a:ext cx="9332" cy="10325"/>
              </a:xfrm>
              <a:custGeom>
                <a:avLst/>
                <a:gdLst/>
                <a:ahLst/>
                <a:cxnLst/>
                <a:rect l="l" t="t" r="r" b="b"/>
                <a:pathLst>
                  <a:path w="263" h="291" extrusionOk="0">
                    <a:moveTo>
                      <a:pt x="121" y="57"/>
                    </a:moveTo>
                    <a:cubicBezTo>
                      <a:pt x="177" y="57"/>
                      <a:pt x="206" y="86"/>
                      <a:pt x="206" y="142"/>
                    </a:cubicBezTo>
                    <a:cubicBezTo>
                      <a:pt x="206" y="178"/>
                      <a:pt x="177" y="234"/>
                      <a:pt x="121" y="234"/>
                    </a:cubicBezTo>
                    <a:cubicBezTo>
                      <a:pt x="85" y="234"/>
                      <a:pt x="57" y="178"/>
                      <a:pt x="57" y="142"/>
                    </a:cubicBezTo>
                    <a:cubicBezTo>
                      <a:pt x="57" y="86"/>
                      <a:pt x="85" y="57"/>
                      <a:pt x="121" y="57"/>
                    </a:cubicBezTo>
                    <a:close/>
                    <a:moveTo>
                      <a:pt x="121" y="1"/>
                    </a:moveTo>
                    <a:cubicBezTo>
                      <a:pt x="57" y="1"/>
                      <a:pt x="0" y="57"/>
                      <a:pt x="0" y="142"/>
                    </a:cubicBezTo>
                    <a:cubicBezTo>
                      <a:pt x="0" y="234"/>
                      <a:pt x="57" y="291"/>
                      <a:pt x="121" y="291"/>
                    </a:cubicBezTo>
                    <a:cubicBezTo>
                      <a:pt x="206" y="291"/>
                      <a:pt x="262" y="234"/>
                      <a:pt x="262" y="142"/>
                    </a:cubicBezTo>
                    <a:cubicBezTo>
                      <a:pt x="262" y="57"/>
                      <a:pt x="206" y="1"/>
                      <a:pt x="1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886;p40">
                <a:extLst>
                  <a:ext uri="{FF2B5EF4-FFF2-40B4-BE49-F238E27FC236}">
                    <a16:creationId xmlns:a16="http://schemas.microsoft.com/office/drawing/2014/main" id="{01689EE7-7831-9042-C0D2-A969BFB43794}"/>
                  </a:ext>
                </a:extLst>
              </p:cNvPr>
              <p:cNvSpPr/>
              <p:nvPr/>
            </p:nvSpPr>
            <p:spPr>
              <a:xfrm>
                <a:off x="3980034" y="1553921"/>
                <a:ext cx="7309" cy="7309"/>
              </a:xfrm>
              <a:custGeom>
                <a:avLst/>
                <a:gdLst/>
                <a:ahLst/>
                <a:cxnLst/>
                <a:rect l="l" t="t" r="r" b="b"/>
                <a:pathLst>
                  <a:path w="206" h="206" extrusionOk="0">
                    <a:moveTo>
                      <a:pt x="93" y="0"/>
                    </a:moveTo>
                    <a:cubicBezTo>
                      <a:pt x="29" y="0"/>
                      <a:pt x="1" y="28"/>
                      <a:pt x="1" y="85"/>
                    </a:cubicBezTo>
                    <a:cubicBezTo>
                      <a:pt x="1" y="177"/>
                      <a:pt x="29" y="205"/>
                      <a:pt x="93" y="205"/>
                    </a:cubicBezTo>
                    <a:cubicBezTo>
                      <a:pt x="149" y="205"/>
                      <a:pt x="206" y="177"/>
                      <a:pt x="206" y="85"/>
                    </a:cubicBezTo>
                    <a:cubicBezTo>
                      <a:pt x="206" y="28"/>
                      <a:pt x="149" y="0"/>
                      <a:pt x="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887;p40">
                <a:extLst>
                  <a:ext uri="{FF2B5EF4-FFF2-40B4-BE49-F238E27FC236}">
                    <a16:creationId xmlns:a16="http://schemas.microsoft.com/office/drawing/2014/main" id="{C044E8EA-1228-E69E-5E25-8047515BCF4D}"/>
                  </a:ext>
                </a:extLst>
              </p:cNvPr>
              <p:cNvSpPr/>
              <p:nvPr/>
            </p:nvSpPr>
            <p:spPr>
              <a:xfrm>
                <a:off x="3979041" y="1552892"/>
                <a:ext cx="9332" cy="9332"/>
              </a:xfrm>
              <a:custGeom>
                <a:avLst/>
                <a:gdLst/>
                <a:ahLst/>
                <a:cxnLst/>
                <a:rect l="l" t="t" r="r" b="b"/>
                <a:pathLst>
                  <a:path w="263" h="263" extrusionOk="0">
                    <a:moveTo>
                      <a:pt x="121" y="57"/>
                    </a:moveTo>
                    <a:cubicBezTo>
                      <a:pt x="177" y="57"/>
                      <a:pt x="206" y="86"/>
                      <a:pt x="206" y="114"/>
                    </a:cubicBezTo>
                    <a:cubicBezTo>
                      <a:pt x="206" y="178"/>
                      <a:pt x="177" y="206"/>
                      <a:pt x="121" y="206"/>
                    </a:cubicBezTo>
                    <a:cubicBezTo>
                      <a:pt x="85" y="206"/>
                      <a:pt x="57" y="178"/>
                      <a:pt x="57" y="114"/>
                    </a:cubicBezTo>
                    <a:cubicBezTo>
                      <a:pt x="57" y="86"/>
                      <a:pt x="85" y="57"/>
                      <a:pt x="121" y="57"/>
                    </a:cubicBezTo>
                    <a:close/>
                    <a:moveTo>
                      <a:pt x="121" y="1"/>
                    </a:moveTo>
                    <a:cubicBezTo>
                      <a:pt x="57" y="1"/>
                      <a:pt x="0" y="57"/>
                      <a:pt x="0" y="114"/>
                    </a:cubicBezTo>
                    <a:cubicBezTo>
                      <a:pt x="0" y="206"/>
                      <a:pt x="57" y="262"/>
                      <a:pt x="121" y="262"/>
                    </a:cubicBezTo>
                    <a:cubicBezTo>
                      <a:pt x="206" y="262"/>
                      <a:pt x="262" y="206"/>
                      <a:pt x="262" y="114"/>
                    </a:cubicBezTo>
                    <a:cubicBezTo>
                      <a:pt x="262" y="57"/>
                      <a:pt x="206" y="1"/>
                      <a:pt x="1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888;p40">
                <a:extLst>
                  <a:ext uri="{FF2B5EF4-FFF2-40B4-BE49-F238E27FC236}">
                    <a16:creationId xmlns:a16="http://schemas.microsoft.com/office/drawing/2014/main" id="{4B20676E-EA02-5C5A-3914-41CF76D4AAF4}"/>
                  </a:ext>
                </a:extLst>
              </p:cNvPr>
              <p:cNvSpPr/>
              <p:nvPr/>
            </p:nvSpPr>
            <p:spPr>
              <a:xfrm>
                <a:off x="4011400" y="1521526"/>
                <a:ext cx="36689" cy="52230"/>
              </a:xfrm>
              <a:custGeom>
                <a:avLst/>
                <a:gdLst/>
                <a:ahLst/>
                <a:cxnLst/>
                <a:rect l="l" t="t" r="r" b="b"/>
                <a:pathLst>
                  <a:path w="1034" h="1472" extrusionOk="0">
                    <a:moveTo>
                      <a:pt x="532" y="57"/>
                    </a:moveTo>
                    <a:cubicBezTo>
                      <a:pt x="765" y="57"/>
                      <a:pt x="977" y="354"/>
                      <a:pt x="977" y="736"/>
                    </a:cubicBezTo>
                    <a:cubicBezTo>
                      <a:pt x="977" y="1118"/>
                      <a:pt x="765" y="1415"/>
                      <a:pt x="532" y="1415"/>
                    </a:cubicBezTo>
                    <a:cubicBezTo>
                      <a:pt x="270" y="1415"/>
                      <a:pt x="58" y="1118"/>
                      <a:pt x="58" y="736"/>
                    </a:cubicBezTo>
                    <a:cubicBezTo>
                      <a:pt x="58" y="354"/>
                      <a:pt x="270" y="57"/>
                      <a:pt x="532" y="57"/>
                    </a:cubicBezTo>
                    <a:close/>
                    <a:moveTo>
                      <a:pt x="532" y="0"/>
                    </a:moveTo>
                    <a:cubicBezTo>
                      <a:pt x="234" y="0"/>
                      <a:pt x="1" y="326"/>
                      <a:pt x="1" y="736"/>
                    </a:cubicBezTo>
                    <a:cubicBezTo>
                      <a:pt x="1" y="1146"/>
                      <a:pt x="234" y="1472"/>
                      <a:pt x="532" y="1472"/>
                    </a:cubicBezTo>
                    <a:cubicBezTo>
                      <a:pt x="800" y="1472"/>
                      <a:pt x="1034" y="1146"/>
                      <a:pt x="1034" y="736"/>
                    </a:cubicBezTo>
                    <a:cubicBezTo>
                      <a:pt x="1034" y="326"/>
                      <a:pt x="800" y="0"/>
                      <a:pt x="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889;p40">
                <a:extLst>
                  <a:ext uri="{FF2B5EF4-FFF2-40B4-BE49-F238E27FC236}">
                    <a16:creationId xmlns:a16="http://schemas.microsoft.com/office/drawing/2014/main" id="{4CDAAEA3-30AD-A42F-B0F2-A5575D1BBAF7}"/>
                  </a:ext>
                </a:extLst>
              </p:cNvPr>
              <p:cNvSpPr/>
              <p:nvPr/>
            </p:nvSpPr>
            <p:spPr>
              <a:xfrm>
                <a:off x="4065899" y="1521526"/>
                <a:ext cx="36653" cy="52230"/>
              </a:xfrm>
              <a:custGeom>
                <a:avLst/>
                <a:gdLst/>
                <a:ahLst/>
                <a:cxnLst/>
                <a:rect l="l" t="t" r="r" b="b"/>
                <a:pathLst>
                  <a:path w="1033" h="1472" extrusionOk="0">
                    <a:moveTo>
                      <a:pt x="531" y="57"/>
                    </a:moveTo>
                    <a:cubicBezTo>
                      <a:pt x="764" y="57"/>
                      <a:pt x="969" y="354"/>
                      <a:pt x="969" y="736"/>
                    </a:cubicBezTo>
                    <a:cubicBezTo>
                      <a:pt x="969" y="1118"/>
                      <a:pt x="764" y="1415"/>
                      <a:pt x="531" y="1415"/>
                    </a:cubicBezTo>
                    <a:cubicBezTo>
                      <a:pt x="262" y="1415"/>
                      <a:pt x="57" y="1118"/>
                      <a:pt x="57" y="736"/>
                    </a:cubicBezTo>
                    <a:cubicBezTo>
                      <a:pt x="57" y="354"/>
                      <a:pt x="262" y="57"/>
                      <a:pt x="531" y="57"/>
                    </a:cubicBezTo>
                    <a:close/>
                    <a:moveTo>
                      <a:pt x="531" y="0"/>
                    </a:moveTo>
                    <a:cubicBezTo>
                      <a:pt x="234" y="0"/>
                      <a:pt x="0" y="326"/>
                      <a:pt x="0" y="736"/>
                    </a:cubicBezTo>
                    <a:cubicBezTo>
                      <a:pt x="0" y="1146"/>
                      <a:pt x="234" y="1472"/>
                      <a:pt x="531" y="1472"/>
                    </a:cubicBezTo>
                    <a:cubicBezTo>
                      <a:pt x="792" y="1472"/>
                      <a:pt x="1033" y="1146"/>
                      <a:pt x="1033" y="736"/>
                    </a:cubicBezTo>
                    <a:cubicBezTo>
                      <a:pt x="1033" y="326"/>
                      <a:pt x="792" y="0"/>
                      <a:pt x="5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890;p40">
                <a:extLst>
                  <a:ext uri="{FF2B5EF4-FFF2-40B4-BE49-F238E27FC236}">
                    <a16:creationId xmlns:a16="http://schemas.microsoft.com/office/drawing/2014/main" id="{B00498AD-48B7-4507-E1B7-C2A32B5FEBDE}"/>
                  </a:ext>
                </a:extLst>
              </p:cNvPr>
              <p:cNvSpPr/>
              <p:nvPr/>
            </p:nvSpPr>
            <p:spPr>
              <a:xfrm>
                <a:off x="3245850" y="1932438"/>
                <a:ext cx="37682" cy="49214"/>
              </a:xfrm>
              <a:custGeom>
                <a:avLst/>
                <a:gdLst/>
                <a:ahLst/>
                <a:cxnLst/>
                <a:rect l="l" t="t" r="r" b="b"/>
                <a:pathLst>
                  <a:path w="1062" h="1387" extrusionOk="0">
                    <a:moveTo>
                      <a:pt x="1005" y="0"/>
                    </a:moveTo>
                    <a:lnTo>
                      <a:pt x="0" y="736"/>
                    </a:lnTo>
                    <a:lnTo>
                      <a:pt x="941" y="1387"/>
                    </a:lnTo>
                    <a:lnTo>
                      <a:pt x="976" y="1387"/>
                    </a:lnTo>
                    <a:cubicBezTo>
                      <a:pt x="976" y="1387"/>
                      <a:pt x="1005" y="1387"/>
                      <a:pt x="1005" y="1358"/>
                    </a:cubicBezTo>
                    <a:lnTo>
                      <a:pt x="1005" y="1330"/>
                    </a:lnTo>
                    <a:lnTo>
                      <a:pt x="92" y="736"/>
                    </a:lnTo>
                    <a:lnTo>
                      <a:pt x="1033" y="64"/>
                    </a:lnTo>
                    <a:cubicBezTo>
                      <a:pt x="1061" y="64"/>
                      <a:pt x="1061" y="28"/>
                      <a:pt x="1061" y="28"/>
                    </a:cubicBezTo>
                    <a:cubicBezTo>
                      <a:pt x="1033" y="0"/>
                      <a:pt x="1033" y="0"/>
                      <a:pt x="10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891;p40">
                <a:extLst>
                  <a:ext uri="{FF2B5EF4-FFF2-40B4-BE49-F238E27FC236}">
                    <a16:creationId xmlns:a16="http://schemas.microsoft.com/office/drawing/2014/main" id="{724C43F5-3F7D-8C90-6C79-A46DCFA82C6F}"/>
                  </a:ext>
                </a:extLst>
              </p:cNvPr>
              <p:cNvSpPr/>
              <p:nvPr/>
            </p:nvSpPr>
            <p:spPr>
              <a:xfrm>
                <a:off x="3370355" y="1934673"/>
                <a:ext cx="17848" cy="44992"/>
              </a:xfrm>
              <a:custGeom>
                <a:avLst/>
                <a:gdLst/>
                <a:ahLst/>
                <a:cxnLst/>
                <a:rect l="l" t="t" r="r" b="b"/>
                <a:pathLst>
                  <a:path w="503" h="1268" extrusionOk="0">
                    <a:moveTo>
                      <a:pt x="474" y="1"/>
                    </a:moveTo>
                    <a:cubicBezTo>
                      <a:pt x="474" y="1"/>
                      <a:pt x="439" y="1"/>
                      <a:pt x="439" y="29"/>
                    </a:cubicBezTo>
                    <a:lnTo>
                      <a:pt x="0" y="1239"/>
                    </a:lnTo>
                    <a:cubicBezTo>
                      <a:pt x="0" y="1239"/>
                      <a:pt x="0" y="1267"/>
                      <a:pt x="28" y="1267"/>
                    </a:cubicBezTo>
                    <a:cubicBezTo>
                      <a:pt x="57" y="1267"/>
                      <a:pt x="57" y="1267"/>
                      <a:pt x="57" y="1239"/>
                    </a:cubicBezTo>
                    <a:lnTo>
                      <a:pt x="502" y="29"/>
                    </a:lnTo>
                    <a:cubicBezTo>
                      <a:pt x="502" y="29"/>
                      <a:pt x="502"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892;p40">
                <a:extLst>
                  <a:ext uri="{FF2B5EF4-FFF2-40B4-BE49-F238E27FC236}">
                    <a16:creationId xmlns:a16="http://schemas.microsoft.com/office/drawing/2014/main" id="{8903F1CB-914C-AB17-DB26-A3E2CB6D95DC}"/>
                  </a:ext>
                </a:extLst>
              </p:cNvPr>
              <p:cNvSpPr/>
              <p:nvPr/>
            </p:nvSpPr>
            <p:spPr>
              <a:xfrm>
                <a:off x="3393418" y="1934673"/>
                <a:ext cx="17635" cy="44992"/>
              </a:xfrm>
              <a:custGeom>
                <a:avLst/>
                <a:gdLst/>
                <a:ahLst/>
                <a:cxnLst/>
                <a:rect l="l" t="t" r="r" b="b"/>
                <a:pathLst>
                  <a:path w="497" h="1268" extrusionOk="0">
                    <a:moveTo>
                      <a:pt x="496" y="1"/>
                    </a:moveTo>
                    <a:cubicBezTo>
                      <a:pt x="468" y="1"/>
                      <a:pt x="440" y="1"/>
                      <a:pt x="440" y="29"/>
                    </a:cubicBezTo>
                    <a:lnTo>
                      <a:pt x="1" y="1239"/>
                    </a:lnTo>
                    <a:lnTo>
                      <a:pt x="29" y="1267"/>
                    </a:lnTo>
                    <a:cubicBezTo>
                      <a:pt x="57" y="1267"/>
                      <a:pt x="57" y="1267"/>
                      <a:pt x="57" y="1239"/>
                    </a:cubicBezTo>
                    <a:lnTo>
                      <a:pt x="496" y="29"/>
                    </a:lnTo>
                    <a:lnTo>
                      <a:pt x="4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893;p40">
                <a:extLst>
                  <a:ext uri="{FF2B5EF4-FFF2-40B4-BE49-F238E27FC236}">
                    <a16:creationId xmlns:a16="http://schemas.microsoft.com/office/drawing/2014/main" id="{733D3044-F7F4-B8F9-351A-DED5871CD0F5}"/>
                  </a:ext>
                </a:extLst>
              </p:cNvPr>
              <p:cNvSpPr/>
              <p:nvPr/>
            </p:nvSpPr>
            <p:spPr>
              <a:xfrm>
                <a:off x="3306594" y="1940954"/>
                <a:ext cx="36689" cy="30160"/>
              </a:xfrm>
              <a:custGeom>
                <a:avLst/>
                <a:gdLst/>
                <a:ahLst/>
                <a:cxnLst/>
                <a:rect l="l" t="t" r="r" b="b"/>
                <a:pathLst>
                  <a:path w="1034" h="850" extrusionOk="0">
                    <a:moveTo>
                      <a:pt x="0" y="1"/>
                    </a:moveTo>
                    <a:lnTo>
                      <a:pt x="0" y="850"/>
                    </a:lnTo>
                    <a:lnTo>
                      <a:pt x="1033" y="850"/>
                    </a:lnTo>
                    <a:lnTo>
                      <a:pt x="10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894;p40">
                <a:extLst>
                  <a:ext uri="{FF2B5EF4-FFF2-40B4-BE49-F238E27FC236}">
                    <a16:creationId xmlns:a16="http://schemas.microsoft.com/office/drawing/2014/main" id="{423E3C80-5332-4CD9-5D44-A65068C4664D}"/>
                  </a:ext>
                </a:extLst>
              </p:cNvPr>
              <p:cNvSpPr/>
              <p:nvPr/>
            </p:nvSpPr>
            <p:spPr>
              <a:xfrm>
                <a:off x="3343247" y="2131241"/>
                <a:ext cx="47972" cy="35660"/>
              </a:xfrm>
              <a:custGeom>
                <a:avLst/>
                <a:gdLst/>
                <a:ahLst/>
                <a:cxnLst/>
                <a:rect l="l" t="t" r="r" b="b"/>
                <a:pathLst>
                  <a:path w="1352" h="1005" extrusionOk="0">
                    <a:moveTo>
                      <a:pt x="644" y="0"/>
                    </a:moveTo>
                    <a:lnTo>
                      <a:pt x="0" y="1005"/>
                    </a:lnTo>
                    <a:lnTo>
                      <a:pt x="1351" y="1005"/>
                    </a:lnTo>
                    <a:lnTo>
                      <a:pt x="6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895;p40">
                <a:extLst>
                  <a:ext uri="{FF2B5EF4-FFF2-40B4-BE49-F238E27FC236}">
                    <a16:creationId xmlns:a16="http://schemas.microsoft.com/office/drawing/2014/main" id="{AEAF23CA-167C-3576-AF1C-E70C8CC816F8}"/>
                  </a:ext>
                </a:extLst>
              </p:cNvPr>
              <p:cNvSpPr/>
              <p:nvPr/>
            </p:nvSpPr>
            <p:spPr>
              <a:xfrm>
                <a:off x="3379615" y="2107114"/>
                <a:ext cx="30409" cy="89913"/>
              </a:xfrm>
              <a:custGeom>
                <a:avLst/>
                <a:gdLst/>
                <a:ahLst/>
                <a:cxnLst/>
                <a:rect l="l" t="t" r="r" b="b"/>
                <a:pathLst>
                  <a:path w="857" h="2534" extrusionOk="0">
                    <a:moveTo>
                      <a:pt x="93" y="1"/>
                    </a:moveTo>
                    <a:cubicBezTo>
                      <a:pt x="64" y="1"/>
                      <a:pt x="64" y="29"/>
                      <a:pt x="64" y="29"/>
                    </a:cubicBezTo>
                    <a:cubicBezTo>
                      <a:pt x="64" y="58"/>
                      <a:pt x="64" y="58"/>
                      <a:pt x="93" y="58"/>
                    </a:cubicBezTo>
                    <a:cubicBezTo>
                      <a:pt x="326" y="58"/>
                      <a:pt x="531" y="270"/>
                      <a:pt x="531" y="503"/>
                    </a:cubicBezTo>
                    <a:lnTo>
                      <a:pt x="531" y="829"/>
                    </a:lnTo>
                    <a:cubicBezTo>
                      <a:pt x="531" y="977"/>
                      <a:pt x="567" y="1090"/>
                      <a:pt x="680" y="1182"/>
                    </a:cubicBezTo>
                    <a:lnTo>
                      <a:pt x="800" y="1296"/>
                    </a:lnTo>
                    <a:lnTo>
                      <a:pt x="708" y="1388"/>
                    </a:lnTo>
                    <a:cubicBezTo>
                      <a:pt x="623" y="1472"/>
                      <a:pt x="567" y="1621"/>
                      <a:pt x="567" y="1741"/>
                    </a:cubicBezTo>
                    <a:lnTo>
                      <a:pt x="567" y="2038"/>
                    </a:lnTo>
                    <a:cubicBezTo>
                      <a:pt x="567" y="2272"/>
                      <a:pt x="355" y="2477"/>
                      <a:pt x="121" y="2477"/>
                    </a:cubicBezTo>
                    <a:lnTo>
                      <a:pt x="36" y="2477"/>
                    </a:lnTo>
                    <a:cubicBezTo>
                      <a:pt x="36" y="2477"/>
                      <a:pt x="1" y="2477"/>
                      <a:pt x="1" y="2505"/>
                    </a:cubicBezTo>
                    <a:lnTo>
                      <a:pt x="36" y="2534"/>
                    </a:lnTo>
                    <a:lnTo>
                      <a:pt x="121" y="2534"/>
                    </a:lnTo>
                    <a:cubicBezTo>
                      <a:pt x="390" y="2534"/>
                      <a:pt x="623" y="2300"/>
                      <a:pt x="623" y="2038"/>
                    </a:cubicBezTo>
                    <a:lnTo>
                      <a:pt x="623" y="1741"/>
                    </a:lnTo>
                    <a:cubicBezTo>
                      <a:pt x="623" y="1621"/>
                      <a:pt x="680" y="1508"/>
                      <a:pt x="744" y="1416"/>
                    </a:cubicBezTo>
                    <a:lnTo>
                      <a:pt x="857" y="1296"/>
                    </a:lnTo>
                    <a:lnTo>
                      <a:pt x="708" y="1154"/>
                    </a:lnTo>
                    <a:cubicBezTo>
                      <a:pt x="623" y="1062"/>
                      <a:pt x="595" y="942"/>
                      <a:pt x="595" y="829"/>
                    </a:cubicBezTo>
                    <a:lnTo>
                      <a:pt x="595" y="503"/>
                    </a:lnTo>
                    <a:cubicBezTo>
                      <a:pt x="595" y="234"/>
                      <a:pt x="355" y="1"/>
                      <a:pt x="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896;p40">
                <a:extLst>
                  <a:ext uri="{FF2B5EF4-FFF2-40B4-BE49-F238E27FC236}">
                    <a16:creationId xmlns:a16="http://schemas.microsoft.com/office/drawing/2014/main" id="{E6142C27-6AA3-73E4-BA29-9672F51A98AE}"/>
                  </a:ext>
                </a:extLst>
              </p:cNvPr>
              <p:cNvSpPr/>
              <p:nvPr/>
            </p:nvSpPr>
            <p:spPr>
              <a:xfrm>
                <a:off x="3315855" y="2105127"/>
                <a:ext cx="30409" cy="88884"/>
              </a:xfrm>
              <a:custGeom>
                <a:avLst/>
                <a:gdLst/>
                <a:ahLst/>
                <a:cxnLst/>
                <a:rect l="l" t="t" r="r" b="b"/>
                <a:pathLst>
                  <a:path w="857" h="2505" extrusionOk="0">
                    <a:moveTo>
                      <a:pt x="800" y="0"/>
                    </a:moveTo>
                    <a:cubicBezTo>
                      <a:pt x="503" y="0"/>
                      <a:pt x="298" y="234"/>
                      <a:pt x="298" y="503"/>
                    </a:cubicBezTo>
                    <a:lnTo>
                      <a:pt x="298" y="821"/>
                    </a:lnTo>
                    <a:cubicBezTo>
                      <a:pt x="298" y="941"/>
                      <a:pt x="241" y="1062"/>
                      <a:pt x="149" y="1146"/>
                    </a:cubicBezTo>
                    <a:lnTo>
                      <a:pt x="1" y="1295"/>
                    </a:lnTo>
                    <a:lnTo>
                      <a:pt x="121" y="1415"/>
                    </a:lnTo>
                    <a:cubicBezTo>
                      <a:pt x="206" y="1500"/>
                      <a:pt x="241" y="1620"/>
                      <a:pt x="241" y="1741"/>
                    </a:cubicBezTo>
                    <a:lnTo>
                      <a:pt x="241" y="2002"/>
                    </a:lnTo>
                    <a:cubicBezTo>
                      <a:pt x="241" y="2300"/>
                      <a:pt x="475" y="2505"/>
                      <a:pt x="737" y="2505"/>
                    </a:cubicBezTo>
                    <a:lnTo>
                      <a:pt x="829" y="2505"/>
                    </a:lnTo>
                    <a:cubicBezTo>
                      <a:pt x="829" y="2505"/>
                      <a:pt x="857" y="2505"/>
                      <a:pt x="857" y="2476"/>
                    </a:cubicBezTo>
                    <a:lnTo>
                      <a:pt x="829" y="2448"/>
                    </a:lnTo>
                    <a:lnTo>
                      <a:pt x="737" y="2448"/>
                    </a:lnTo>
                    <a:cubicBezTo>
                      <a:pt x="503" y="2448"/>
                      <a:pt x="298" y="2271"/>
                      <a:pt x="298" y="2002"/>
                    </a:cubicBezTo>
                    <a:lnTo>
                      <a:pt x="298" y="1741"/>
                    </a:lnTo>
                    <a:cubicBezTo>
                      <a:pt x="298" y="1592"/>
                      <a:pt x="270" y="1472"/>
                      <a:pt x="149" y="1387"/>
                    </a:cubicBezTo>
                    <a:lnTo>
                      <a:pt x="93" y="1295"/>
                    </a:lnTo>
                    <a:lnTo>
                      <a:pt x="206" y="1175"/>
                    </a:lnTo>
                    <a:cubicBezTo>
                      <a:pt x="298" y="1090"/>
                      <a:pt x="355" y="970"/>
                      <a:pt x="355" y="821"/>
                    </a:cubicBezTo>
                    <a:lnTo>
                      <a:pt x="355" y="503"/>
                    </a:lnTo>
                    <a:cubicBezTo>
                      <a:pt x="355" y="262"/>
                      <a:pt x="560" y="57"/>
                      <a:pt x="800" y="57"/>
                    </a:cubicBezTo>
                    <a:cubicBezTo>
                      <a:pt x="800" y="57"/>
                      <a:pt x="829" y="57"/>
                      <a:pt x="829" y="29"/>
                    </a:cubicBezTo>
                    <a:cubicBezTo>
                      <a:pt x="829" y="0"/>
                      <a:pt x="800" y="0"/>
                      <a:pt x="8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897;p40">
                <a:extLst>
                  <a:ext uri="{FF2B5EF4-FFF2-40B4-BE49-F238E27FC236}">
                    <a16:creationId xmlns:a16="http://schemas.microsoft.com/office/drawing/2014/main" id="{629A5BE1-C7E9-26AC-89CA-FF285654ED78}"/>
                  </a:ext>
                </a:extLst>
              </p:cNvPr>
              <p:cNvSpPr/>
              <p:nvPr/>
            </p:nvSpPr>
            <p:spPr>
              <a:xfrm>
                <a:off x="3360810" y="2193972"/>
                <a:ext cx="9580" cy="19870"/>
              </a:xfrm>
              <a:custGeom>
                <a:avLst/>
                <a:gdLst/>
                <a:ahLst/>
                <a:cxnLst/>
                <a:rect l="l" t="t" r="r" b="b"/>
                <a:pathLst>
                  <a:path w="270" h="560" extrusionOk="0">
                    <a:moveTo>
                      <a:pt x="241" y="1"/>
                    </a:moveTo>
                    <a:cubicBezTo>
                      <a:pt x="241" y="1"/>
                      <a:pt x="212" y="1"/>
                      <a:pt x="212" y="29"/>
                    </a:cubicBezTo>
                    <a:lnTo>
                      <a:pt x="0" y="531"/>
                    </a:lnTo>
                    <a:cubicBezTo>
                      <a:pt x="0" y="560"/>
                      <a:pt x="0" y="560"/>
                      <a:pt x="36" y="560"/>
                    </a:cubicBezTo>
                    <a:lnTo>
                      <a:pt x="64" y="560"/>
                    </a:lnTo>
                    <a:lnTo>
                      <a:pt x="269" y="29"/>
                    </a:lnTo>
                    <a:cubicBezTo>
                      <a:pt x="269" y="29"/>
                      <a:pt x="269" y="1"/>
                      <a:pt x="2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898;p40">
                <a:extLst>
                  <a:ext uri="{FF2B5EF4-FFF2-40B4-BE49-F238E27FC236}">
                    <a16:creationId xmlns:a16="http://schemas.microsoft.com/office/drawing/2014/main" id="{5D3424E4-AF36-3775-6B50-5F13F3AECAF2}"/>
                  </a:ext>
                </a:extLst>
              </p:cNvPr>
              <p:cNvSpPr/>
              <p:nvPr/>
            </p:nvSpPr>
            <p:spPr>
              <a:xfrm>
                <a:off x="3845240" y="1445205"/>
                <a:ext cx="8338" cy="18877"/>
              </a:xfrm>
              <a:custGeom>
                <a:avLst/>
                <a:gdLst/>
                <a:ahLst/>
                <a:cxnLst/>
                <a:rect l="l" t="t" r="r" b="b"/>
                <a:pathLst>
                  <a:path w="235" h="532" extrusionOk="0">
                    <a:moveTo>
                      <a:pt x="178" y="1"/>
                    </a:moveTo>
                    <a:lnTo>
                      <a:pt x="1" y="496"/>
                    </a:lnTo>
                    <a:cubicBezTo>
                      <a:pt x="1" y="496"/>
                      <a:pt x="1" y="531"/>
                      <a:pt x="29" y="531"/>
                    </a:cubicBezTo>
                    <a:cubicBezTo>
                      <a:pt x="29" y="531"/>
                      <a:pt x="57" y="531"/>
                      <a:pt x="57" y="496"/>
                    </a:cubicBezTo>
                    <a:lnTo>
                      <a:pt x="234" y="29"/>
                    </a:lnTo>
                    <a:lnTo>
                      <a:pt x="2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899;p40">
                <a:extLst>
                  <a:ext uri="{FF2B5EF4-FFF2-40B4-BE49-F238E27FC236}">
                    <a16:creationId xmlns:a16="http://schemas.microsoft.com/office/drawing/2014/main" id="{CD3BE7BB-EF5A-3840-51C9-1FEBEE180902}"/>
                  </a:ext>
                </a:extLst>
              </p:cNvPr>
              <p:cNvSpPr/>
              <p:nvPr/>
            </p:nvSpPr>
            <p:spPr>
              <a:xfrm>
                <a:off x="3800072" y="1393757"/>
                <a:ext cx="66033" cy="2306"/>
              </a:xfrm>
              <a:custGeom>
                <a:avLst/>
                <a:gdLst/>
                <a:ahLst/>
                <a:cxnLst/>
                <a:rect l="l" t="t" r="r" b="b"/>
                <a:pathLst>
                  <a:path w="1861" h="65" extrusionOk="0">
                    <a:moveTo>
                      <a:pt x="36" y="1"/>
                    </a:moveTo>
                    <a:cubicBezTo>
                      <a:pt x="0" y="1"/>
                      <a:pt x="0" y="36"/>
                      <a:pt x="0" y="36"/>
                    </a:cubicBezTo>
                    <a:cubicBezTo>
                      <a:pt x="0" y="64"/>
                      <a:pt x="0" y="64"/>
                      <a:pt x="36" y="64"/>
                    </a:cubicBezTo>
                    <a:lnTo>
                      <a:pt x="1833" y="64"/>
                    </a:lnTo>
                    <a:cubicBezTo>
                      <a:pt x="1861" y="64"/>
                      <a:pt x="1861" y="64"/>
                      <a:pt x="1861" y="36"/>
                    </a:cubicBezTo>
                    <a:cubicBezTo>
                      <a:pt x="1861" y="36"/>
                      <a:pt x="1861" y="1"/>
                      <a:pt x="18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900;p40">
                <a:extLst>
                  <a:ext uri="{FF2B5EF4-FFF2-40B4-BE49-F238E27FC236}">
                    <a16:creationId xmlns:a16="http://schemas.microsoft.com/office/drawing/2014/main" id="{D5FBFC7A-4CDD-E89D-A079-0ADC7A895CDA}"/>
                  </a:ext>
                </a:extLst>
              </p:cNvPr>
              <p:cNvSpPr/>
              <p:nvPr/>
            </p:nvSpPr>
            <p:spPr>
              <a:xfrm>
                <a:off x="4033505" y="1421113"/>
                <a:ext cx="64791" cy="2058"/>
              </a:xfrm>
              <a:custGeom>
                <a:avLst/>
                <a:gdLst/>
                <a:ahLst/>
                <a:cxnLst/>
                <a:rect l="l" t="t" r="r" b="b"/>
                <a:pathLst>
                  <a:path w="1826" h="58" extrusionOk="0">
                    <a:moveTo>
                      <a:pt x="29" y="1"/>
                    </a:moveTo>
                    <a:lnTo>
                      <a:pt x="1" y="29"/>
                    </a:lnTo>
                    <a:cubicBezTo>
                      <a:pt x="1" y="57"/>
                      <a:pt x="29" y="57"/>
                      <a:pt x="29" y="57"/>
                    </a:cubicBezTo>
                    <a:lnTo>
                      <a:pt x="1797" y="57"/>
                    </a:lnTo>
                    <a:cubicBezTo>
                      <a:pt x="1797" y="57"/>
                      <a:pt x="1826" y="57"/>
                      <a:pt x="1826" y="29"/>
                    </a:cubicBezTo>
                    <a:lnTo>
                      <a:pt x="17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901;p40">
                <a:extLst>
                  <a:ext uri="{FF2B5EF4-FFF2-40B4-BE49-F238E27FC236}">
                    <a16:creationId xmlns:a16="http://schemas.microsoft.com/office/drawing/2014/main" id="{D0A68418-D058-AAC8-A6A7-1EA6048127F8}"/>
                  </a:ext>
                </a:extLst>
              </p:cNvPr>
              <p:cNvSpPr/>
              <p:nvPr/>
            </p:nvSpPr>
            <p:spPr>
              <a:xfrm>
                <a:off x="3984292" y="1398583"/>
                <a:ext cx="37718" cy="48682"/>
              </a:xfrm>
              <a:custGeom>
                <a:avLst/>
                <a:gdLst/>
                <a:ahLst/>
                <a:cxnLst/>
                <a:rect l="l" t="t" r="r" b="b"/>
                <a:pathLst>
                  <a:path w="1063" h="1372" extrusionOk="0">
                    <a:moveTo>
                      <a:pt x="1024" y="1"/>
                    </a:moveTo>
                    <a:cubicBezTo>
                      <a:pt x="1018" y="1"/>
                      <a:pt x="1010" y="4"/>
                      <a:pt x="998" y="13"/>
                    </a:cubicBezTo>
                    <a:lnTo>
                      <a:pt x="1" y="749"/>
                    </a:lnTo>
                    <a:lnTo>
                      <a:pt x="970" y="1371"/>
                    </a:lnTo>
                    <a:lnTo>
                      <a:pt x="998" y="1371"/>
                    </a:lnTo>
                    <a:lnTo>
                      <a:pt x="998" y="1315"/>
                    </a:lnTo>
                    <a:lnTo>
                      <a:pt x="86" y="749"/>
                    </a:lnTo>
                    <a:lnTo>
                      <a:pt x="1062" y="41"/>
                    </a:lnTo>
                    <a:lnTo>
                      <a:pt x="1062" y="13"/>
                    </a:lnTo>
                    <a:cubicBezTo>
                      <a:pt x="1043" y="13"/>
                      <a:pt x="1037" y="1"/>
                      <a:pt x="10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96" name="Oval 895">
            <a:extLst>
              <a:ext uri="{FF2B5EF4-FFF2-40B4-BE49-F238E27FC236}">
                <a16:creationId xmlns:a16="http://schemas.microsoft.com/office/drawing/2014/main" id="{F64BEAAC-6779-6ABF-6FB9-9E7F2914AA9B}"/>
              </a:ext>
            </a:extLst>
          </p:cNvPr>
          <p:cNvSpPr/>
          <p:nvPr/>
        </p:nvSpPr>
        <p:spPr>
          <a:xfrm>
            <a:off x="3110186" y="2507684"/>
            <a:ext cx="5334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897" name="Oval 896">
            <a:extLst>
              <a:ext uri="{FF2B5EF4-FFF2-40B4-BE49-F238E27FC236}">
                <a16:creationId xmlns:a16="http://schemas.microsoft.com/office/drawing/2014/main" id="{2E0FBF53-4F7D-EF0C-3EF1-A0060E9340A7}"/>
              </a:ext>
            </a:extLst>
          </p:cNvPr>
          <p:cNvSpPr/>
          <p:nvPr/>
        </p:nvSpPr>
        <p:spPr>
          <a:xfrm>
            <a:off x="2485981" y="3190373"/>
            <a:ext cx="5334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898" name="Oval 897">
            <a:extLst>
              <a:ext uri="{FF2B5EF4-FFF2-40B4-BE49-F238E27FC236}">
                <a16:creationId xmlns:a16="http://schemas.microsoft.com/office/drawing/2014/main" id="{58ABC641-6EB6-A5E3-B515-657A8B33B1E9}"/>
              </a:ext>
            </a:extLst>
          </p:cNvPr>
          <p:cNvSpPr/>
          <p:nvPr/>
        </p:nvSpPr>
        <p:spPr>
          <a:xfrm>
            <a:off x="3754884" y="3191741"/>
            <a:ext cx="5334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899" name="Oval 898">
            <a:extLst>
              <a:ext uri="{FF2B5EF4-FFF2-40B4-BE49-F238E27FC236}">
                <a16:creationId xmlns:a16="http://schemas.microsoft.com/office/drawing/2014/main" id="{A860B883-C264-E3BD-D50C-4325D17BA31E}"/>
              </a:ext>
            </a:extLst>
          </p:cNvPr>
          <p:cNvSpPr/>
          <p:nvPr/>
        </p:nvSpPr>
        <p:spPr>
          <a:xfrm>
            <a:off x="4391200" y="4083152"/>
            <a:ext cx="5334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900" name="Oval 899">
            <a:extLst>
              <a:ext uri="{FF2B5EF4-FFF2-40B4-BE49-F238E27FC236}">
                <a16:creationId xmlns:a16="http://schemas.microsoft.com/office/drawing/2014/main" id="{3F119953-578F-DA94-4815-437AAECD200C}"/>
              </a:ext>
            </a:extLst>
          </p:cNvPr>
          <p:cNvSpPr/>
          <p:nvPr/>
        </p:nvSpPr>
        <p:spPr>
          <a:xfrm>
            <a:off x="3145307" y="4081964"/>
            <a:ext cx="5334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901" name="Straight Connector 900">
            <a:extLst>
              <a:ext uri="{FF2B5EF4-FFF2-40B4-BE49-F238E27FC236}">
                <a16:creationId xmlns:a16="http://schemas.microsoft.com/office/drawing/2014/main" id="{8A9C2766-5813-31F8-FEF0-8A0834869792}"/>
              </a:ext>
            </a:extLst>
          </p:cNvPr>
          <p:cNvCxnSpPr>
            <a:stCxn id="896" idx="3"/>
            <a:endCxn id="897" idx="7"/>
          </p:cNvCxnSpPr>
          <p:nvPr/>
        </p:nvCxnSpPr>
        <p:spPr>
          <a:xfrm flipH="1">
            <a:off x="2941266" y="3028010"/>
            <a:ext cx="247035" cy="251637"/>
          </a:xfrm>
          <a:prstGeom prst="line">
            <a:avLst/>
          </a:prstGeom>
        </p:spPr>
        <p:style>
          <a:lnRef idx="1">
            <a:schemeClr val="accent1"/>
          </a:lnRef>
          <a:fillRef idx="0">
            <a:schemeClr val="accent1"/>
          </a:fillRef>
          <a:effectRef idx="0">
            <a:schemeClr val="accent1"/>
          </a:effectRef>
          <a:fontRef idx="minor">
            <a:schemeClr val="tx1"/>
          </a:fontRef>
        </p:style>
      </p:cxnSp>
      <p:cxnSp>
        <p:nvCxnSpPr>
          <p:cNvPr id="717" name="Straight Connector 716">
            <a:extLst>
              <a:ext uri="{FF2B5EF4-FFF2-40B4-BE49-F238E27FC236}">
                <a16:creationId xmlns:a16="http://schemas.microsoft.com/office/drawing/2014/main" id="{2F7FA686-235C-A017-EE16-E59325CA124C}"/>
              </a:ext>
            </a:extLst>
          </p:cNvPr>
          <p:cNvCxnSpPr>
            <a:stCxn id="896" idx="5"/>
            <a:endCxn id="898" idx="1"/>
          </p:cNvCxnSpPr>
          <p:nvPr/>
        </p:nvCxnSpPr>
        <p:spPr>
          <a:xfrm>
            <a:off x="3565471" y="3028010"/>
            <a:ext cx="267528" cy="253005"/>
          </a:xfrm>
          <a:prstGeom prst="line">
            <a:avLst/>
          </a:prstGeom>
        </p:spPr>
        <p:style>
          <a:lnRef idx="1">
            <a:schemeClr val="accent1"/>
          </a:lnRef>
          <a:fillRef idx="0">
            <a:schemeClr val="accent1"/>
          </a:fillRef>
          <a:effectRef idx="0">
            <a:schemeClr val="accent1"/>
          </a:effectRef>
          <a:fontRef idx="minor">
            <a:schemeClr val="tx1"/>
          </a:fontRef>
        </p:style>
      </p:cxnSp>
      <p:cxnSp>
        <p:nvCxnSpPr>
          <p:cNvPr id="718" name="Straight Connector 717">
            <a:extLst>
              <a:ext uri="{FF2B5EF4-FFF2-40B4-BE49-F238E27FC236}">
                <a16:creationId xmlns:a16="http://schemas.microsoft.com/office/drawing/2014/main" id="{665D2745-07A2-3BAE-9A51-D20C8818829E}"/>
              </a:ext>
            </a:extLst>
          </p:cNvPr>
          <p:cNvCxnSpPr>
            <a:stCxn id="898" idx="3"/>
            <a:endCxn id="900" idx="7"/>
          </p:cNvCxnSpPr>
          <p:nvPr/>
        </p:nvCxnSpPr>
        <p:spPr>
          <a:xfrm flipH="1">
            <a:off x="3600592" y="3712067"/>
            <a:ext cx="232407" cy="459171"/>
          </a:xfrm>
          <a:prstGeom prst="line">
            <a:avLst/>
          </a:prstGeom>
        </p:spPr>
        <p:style>
          <a:lnRef idx="1">
            <a:schemeClr val="accent1"/>
          </a:lnRef>
          <a:fillRef idx="0">
            <a:schemeClr val="accent1"/>
          </a:fillRef>
          <a:effectRef idx="0">
            <a:schemeClr val="accent1"/>
          </a:effectRef>
          <a:fontRef idx="minor">
            <a:schemeClr val="tx1"/>
          </a:fontRef>
        </p:style>
      </p:cxnSp>
      <p:cxnSp>
        <p:nvCxnSpPr>
          <p:cNvPr id="719" name="Straight Connector 718">
            <a:extLst>
              <a:ext uri="{FF2B5EF4-FFF2-40B4-BE49-F238E27FC236}">
                <a16:creationId xmlns:a16="http://schemas.microsoft.com/office/drawing/2014/main" id="{925CC10A-672C-E517-3963-D51F04A12014}"/>
              </a:ext>
            </a:extLst>
          </p:cNvPr>
          <p:cNvCxnSpPr>
            <a:cxnSpLocks/>
            <a:stCxn id="898" idx="5"/>
          </p:cNvCxnSpPr>
          <p:nvPr/>
        </p:nvCxnSpPr>
        <p:spPr>
          <a:xfrm>
            <a:off x="4210169" y="3712067"/>
            <a:ext cx="221984" cy="4152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9774243"/>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7F9E5-947F-3F56-6A6B-F4040A1A0CBB}"/>
              </a:ext>
            </a:extLst>
          </p:cNvPr>
          <p:cNvSpPr>
            <a:spLocks noGrp="1"/>
          </p:cNvSpPr>
          <p:nvPr>
            <p:ph type="title"/>
          </p:nvPr>
        </p:nvSpPr>
        <p:spPr>
          <a:xfrm>
            <a:off x="2052722" y="298721"/>
            <a:ext cx="5278464" cy="572700"/>
          </a:xfrm>
        </p:spPr>
        <p:txBody>
          <a:bodyPr/>
          <a:lstStyle/>
          <a:p>
            <a:r>
              <a:rPr lang="en-IN" dirty="0"/>
              <a:t>Create an Expression Tree</a:t>
            </a:r>
          </a:p>
        </p:txBody>
      </p:sp>
      <p:sp>
        <p:nvSpPr>
          <p:cNvPr id="8" name="TextBox 7">
            <a:extLst>
              <a:ext uri="{FF2B5EF4-FFF2-40B4-BE49-F238E27FC236}">
                <a16:creationId xmlns:a16="http://schemas.microsoft.com/office/drawing/2014/main" id="{AD4BDBB4-1107-45F4-36BF-58640AF21E0D}"/>
              </a:ext>
            </a:extLst>
          </p:cNvPr>
          <p:cNvSpPr txBox="1"/>
          <p:nvPr/>
        </p:nvSpPr>
        <p:spPr>
          <a:xfrm>
            <a:off x="881618" y="1061222"/>
            <a:ext cx="7201678" cy="707886"/>
          </a:xfrm>
          <a:prstGeom prst="rect">
            <a:avLst/>
          </a:prstGeom>
          <a:noFill/>
        </p:spPr>
        <p:txBody>
          <a:bodyPr wrap="square">
            <a:spAutoFit/>
          </a:bodyPr>
          <a:lstStyle/>
          <a:p>
            <a:r>
              <a:rPr lang="en-US" sz="2000" dirty="0">
                <a:latin typeface="Lato" panose="020F0502020204030203" pitchFamily="34" charset="0"/>
                <a:ea typeface="Lato" panose="020F0502020204030203" pitchFamily="34" charset="0"/>
                <a:cs typeface="Lato" panose="020F0502020204030203" pitchFamily="34" charset="0"/>
              </a:rPr>
              <a:t>For example, the postfix notation a b + c d e + * results in the following expression tree. </a:t>
            </a:r>
          </a:p>
        </p:txBody>
      </p:sp>
      <p:pic>
        <p:nvPicPr>
          <p:cNvPr id="9" name="Picture 2" descr="C:\Users\Admin\Desktop\Expression-Tree.png">
            <a:extLst>
              <a:ext uri="{FF2B5EF4-FFF2-40B4-BE49-F238E27FC236}">
                <a16:creationId xmlns:a16="http://schemas.microsoft.com/office/drawing/2014/main" id="{DEDD1A65-D127-B95F-8ABC-A351940294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6352" y="1958909"/>
            <a:ext cx="2828544" cy="2613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5565970"/>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39"/>
        <p:cNvGrpSpPr/>
        <p:nvPr/>
      </p:nvGrpSpPr>
      <p:grpSpPr>
        <a:xfrm>
          <a:off x="0" y="0"/>
          <a:ext cx="0" cy="0"/>
          <a:chOff x="0" y="0"/>
          <a:chExt cx="0" cy="0"/>
        </a:xfrm>
      </p:grpSpPr>
      <p:sp>
        <p:nvSpPr>
          <p:cNvPr id="1340" name="Google Shape;1340;p45"/>
          <p:cNvSpPr txBox="1">
            <a:spLocks noGrp="1"/>
          </p:cNvSpPr>
          <p:nvPr>
            <p:ph type="title"/>
          </p:nvPr>
        </p:nvSpPr>
        <p:spPr>
          <a:xfrm>
            <a:off x="2049856" y="407416"/>
            <a:ext cx="5044288"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Exponential Tree Growth</a:t>
            </a:r>
            <a:endParaRPr dirty="0"/>
          </a:p>
        </p:txBody>
      </p:sp>
      <p:pic>
        <p:nvPicPr>
          <p:cNvPr id="3" name="Picture 2">
            <a:extLst>
              <a:ext uri="{FF2B5EF4-FFF2-40B4-BE49-F238E27FC236}">
                <a16:creationId xmlns:a16="http://schemas.microsoft.com/office/drawing/2014/main" id="{226AD9FB-D0ED-8215-6D77-34BF7B498364}"/>
              </a:ext>
            </a:extLst>
          </p:cNvPr>
          <p:cNvPicPr>
            <a:picLocks noChangeAspect="1"/>
          </p:cNvPicPr>
          <p:nvPr/>
        </p:nvPicPr>
        <p:blipFill>
          <a:blip r:embed="rId3"/>
          <a:stretch>
            <a:fillRect/>
          </a:stretch>
        </p:blipFill>
        <p:spPr>
          <a:xfrm>
            <a:off x="1482800" y="1312285"/>
            <a:ext cx="6178400" cy="2927206"/>
          </a:xfrm>
          <a:prstGeom prst="rect">
            <a:avLst/>
          </a:prstGeom>
        </p:spPr>
      </p:pic>
    </p:spTree>
    <p:extLst>
      <p:ext uri="{BB962C8B-B14F-4D97-AF65-F5344CB8AC3E}">
        <p14:creationId xmlns:p14="http://schemas.microsoft.com/office/powerpoint/2010/main" val="1468115748"/>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301"/>
        <p:cNvGrpSpPr/>
        <p:nvPr/>
      </p:nvGrpSpPr>
      <p:grpSpPr>
        <a:xfrm>
          <a:off x="0" y="0"/>
          <a:ext cx="0" cy="0"/>
          <a:chOff x="0" y="0"/>
          <a:chExt cx="0" cy="0"/>
        </a:xfrm>
      </p:grpSpPr>
      <p:sp>
        <p:nvSpPr>
          <p:cNvPr id="4" name="Title 3">
            <a:extLst>
              <a:ext uri="{FF2B5EF4-FFF2-40B4-BE49-F238E27FC236}">
                <a16:creationId xmlns:a16="http://schemas.microsoft.com/office/drawing/2014/main" id="{26823171-2825-68F6-D093-326EA0C3B2E2}"/>
              </a:ext>
            </a:extLst>
          </p:cNvPr>
          <p:cNvSpPr>
            <a:spLocks noGrp="1"/>
          </p:cNvSpPr>
          <p:nvPr>
            <p:ph type="title"/>
          </p:nvPr>
        </p:nvSpPr>
        <p:spPr>
          <a:xfrm>
            <a:off x="720000" y="268894"/>
            <a:ext cx="7704000" cy="572700"/>
          </a:xfrm>
        </p:spPr>
        <p:txBody>
          <a:bodyPr/>
          <a:lstStyle/>
          <a:p>
            <a:r>
              <a:rPr lang="en-IN" dirty="0"/>
              <a:t>Program for Exponential Tree</a:t>
            </a:r>
          </a:p>
        </p:txBody>
      </p:sp>
      <p:sp>
        <p:nvSpPr>
          <p:cNvPr id="3" name="Rectangle 3">
            <a:extLst>
              <a:ext uri="{FF2B5EF4-FFF2-40B4-BE49-F238E27FC236}">
                <a16:creationId xmlns:a16="http://schemas.microsoft.com/office/drawing/2014/main" id="{64E20150-B90B-63E9-CEFD-C0867E8DC8AE}"/>
              </a:ext>
            </a:extLst>
          </p:cNvPr>
          <p:cNvSpPr>
            <a:spLocks noChangeArrowheads="1"/>
          </p:cNvSpPr>
          <p:nvPr/>
        </p:nvSpPr>
        <p:spPr bwMode="auto">
          <a:xfrm>
            <a:off x="821801" y="825092"/>
            <a:ext cx="3068148" cy="3662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import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math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class</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Node: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def</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__</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init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__(self, key):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self.key</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key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self.left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None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self.right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None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def</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newNode</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(key):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temp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Node(key)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return</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temp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def</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find_x</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if</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n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return</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num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math.log10(n)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x, no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0, 0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for</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i</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in</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range(2, n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den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math.log10(</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i</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latin typeface="Cascadia Code" panose="020B0609020000020004" pitchFamily="49" charset="0"/>
                <a:ea typeface="Cascadia Code" panose="020B0609020000020004" pitchFamily="49" charset="0"/>
                <a:cs typeface="Cascadia Code" panose="020B0609020000020004" pitchFamily="49" charset="0"/>
              </a:rPr>
              <a:t>	</a:t>
            </a:r>
            <a:endPar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5" name="Rectangle 4">
            <a:extLst>
              <a:ext uri="{FF2B5EF4-FFF2-40B4-BE49-F238E27FC236}">
                <a16:creationId xmlns:a16="http://schemas.microsoft.com/office/drawing/2014/main" id="{119BFF6F-992B-1E70-8AEB-7EC9F100F2F8}"/>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F8F8F2"/>
                </a:solidFill>
                <a:effectLst/>
                <a:latin typeface="Consolas" panose="020B0609020204030204" pitchFamily="49" charset="0"/>
              </a:rPr>
              <a:t>p </a:t>
            </a:r>
            <a:r>
              <a:rPr kumimoji="0" lang="en-US" altLang="en-US" sz="1100" b="1" i="0" u="none" strike="noStrike" cap="none" normalizeH="0" baseline="0">
                <a:ln>
                  <a:noFill/>
                </a:ln>
                <a:solidFill>
                  <a:srgbClr val="F92672"/>
                </a:solidFill>
                <a:effectLst/>
                <a:latin typeface="Consolas" panose="020B0609020204030204" pitchFamily="49" charset="0"/>
              </a:rPr>
              <a:t>=</a:t>
            </a:r>
            <a:r>
              <a:rPr kumimoji="0" lang="en-US" altLang="en-US" sz="1200" b="0" i="0" u="none" strike="noStrike" cap="none" normalizeH="0" baseline="0">
                <a:ln>
                  <a:noFill/>
                </a:ln>
                <a:solidFill>
                  <a:srgbClr val="273239"/>
                </a:solidFill>
                <a:effectLst/>
                <a:latin typeface="Consolas" panose="020B0609020204030204" pitchFamily="49" charset="0"/>
              </a:rPr>
              <a:t> </a:t>
            </a:r>
            <a:r>
              <a:rPr kumimoji="0" lang="en-US" altLang="en-US" sz="1100" b="0" i="0" u="none" strike="noStrike" cap="none" normalizeH="0" baseline="0">
                <a:ln>
                  <a:noFill/>
                </a:ln>
                <a:solidFill>
                  <a:srgbClr val="F8F8F2"/>
                </a:solidFill>
                <a:effectLst/>
                <a:latin typeface="Consolas" panose="020B0609020204030204" pitchFamily="49" charset="0"/>
              </a:rPr>
              <a:t>num </a:t>
            </a:r>
            <a:r>
              <a:rPr kumimoji="0" lang="en-US" altLang="en-US" sz="1100" b="1" i="0" u="none" strike="noStrike" cap="none" normalizeH="0" baseline="0">
                <a:ln>
                  <a:noFill/>
                </a:ln>
                <a:solidFill>
                  <a:srgbClr val="F92672"/>
                </a:solidFill>
                <a:effectLst/>
                <a:latin typeface="Consolas" panose="020B0609020204030204" pitchFamily="49" charset="0"/>
              </a:rPr>
              <a:t>/</a:t>
            </a:r>
            <a:r>
              <a:rPr kumimoji="0" lang="en-US" altLang="en-US" sz="1200" b="0" i="0" u="none" strike="noStrike" cap="none" normalizeH="0" baseline="0">
                <a:ln>
                  <a:noFill/>
                </a:ln>
                <a:solidFill>
                  <a:srgbClr val="273239"/>
                </a:solidFill>
                <a:effectLst/>
                <a:latin typeface="Consolas" panose="020B0609020204030204" pitchFamily="49" charset="0"/>
              </a:rPr>
              <a:t> </a:t>
            </a:r>
            <a:r>
              <a:rPr kumimoji="0" lang="en-US" altLang="en-US" sz="1100" b="0" i="0" u="none" strike="noStrike" cap="none" normalizeH="0" baseline="0">
                <a:ln>
                  <a:noFill/>
                </a:ln>
                <a:solidFill>
                  <a:srgbClr val="F8F8F2"/>
                </a:solidFill>
                <a:effectLst/>
                <a:latin typeface="Consolas" panose="020B0609020204030204" pitchFamily="49" charset="0"/>
              </a:rPr>
              <a:t>den</a:t>
            </a:r>
            <a:r>
              <a:rPr kumimoji="0" lang="en-US" altLang="en-US" sz="6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B0C53622-6422-A480-2001-6D9EAC515960}"/>
              </a:ext>
            </a:extLst>
          </p:cNvPr>
          <p:cNvSpPr>
            <a:spLocks noChangeArrowheads="1"/>
          </p:cNvSpPr>
          <p:nvPr/>
        </p:nvSpPr>
        <p:spPr bwMode="auto">
          <a:xfrm>
            <a:off x="1684737" y="4210686"/>
            <a:ext cx="148117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p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num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den </a:t>
            </a:r>
          </a:p>
        </p:txBody>
      </p:sp>
    </p:spTree>
    <p:extLst>
      <p:ext uri="{BB962C8B-B14F-4D97-AF65-F5344CB8AC3E}">
        <p14:creationId xmlns:p14="http://schemas.microsoft.com/office/powerpoint/2010/main" val="2368786039"/>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301"/>
        <p:cNvGrpSpPr/>
        <p:nvPr/>
      </p:nvGrpSpPr>
      <p:grpSpPr>
        <a:xfrm>
          <a:off x="0" y="0"/>
          <a:ext cx="0" cy="0"/>
          <a:chOff x="0" y="0"/>
          <a:chExt cx="0" cy="0"/>
        </a:xfrm>
      </p:grpSpPr>
      <p:sp>
        <p:nvSpPr>
          <p:cNvPr id="5" name="Rectangle 2">
            <a:extLst>
              <a:ext uri="{FF2B5EF4-FFF2-40B4-BE49-F238E27FC236}">
                <a16:creationId xmlns:a16="http://schemas.microsoft.com/office/drawing/2014/main" id="{B2E429F8-15A6-F5E8-D840-875A23638CB4}"/>
              </a:ext>
            </a:extLst>
          </p:cNvPr>
          <p:cNvSpPr>
            <a:spLocks noChangeArrowheads="1"/>
          </p:cNvSpPr>
          <p:nvPr/>
        </p:nvSpPr>
        <p:spPr bwMode="auto">
          <a:xfrm>
            <a:off x="1111170" y="348049"/>
            <a:ext cx="3914533"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no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int(pow(</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i</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int(p)))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if</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abs(no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n) &lt; 1e</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6:</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x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i</a:t>
            </a:r>
            <a:endPar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break</a:t>
            </a:r>
            <a:endPar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return</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x</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def</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is_key</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(n, x):</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p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math.log10(n)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math.log10(x)</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no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int(pow(x, int(p)))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if</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n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no:</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return</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True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return</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False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6" name="Rectangle 3">
            <a:extLst>
              <a:ext uri="{FF2B5EF4-FFF2-40B4-BE49-F238E27FC236}">
                <a16:creationId xmlns:a16="http://schemas.microsoft.com/office/drawing/2014/main" id="{20B96C56-960E-6CD0-84F0-DA0717476685}"/>
              </a:ext>
            </a:extLst>
          </p:cNvPr>
          <p:cNvSpPr>
            <a:spLocks noChangeArrowheads="1"/>
          </p:cNvSpPr>
          <p:nvPr/>
        </p:nvSpPr>
        <p:spPr bwMode="auto">
          <a:xfrm>
            <a:off x="1111170" y="2752807"/>
            <a:ext cx="497251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def</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evenPaths</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(node, count, x):</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if</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node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None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or</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not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is_key</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node.key</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x):</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return</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count</a:t>
            </a:r>
          </a:p>
        </p:txBody>
      </p:sp>
      <p:sp>
        <p:nvSpPr>
          <p:cNvPr id="7" name="Rectangle 4">
            <a:extLst>
              <a:ext uri="{FF2B5EF4-FFF2-40B4-BE49-F238E27FC236}">
                <a16:creationId xmlns:a16="http://schemas.microsoft.com/office/drawing/2014/main" id="{C9DCFCAC-2849-B9D8-58B3-9D73AD408518}"/>
              </a:ext>
            </a:extLst>
          </p:cNvPr>
          <p:cNvSpPr>
            <a:spLocks noChangeArrowheads="1"/>
          </p:cNvSpPr>
          <p:nvPr/>
        </p:nvSpPr>
        <p:spPr bwMode="auto">
          <a:xfrm>
            <a:off x="1532739" y="3395591"/>
            <a:ext cx="465512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if</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node.left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None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and</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node.right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None: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count</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8" name="Rectangle 5">
            <a:extLst>
              <a:ext uri="{FF2B5EF4-FFF2-40B4-BE49-F238E27FC236}">
                <a16:creationId xmlns:a16="http://schemas.microsoft.com/office/drawing/2014/main" id="{564A38D7-CE5A-F630-1A02-E3D3C959466E}"/>
              </a:ext>
            </a:extLst>
          </p:cNvPr>
          <p:cNvSpPr>
            <a:spLocks noChangeArrowheads="1"/>
          </p:cNvSpPr>
          <p:nvPr/>
        </p:nvSpPr>
        <p:spPr bwMode="auto">
          <a:xfrm>
            <a:off x="1509589" y="4056112"/>
            <a:ext cx="412613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return</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evenPaths</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node.right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count, x) </a:t>
            </a:r>
          </a:p>
        </p:txBody>
      </p:sp>
      <p:sp>
        <p:nvSpPr>
          <p:cNvPr id="9" name="Rectangle 6">
            <a:extLst>
              <a:ext uri="{FF2B5EF4-FFF2-40B4-BE49-F238E27FC236}">
                <a16:creationId xmlns:a16="http://schemas.microsoft.com/office/drawing/2014/main" id="{E4127762-BDDD-7182-68C7-55388EE71342}"/>
              </a:ext>
            </a:extLst>
          </p:cNvPr>
          <p:cNvSpPr>
            <a:spLocks noChangeArrowheads="1"/>
          </p:cNvSpPr>
          <p:nvPr/>
        </p:nvSpPr>
        <p:spPr bwMode="auto">
          <a:xfrm>
            <a:off x="1509589" y="3801205"/>
            <a:ext cx="412613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count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evenPaths</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node.left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count, x) </a:t>
            </a:r>
          </a:p>
        </p:txBody>
      </p:sp>
    </p:spTree>
    <p:extLst>
      <p:ext uri="{BB962C8B-B14F-4D97-AF65-F5344CB8AC3E}">
        <p14:creationId xmlns:p14="http://schemas.microsoft.com/office/powerpoint/2010/main" val="970510006"/>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301"/>
        <p:cNvGrpSpPr/>
        <p:nvPr/>
      </p:nvGrpSpPr>
      <p:grpSpPr>
        <a:xfrm>
          <a:off x="0" y="0"/>
          <a:ext cx="0" cy="0"/>
          <a:chOff x="0" y="0"/>
          <a:chExt cx="0" cy="0"/>
        </a:xfrm>
      </p:grpSpPr>
      <p:sp>
        <p:nvSpPr>
          <p:cNvPr id="2" name="Rectangle 2">
            <a:extLst>
              <a:ext uri="{FF2B5EF4-FFF2-40B4-BE49-F238E27FC236}">
                <a16:creationId xmlns:a16="http://schemas.microsoft.com/office/drawing/2014/main" id="{9B71C149-06CB-48BC-72C8-83E1689B3B85}"/>
              </a:ext>
            </a:extLst>
          </p:cNvPr>
          <p:cNvSpPr>
            <a:spLocks noChangeArrowheads="1"/>
          </p:cNvSpPr>
          <p:nvPr/>
        </p:nvSpPr>
        <p:spPr bwMode="auto">
          <a:xfrm>
            <a:off x="891249" y="1171366"/>
            <a:ext cx="4282633"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def</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countExpPaths</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(node, x):</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return</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evenPaths</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(node, 0, x)</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root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newNode</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(27)</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root.left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newNode</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(9)</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root.right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newNode</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(81)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root.left.left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newNode</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(3)</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root.left.right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newNode</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(10)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root.right.left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newNode</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(70)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root.right.right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newNode</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(243)</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root.right.right.left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newNode</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(81)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root.right.right.right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newNode</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(909)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x </a:t>
            </a: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find_x</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root.key</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print</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b="0" i="0" u="none" strike="noStrike" cap="none" normalizeH="0" baseline="0" dirty="0" err="1">
                <a:ln>
                  <a:noFill/>
                </a:ln>
                <a:effectLst/>
                <a:latin typeface="Cascadia Code" panose="020B0609020000020004" pitchFamily="49" charset="0"/>
                <a:ea typeface="Cascadia Code" panose="020B0609020000020004" pitchFamily="49" charset="0"/>
                <a:cs typeface="Cascadia Code" panose="020B0609020000020004" pitchFamily="49" charset="0"/>
              </a:rPr>
              <a:t>countExpPaths</a:t>
            </a:r>
            <a:r>
              <a:rPr kumimoji="0" lang="en-US" altLang="en-US" b="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(root, x))</a:t>
            </a:r>
          </a:p>
        </p:txBody>
      </p:sp>
      <p:sp>
        <p:nvSpPr>
          <p:cNvPr id="3" name="Rectangle 2">
            <a:extLst>
              <a:ext uri="{FF2B5EF4-FFF2-40B4-BE49-F238E27FC236}">
                <a16:creationId xmlns:a16="http://schemas.microsoft.com/office/drawing/2014/main" id="{48560367-94CC-2A3E-AA65-DAE77E7E4CFF}"/>
              </a:ext>
            </a:extLst>
          </p:cNvPr>
          <p:cNvSpPr>
            <a:spLocks noChangeArrowheads="1"/>
          </p:cNvSpPr>
          <p:nvPr/>
        </p:nvSpPr>
        <p:spPr bwMode="auto">
          <a:xfrm>
            <a:off x="5590571" y="2294750"/>
            <a:ext cx="3125166"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i="0" u="none" strike="noStrike" cap="none" normalizeH="0" baseline="0" dirty="0">
                <a:ln>
                  <a:noFill/>
                </a:ln>
                <a:effectLst/>
                <a:latin typeface="Aharoni" panose="02010803020104030203" pitchFamily="2" charset="-79"/>
                <a:ea typeface="Cascadia Code" panose="020B0609020000020004" pitchFamily="49" charset="0"/>
                <a:cs typeface="Aharoni" panose="02010803020104030203" pitchFamily="2" charset="-79"/>
              </a:rPr>
              <a:t>OUTPUT : </a:t>
            </a:r>
            <a:r>
              <a:rPr kumimoji="0" lang="en-US" altLang="en-US" sz="3600" i="0" u="none" strike="noStrike" cap="none" normalizeH="0" baseline="0" dirty="0">
                <a:ln>
                  <a:noFill/>
                </a:ln>
                <a:solidFill>
                  <a:srgbClr val="0070C0"/>
                </a:solidFill>
                <a:effectLst/>
                <a:latin typeface="Cascadia Code" panose="020B0609020000020004" pitchFamily="49" charset="0"/>
                <a:ea typeface="Cascadia Code" panose="020B0609020000020004" pitchFamily="49" charset="0"/>
                <a:cs typeface="Cascadia Code" panose="020B0609020000020004" pitchFamily="49" charset="0"/>
              </a:rPr>
              <a:t>2</a:t>
            </a:r>
          </a:p>
        </p:txBody>
      </p:sp>
    </p:spTree>
    <p:extLst>
      <p:ext uri="{BB962C8B-B14F-4D97-AF65-F5344CB8AC3E}">
        <p14:creationId xmlns:p14="http://schemas.microsoft.com/office/powerpoint/2010/main" val="310326679"/>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033"/>
        <p:cNvGrpSpPr/>
        <p:nvPr/>
      </p:nvGrpSpPr>
      <p:grpSpPr>
        <a:xfrm>
          <a:off x="0" y="0"/>
          <a:ext cx="0" cy="0"/>
          <a:chOff x="0" y="0"/>
          <a:chExt cx="0" cy="0"/>
        </a:xfrm>
      </p:grpSpPr>
      <p:sp>
        <p:nvSpPr>
          <p:cNvPr id="2034" name="Google Shape;2034;p55"/>
          <p:cNvSpPr txBox="1">
            <a:spLocks noGrp="1"/>
          </p:cNvSpPr>
          <p:nvPr>
            <p:ph type="title"/>
          </p:nvPr>
        </p:nvSpPr>
        <p:spPr>
          <a:xfrm>
            <a:off x="516053" y="1100176"/>
            <a:ext cx="1244347" cy="11228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000" dirty="0"/>
              <a:t>06</a:t>
            </a:r>
            <a:endParaRPr sz="6000" dirty="0"/>
          </a:p>
        </p:txBody>
      </p:sp>
      <p:grpSp>
        <p:nvGrpSpPr>
          <p:cNvPr id="2036" name="Google Shape;2036;p55"/>
          <p:cNvGrpSpPr/>
          <p:nvPr/>
        </p:nvGrpSpPr>
        <p:grpSpPr>
          <a:xfrm>
            <a:off x="5144825" y="1038383"/>
            <a:ext cx="3285957" cy="3592583"/>
            <a:chOff x="5144825" y="1038383"/>
            <a:chExt cx="3285957" cy="3592583"/>
          </a:xfrm>
        </p:grpSpPr>
        <p:sp>
          <p:nvSpPr>
            <p:cNvPr id="2037" name="Google Shape;2037;p55"/>
            <p:cNvSpPr/>
            <p:nvPr/>
          </p:nvSpPr>
          <p:spPr>
            <a:xfrm rot="-3555095">
              <a:off x="6419648" y="1218881"/>
              <a:ext cx="901295" cy="846266"/>
            </a:xfrm>
            <a:custGeom>
              <a:avLst/>
              <a:gdLst/>
              <a:ahLst/>
              <a:cxnLst/>
              <a:rect l="l" t="t" r="r" b="b"/>
              <a:pathLst>
                <a:path w="13414" h="12595" extrusionOk="0">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55"/>
            <p:cNvSpPr/>
            <p:nvPr/>
          </p:nvSpPr>
          <p:spPr>
            <a:xfrm>
              <a:off x="5144825" y="2073759"/>
              <a:ext cx="2877597" cy="2371834"/>
            </a:xfrm>
            <a:custGeom>
              <a:avLst/>
              <a:gdLst/>
              <a:ahLst/>
              <a:cxnLst/>
              <a:rect l="l" t="t" r="r" b="b"/>
              <a:pathLst>
                <a:path w="42568" h="35085" extrusionOk="0">
                  <a:moveTo>
                    <a:pt x="28184" y="1"/>
                  </a:moveTo>
                  <a:cubicBezTo>
                    <a:pt x="27147" y="1"/>
                    <a:pt x="26108" y="74"/>
                    <a:pt x="25087" y="208"/>
                  </a:cubicBezTo>
                  <a:cubicBezTo>
                    <a:pt x="23049" y="477"/>
                    <a:pt x="21019" y="979"/>
                    <a:pt x="19130" y="1771"/>
                  </a:cubicBezTo>
                  <a:cubicBezTo>
                    <a:pt x="14857" y="3603"/>
                    <a:pt x="12530" y="8343"/>
                    <a:pt x="9049" y="11237"/>
                  </a:cubicBezTo>
                  <a:cubicBezTo>
                    <a:pt x="6750" y="13118"/>
                    <a:pt x="3920" y="13918"/>
                    <a:pt x="2357" y="16514"/>
                  </a:cubicBezTo>
                  <a:cubicBezTo>
                    <a:pt x="616" y="19344"/>
                    <a:pt x="1" y="22527"/>
                    <a:pt x="1182" y="25739"/>
                  </a:cubicBezTo>
                  <a:cubicBezTo>
                    <a:pt x="1239" y="25824"/>
                    <a:pt x="1267" y="25944"/>
                    <a:pt x="1296" y="26065"/>
                  </a:cubicBezTo>
                  <a:cubicBezTo>
                    <a:pt x="2654" y="29276"/>
                    <a:pt x="5484" y="31752"/>
                    <a:pt x="8695" y="33167"/>
                  </a:cubicBezTo>
                  <a:cubicBezTo>
                    <a:pt x="11999" y="34639"/>
                    <a:pt x="15685" y="35049"/>
                    <a:pt x="19279" y="35084"/>
                  </a:cubicBezTo>
                  <a:cubicBezTo>
                    <a:pt x="22519" y="35084"/>
                    <a:pt x="25822" y="34759"/>
                    <a:pt x="28624" y="33167"/>
                  </a:cubicBezTo>
                  <a:cubicBezTo>
                    <a:pt x="31807" y="31335"/>
                    <a:pt x="32097" y="28951"/>
                    <a:pt x="33307" y="25916"/>
                  </a:cubicBezTo>
                  <a:cubicBezTo>
                    <a:pt x="34340" y="23320"/>
                    <a:pt x="36936" y="21403"/>
                    <a:pt x="38641" y="19280"/>
                  </a:cubicBezTo>
                  <a:cubicBezTo>
                    <a:pt x="41032" y="16337"/>
                    <a:pt x="42567" y="12411"/>
                    <a:pt x="41683" y="8697"/>
                  </a:cubicBezTo>
                  <a:cubicBezTo>
                    <a:pt x="40884" y="5400"/>
                    <a:pt x="38231" y="2719"/>
                    <a:pt x="35104" y="1333"/>
                  </a:cubicBezTo>
                  <a:cubicBezTo>
                    <a:pt x="32933" y="387"/>
                    <a:pt x="30559" y="1"/>
                    <a:pt x="28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39" name="Google Shape;2039;p55"/>
            <p:cNvGrpSpPr/>
            <p:nvPr/>
          </p:nvGrpSpPr>
          <p:grpSpPr>
            <a:xfrm>
              <a:off x="5330089" y="1598020"/>
              <a:ext cx="3100693" cy="3032946"/>
              <a:chOff x="-1555436" y="1598020"/>
              <a:chExt cx="3100693" cy="3032946"/>
            </a:xfrm>
          </p:grpSpPr>
          <p:sp>
            <p:nvSpPr>
              <p:cNvPr id="2040" name="Google Shape;2040;p55"/>
              <p:cNvSpPr/>
              <p:nvPr/>
            </p:nvSpPr>
            <p:spPr>
              <a:xfrm>
                <a:off x="1341956" y="1656451"/>
                <a:ext cx="185693" cy="185693"/>
              </a:xfrm>
              <a:custGeom>
                <a:avLst/>
                <a:gdLst/>
                <a:ahLst/>
                <a:cxnLst/>
                <a:rect l="l" t="t" r="r" b="b"/>
                <a:pathLst>
                  <a:path w="1392" h="1392" extrusionOk="0">
                    <a:moveTo>
                      <a:pt x="1" y="1"/>
                    </a:moveTo>
                    <a:lnTo>
                      <a:pt x="1" y="1391"/>
                    </a:lnTo>
                    <a:lnTo>
                      <a:pt x="1391" y="1391"/>
                    </a:lnTo>
                    <a:lnTo>
                      <a:pt x="13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55"/>
              <p:cNvSpPr/>
              <p:nvPr/>
            </p:nvSpPr>
            <p:spPr>
              <a:xfrm>
                <a:off x="1341956" y="1956213"/>
                <a:ext cx="185693" cy="182091"/>
              </a:xfrm>
              <a:custGeom>
                <a:avLst/>
                <a:gdLst/>
                <a:ahLst/>
                <a:cxnLst/>
                <a:rect l="l" t="t" r="r" b="b"/>
                <a:pathLst>
                  <a:path w="1392" h="1365" extrusionOk="0">
                    <a:moveTo>
                      <a:pt x="1" y="1"/>
                    </a:moveTo>
                    <a:lnTo>
                      <a:pt x="1" y="1365"/>
                    </a:lnTo>
                    <a:lnTo>
                      <a:pt x="1391" y="1365"/>
                    </a:lnTo>
                    <a:lnTo>
                      <a:pt x="13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55"/>
              <p:cNvSpPr/>
              <p:nvPr/>
            </p:nvSpPr>
            <p:spPr>
              <a:xfrm>
                <a:off x="1341956" y="2276518"/>
                <a:ext cx="185693" cy="182758"/>
              </a:xfrm>
              <a:custGeom>
                <a:avLst/>
                <a:gdLst/>
                <a:ahLst/>
                <a:cxnLst/>
                <a:rect l="l" t="t" r="r" b="b"/>
                <a:pathLst>
                  <a:path w="1392" h="1370" extrusionOk="0">
                    <a:moveTo>
                      <a:pt x="1" y="0"/>
                    </a:moveTo>
                    <a:lnTo>
                      <a:pt x="1" y="1369"/>
                    </a:lnTo>
                    <a:lnTo>
                      <a:pt x="1391" y="1369"/>
                    </a:lnTo>
                    <a:lnTo>
                      <a:pt x="13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55"/>
              <p:cNvSpPr/>
              <p:nvPr/>
            </p:nvSpPr>
            <p:spPr>
              <a:xfrm>
                <a:off x="1274321" y="2217954"/>
                <a:ext cx="197565" cy="196898"/>
              </a:xfrm>
              <a:custGeom>
                <a:avLst/>
                <a:gdLst/>
                <a:ahLst/>
                <a:cxnLst/>
                <a:rect l="l" t="t" r="r" b="b"/>
                <a:pathLst>
                  <a:path w="1481" h="1476" extrusionOk="0">
                    <a:moveTo>
                      <a:pt x="1391" y="90"/>
                    </a:moveTo>
                    <a:lnTo>
                      <a:pt x="1391" y="1364"/>
                    </a:lnTo>
                    <a:lnTo>
                      <a:pt x="111" y="1364"/>
                    </a:lnTo>
                    <a:lnTo>
                      <a:pt x="111" y="90"/>
                    </a:lnTo>
                    <a:close/>
                    <a:moveTo>
                      <a:pt x="0" y="0"/>
                    </a:moveTo>
                    <a:lnTo>
                      <a:pt x="0" y="1475"/>
                    </a:lnTo>
                    <a:lnTo>
                      <a:pt x="1480" y="1475"/>
                    </a:lnTo>
                    <a:lnTo>
                      <a:pt x="1480" y="1433"/>
                    </a:lnTo>
                    <a:lnTo>
                      <a:pt x="14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55"/>
              <p:cNvSpPr/>
              <p:nvPr/>
            </p:nvSpPr>
            <p:spPr>
              <a:xfrm>
                <a:off x="1274321" y="1598020"/>
                <a:ext cx="197565" cy="196898"/>
              </a:xfrm>
              <a:custGeom>
                <a:avLst/>
                <a:gdLst/>
                <a:ahLst/>
                <a:cxnLst/>
                <a:rect l="l" t="t" r="r" b="b"/>
                <a:pathLst>
                  <a:path w="1481" h="1476" extrusionOk="0">
                    <a:moveTo>
                      <a:pt x="1391" y="111"/>
                    </a:moveTo>
                    <a:lnTo>
                      <a:pt x="1391" y="1385"/>
                    </a:lnTo>
                    <a:lnTo>
                      <a:pt x="111" y="1385"/>
                    </a:lnTo>
                    <a:lnTo>
                      <a:pt x="111" y="111"/>
                    </a:lnTo>
                    <a:close/>
                    <a:moveTo>
                      <a:pt x="0" y="0"/>
                    </a:moveTo>
                    <a:lnTo>
                      <a:pt x="0" y="1475"/>
                    </a:lnTo>
                    <a:lnTo>
                      <a:pt x="1480" y="1475"/>
                    </a:lnTo>
                    <a:lnTo>
                      <a:pt x="1480" y="1433"/>
                    </a:lnTo>
                    <a:lnTo>
                      <a:pt x="14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55"/>
              <p:cNvSpPr/>
              <p:nvPr/>
            </p:nvSpPr>
            <p:spPr>
              <a:xfrm>
                <a:off x="1274321" y="1900583"/>
                <a:ext cx="197565" cy="196898"/>
              </a:xfrm>
              <a:custGeom>
                <a:avLst/>
                <a:gdLst/>
                <a:ahLst/>
                <a:cxnLst/>
                <a:rect l="l" t="t" r="r" b="b"/>
                <a:pathLst>
                  <a:path w="1481" h="1476" extrusionOk="0">
                    <a:moveTo>
                      <a:pt x="1391" y="111"/>
                    </a:moveTo>
                    <a:lnTo>
                      <a:pt x="1391" y="1385"/>
                    </a:lnTo>
                    <a:lnTo>
                      <a:pt x="111" y="1385"/>
                    </a:lnTo>
                    <a:lnTo>
                      <a:pt x="111" y="111"/>
                    </a:lnTo>
                    <a:close/>
                    <a:moveTo>
                      <a:pt x="0" y="0"/>
                    </a:moveTo>
                    <a:lnTo>
                      <a:pt x="0" y="1475"/>
                    </a:lnTo>
                    <a:lnTo>
                      <a:pt x="1480" y="1475"/>
                    </a:lnTo>
                    <a:lnTo>
                      <a:pt x="1480" y="1433"/>
                    </a:lnTo>
                    <a:lnTo>
                      <a:pt x="14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55"/>
              <p:cNvSpPr/>
              <p:nvPr/>
            </p:nvSpPr>
            <p:spPr>
              <a:xfrm>
                <a:off x="1306738" y="1882973"/>
                <a:ext cx="238519" cy="184892"/>
              </a:xfrm>
              <a:custGeom>
                <a:avLst/>
                <a:gdLst/>
                <a:ahLst/>
                <a:cxnLst/>
                <a:rect l="l" t="t" r="r" b="b"/>
                <a:pathLst>
                  <a:path w="1788" h="1386" extrusionOk="0">
                    <a:moveTo>
                      <a:pt x="1608" y="0"/>
                    </a:moveTo>
                    <a:lnTo>
                      <a:pt x="529" y="1079"/>
                    </a:lnTo>
                    <a:lnTo>
                      <a:pt x="154" y="682"/>
                    </a:lnTo>
                    <a:lnTo>
                      <a:pt x="0" y="857"/>
                    </a:lnTo>
                    <a:lnTo>
                      <a:pt x="529" y="1385"/>
                    </a:lnTo>
                    <a:lnTo>
                      <a:pt x="1787" y="153"/>
                    </a:lnTo>
                    <a:lnTo>
                      <a:pt x="16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47" name="Google Shape;2047;p55"/>
              <p:cNvGrpSpPr/>
              <p:nvPr/>
            </p:nvGrpSpPr>
            <p:grpSpPr>
              <a:xfrm>
                <a:off x="-1555436" y="1703645"/>
                <a:ext cx="2836149" cy="2927321"/>
                <a:chOff x="-1555436" y="1703645"/>
                <a:chExt cx="2836149" cy="2927321"/>
              </a:xfrm>
            </p:grpSpPr>
            <p:grpSp>
              <p:nvGrpSpPr>
                <p:cNvPr id="2048" name="Google Shape;2048;p55"/>
                <p:cNvGrpSpPr/>
                <p:nvPr/>
              </p:nvGrpSpPr>
              <p:grpSpPr>
                <a:xfrm>
                  <a:off x="-1555436" y="3240638"/>
                  <a:ext cx="2692344" cy="1390329"/>
                  <a:chOff x="-1555436" y="3240638"/>
                  <a:chExt cx="2692344" cy="1390329"/>
                </a:xfrm>
              </p:grpSpPr>
              <p:sp>
                <p:nvSpPr>
                  <p:cNvPr id="2049" name="Google Shape;2049;p55"/>
                  <p:cNvSpPr/>
                  <p:nvPr/>
                </p:nvSpPr>
                <p:spPr>
                  <a:xfrm>
                    <a:off x="296072" y="4060145"/>
                    <a:ext cx="699683" cy="65099"/>
                  </a:xfrm>
                  <a:custGeom>
                    <a:avLst/>
                    <a:gdLst/>
                    <a:ahLst/>
                    <a:cxnLst/>
                    <a:rect l="l" t="t" r="r" b="b"/>
                    <a:pathLst>
                      <a:path w="5245" h="488" extrusionOk="0">
                        <a:moveTo>
                          <a:pt x="0" y="1"/>
                        </a:moveTo>
                        <a:lnTo>
                          <a:pt x="0" y="487"/>
                        </a:lnTo>
                        <a:lnTo>
                          <a:pt x="5245" y="487"/>
                        </a:lnTo>
                        <a:lnTo>
                          <a:pt x="52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55"/>
                  <p:cNvSpPr/>
                  <p:nvPr/>
                </p:nvSpPr>
                <p:spPr>
                  <a:xfrm>
                    <a:off x="886383" y="4122312"/>
                    <a:ext cx="250525" cy="508654"/>
                  </a:xfrm>
                  <a:custGeom>
                    <a:avLst/>
                    <a:gdLst/>
                    <a:ahLst/>
                    <a:cxnLst/>
                    <a:rect l="l" t="t" r="r" b="b"/>
                    <a:pathLst>
                      <a:path w="1878" h="3813" extrusionOk="0">
                        <a:moveTo>
                          <a:pt x="90" y="0"/>
                        </a:moveTo>
                        <a:lnTo>
                          <a:pt x="0" y="42"/>
                        </a:lnTo>
                        <a:lnTo>
                          <a:pt x="1787" y="3812"/>
                        </a:lnTo>
                        <a:lnTo>
                          <a:pt x="1877" y="3764"/>
                        </a:lnTo>
                        <a:lnTo>
                          <a:pt x="9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55"/>
                  <p:cNvSpPr/>
                  <p:nvPr/>
                </p:nvSpPr>
                <p:spPr>
                  <a:xfrm>
                    <a:off x="233906" y="4271726"/>
                    <a:ext cx="737835" cy="32683"/>
                  </a:xfrm>
                  <a:custGeom>
                    <a:avLst/>
                    <a:gdLst/>
                    <a:ahLst/>
                    <a:cxnLst/>
                    <a:rect l="l" t="t" r="r" b="b"/>
                    <a:pathLst>
                      <a:path w="5531" h="245" extrusionOk="0">
                        <a:moveTo>
                          <a:pt x="1" y="1"/>
                        </a:moveTo>
                        <a:lnTo>
                          <a:pt x="1" y="91"/>
                        </a:lnTo>
                        <a:lnTo>
                          <a:pt x="5510" y="244"/>
                        </a:lnTo>
                        <a:lnTo>
                          <a:pt x="5531" y="133"/>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55"/>
                  <p:cNvSpPr/>
                  <p:nvPr/>
                </p:nvSpPr>
                <p:spPr>
                  <a:xfrm>
                    <a:off x="233906" y="4483440"/>
                    <a:ext cx="846556" cy="35351"/>
                  </a:xfrm>
                  <a:custGeom>
                    <a:avLst/>
                    <a:gdLst/>
                    <a:ahLst/>
                    <a:cxnLst/>
                    <a:rect l="l" t="t" r="r" b="b"/>
                    <a:pathLst>
                      <a:path w="6346" h="265" extrusionOk="0">
                        <a:moveTo>
                          <a:pt x="1" y="0"/>
                        </a:moveTo>
                        <a:lnTo>
                          <a:pt x="1" y="111"/>
                        </a:lnTo>
                        <a:lnTo>
                          <a:pt x="6345" y="264"/>
                        </a:lnTo>
                        <a:lnTo>
                          <a:pt x="6345" y="159"/>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55"/>
                  <p:cNvSpPr/>
                  <p:nvPr/>
                </p:nvSpPr>
                <p:spPr>
                  <a:xfrm>
                    <a:off x="-1555436" y="3240638"/>
                    <a:ext cx="1919226" cy="1387360"/>
                  </a:xfrm>
                  <a:custGeom>
                    <a:avLst/>
                    <a:gdLst/>
                    <a:ahLst/>
                    <a:cxnLst/>
                    <a:rect l="l" t="t" r="r" b="b"/>
                    <a:pathLst>
                      <a:path w="14387" h="10400" extrusionOk="0">
                        <a:moveTo>
                          <a:pt x="3987" y="0"/>
                        </a:moveTo>
                        <a:lnTo>
                          <a:pt x="3987" y="3611"/>
                        </a:lnTo>
                        <a:cubicBezTo>
                          <a:pt x="3569" y="3173"/>
                          <a:pt x="2972" y="2887"/>
                          <a:pt x="2311" y="2887"/>
                        </a:cubicBezTo>
                        <a:cubicBezTo>
                          <a:pt x="1037" y="2887"/>
                          <a:pt x="1" y="3923"/>
                          <a:pt x="1" y="5198"/>
                        </a:cubicBezTo>
                        <a:cubicBezTo>
                          <a:pt x="1" y="6477"/>
                          <a:pt x="1037" y="7513"/>
                          <a:pt x="2311" y="7513"/>
                        </a:cubicBezTo>
                        <a:cubicBezTo>
                          <a:pt x="2972" y="7513"/>
                          <a:pt x="3569" y="7228"/>
                          <a:pt x="3987" y="6784"/>
                        </a:cubicBezTo>
                        <a:lnTo>
                          <a:pt x="3987" y="10400"/>
                        </a:lnTo>
                        <a:lnTo>
                          <a:pt x="7381" y="10400"/>
                        </a:lnTo>
                        <a:cubicBezTo>
                          <a:pt x="7048" y="10003"/>
                          <a:pt x="6874" y="9496"/>
                          <a:pt x="6874" y="8946"/>
                        </a:cubicBezTo>
                        <a:cubicBezTo>
                          <a:pt x="6874" y="7667"/>
                          <a:pt x="7910" y="6630"/>
                          <a:pt x="9184" y="6630"/>
                        </a:cubicBezTo>
                        <a:cubicBezTo>
                          <a:pt x="10464" y="6630"/>
                          <a:pt x="11479" y="7667"/>
                          <a:pt x="11479" y="8946"/>
                        </a:cubicBezTo>
                        <a:cubicBezTo>
                          <a:pt x="11479" y="9496"/>
                          <a:pt x="11299" y="10003"/>
                          <a:pt x="10971" y="10400"/>
                        </a:cubicBezTo>
                        <a:lnTo>
                          <a:pt x="14387" y="10400"/>
                        </a:lnTo>
                        <a:lnTo>
                          <a:pt x="143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54" name="Google Shape;2054;p55"/>
                <p:cNvSpPr/>
                <p:nvPr/>
              </p:nvSpPr>
              <p:spPr>
                <a:xfrm>
                  <a:off x="822216" y="3819851"/>
                  <a:ext cx="61497" cy="79773"/>
                </a:xfrm>
                <a:custGeom>
                  <a:avLst/>
                  <a:gdLst/>
                  <a:ahLst/>
                  <a:cxnLst/>
                  <a:rect l="l" t="t" r="r" b="b"/>
                  <a:pathLst>
                    <a:path w="461" h="598" extrusionOk="0">
                      <a:moveTo>
                        <a:pt x="460" y="0"/>
                      </a:moveTo>
                      <a:lnTo>
                        <a:pt x="0" y="307"/>
                      </a:lnTo>
                      <a:lnTo>
                        <a:pt x="196" y="598"/>
                      </a:lnTo>
                      <a:cubicBezTo>
                        <a:pt x="286" y="397"/>
                        <a:pt x="376" y="201"/>
                        <a:pt x="460" y="0"/>
                      </a:cubicBezTo>
                      <a:close/>
                    </a:path>
                  </a:pathLst>
                </a:custGeom>
                <a:solidFill>
                  <a:srgbClr val="3919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55"/>
                <p:cNvSpPr/>
                <p:nvPr/>
              </p:nvSpPr>
              <p:spPr>
                <a:xfrm>
                  <a:off x="960422" y="3834557"/>
                  <a:ext cx="58696" cy="129131"/>
                </a:xfrm>
                <a:custGeom>
                  <a:avLst/>
                  <a:gdLst/>
                  <a:ahLst/>
                  <a:cxnLst/>
                  <a:rect l="l" t="t" r="r" b="b"/>
                  <a:pathLst>
                    <a:path w="440" h="968" extrusionOk="0">
                      <a:moveTo>
                        <a:pt x="397" y="0"/>
                      </a:moveTo>
                      <a:cubicBezTo>
                        <a:pt x="265" y="286"/>
                        <a:pt x="133" y="592"/>
                        <a:pt x="0" y="899"/>
                      </a:cubicBezTo>
                      <a:lnTo>
                        <a:pt x="175" y="968"/>
                      </a:lnTo>
                      <a:lnTo>
                        <a:pt x="439" y="42"/>
                      </a:lnTo>
                      <a:lnTo>
                        <a:pt x="397" y="0"/>
                      </a:lnTo>
                      <a:close/>
                    </a:path>
                  </a:pathLst>
                </a:custGeom>
                <a:solidFill>
                  <a:srgbClr val="3919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55"/>
                <p:cNvSpPr/>
                <p:nvPr/>
              </p:nvSpPr>
              <p:spPr>
                <a:xfrm>
                  <a:off x="863037" y="3834659"/>
                  <a:ext cx="417675" cy="223979"/>
                </a:xfrm>
                <a:custGeom>
                  <a:avLst/>
                  <a:gdLst/>
                  <a:ahLst/>
                  <a:cxnLst/>
                  <a:rect l="l" t="t" r="r" b="b"/>
                  <a:pathLst>
                    <a:path w="3131" h="1679" extrusionOk="0">
                      <a:moveTo>
                        <a:pt x="1212" y="0"/>
                      </a:moveTo>
                      <a:lnTo>
                        <a:pt x="863" y="947"/>
                      </a:lnTo>
                      <a:lnTo>
                        <a:pt x="1" y="661"/>
                      </a:lnTo>
                      <a:lnTo>
                        <a:pt x="1" y="661"/>
                      </a:lnTo>
                      <a:cubicBezTo>
                        <a:pt x="1" y="661"/>
                        <a:pt x="375" y="1679"/>
                        <a:pt x="498" y="1679"/>
                      </a:cubicBezTo>
                      <a:cubicBezTo>
                        <a:pt x="502" y="1679"/>
                        <a:pt x="505" y="1678"/>
                        <a:pt x="508" y="1676"/>
                      </a:cubicBezTo>
                      <a:lnTo>
                        <a:pt x="3131" y="307"/>
                      </a:lnTo>
                      <a:cubicBezTo>
                        <a:pt x="3131" y="307"/>
                        <a:pt x="2859" y="62"/>
                        <a:pt x="2462" y="62"/>
                      </a:cubicBezTo>
                      <a:cubicBezTo>
                        <a:pt x="2367" y="62"/>
                        <a:pt x="2265" y="76"/>
                        <a:pt x="2158" y="111"/>
                      </a:cubicBezTo>
                      <a:cubicBezTo>
                        <a:pt x="1937" y="187"/>
                        <a:pt x="1766" y="215"/>
                        <a:pt x="1635" y="215"/>
                      </a:cubicBezTo>
                      <a:cubicBezTo>
                        <a:pt x="1272" y="215"/>
                        <a:pt x="1212" y="0"/>
                        <a:pt x="12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55"/>
                <p:cNvSpPr/>
                <p:nvPr/>
              </p:nvSpPr>
              <p:spPr>
                <a:xfrm>
                  <a:off x="114110" y="2940978"/>
                  <a:ext cx="860563" cy="923395"/>
                </a:xfrm>
                <a:custGeom>
                  <a:avLst/>
                  <a:gdLst/>
                  <a:ahLst/>
                  <a:cxnLst/>
                  <a:rect l="l" t="t" r="r" b="b"/>
                  <a:pathLst>
                    <a:path w="6451" h="6922" extrusionOk="0">
                      <a:moveTo>
                        <a:pt x="3326" y="1"/>
                      </a:moveTo>
                      <a:cubicBezTo>
                        <a:pt x="1824" y="1"/>
                        <a:pt x="878" y="529"/>
                        <a:pt x="0" y="640"/>
                      </a:cubicBezTo>
                      <a:lnTo>
                        <a:pt x="502" y="2248"/>
                      </a:lnTo>
                      <a:lnTo>
                        <a:pt x="2485" y="2644"/>
                      </a:lnTo>
                      <a:cubicBezTo>
                        <a:pt x="2485" y="2644"/>
                        <a:pt x="2486" y="2644"/>
                        <a:pt x="2486" y="2644"/>
                      </a:cubicBezTo>
                      <a:cubicBezTo>
                        <a:pt x="2630" y="2644"/>
                        <a:pt x="5218" y="6921"/>
                        <a:pt x="5218" y="6921"/>
                      </a:cubicBezTo>
                      <a:cubicBezTo>
                        <a:pt x="5218" y="6921"/>
                        <a:pt x="6450" y="6149"/>
                        <a:pt x="6450" y="6128"/>
                      </a:cubicBezTo>
                      <a:cubicBezTo>
                        <a:pt x="6450" y="6128"/>
                        <a:pt x="5504" y="2401"/>
                        <a:pt x="4251" y="445"/>
                      </a:cubicBezTo>
                      <a:cubicBezTo>
                        <a:pt x="4029" y="90"/>
                        <a:pt x="3521" y="1"/>
                        <a:pt x="33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55"/>
                <p:cNvSpPr/>
                <p:nvPr/>
              </p:nvSpPr>
              <p:spPr>
                <a:xfrm>
                  <a:off x="202156" y="3114538"/>
                  <a:ext cx="719560" cy="682074"/>
                </a:xfrm>
                <a:custGeom>
                  <a:avLst/>
                  <a:gdLst/>
                  <a:ahLst/>
                  <a:cxnLst/>
                  <a:rect l="l" t="t" r="r" b="b"/>
                  <a:pathLst>
                    <a:path w="5394" h="5113" extrusionOk="0">
                      <a:moveTo>
                        <a:pt x="1561" y="0"/>
                      </a:moveTo>
                      <a:cubicBezTo>
                        <a:pt x="1164" y="0"/>
                        <a:pt x="662" y="42"/>
                        <a:pt x="1" y="132"/>
                      </a:cubicBezTo>
                      <a:lnTo>
                        <a:pt x="1" y="154"/>
                      </a:lnTo>
                      <a:cubicBezTo>
                        <a:pt x="662" y="69"/>
                        <a:pt x="1164" y="42"/>
                        <a:pt x="1561" y="42"/>
                      </a:cubicBezTo>
                      <a:cubicBezTo>
                        <a:pt x="2221" y="42"/>
                        <a:pt x="2576" y="154"/>
                        <a:pt x="2798" y="307"/>
                      </a:cubicBezTo>
                      <a:cubicBezTo>
                        <a:pt x="3014" y="487"/>
                        <a:pt x="3083" y="703"/>
                        <a:pt x="3194" y="947"/>
                      </a:cubicBezTo>
                      <a:lnTo>
                        <a:pt x="5372" y="5113"/>
                      </a:lnTo>
                      <a:lnTo>
                        <a:pt x="5394" y="5092"/>
                      </a:lnTo>
                      <a:lnTo>
                        <a:pt x="3215" y="925"/>
                      </a:lnTo>
                      <a:cubicBezTo>
                        <a:pt x="3104" y="703"/>
                        <a:pt x="3041" y="465"/>
                        <a:pt x="2819" y="286"/>
                      </a:cubicBezTo>
                      <a:cubicBezTo>
                        <a:pt x="2597" y="111"/>
                        <a:pt x="2221" y="0"/>
                        <a:pt x="15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55"/>
                <p:cNvSpPr/>
                <p:nvPr/>
              </p:nvSpPr>
              <p:spPr>
                <a:xfrm>
                  <a:off x="375047" y="3817049"/>
                  <a:ext cx="167951" cy="196898"/>
                </a:xfrm>
                <a:custGeom>
                  <a:avLst/>
                  <a:gdLst/>
                  <a:ahLst/>
                  <a:cxnLst/>
                  <a:rect l="l" t="t" r="r" b="b"/>
                  <a:pathLst>
                    <a:path w="1259" h="1476" extrusionOk="0">
                      <a:moveTo>
                        <a:pt x="1216" y="0"/>
                      </a:moveTo>
                      <a:lnTo>
                        <a:pt x="48" y="111"/>
                      </a:lnTo>
                      <a:lnTo>
                        <a:pt x="0" y="793"/>
                      </a:lnTo>
                      <a:lnTo>
                        <a:pt x="598" y="1475"/>
                      </a:lnTo>
                      <a:lnTo>
                        <a:pt x="1259" y="772"/>
                      </a:lnTo>
                      <a:lnTo>
                        <a:pt x="1216" y="0"/>
                      </a:lnTo>
                      <a:close/>
                    </a:path>
                  </a:pathLst>
                </a:custGeom>
                <a:solidFill>
                  <a:srgbClr val="FFAA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55"/>
                <p:cNvSpPr/>
                <p:nvPr/>
              </p:nvSpPr>
              <p:spPr>
                <a:xfrm>
                  <a:off x="822216" y="3776094"/>
                  <a:ext cx="196898" cy="199700"/>
                </a:xfrm>
                <a:custGeom>
                  <a:avLst/>
                  <a:gdLst/>
                  <a:ahLst/>
                  <a:cxnLst/>
                  <a:rect l="l" t="t" r="r" b="b"/>
                  <a:pathLst>
                    <a:path w="1476" h="1497" extrusionOk="0">
                      <a:moveTo>
                        <a:pt x="968" y="0"/>
                      </a:moveTo>
                      <a:lnTo>
                        <a:pt x="0" y="635"/>
                      </a:lnTo>
                      <a:lnTo>
                        <a:pt x="397" y="1190"/>
                      </a:lnTo>
                      <a:lnTo>
                        <a:pt x="1211" y="1497"/>
                      </a:lnTo>
                      <a:lnTo>
                        <a:pt x="1475" y="571"/>
                      </a:lnTo>
                      <a:lnTo>
                        <a:pt x="9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55"/>
                <p:cNvSpPr/>
                <p:nvPr/>
              </p:nvSpPr>
              <p:spPr>
                <a:xfrm>
                  <a:off x="375047" y="3817049"/>
                  <a:ext cx="167951" cy="196898"/>
                </a:xfrm>
                <a:custGeom>
                  <a:avLst/>
                  <a:gdLst/>
                  <a:ahLst/>
                  <a:cxnLst/>
                  <a:rect l="l" t="t" r="r" b="b"/>
                  <a:pathLst>
                    <a:path w="1259" h="1476" extrusionOk="0">
                      <a:moveTo>
                        <a:pt x="1216" y="0"/>
                      </a:moveTo>
                      <a:lnTo>
                        <a:pt x="48" y="111"/>
                      </a:lnTo>
                      <a:lnTo>
                        <a:pt x="0" y="793"/>
                      </a:lnTo>
                      <a:lnTo>
                        <a:pt x="598" y="1475"/>
                      </a:lnTo>
                      <a:lnTo>
                        <a:pt x="1259" y="772"/>
                      </a:lnTo>
                      <a:lnTo>
                        <a:pt x="121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55"/>
                <p:cNvSpPr/>
                <p:nvPr/>
              </p:nvSpPr>
              <p:spPr>
                <a:xfrm>
                  <a:off x="351701" y="3908032"/>
                  <a:ext cx="411406" cy="155945"/>
                </a:xfrm>
                <a:custGeom>
                  <a:avLst/>
                  <a:gdLst/>
                  <a:ahLst/>
                  <a:cxnLst/>
                  <a:rect l="l" t="t" r="r" b="b"/>
                  <a:pathLst>
                    <a:path w="3084" h="1169" extrusionOk="0">
                      <a:moveTo>
                        <a:pt x="154" y="0"/>
                      </a:moveTo>
                      <a:cubicBezTo>
                        <a:pt x="154" y="0"/>
                        <a:pt x="1" y="1147"/>
                        <a:pt x="133" y="1147"/>
                      </a:cubicBezTo>
                      <a:lnTo>
                        <a:pt x="3083" y="1168"/>
                      </a:lnTo>
                      <a:cubicBezTo>
                        <a:pt x="3083" y="1168"/>
                        <a:pt x="2887" y="640"/>
                        <a:pt x="2316" y="550"/>
                      </a:cubicBezTo>
                      <a:cubicBezTo>
                        <a:pt x="1455" y="397"/>
                        <a:pt x="1523" y="0"/>
                        <a:pt x="1523" y="0"/>
                      </a:cubicBezTo>
                      <a:lnTo>
                        <a:pt x="1523" y="0"/>
                      </a:lnTo>
                      <a:lnTo>
                        <a:pt x="773" y="661"/>
                      </a:lnTo>
                      <a:lnTo>
                        <a:pt x="15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55"/>
                <p:cNvSpPr/>
                <p:nvPr/>
              </p:nvSpPr>
              <p:spPr>
                <a:xfrm>
                  <a:off x="-265423" y="2961389"/>
                  <a:ext cx="919793" cy="911389"/>
                </a:xfrm>
                <a:custGeom>
                  <a:avLst/>
                  <a:gdLst/>
                  <a:ahLst/>
                  <a:cxnLst/>
                  <a:rect l="l" t="t" r="r" b="b"/>
                  <a:pathLst>
                    <a:path w="6895" h="6832" extrusionOk="0">
                      <a:moveTo>
                        <a:pt x="5594" y="1"/>
                      </a:moveTo>
                      <a:lnTo>
                        <a:pt x="1" y="181"/>
                      </a:lnTo>
                      <a:cubicBezTo>
                        <a:pt x="1" y="1349"/>
                        <a:pt x="926" y="2295"/>
                        <a:pt x="2094" y="2295"/>
                      </a:cubicBezTo>
                      <a:lnTo>
                        <a:pt x="4362" y="2295"/>
                      </a:lnTo>
                      <a:cubicBezTo>
                        <a:pt x="4495" y="2295"/>
                        <a:pt x="4584" y="2406"/>
                        <a:pt x="4537" y="2539"/>
                      </a:cubicBezTo>
                      <a:lnTo>
                        <a:pt x="4738" y="6742"/>
                      </a:lnTo>
                      <a:cubicBezTo>
                        <a:pt x="4717" y="6789"/>
                        <a:pt x="4738" y="6811"/>
                        <a:pt x="4780" y="6811"/>
                      </a:cubicBezTo>
                      <a:lnTo>
                        <a:pt x="5552" y="6811"/>
                      </a:lnTo>
                      <a:cubicBezTo>
                        <a:pt x="5573" y="6811"/>
                        <a:pt x="6038" y="6832"/>
                        <a:pt x="6038" y="6832"/>
                      </a:cubicBezTo>
                      <a:lnTo>
                        <a:pt x="6652" y="1434"/>
                      </a:lnTo>
                      <a:cubicBezTo>
                        <a:pt x="6895" y="905"/>
                        <a:pt x="6171" y="1"/>
                        <a:pt x="55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55"/>
                <p:cNvSpPr/>
                <p:nvPr/>
              </p:nvSpPr>
              <p:spPr>
                <a:xfrm>
                  <a:off x="-94667" y="2993940"/>
                  <a:ext cx="593230" cy="870435"/>
                </a:xfrm>
                <a:custGeom>
                  <a:avLst/>
                  <a:gdLst/>
                  <a:ahLst/>
                  <a:cxnLst/>
                  <a:rect l="l" t="t" r="r" b="b"/>
                  <a:pathLst>
                    <a:path w="4447" h="6525" extrusionOk="0">
                      <a:moveTo>
                        <a:pt x="21" y="0"/>
                      </a:moveTo>
                      <a:cubicBezTo>
                        <a:pt x="21" y="0"/>
                        <a:pt x="0" y="90"/>
                        <a:pt x="0" y="201"/>
                      </a:cubicBezTo>
                      <a:cubicBezTo>
                        <a:pt x="21" y="376"/>
                        <a:pt x="42" y="640"/>
                        <a:pt x="175" y="862"/>
                      </a:cubicBezTo>
                      <a:cubicBezTo>
                        <a:pt x="307" y="1079"/>
                        <a:pt x="550" y="1237"/>
                        <a:pt x="968" y="1237"/>
                      </a:cubicBezTo>
                      <a:lnTo>
                        <a:pt x="1872" y="1237"/>
                      </a:lnTo>
                      <a:cubicBezTo>
                        <a:pt x="2422" y="1237"/>
                        <a:pt x="3040" y="1237"/>
                        <a:pt x="3569" y="1258"/>
                      </a:cubicBezTo>
                      <a:cubicBezTo>
                        <a:pt x="4050" y="1258"/>
                        <a:pt x="4425" y="1655"/>
                        <a:pt x="4425" y="2115"/>
                      </a:cubicBezTo>
                      <a:cubicBezTo>
                        <a:pt x="4425" y="2205"/>
                        <a:pt x="4404" y="2295"/>
                        <a:pt x="4383" y="2358"/>
                      </a:cubicBezTo>
                      <a:lnTo>
                        <a:pt x="4097" y="6524"/>
                      </a:lnTo>
                      <a:lnTo>
                        <a:pt x="4119" y="6524"/>
                      </a:lnTo>
                      <a:lnTo>
                        <a:pt x="4404" y="2379"/>
                      </a:lnTo>
                      <a:cubicBezTo>
                        <a:pt x="4425" y="2295"/>
                        <a:pt x="4446" y="2205"/>
                        <a:pt x="4446" y="2115"/>
                      </a:cubicBezTo>
                      <a:cubicBezTo>
                        <a:pt x="4446" y="1655"/>
                        <a:pt x="4076" y="1237"/>
                        <a:pt x="3569" y="1237"/>
                      </a:cubicBezTo>
                      <a:cubicBezTo>
                        <a:pt x="3040" y="1211"/>
                        <a:pt x="2422" y="1211"/>
                        <a:pt x="1872" y="1211"/>
                      </a:cubicBezTo>
                      <a:lnTo>
                        <a:pt x="968" y="1211"/>
                      </a:lnTo>
                      <a:cubicBezTo>
                        <a:pt x="550" y="1211"/>
                        <a:pt x="328" y="1058"/>
                        <a:pt x="196" y="841"/>
                      </a:cubicBezTo>
                      <a:cubicBezTo>
                        <a:pt x="64" y="640"/>
                        <a:pt x="42" y="376"/>
                        <a:pt x="42" y="201"/>
                      </a:cubicBezTo>
                      <a:lnTo>
                        <a:pt x="42" y="48"/>
                      </a:lnTo>
                      <a:lnTo>
                        <a:pt x="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55"/>
                <p:cNvSpPr/>
                <p:nvPr/>
              </p:nvSpPr>
              <p:spPr>
                <a:xfrm>
                  <a:off x="569016" y="2095056"/>
                  <a:ext cx="296948" cy="452493"/>
                </a:xfrm>
                <a:custGeom>
                  <a:avLst/>
                  <a:gdLst/>
                  <a:ahLst/>
                  <a:cxnLst/>
                  <a:rect l="l" t="t" r="r" b="b"/>
                  <a:pathLst>
                    <a:path w="2226" h="3392" extrusionOk="0">
                      <a:moveTo>
                        <a:pt x="1942" y="1"/>
                      </a:moveTo>
                      <a:cubicBezTo>
                        <a:pt x="1779" y="1"/>
                        <a:pt x="793" y="1652"/>
                        <a:pt x="793" y="1652"/>
                      </a:cubicBezTo>
                      <a:lnTo>
                        <a:pt x="0" y="2445"/>
                      </a:lnTo>
                      <a:lnTo>
                        <a:pt x="952" y="3391"/>
                      </a:lnTo>
                      <a:lnTo>
                        <a:pt x="1613" y="2244"/>
                      </a:lnTo>
                      <a:lnTo>
                        <a:pt x="2226" y="1277"/>
                      </a:lnTo>
                      <a:lnTo>
                        <a:pt x="1745" y="769"/>
                      </a:lnTo>
                      <a:cubicBezTo>
                        <a:pt x="1745" y="769"/>
                        <a:pt x="1983" y="129"/>
                        <a:pt x="1962" y="18"/>
                      </a:cubicBezTo>
                      <a:cubicBezTo>
                        <a:pt x="1958" y="6"/>
                        <a:pt x="1951" y="1"/>
                        <a:pt x="1942" y="1"/>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55"/>
                <p:cNvSpPr/>
                <p:nvPr/>
              </p:nvSpPr>
              <p:spPr>
                <a:xfrm>
                  <a:off x="713492" y="2220190"/>
                  <a:ext cx="73503" cy="48024"/>
                </a:xfrm>
                <a:custGeom>
                  <a:avLst/>
                  <a:gdLst/>
                  <a:ahLst/>
                  <a:cxnLst/>
                  <a:rect l="l" t="t" r="r" b="b"/>
                  <a:pathLst>
                    <a:path w="551" h="360" extrusionOk="0">
                      <a:moveTo>
                        <a:pt x="176" y="0"/>
                      </a:moveTo>
                      <a:cubicBezTo>
                        <a:pt x="148" y="0"/>
                        <a:pt x="137" y="36"/>
                        <a:pt x="154" y="53"/>
                      </a:cubicBezTo>
                      <a:cubicBezTo>
                        <a:pt x="218" y="74"/>
                        <a:pt x="265" y="96"/>
                        <a:pt x="308" y="117"/>
                      </a:cubicBezTo>
                      <a:cubicBezTo>
                        <a:pt x="350" y="138"/>
                        <a:pt x="371" y="138"/>
                        <a:pt x="397" y="164"/>
                      </a:cubicBezTo>
                      <a:cubicBezTo>
                        <a:pt x="419" y="164"/>
                        <a:pt x="419" y="164"/>
                        <a:pt x="440" y="185"/>
                      </a:cubicBezTo>
                      <a:cubicBezTo>
                        <a:pt x="482" y="185"/>
                        <a:pt x="482" y="228"/>
                        <a:pt x="419" y="270"/>
                      </a:cubicBezTo>
                      <a:cubicBezTo>
                        <a:pt x="308" y="318"/>
                        <a:pt x="154" y="318"/>
                        <a:pt x="43" y="318"/>
                      </a:cubicBezTo>
                      <a:cubicBezTo>
                        <a:pt x="1" y="318"/>
                        <a:pt x="1" y="360"/>
                        <a:pt x="43" y="360"/>
                      </a:cubicBezTo>
                      <a:lnTo>
                        <a:pt x="350" y="360"/>
                      </a:lnTo>
                      <a:cubicBezTo>
                        <a:pt x="397" y="339"/>
                        <a:pt x="503" y="339"/>
                        <a:pt x="530" y="270"/>
                      </a:cubicBezTo>
                      <a:cubicBezTo>
                        <a:pt x="551" y="207"/>
                        <a:pt x="530" y="185"/>
                        <a:pt x="482" y="138"/>
                      </a:cubicBezTo>
                      <a:cubicBezTo>
                        <a:pt x="397" y="74"/>
                        <a:pt x="286" y="53"/>
                        <a:pt x="197" y="6"/>
                      </a:cubicBezTo>
                      <a:cubicBezTo>
                        <a:pt x="189" y="2"/>
                        <a:pt x="182" y="0"/>
                        <a:pt x="1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55"/>
                <p:cNvSpPr/>
                <p:nvPr/>
              </p:nvSpPr>
              <p:spPr>
                <a:xfrm>
                  <a:off x="772990" y="2196444"/>
                  <a:ext cx="33750" cy="43622"/>
                </a:xfrm>
                <a:custGeom>
                  <a:avLst/>
                  <a:gdLst/>
                  <a:ahLst/>
                  <a:cxnLst/>
                  <a:rect l="l" t="t" r="r" b="b"/>
                  <a:pathLst>
                    <a:path w="253" h="327" extrusionOk="0">
                      <a:moveTo>
                        <a:pt x="213" y="1"/>
                      </a:moveTo>
                      <a:cubicBezTo>
                        <a:pt x="205" y="1"/>
                        <a:pt x="196" y="3"/>
                        <a:pt x="189" y="9"/>
                      </a:cubicBezTo>
                      <a:cubicBezTo>
                        <a:pt x="126" y="99"/>
                        <a:pt x="57" y="184"/>
                        <a:pt x="15" y="295"/>
                      </a:cubicBezTo>
                      <a:cubicBezTo>
                        <a:pt x="0" y="309"/>
                        <a:pt x="16" y="327"/>
                        <a:pt x="35" y="327"/>
                      </a:cubicBezTo>
                      <a:cubicBezTo>
                        <a:pt x="43" y="327"/>
                        <a:pt x="51" y="324"/>
                        <a:pt x="57" y="316"/>
                      </a:cubicBezTo>
                      <a:cubicBezTo>
                        <a:pt x="105" y="231"/>
                        <a:pt x="168" y="120"/>
                        <a:pt x="237" y="51"/>
                      </a:cubicBezTo>
                      <a:cubicBezTo>
                        <a:pt x="252" y="20"/>
                        <a:pt x="234" y="1"/>
                        <a:pt x="2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55"/>
                <p:cNvSpPr/>
                <p:nvPr/>
              </p:nvSpPr>
              <p:spPr>
                <a:xfrm>
                  <a:off x="766453" y="2222991"/>
                  <a:ext cx="60697" cy="52159"/>
                </a:xfrm>
                <a:custGeom>
                  <a:avLst/>
                  <a:gdLst/>
                  <a:ahLst/>
                  <a:cxnLst/>
                  <a:rect l="l" t="t" r="r" b="b"/>
                  <a:pathLst>
                    <a:path w="455" h="391" extrusionOk="0">
                      <a:moveTo>
                        <a:pt x="418" y="0"/>
                      </a:moveTo>
                      <a:cubicBezTo>
                        <a:pt x="410" y="0"/>
                        <a:pt x="403" y="4"/>
                        <a:pt x="397" y="11"/>
                      </a:cubicBezTo>
                      <a:cubicBezTo>
                        <a:pt x="371" y="75"/>
                        <a:pt x="328" y="143"/>
                        <a:pt x="286" y="207"/>
                      </a:cubicBezTo>
                      <a:cubicBezTo>
                        <a:pt x="265" y="228"/>
                        <a:pt x="238" y="249"/>
                        <a:pt x="217" y="275"/>
                      </a:cubicBezTo>
                      <a:cubicBezTo>
                        <a:pt x="203" y="290"/>
                        <a:pt x="128" y="345"/>
                        <a:pt x="88" y="345"/>
                      </a:cubicBezTo>
                      <a:cubicBezTo>
                        <a:pt x="69" y="345"/>
                        <a:pt x="57" y="332"/>
                        <a:pt x="64" y="297"/>
                      </a:cubicBezTo>
                      <a:cubicBezTo>
                        <a:pt x="64" y="273"/>
                        <a:pt x="48" y="261"/>
                        <a:pt x="32" y="261"/>
                      </a:cubicBezTo>
                      <a:cubicBezTo>
                        <a:pt x="16" y="261"/>
                        <a:pt x="0" y="273"/>
                        <a:pt x="0" y="297"/>
                      </a:cubicBezTo>
                      <a:cubicBezTo>
                        <a:pt x="0" y="364"/>
                        <a:pt x="39" y="390"/>
                        <a:pt x="90" y="390"/>
                      </a:cubicBezTo>
                      <a:cubicBezTo>
                        <a:pt x="122" y="390"/>
                        <a:pt x="161" y="379"/>
                        <a:pt x="196" y="360"/>
                      </a:cubicBezTo>
                      <a:cubicBezTo>
                        <a:pt x="307" y="297"/>
                        <a:pt x="397" y="164"/>
                        <a:pt x="439" y="53"/>
                      </a:cubicBezTo>
                      <a:cubicBezTo>
                        <a:pt x="455" y="23"/>
                        <a:pt x="437" y="0"/>
                        <a:pt x="4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55"/>
                <p:cNvSpPr/>
                <p:nvPr/>
              </p:nvSpPr>
              <p:spPr>
                <a:xfrm>
                  <a:off x="780594" y="2245270"/>
                  <a:ext cx="69768" cy="57362"/>
                </a:xfrm>
                <a:custGeom>
                  <a:avLst/>
                  <a:gdLst/>
                  <a:ahLst/>
                  <a:cxnLst/>
                  <a:rect l="l" t="t" r="r" b="b"/>
                  <a:pathLst>
                    <a:path w="523" h="430" extrusionOk="0">
                      <a:moveTo>
                        <a:pt x="489" y="0"/>
                      </a:moveTo>
                      <a:cubicBezTo>
                        <a:pt x="481" y="0"/>
                        <a:pt x="472" y="5"/>
                        <a:pt x="465" y="19"/>
                      </a:cubicBezTo>
                      <a:cubicBezTo>
                        <a:pt x="397" y="108"/>
                        <a:pt x="333" y="193"/>
                        <a:pt x="265" y="283"/>
                      </a:cubicBezTo>
                      <a:cubicBezTo>
                        <a:pt x="248" y="299"/>
                        <a:pt x="195" y="368"/>
                        <a:pt x="149" y="368"/>
                      </a:cubicBezTo>
                      <a:cubicBezTo>
                        <a:pt x="135" y="368"/>
                        <a:pt x="122" y="362"/>
                        <a:pt x="111" y="346"/>
                      </a:cubicBezTo>
                      <a:cubicBezTo>
                        <a:pt x="90" y="304"/>
                        <a:pt x="69" y="262"/>
                        <a:pt x="69" y="193"/>
                      </a:cubicBezTo>
                      <a:cubicBezTo>
                        <a:pt x="69" y="184"/>
                        <a:pt x="57" y="179"/>
                        <a:pt x="43" y="179"/>
                      </a:cubicBezTo>
                      <a:cubicBezTo>
                        <a:pt x="24" y="179"/>
                        <a:pt x="0" y="189"/>
                        <a:pt x="0" y="214"/>
                      </a:cubicBezTo>
                      <a:cubicBezTo>
                        <a:pt x="22" y="307"/>
                        <a:pt x="71" y="430"/>
                        <a:pt x="163" y="430"/>
                      </a:cubicBezTo>
                      <a:cubicBezTo>
                        <a:pt x="181" y="430"/>
                        <a:pt x="201" y="425"/>
                        <a:pt x="222" y="415"/>
                      </a:cubicBezTo>
                      <a:cubicBezTo>
                        <a:pt x="265" y="373"/>
                        <a:pt x="312" y="325"/>
                        <a:pt x="354" y="262"/>
                      </a:cubicBezTo>
                      <a:cubicBezTo>
                        <a:pt x="397" y="193"/>
                        <a:pt x="465" y="108"/>
                        <a:pt x="508" y="40"/>
                      </a:cubicBezTo>
                      <a:cubicBezTo>
                        <a:pt x="522" y="25"/>
                        <a:pt x="507" y="0"/>
                        <a:pt x="4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55"/>
                <p:cNvSpPr/>
                <p:nvPr/>
              </p:nvSpPr>
              <p:spPr>
                <a:xfrm>
                  <a:off x="807408" y="2261679"/>
                  <a:ext cx="60964" cy="50959"/>
                </a:xfrm>
                <a:custGeom>
                  <a:avLst/>
                  <a:gdLst/>
                  <a:ahLst/>
                  <a:cxnLst/>
                  <a:rect l="l" t="t" r="r" b="b"/>
                  <a:pathLst>
                    <a:path w="457" h="382" extrusionOk="0">
                      <a:moveTo>
                        <a:pt x="410" y="1"/>
                      </a:moveTo>
                      <a:cubicBezTo>
                        <a:pt x="405" y="1"/>
                        <a:pt x="401" y="3"/>
                        <a:pt x="397" y="7"/>
                      </a:cubicBezTo>
                      <a:cubicBezTo>
                        <a:pt x="354" y="70"/>
                        <a:pt x="307" y="139"/>
                        <a:pt x="264" y="181"/>
                      </a:cubicBezTo>
                      <a:cubicBezTo>
                        <a:pt x="243" y="223"/>
                        <a:pt x="222" y="271"/>
                        <a:pt x="175" y="292"/>
                      </a:cubicBezTo>
                      <a:cubicBezTo>
                        <a:pt x="175" y="313"/>
                        <a:pt x="153" y="313"/>
                        <a:pt x="153" y="313"/>
                      </a:cubicBezTo>
                      <a:cubicBezTo>
                        <a:pt x="149" y="316"/>
                        <a:pt x="144" y="317"/>
                        <a:pt x="139" y="317"/>
                      </a:cubicBezTo>
                      <a:cubicBezTo>
                        <a:pt x="101" y="317"/>
                        <a:pt x="64" y="247"/>
                        <a:pt x="64" y="223"/>
                      </a:cubicBezTo>
                      <a:cubicBezTo>
                        <a:pt x="55" y="215"/>
                        <a:pt x="43" y="210"/>
                        <a:pt x="32" y="210"/>
                      </a:cubicBezTo>
                      <a:cubicBezTo>
                        <a:pt x="15" y="210"/>
                        <a:pt x="0" y="221"/>
                        <a:pt x="0" y="250"/>
                      </a:cubicBezTo>
                      <a:cubicBezTo>
                        <a:pt x="21" y="313"/>
                        <a:pt x="64" y="355"/>
                        <a:pt x="132" y="382"/>
                      </a:cubicBezTo>
                      <a:cubicBezTo>
                        <a:pt x="153" y="382"/>
                        <a:pt x="196" y="355"/>
                        <a:pt x="222" y="334"/>
                      </a:cubicBezTo>
                      <a:cubicBezTo>
                        <a:pt x="307" y="250"/>
                        <a:pt x="376" y="139"/>
                        <a:pt x="439" y="49"/>
                      </a:cubicBezTo>
                      <a:cubicBezTo>
                        <a:pt x="456" y="32"/>
                        <a:pt x="432" y="1"/>
                        <a:pt x="4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55"/>
                <p:cNvSpPr/>
                <p:nvPr/>
              </p:nvSpPr>
              <p:spPr>
                <a:xfrm>
                  <a:off x="154931" y="2215654"/>
                  <a:ext cx="558679" cy="757845"/>
                </a:xfrm>
                <a:custGeom>
                  <a:avLst/>
                  <a:gdLst/>
                  <a:ahLst/>
                  <a:cxnLst/>
                  <a:rect l="l" t="t" r="r" b="b"/>
                  <a:pathLst>
                    <a:path w="4188" h="5681" extrusionOk="0">
                      <a:moveTo>
                        <a:pt x="99" y="0"/>
                      </a:moveTo>
                      <a:cubicBezTo>
                        <a:pt x="36" y="0"/>
                        <a:pt x="1" y="18"/>
                        <a:pt x="1" y="18"/>
                      </a:cubicBezTo>
                      <a:cubicBezTo>
                        <a:pt x="196" y="352"/>
                        <a:pt x="968" y="5681"/>
                        <a:pt x="968" y="5681"/>
                      </a:cubicBezTo>
                      <a:lnTo>
                        <a:pt x="1037" y="5459"/>
                      </a:lnTo>
                      <a:lnTo>
                        <a:pt x="1455" y="5395"/>
                      </a:lnTo>
                      <a:cubicBezTo>
                        <a:pt x="1608" y="5353"/>
                        <a:pt x="1740" y="5284"/>
                        <a:pt x="1830" y="5173"/>
                      </a:cubicBezTo>
                      <a:lnTo>
                        <a:pt x="4188" y="2487"/>
                      </a:lnTo>
                      <a:lnTo>
                        <a:pt x="3104" y="1340"/>
                      </a:lnTo>
                      <a:lnTo>
                        <a:pt x="1761" y="2710"/>
                      </a:lnTo>
                      <a:cubicBezTo>
                        <a:pt x="1761" y="2710"/>
                        <a:pt x="1677" y="2334"/>
                        <a:pt x="1058" y="1055"/>
                      </a:cubicBezTo>
                      <a:cubicBezTo>
                        <a:pt x="625" y="128"/>
                        <a:pt x="265" y="0"/>
                        <a:pt x="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55"/>
                <p:cNvSpPr/>
                <p:nvPr/>
              </p:nvSpPr>
              <p:spPr>
                <a:xfrm>
                  <a:off x="-356405" y="2139079"/>
                  <a:ext cx="660997" cy="952209"/>
                </a:xfrm>
                <a:custGeom>
                  <a:avLst/>
                  <a:gdLst/>
                  <a:ahLst/>
                  <a:cxnLst/>
                  <a:rect l="l" t="t" r="r" b="b"/>
                  <a:pathLst>
                    <a:path w="4955" h="7138" extrusionOk="0">
                      <a:moveTo>
                        <a:pt x="2290" y="0"/>
                      </a:moveTo>
                      <a:lnTo>
                        <a:pt x="1782" y="265"/>
                      </a:lnTo>
                      <a:cubicBezTo>
                        <a:pt x="1782" y="265"/>
                        <a:pt x="355" y="704"/>
                        <a:pt x="175" y="2115"/>
                      </a:cubicBezTo>
                      <a:cubicBezTo>
                        <a:pt x="1" y="3521"/>
                        <a:pt x="815" y="7138"/>
                        <a:pt x="815" y="7138"/>
                      </a:cubicBezTo>
                      <a:cubicBezTo>
                        <a:pt x="815" y="7138"/>
                        <a:pt x="1698" y="6762"/>
                        <a:pt x="2047" y="6651"/>
                      </a:cubicBezTo>
                      <a:cubicBezTo>
                        <a:pt x="2575" y="6519"/>
                        <a:pt x="2998" y="6498"/>
                        <a:pt x="3368" y="6498"/>
                      </a:cubicBezTo>
                      <a:lnTo>
                        <a:pt x="4955" y="6191"/>
                      </a:lnTo>
                      <a:lnTo>
                        <a:pt x="4384" y="1697"/>
                      </a:lnTo>
                      <a:cubicBezTo>
                        <a:pt x="4294" y="1343"/>
                        <a:pt x="4251" y="836"/>
                        <a:pt x="3945" y="614"/>
                      </a:cubicBezTo>
                      <a:lnTo>
                        <a:pt x="3368" y="286"/>
                      </a:lnTo>
                      <a:lnTo>
                        <a:pt x="2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55"/>
                <p:cNvSpPr/>
                <p:nvPr/>
              </p:nvSpPr>
              <p:spPr>
                <a:xfrm>
                  <a:off x="355037" y="2345591"/>
                  <a:ext cx="300817" cy="378989"/>
                </a:xfrm>
                <a:custGeom>
                  <a:avLst/>
                  <a:gdLst/>
                  <a:ahLst/>
                  <a:cxnLst/>
                  <a:rect l="l" t="t" r="r" b="b"/>
                  <a:pathLst>
                    <a:path w="2255" h="2841" extrusionOk="0">
                      <a:moveTo>
                        <a:pt x="2076" y="0"/>
                      </a:moveTo>
                      <a:cubicBezTo>
                        <a:pt x="2053" y="0"/>
                        <a:pt x="2027" y="6"/>
                        <a:pt x="2001" y="17"/>
                      </a:cubicBezTo>
                      <a:lnTo>
                        <a:pt x="790" y="520"/>
                      </a:lnTo>
                      <a:cubicBezTo>
                        <a:pt x="705" y="567"/>
                        <a:pt x="637" y="631"/>
                        <a:pt x="615" y="742"/>
                      </a:cubicBezTo>
                      <a:lnTo>
                        <a:pt x="18" y="2766"/>
                      </a:lnTo>
                      <a:cubicBezTo>
                        <a:pt x="1" y="2805"/>
                        <a:pt x="86" y="2841"/>
                        <a:pt x="144" y="2841"/>
                      </a:cubicBezTo>
                      <a:cubicBezTo>
                        <a:pt x="157" y="2841"/>
                        <a:pt x="168" y="2839"/>
                        <a:pt x="177" y="2835"/>
                      </a:cubicBezTo>
                      <a:lnTo>
                        <a:pt x="1451" y="2174"/>
                      </a:lnTo>
                      <a:cubicBezTo>
                        <a:pt x="1562" y="2132"/>
                        <a:pt x="1631" y="2042"/>
                        <a:pt x="1673" y="1931"/>
                      </a:cubicBezTo>
                      <a:lnTo>
                        <a:pt x="2202" y="255"/>
                      </a:lnTo>
                      <a:cubicBezTo>
                        <a:pt x="2254" y="128"/>
                        <a:pt x="2190" y="0"/>
                        <a:pt x="20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55"/>
                <p:cNvSpPr/>
                <p:nvPr/>
              </p:nvSpPr>
              <p:spPr>
                <a:xfrm>
                  <a:off x="372246" y="2352127"/>
                  <a:ext cx="284142" cy="374721"/>
                </a:xfrm>
                <a:custGeom>
                  <a:avLst/>
                  <a:gdLst/>
                  <a:ahLst/>
                  <a:cxnLst/>
                  <a:rect l="l" t="t" r="r" b="b"/>
                  <a:pathLst>
                    <a:path w="2130" h="2809" extrusionOk="0">
                      <a:moveTo>
                        <a:pt x="2003" y="1"/>
                      </a:moveTo>
                      <a:cubicBezTo>
                        <a:pt x="1990" y="1"/>
                        <a:pt x="1976" y="4"/>
                        <a:pt x="1962" y="11"/>
                      </a:cubicBezTo>
                      <a:lnTo>
                        <a:pt x="772" y="518"/>
                      </a:lnTo>
                      <a:cubicBezTo>
                        <a:pt x="709" y="560"/>
                        <a:pt x="640" y="603"/>
                        <a:pt x="619" y="693"/>
                      </a:cubicBezTo>
                      <a:lnTo>
                        <a:pt x="0" y="2807"/>
                      </a:lnTo>
                      <a:cubicBezTo>
                        <a:pt x="0" y="2808"/>
                        <a:pt x="1" y="2808"/>
                        <a:pt x="1" y="2808"/>
                      </a:cubicBezTo>
                      <a:cubicBezTo>
                        <a:pt x="41" y="2808"/>
                        <a:pt x="981" y="2343"/>
                        <a:pt x="1369" y="2147"/>
                      </a:cubicBezTo>
                      <a:cubicBezTo>
                        <a:pt x="1475" y="2083"/>
                        <a:pt x="1502" y="2035"/>
                        <a:pt x="1544" y="1903"/>
                      </a:cubicBezTo>
                      <a:lnTo>
                        <a:pt x="2094" y="164"/>
                      </a:lnTo>
                      <a:cubicBezTo>
                        <a:pt x="2129" y="88"/>
                        <a:pt x="2075" y="1"/>
                        <a:pt x="20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55"/>
                <p:cNvSpPr/>
                <p:nvPr/>
              </p:nvSpPr>
              <p:spPr>
                <a:xfrm>
                  <a:off x="425073" y="2453649"/>
                  <a:ext cx="20544" cy="43889"/>
                </a:xfrm>
                <a:custGeom>
                  <a:avLst/>
                  <a:gdLst/>
                  <a:ahLst/>
                  <a:cxnLst/>
                  <a:rect l="l" t="t" r="r" b="b"/>
                  <a:pathLst>
                    <a:path w="154" h="329" extrusionOk="0">
                      <a:moveTo>
                        <a:pt x="112" y="0"/>
                      </a:moveTo>
                      <a:cubicBezTo>
                        <a:pt x="112" y="0"/>
                        <a:pt x="91" y="21"/>
                        <a:pt x="90" y="42"/>
                      </a:cubicBezTo>
                      <a:lnTo>
                        <a:pt x="90" y="42"/>
                      </a:lnTo>
                      <a:cubicBezTo>
                        <a:pt x="91" y="21"/>
                        <a:pt x="112" y="21"/>
                        <a:pt x="112" y="21"/>
                      </a:cubicBezTo>
                      <a:lnTo>
                        <a:pt x="133" y="21"/>
                      </a:lnTo>
                      <a:cubicBezTo>
                        <a:pt x="133" y="0"/>
                        <a:pt x="133" y="0"/>
                        <a:pt x="112" y="0"/>
                      </a:cubicBezTo>
                      <a:close/>
                      <a:moveTo>
                        <a:pt x="133" y="21"/>
                      </a:moveTo>
                      <a:lnTo>
                        <a:pt x="154" y="43"/>
                      </a:lnTo>
                      <a:lnTo>
                        <a:pt x="154" y="21"/>
                      </a:lnTo>
                      <a:close/>
                      <a:moveTo>
                        <a:pt x="154" y="43"/>
                      </a:moveTo>
                      <a:lnTo>
                        <a:pt x="154" y="43"/>
                      </a:lnTo>
                      <a:lnTo>
                        <a:pt x="154" y="43"/>
                      </a:lnTo>
                      <a:close/>
                      <a:moveTo>
                        <a:pt x="90" y="43"/>
                      </a:moveTo>
                      <a:lnTo>
                        <a:pt x="1" y="286"/>
                      </a:lnTo>
                      <a:lnTo>
                        <a:pt x="1" y="307"/>
                      </a:lnTo>
                      <a:cubicBezTo>
                        <a:pt x="1" y="307"/>
                        <a:pt x="1" y="328"/>
                        <a:pt x="22" y="328"/>
                      </a:cubicBezTo>
                      <a:lnTo>
                        <a:pt x="22" y="307"/>
                      </a:lnTo>
                      <a:lnTo>
                        <a:pt x="22" y="286"/>
                      </a:lnTo>
                      <a:lnTo>
                        <a:pt x="90" y="43"/>
                      </a:lnTo>
                      <a:close/>
                      <a:moveTo>
                        <a:pt x="154" y="43"/>
                      </a:moveTo>
                      <a:lnTo>
                        <a:pt x="69" y="307"/>
                      </a:lnTo>
                      <a:cubicBezTo>
                        <a:pt x="69" y="328"/>
                        <a:pt x="48" y="328"/>
                        <a:pt x="48" y="328"/>
                      </a:cubicBezTo>
                      <a:cubicBezTo>
                        <a:pt x="69" y="328"/>
                        <a:pt x="69" y="328"/>
                        <a:pt x="90" y="307"/>
                      </a:cubicBezTo>
                      <a:lnTo>
                        <a:pt x="154" y="64"/>
                      </a:lnTo>
                      <a:lnTo>
                        <a:pt x="154" y="4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55"/>
                <p:cNvSpPr/>
                <p:nvPr/>
              </p:nvSpPr>
              <p:spPr>
                <a:xfrm>
                  <a:off x="410266" y="2503009"/>
                  <a:ext cx="21344" cy="44556"/>
                </a:xfrm>
                <a:custGeom>
                  <a:avLst/>
                  <a:gdLst/>
                  <a:ahLst/>
                  <a:cxnLst/>
                  <a:rect l="l" t="t" r="r" b="b"/>
                  <a:pathLst>
                    <a:path w="160" h="334" extrusionOk="0">
                      <a:moveTo>
                        <a:pt x="112" y="0"/>
                      </a:moveTo>
                      <a:lnTo>
                        <a:pt x="90" y="27"/>
                      </a:lnTo>
                      <a:lnTo>
                        <a:pt x="133" y="27"/>
                      </a:lnTo>
                      <a:lnTo>
                        <a:pt x="159" y="48"/>
                      </a:lnTo>
                      <a:lnTo>
                        <a:pt x="159" y="27"/>
                      </a:lnTo>
                      <a:lnTo>
                        <a:pt x="133" y="0"/>
                      </a:lnTo>
                      <a:close/>
                      <a:moveTo>
                        <a:pt x="90" y="27"/>
                      </a:moveTo>
                      <a:lnTo>
                        <a:pt x="1" y="291"/>
                      </a:lnTo>
                      <a:cubicBezTo>
                        <a:pt x="1" y="312"/>
                        <a:pt x="27" y="312"/>
                        <a:pt x="27" y="333"/>
                      </a:cubicBezTo>
                      <a:lnTo>
                        <a:pt x="48" y="333"/>
                      </a:lnTo>
                      <a:lnTo>
                        <a:pt x="27" y="312"/>
                      </a:lnTo>
                      <a:lnTo>
                        <a:pt x="27" y="291"/>
                      </a:lnTo>
                      <a:lnTo>
                        <a:pt x="90" y="27"/>
                      </a:lnTo>
                      <a:close/>
                      <a:moveTo>
                        <a:pt x="159" y="48"/>
                      </a:moveTo>
                      <a:lnTo>
                        <a:pt x="69" y="312"/>
                      </a:lnTo>
                      <a:cubicBezTo>
                        <a:pt x="69" y="312"/>
                        <a:pt x="69" y="333"/>
                        <a:pt x="48" y="333"/>
                      </a:cubicBezTo>
                      <a:cubicBezTo>
                        <a:pt x="69" y="333"/>
                        <a:pt x="69" y="333"/>
                        <a:pt x="90" y="312"/>
                      </a:cubicBezTo>
                      <a:lnTo>
                        <a:pt x="159" y="4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55"/>
                <p:cNvSpPr/>
                <p:nvPr/>
              </p:nvSpPr>
              <p:spPr>
                <a:xfrm>
                  <a:off x="96367" y="2491669"/>
                  <a:ext cx="487577" cy="452226"/>
                </a:xfrm>
                <a:custGeom>
                  <a:avLst/>
                  <a:gdLst/>
                  <a:ahLst/>
                  <a:cxnLst/>
                  <a:rect l="l" t="t" r="r" b="b"/>
                  <a:pathLst>
                    <a:path w="3655" h="3390" extrusionOk="0">
                      <a:moveTo>
                        <a:pt x="3230" y="0"/>
                      </a:moveTo>
                      <a:cubicBezTo>
                        <a:pt x="3130" y="0"/>
                        <a:pt x="2795" y="421"/>
                        <a:pt x="2687" y="530"/>
                      </a:cubicBezTo>
                      <a:cubicBezTo>
                        <a:pt x="2588" y="605"/>
                        <a:pt x="2247" y="893"/>
                        <a:pt x="2187" y="893"/>
                      </a:cubicBezTo>
                      <a:cubicBezTo>
                        <a:pt x="2180" y="893"/>
                        <a:pt x="2177" y="888"/>
                        <a:pt x="2179" y="878"/>
                      </a:cubicBezTo>
                      <a:lnTo>
                        <a:pt x="2401" y="265"/>
                      </a:lnTo>
                      <a:lnTo>
                        <a:pt x="2401" y="265"/>
                      </a:lnTo>
                      <a:cubicBezTo>
                        <a:pt x="2401" y="265"/>
                        <a:pt x="1936" y="704"/>
                        <a:pt x="1872" y="947"/>
                      </a:cubicBezTo>
                      <a:cubicBezTo>
                        <a:pt x="1825" y="1079"/>
                        <a:pt x="1804" y="1233"/>
                        <a:pt x="1804" y="1233"/>
                      </a:cubicBezTo>
                      <a:lnTo>
                        <a:pt x="1" y="2576"/>
                      </a:lnTo>
                      <a:lnTo>
                        <a:pt x="1011" y="3390"/>
                      </a:lnTo>
                      <a:cubicBezTo>
                        <a:pt x="2221" y="2179"/>
                        <a:pt x="3147" y="1233"/>
                        <a:pt x="3279" y="1101"/>
                      </a:cubicBezTo>
                      <a:cubicBezTo>
                        <a:pt x="3369" y="1011"/>
                        <a:pt x="3591" y="773"/>
                        <a:pt x="3570" y="725"/>
                      </a:cubicBezTo>
                      <a:cubicBezTo>
                        <a:pt x="3566" y="718"/>
                        <a:pt x="3559" y="715"/>
                        <a:pt x="3551" y="715"/>
                      </a:cubicBezTo>
                      <a:cubicBezTo>
                        <a:pt x="3456" y="715"/>
                        <a:pt x="3100" y="1101"/>
                        <a:pt x="3084" y="1101"/>
                      </a:cubicBezTo>
                      <a:cubicBezTo>
                        <a:pt x="3083" y="1101"/>
                        <a:pt x="3083" y="1101"/>
                        <a:pt x="3083" y="1101"/>
                      </a:cubicBezTo>
                      <a:cubicBezTo>
                        <a:pt x="3104" y="1058"/>
                        <a:pt x="3654" y="551"/>
                        <a:pt x="3633" y="482"/>
                      </a:cubicBezTo>
                      <a:cubicBezTo>
                        <a:pt x="3629" y="469"/>
                        <a:pt x="3619" y="463"/>
                        <a:pt x="3604" y="463"/>
                      </a:cubicBezTo>
                      <a:cubicBezTo>
                        <a:pt x="3473" y="463"/>
                        <a:pt x="2970" y="947"/>
                        <a:pt x="2951" y="947"/>
                      </a:cubicBezTo>
                      <a:cubicBezTo>
                        <a:pt x="2937" y="959"/>
                        <a:pt x="2931" y="965"/>
                        <a:pt x="2931" y="965"/>
                      </a:cubicBezTo>
                      <a:cubicBezTo>
                        <a:pt x="2931" y="965"/>
                        <a:pt x="3567" y="410"/>
                        <a:pt x="3543" y="329"/>
                      </a:cubicBezTo>
                      <a:cubicBezTo>
                        <a:pt x="3543" y="318"/>
                        <a:pt x="3537" y="313"/>
                        <a:pt x="3526" y="313"/>
                      </a:cubicBezTo>
                      <a:cubicBezTo>
                        <a:pt x="3453" y="313"/>
                        <a:pt x="3170" y="530"/>
                        <a:pt x="3147" y="530"/>
                      </a:cubicBezTo>
                      <a:cubicBezTo>
                        <a:pt x="3147" y="530"/>
                        <a:pt x="2863" y="774"/>
                        <a:pt x="2822" y="774"/>
                      </a:cubicBezTo>
                      <a:cubicBezTo>
                        <a:pt x="2821" y="774"/>
                        <a:pt x="2820" y="774"/>
                        <a:pt x="2819" y="773"/>
                      </a:cubicBezTo>
                      <a:cubicBezTo>
                        <a:pt x="2798" y="746"/>
                        <a:pt x="3326" y="1"/>
                        <a:pt x="3236" y="1"/>
                      </a:cubicBezTo>
                      <a:cubicBezTo>
                        <a:pt x="3234" y="0"/>
                        <a:pt x="3232" y="0"/>
                        <a:pt x="3230"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55"/>
                <p:cNvSpPr/>
                <p:nvPr/>
              </p:nvSpPr>
              <p:spPr>
                <a:xfrm>
                  <a:off x="-347867" y="2219923"/>
                  <a:ext cx="708888" cy="818676"/>
                </a:xfrm>
                <a:custGeom>
                  <a:avLst/>
                  <a:gdLst/>
                  <a:ahLst/>
                  <a:cxnLst/>
                  <a:rect l="l" t="t" r="r" b="b"/>
                  <a:pathLst>
                    <a:path w="5314" h="6137" extrusionOk="0">
                      <a:moveTo>
                        <a:pt x="1233" y="1"/>
                      </a:moveTo>
                      <a:cubicBezTo>
                        <a:pt x="1114" y="1"/>
                        <a:pt x="983" y="41"/>
                        <a:pt x="841" y="140"/>
                      </a:cubicBezTo>
                      <a:cubicBezTo>
                        <a:pt x="0" y="695"/>
                        <a:pt x="27" y="2942"/>
                        <a:pt x="1787" y="5628"/>
                      </a:cubicBezTo>
                      <a:cubicBezTo>
                        <a:pt x="2011" y="5963"/>
                        <a:pt x="2376" y="6137"/>
                        <a:pt x="2811" y="6137"/>
                      </a:cubicBezTo>
                      <a:cubicBezTo>
                        <a:pt x="3144" y="6137"/>
                        <a:pt x="3519" y="6034"/>
                        <a:pt x="3902" y="5823"/>
                      </a:cubicBezTo>
                      <a:lnTo>
                        <a:pt x="5313" y="4835"/>
                      </a:lnTo>
                      <a:lnTo>
                        <a:pt x="4473" y="3603"/>
                      </a:lnTo>
                      <a:lnTo>
                        <a:pt x="3638" y="4195"/>
                      </a:lnTo>
                      <a:lnTo>
                        <a:pt x="2073" y="848"/>
                      </a:lnTo>
                      <a:cubicBezTo>
                        <a:pt x="2073" y="848"/>
                        <a:pt x="1777" y="1"/>
                        <a:pt x="123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55"/>
                <p:cNvSpPr/>
                <p:nvPr/>
              </p:nvSpPr>
              <p:spPr>
                <a:xfrm>
                  <a:off x="-51044" y="2000872"/>
                  <a:ext cx="150342" cy="237719"/>
                </a:xfrm>
                <a:custGeom>
                  <a:avLst/>
                  <a:gdLst/>
                  <a:ahLst/>
                  <a:cxnLst/>
                  <a:rect l="l" t="t" r="r" b="b"/>
                  <a:pathLst>
                    <a:path w="1127" h="1782" extrusionOk="0">
                      <a:moveTo>
                        <a:pt x="181" y="0"/>
                      </a:moveTo>
                      <a:lnTo>
                        <a:pt x="1" y="1036"/>
                      </a:lnTo>
                      <a:lnTo>
                        <a:pt x="334" y="1433"/>
                      </a:lnTo>
                      <a:cubicBezTo>
                        <a:pt x="581" y="1700"/>
                        <a:pt x="741" y="1782"/>
                        <a:pt x="851" y="1782"/>
                      </a:cubicBezTo>
                      <a:cubicBezTo>
                        <a:pt x="1005" y="1782"/>
                        <a:pt x="1062" y="1623"/>
                        <a:pt x="1127" y="1586"/>
                      </a:cubicBezTo>
                      <a:lnTo>
                        <a:pt x="1058" y="418"/>
                      </a:lnTo>
                      <a:lnTo>
                        <a:pt x="508" y="196"/>
                      </a:lnTo>
                      <a:lnTo>
                        <a:pt x="181" y="0"/>
                      </a:ln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55"/>
                <p:cNvSpPr/>
                <p:nvPr/>
              </p:nvSpPr>
              <p:spPr>
                <a:xfrm>
                  <a:off x="-3552" y="2026886"/>
                  <a:ext cx="100050" cy="115258"/>
                </a:xfrm>
                <a:custGeom>
                  <a:avLst/>
                  <a:gdLst/>
                  <a:ahLst/>
                  <a:cxnLst/>
                  <a:rect l="l" t="t" r="r" b="b"/>
                  <a:pathLst>
                    <a:path w="750" h="864" extrusionOk="0">
                      <a:moveTo>
                        <a:pt x="152" y="1"/>
                      </a:moveTo>
                      <a:lnTo>
                        <a:pt x="41" y="112"/>
                      </a:lnTo>
                      <a:cubicBezTo>
                        <a:pt x="0" y="437"/>
                        <a:pt x="438" y="863"/>
                        <a:pt x="581" y="863"/>
                      </a:cubicBezTo>
                      <a:cubicBezTo>
                        <a:pt x="585" y="863"/>
                        <a:pt x="588" y="863"/>
                        <a:pt x="591" y="862"/>
                      </a:cubicBezTo>
                      <a:cubicBezTo>
                        <a:pt x="750" y="841"/>
                        <a:pt x="702" y="313"/>
                        <a:pt x="702" y="313"/>
                      </a:cubicBezTo>
                      <a:lnTo>
                        <a:pt x="15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55"/>
                <p:cNvSpPr/>
                <p:nvPr/>
              </p:nvSpPr>
              <p:spPr>
                <a:xfrm>
                  <a:off x="-68653" y="1703645"/>
                  <a:ext cx="291479" cy="314957"/>
                </a:xfrm>
                <a:custGeom>
                  <a:avLst/>
                  <a:gdLst/>
                  <a:ahLst/>
                  <a:cxnLst/>
                  <a:rect l="l" t="t" r="r" b="b"/>
                  <a:pathLst>
                    <a:path w="2185" h="2361" extrusionOk="0">
                      <a:moveTo>
                        <a:pt x="1781" y="1"/>
                      </a:moveTo>
                      <a:cubicBezTo>
                        <a:pt x="1254" y="1"/>
                        <a:pt x="71" y="614"/>
                        <a:pt x="1" y="996"/>
                      </a:cubicBezTo>
                      <a:cubicBezTo>
                        <a:pt x="1" y="996"/>
                        <a:pt x="48" y="1943"/>
                        <a:pt x="202" y="2027"/>
                      </a:cubicBezTo>
                      <a:lnTo>
                        <a:pt x="334" y="2360"/>
                      </a:lnTo>
                      <a:cubicBezTo>
                        <a:pt x="334" y="2360"/>
                        <a:pt x="267" y="2049"/>
                        <a:pt x="320" y="2049"/>
                      </a:cubicBezTo>
                      <a:cubicBezTo>
                        <a:pt x="328" y="2049"/>
                        <a:pt x="340" y="2057"/>
                        <a:pt x="355" y="2075"/>
                      </a:cubicBezTo>
                      <a:lnTo>
                        <a:pt x="598" y="1150"/>
                      </a:lnTo>
                      <a:cubicBezTo>
                        <a:pt x="598" y="1150"/>
                        <a:pt x="751" y="1324"/>
                        <a:pt x="905" y="1414"/>
                      </a:cubicBezTo>
                      <a:cubicBezTo>
                        <a:pt x="975" y="1465"/>
                        <a:pt x="1088" y="1482"/>
                        <a:pt x="1198" y="1482"/>
                      </a:cubicBezTo>
                      <a:cubicBezTo>
                        <a:pt x="1327" y="1482"/>
                        <a:pt x="1454" y="1458"/>
                        <a:pt x="1502" y="1435"/>
                      </a:cubicBezTo>
                      <a:cubicBezTo>
                        <a:pt x="1608" y="1393"/>
                        <a:pt x="1566" y="949"/>
                        <a:pt x="1566" y="949"/>
                      </a:cubicBezTo>
                      <a:cubicBezTo>
                        <a:pt x="1566" y="949"/>
                        <a:pt x="2052" y="663"/>
                        <a:pt x="1983" y="552"/>
                      </a:cubicBezTo>
                      <a:cubicBezTo>
                        <a:pt x="1951" y="452"/>
                        <a:pt x="1892" y="440"/>
                        <a:pt x="1865" y="440"/>
                      </a:cubicBezTo>
                      <a:cubicBezTo>
                        <a:pt x="1856" y="440"/>
                        <a:pt x="1851" y="441"/>
                        <a:pt x="1851" y="441"/>
                      </a:cubicBezTo>
                      <a:cubicBezTo>
                        <a:pt x="1851" y="441"/>
                        <a:pt x="2184" y="245"/>
                        <a:pt x="2031" y="156"/>
                      </a:cubicBezTo>
                      <a:cubicBezTo>
                        <a:pt x="2021" y="47"/>
                        <a:pt x="1925" y="1"/>
                        <a:pt x="17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55"/>
                <p:cNvSpPr/>
                <p:nvPr/>
              </p:nvSpPr>
              <p:spPr>
                <a:xfrm>
                  <a:off x="-71455" y="1830113"/>
                  <a:ext cx="235051" cy="267467"/>
                </a:xfrm>
                <a:custGeom>
                  <a:avLst/>
                  <a:gdLst/>
                  <a:ahLst/>
                  <a:cxnLst/>
                  <a:rect l="l" t="t" r="r" b="b"/>
                  <a:pathLst>
                    <a:path w="1762" h="2005" extrusionOk="0">
                      <a:moveTo>
                        <a:pt x="1566" y="1"/>
                      </a:moveTo>
                      <a:cubicBezTo>
                        <a:pt x="1497" y="69"/>
                        <a:pt x="1232" y="48"/>
                        <a:pt x="968" y="91"/>
                      </a:cubicBezTo>
                      <a:cubicBezTo>
                        <a:pt x="926" y="91"/>
                        <a:pt x="598" y="91"/>
                        <a:pt x="572" y="154"/>
                      </a:cubicBezTo>
                      <a:cubicBezTo>
                        <a:pt x="529" y="334"/>
                        <a:pt x="376" y="862"/>
                        <a:pt x="334" y="1016"/>
                      </a:cubicBezTo>
                      <a:cubicBezTo>
                        <a:pt x="307" y="1037"/>
                        <a:pt x="286" y="1037"/>
                        <a:pt x="265" y="1037"/>
                      </a:cubicBezTo>
                      <a:cubicBezTo>
                        <a:pt x="234" y="1006"/>
                        <a:pt x="188" y="975"/>
                        <a:pt x="145" y="975"/>
                      </a:cubicBezTo>
                      <a:cubicBezTo>
                        <a:pt x="99" y="975"/>
                        <a:pt x="57" y="1012"/>
                        <a:pt x="43" y="1127"/>
                      </a:cubicBezTo>
                      <a:cubicBezTo>
                        <a:pt x="1" y="1455"/>
                        <a:pt x="334" y="1391"/>
                        <a:pt x="376" y="1433"/>
                      </a:cubicBezTo>
                      <a:cubicBezTo>
                        <a:pt x="418" y="1523"/>
                        <a:pt x="619" y="1809"/>
                        <a:pt x="883" y="1920"/>
                      </a:cubicBezTo>
                      <a:cubicBezTo>
                        <a:pt x="987" y="1957"/>
                        <a:pt x="1146" y="2004"/>
                        <a:pt x="1299" y="2004"/>
                      </a:cubicBezTo>
                      <a:cubicBezTo>
                        <a:pt x="1405" y="2004"/>
                        <a:pt x="1507" y="1982"/>
                        <a:pt x="1587" y="1920"/>
                      </a:cubicBezTo>
                      <a:cubicBezTo>
                        <a:pt x="1719" y="1809"/>
                        <a:pt x="1761" y="1391"/>
                        <a:pt x="1587" y="1"/>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55"/>
                <p:cNvSpPr/>
                <p:nvPr/>
              </p:nvSpPr>
              <p:spPr>
                <a:xfrm>
                  <a:off x="-53845" y="1971256"/>
                  <a:ext cx="29748" cy="24012"/>
                </a:xfrm>
                <a:custGeom>
                  <a:avLst/>
                  <a:gdLst/>
                  <a:ahLst/>
                  <a:cxnLst/>
                  <a:rect l="l" t="t" r="r" b="b"/>
                  <a:pathLst>
                    <a:path w="223" h="180" extrusionOk="0">
                      <a:moveTo>
                        <a:pt x="1" y="0"/>
                      </a:moveTo>
                      <a:lnTo>
                        <a:pt x="1" y="48"/>
                      </a:lnTo>
                      <a:cubicBezTo>
                        <a:pt x="13" y="40"/>
                        <a:pt x="27" y="37"/>
                        <a:pt x="40" y="37"/>
                      </a:cubicBezTo>
                      <a:cubicBezTo>
                        <a:pt x="71" y="37"/>
                        <a:pt x="103" y="54"/>
                        <a:pt x="133" y="69"/>
                      </a:cubicBezTo>
                      <a:cubicBezTo>
                        <a:pt x="154" y="111"/>
                        <a:pt x="175" y="153"/>
                        <a:pt x="175" y="180"/>
                      </a:cubicBezTo>
                      <a:lnTo>
                        <a:pt x="223" y="180"/>
                      </a:lnTo>
                      <a:cubicBezTo>
                        <a:pt x="223" y="132"/>
                        <a:pt x="202" y="90"/>
                        <a:pt x="154" y="48"/>
                      </a:cubicBezTo>
                      <a:cubicBezTo>
                        <a:pt x="112" y="21"/>
                        <a:pt x="43"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55"/>
                <p:cNvSpPr/>
                <p:nvPr/>
              </p:nvSpPr>
              <p:spPr>
                <a:xfrm>
                  <a:off x="51944" y="2026886"/>
                  <a:ext cx="91112" cy="33083"/>
                </a:xfrm>
                <a:custGeom>
                  <a:avLst/>
                  <a:gdLst/>
                  <a:ahLst/>
                  <a:cxnLst/>
                  <a:rect l="l" t="t" r="r" b="b"/>
                  <a:pathLst>
                    <a:path w="683" h="248" extrusionOk="0">
                      <a:moveTo>
                        <a:pt x="1" y="1"/>
                      </a:moveTo>
                      <a:lnTo>
                        <a:pt x="1" y="1"/>
                      </a:lnTo>
                      <a:cubicBezTo>
                        <a:pt x="43" y="133"/>
                        <a:pt x="175" y="244"/>
                        <a:pt x="307" y="244"/>
                      </a:cubicBezTo>
                      <a:cubicBezTo>
                        <a:pt x="328" y="247"/>
                        <a:pt x="348" y="248"/>
                        <a:pt x="367" y="248"/>
                      </a:cubicBezTo>
                      <a:cubicBezTo>
                        <a:pt x="499" y="248"/>
                        <a:pt x="609" y="187"/>
                        <a:pt x="683" y="91"/>
                      </a:cubicBez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55"/>
                <p:cNvSpPr/>
                <p:nvPr/>
              </p:nvSpPr>
              <p:spPr>
                <a:xfrm>
                  <a:off x="-48109" y="2376807"/>
                  <a:ext cx="182758" cy="397132"/>
                </a:xfrm>
                <a:custGeom>
                  <a:avLst/>
                  <a:gdLst/>
                  <a:ahLst/>
                  <a:cxnLst/>
                  <a:rect l="l" t="t" r="r" b="b"/>
                  <a:pathLst>
                    <a:path w="1370" h="2977" extrusionOk="0">
                      <a:moveTo>
                        <a:pt x="0" y="0"/>
                      </a:moveTo>
                      <a:cubicBezTo>
                        <a:pt x="90" y="508"/>
                        <a:pt x="1168" y="2358"/>
                        <a:pt x="1322" y="2977"/>
                      </a:cubicBezTo>
                      <a:lnTo>
                        <a:pt x="1369" y="2977"/>
                      </a:lnTo>
                      <a:cubicBezTo>
                        <a:pt x="1258" y="2316"/>
                        <a:pt x="132" y="508"/>
                        <a:pt x="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55"/>
                <p:cNvSpPr/>
                <p:nvPr/>
              </p:nvSpPr>
              <p:spPr>
                <a:xfrm>
                  <a:off x="-306245" y="2585453"/>
                  <a:ext cx="208771" cy="385259"/>
                </a:xfrm>
                <a:custGeom>
                  <a:avLst/>
                  <a:gdLst/>
                  <a:ahLst/>
                  <a:cxnLst/>
                  <a:rect l="l" t="t" r="r" b="b"/>
                  <a:pathLst>
                    <a:path w="1565" h="2888" extrusionOk="0">
                      <a:moveTo>
                        <a:pt x="42" y="1"/>
                      </a:moveTo>
                      <a:lnTo>
                        <a:pt x="0" y="22"/>
                      </a:lnTo>
                      <a:cubicBezTo>
                        <a:pt x="349" y="398"/>
                        <a:pt x="1079" y="2401"/>
                        <a:pt x="1539" y="2888"/>
                      </a:cubicBezTo>
                      <a:lnTo>
                        <a:pt x="1565" y="2867"/>
                      </a:lnTo>
                      <a:cubicBezTo>
                        <a:pt x="1168" y="2380"/>
                        <a:pt x="375" y="376"/>
                        <a:pt x="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55"/>
                <p:cNvSpPr/>
                <p:nvPr/>
              </p:nvSpPr>
              <p:spPr>
                <a:xfrm>
                  <a:off x="-24230" y="2376807"/>
                  <a:ext cx="23478" cy="64966"/>
                </a:xfrm>
                <a:custGeom>
                  <a:avLst/>
                  <a:gdLst/>
                  <a:ahLst/>
                  <a:cxnLst/>
                  <a:rect l="l" t="t" r="r" b="b"/>
                  <a:pathLst>
                    <a:path w="176" h="487" extrusionOk="0">
                      <a:moveTo>
                        <a:pt x="133" y="0"/>
                      </a:moveTo>
                      <a:cubicBezTo>
                        <a:pt x="64" y="153"/>
                        <a:pt x="22" y="312"/>
                        <a:pt x="1" y="465"/>
                      </a:cubicBezTo>
                      <a:lnTo>
                        <a:pt x="43" y="486"/>
                      </a:lnTo>
                      <a:cubicBezTo>
                        <a:pt x="64" y="312"/>
                        <a:pt x="112" y="153"/>
                        <a:pt x="175" y="21"/>
                      </a:cubicBez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088" name="Google Shape;2088;p55"/>
          <p:cNvGrpSpPr/>
          <p:nvPr/>
        </p:nvGrpSpPr>
        <p:grpSpPr>
          <a:xfrm>
            <a:off x="8004015" y="3168825"/>
            <a:ext cx="360758" cy="258297"/>
            <a:chOff x="4992850" y="4345375"/>
            <a:chExt cx="607336" cy="638400"/>
          </a:xfrm>
        </p:grpSpPr>
        <p:sp>
          <p:nvSpPr>
            <p:cNvPr id="2089" name="Google Shape;2089;p55"/>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55"/>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91" name="Google Shape;2091;p55"/>
          <p:cNvSpPr/>
          <p:nvPr/>
        </p:nvSpPr>
        <p:spPr>
          <a:xfrm>
            <a:off x="7714825" y="410350"/>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92" name="Google Shape;2092;p55"/>
          <p:cNvGrpSpPr/>
          <p:nvPr/>
        </p:nvGrpSpPr>
        <p:grpSpPr>
          <a:xfrm>
            <a:off x="5626211" y="2413150"/>
            <a:ext cx="545750" cy="632756"/>
            <a:chOff x="3479225" y="2442689"/>
            <a:chExt cx="179293" cy="207877"/>
          </a:xfrm>
        </p:grpSpPr>
        <p:sp>
          <p:nvSpPr>
            <p:cNvPr id="2093" name="Google Shape;2093;p55"/>
            <p:cNvSpPr/>
            <p:nvPr/>
          </p:nvSpPr>
          <p:spPr>
            <a:xfrm>
              <a:off x="3479225" y="2485481"/>
              <a:ext cx="21327" cy="165082"/>
            </a:xfrm>
            <a:custGeom>
              <a:avLst/>
              <a:gdLst/>
              <a:ahLst/>
              <a:cxnLst/>
              <a:rect l="l" t="t" r="r" b="b"/>
              <a:pathLst>
                <a:path w="617" h="4776" extrusionOk="0">
                  <a:moveTo>
                    <a:pt x="1" y="0"/>
                  </a:moveTo>
                  <a:lnTo>
                    <a:pt x="1" y="4775"/>
                  </a:lnTo>
                  <a:lnTo>
                    <a:pt x="616" y="4775"/>
                  </a:lnTo>
                  <a:lnTo>
                    <a:pt x="61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55"/>
            <p:cNvSpPr/>
            <p:nvPr/>
          </p:nvSpPr>
          <p:spPr>
            <a:xfrm>
              <a:off x="3518838" y="2552712"/>
              <a:ext cx="21569" cy="97854"/>
            </a:xfrm>
            <a:custGeom>
              <a:avLst/>
              <a:gdLst/>
              <a:ahLst/>
              <a:cxnLst/>
              <a:rect l="l" t="t" r="r" b="b"/>
              <a:pathLst>
                <a:path w="624" h="2831" extrusionOk="0">
                  <a:moveTo>
                    <a:pt x="1" y="1"/>
                  </a:moveTo>
                  <a:lnTo>
                    <a:pt x="1" y="2830"/>
                  </a:lnTo>
                  <a:lnTo>
                    <a:pt x="623" y="2830"/>
                  </a:lnTo>
                  <a:lnTo>
                    <a:pt x="62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55"/>
            <p:cNvSpPr/>
            <p:nvPr/>
          </p:nvSpPr>
          <p:spPr>
            <a:xfrm>
              <a:off x="3558727" y="2499895"/>
              <a:ext cx="20324" cy="150669"/>
            </a:xfrm>
            <a:custGeom>
              <a:avLst/>
              <a:gdLst/>
              <a:ahLst/>
              <a:cxnLst/>
              <a:rect l="l" t="t" r="r" b="b"/>
              <a:pathLst>
                <a:path w="588" h="4359" extrusionOk="0">
                  <a:moveTo>
                    <a:pt x="0" y="1"/>
                  </a:moveTo>
                  <a:lnTo>
                    <a:pt x="0" y="4358"/>
                  </a:lnTo>
                  <a:lnTo>
                    <a:pt x="587" y="4358"/>
                  </a:lnTo>
                  <a:lnTo>
                    <a:pt x="5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55"/>
            <p:cNvSpPr/>
            <p:nvPr/>
          </p:nvSpPr>
          <p:spPr>
            <a:xfrm>
              <a:off x="3598339" y="2442689"/>
              <a:ext cx="20324" cy="207874"/>
            </a:xfrm>
            <a:custGeom>
              <a:avLst/>
              <a:gdLst/>
              <a:ahLst/>
              <a:cxnLst/>
              <a:rect l="l" t="t" r="r" b="b"/>
              <a:pathLst>
                <a:path w="588" h="6014" extrusionOk="0">
                  <a:moveTo>
                    <a:pt x="0" y="0"/>
                  </a:moveTo>
                  <a:lnTo>
                    <a:pt x="0" y="6013"/>
                  </a:lnTo>
                  <a:lnTo>
                    <a:pt x="587" y="6013"/>
                  </a:lnTo>
                  <a:lnTo>
                    <a:pt x="58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55"/>
            <p:cNvSpPr/>
            <p:nvPr/>
          </p:nvSpPr>
          <p:spPr>
            <a:xfrm>
              <a:off x="3638194" y="2537538"/>
              <a:ext cx="20324" cy="113028"/>
            </a:xfrm>
            <a:custGeom>
              <a:avLst/>
              <a:gdLst/>
              <a:ahLst/>
              <a:cxnLst/>
              <a:rect l="l" t="t" r="r" b="b"/>
              <a:pathLst>
                <a:path w="588" h="3270" extrusionOk="0">
                  <a:moveTo>
                    <a:pt x="0" y="1"/>
                  </a:moveTo>
                  <a:lnTo>
                    <a:pt x="0" y="3269"/>
                  </a:lnTo>
                  <a:lnTo>
                    <a:pt x="587" y="3269"/>
                  </a:lnTo>
                  <a:lnTo>
                    <a:pt x="5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98" name="Google Shape;2098;p55"/>
          <p:cNvGrpSpPr/>
          <p:nvPr/>
        </p:nvGrpSpPr>
        <p:grpSpPr>
          <a:xfrm>
            <a:off x="6820880" y="1304435"/>
            <a:ext cx="957285" cy="300300"/>
            <a:chOff x="3583454" y="2026924"/>
            <a:chExt cx="430899" cy="135173"/>
          </a:xfrm>
        </p:grpSpPr>
        <p:sp>
          <p:nvSpPr>
            <p:cNvPr id="2099" name="Google Shape;2099;p55"/>
            <p:cNvSpPr/>
            <p:nvPr/>
          </p:nvSpPr>
          <p:spPr>
            <a:xfrm>
              <a:off x="3754867" y="2128093"/>
              <a:ext cx="32109" cy="30891"/>
            </a:xfrm>
            <a:custGeom>
              <a:avLst/>
              <a:gdLst/>
              <a:ahLst/>
              <a:cxnLst/>
              <a:rect l="l" t="t" r="r" b="b"/>
              <a:pathLst>
                <a:path w="949" h="913" extrusionOk="0">
                  <a:moveTo>
                    <a:pt x="0" y="0"/>
                  </a:moveTo>
                  <a:lnTo>
                    <a:pt x="0" y="913"/>
                  </a:lnTo>
                  <a:lnTo>
                    <a:pt x="948" y="913"/>
                  </a:lnTo>
                  <a:lnTo>
                    <a:pt x="9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55"/>
            <p:cNvSpPr/>
            <p:nvPr/>
          </p:nvSpPr>
          <p:spPr>
            <a:xfrm>
              <a:off x="3801763" y="2125217"/>
              <a:ext cx="58941" cy="33767"/>
            </a:xfrm>
            <a:custGeom>
              <a:avLst/>
              <a:gdLst/>
              <a:ahLst/>
              <a:cxnLst/>
              <a:rect l="l" t="t" r="r" b="b"/>
              <a:pathLst>
                <a:path w="1742" h="998" extrusionOk="0">
                  <a:moveTo>
                    <a:pt x="913" y="205"/>
                  </a:moveTo>
                  <a:lnTo>
                    <a:pt x="1444" y="885"/>
                  </a:lnTo>
                  <a:lnTo>
                    <a:pt x="326" y="885"/>
                  </a:lnTo>
                  <a:lnTo>
                    <a:pt x="913" y="205"/>
                  </a:lnTo>
                  <a:close/>
                  <a:moveTo>
                    <a:pt x="913" y="0"/>
                  </a:moveTo>
                  <a:lnTo>
                    <a:pt x="1" y="998"/>
                  </a:lnTo>
                  <a:lnTo>
                    <a:pt x="1741" y="998"/>
                  </a:lnTo>
                  <a:lnTo>
                    <a:pt x="9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55"/>
            <p:cNvSpPr/>
            <p:nvPr/>
          </p:nvSpPr>
          <p:spPr>
            <a:xfrm>
              <a:off x="3871668" y="2125217"/>
              <a:ext cx="34985" cy="35933"/>
            </a:xfrm>
            <a:custGeom>
              <a:avLst/>
              <a:gdLst/>
              <a:ahLst/>
              <a:cxnLst/>
              <a:rect l="l" t="t" r="r" b="b"/>
              <a:pathLst>
                <a:path w="1034" h="1062" extrusionOk="0">
                  <a:moveTo>
                    <a:pt x="941" y="0"/>
                  </a:moveTo>
                  <a:lnTo>
                    <a:pt x="0" y="969"/>
                  </a:lnTo>
                  <a:lnTo>
                    <a:pt x="85" y="1061"/>
                  </a:lnTo>
                  <a:lnTo>
                    <a:pt x="1033" y="85"/>
                  </a:lnTo>
                  <a:lnTo>
                    <a:pt x="9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55"/>
            <p:cNvSpPr/>
            <p:nvPr/>
          </p:nvSpPr>
          <p:spPr>
            <a:xfrm>
              <a:off x="3889635" y="2125217"/>
              <a:ext cx="35933" cy="35933"/>
            </a:xfrm>
            <a:custGeom>
              <a:avLst/>
              <a:gdLst/>
              <a:ahLst/>
              <a:cxnLst/>
              <a:rect l="l" t="t" r="r" b="b"/>
              <a:pathLst>
                <a:path w="1062" h="1062" extrusionOk="0">
                  <a:moveTo>
                    <a:pt x="941" y="0"/>
                  </a:moveTo>
                  <a:lnTo>
                    <a:pt x="0" y="969"/>
                  </a:lnTo>
                  <a:lnTo>
                    <a:pt x="120" y="1061"/>
                  </a:lnTo>
                  <a:lnTo>
                    <a:pt x="1061" y="85"/>
                  </a:lnTo>
                  <a:lnTo>
                    <a:pt x="9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55"/>
            <p:cNvSpPr/>
            <p:nvPr/>
          </p:nvSpPr>
          <p:spPr>
            <a:xfrm>
              <a:off x="3937479" y="2123052"/>
              <a:ext cx="10117" cy="34985"/>
            </a:xfrm>
            <a:custGeom>
              <a:avLst/>
              <a:gdLst/>
              <a:ahLst/>
              <a:cxnLst/>
              <a:rect l="l" t="t" r="r" b="b"/>
              <a:pathLst>
                <a:path w="299" h="1034" extrusionOk="0">
                  <a:moveTo>
                    <a:pt x="1" y="1"/>
                  </a:moveTo>
                  <a:lnTo>
                    <a:pt x="1" y="93"/>
                  </a:lnTo>
                  <a:lnTo>
                    <a:pt x="29" y="93"/>
                  </a:lnTo>
                  <a:cubicBezTo>
                    <a:pt x="86" y="93"/>
                    <a:pt x="121" y="121"/>
                    <a:pt x="121" y="177"/>
                  </a:cubicBezTo>
                  <a:lnTo>
                    <a:pt x="121" y="418"/>
                  </a:lnTo>
                  <a:cubicBezTo>
                    <a:pt x="121" y="503"/>
                    <a:pt x="149" y="503"/>
                    <a:pt x="178" y="531"/>
                  </a:cubicBezTo>
                  <a:cubicBezTo>
                    <a:pt x="149" y="531"/>
                    <a:pt x="121" y="559"/>
                    <a:pt x="121" y="623"/>
                  </a:cubicBezTo>
                  <a:lnTo>
                    <a:pt x="121" y="857"/>
                  </a:lnTo>
                  <a:cubicBezTo>
                    <a:pt x="121" y="913"/>
                    <a:pt x="86" y="949"/>
                    <a:pt x="29" y="949"/>
                  </a:cubicBezTo>
                  <a:lnTo>
                    <a:pt x="1" y="949"/>
                  </a:lnTo>
                  <a:lnTo>
                    <a:pt x="1" y="1033"/>
                  </a:lnTo>
                  <a:lnTo>
                    <a:pt x="58" y="1033"/>
                  </a:lnTo>
                  <a:cubicBezTo>
                    <a:pt x="178" y="1033"/>
                    <a:pt x="234" y="977"/>
                    <a:pt x="234" y="885"/>
                  </a:cubicBezTo>
                  <a:lnTo>
                    <a:pt x="234" y="623"/>
                  </a:lnTo>
                  <a:cubicBezTo>
                    <a:pt x="234" y="595"/>
                    <a:pt x="234" y="559"/>
                    <a:pt x="263" y="559"/>
                  </a:cubicBezTo>
                  <a:lnTo>
                    <a:pt x="298" y="559"/>
                  </a:lnTo>
                  <a:lnTo>
                    <a:pt x="298" y="475"/>
                  </a:lnTo>
                  <a:lnTo>
                    <a:pt x="263" y="475"/>
                  </a:lnTo>
                  <a:cubicBezTo>
                    <a:pt x="234" y="475"/>
                    <a:pt x="234" y="475"/>
                    <a:pt x="234" y="418"/>
                  </a:cubicBezTo>
                  <a:lnTo>
                    <a:pt x="234" y="177"/>
                  </a:lnTo>
                  <a:cubicBezTo>
                    <a:pt x="234" y="64"/>
                    <a:pt x="178" y="1"/>
                    <a:pt x="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55"/>
            <p:cNvSpPr/>
            <p:nvPr/>
          </p:nvSpPr>
          <p:spPr>
            <a:xfrm>
              <a:off x="3959506" y="2123052"/>
              <a:ext cx="24936" cy="39046"/>
            </a:xfrm>
            <a:custGeom>
              <a:avLst/>
              <a:gdLst/>
              <a:ahLst/>
              <a:cxnLst/>
              <a:rect l="l" t="t" r="r" b="b"/>
              <a:pathLst>
                <a:path w="737" h="1154" extrusionOk="0">
                  <a:moveTo>
                    <a:pt x="354" y="149"/>
                  </a:moveTo>
                  <a:cubicBezTo>
                    <a:pt x="468" y="149"/>
                    <a:pt x="588" y="326"/>
                    <a:pt x="588" y="559"/>
                  </a:cubicBezTo>
                  <a:cubicBezTo>
                    <a:pt x="588" y="828"/>
                    <a:pt x="468" y="1005"/>
                    <a:pt x="354" y="1005"/>
                  </a:cubicBezTo>
                  <a:cubicBezTo>
                    <a:pt x="263" y="1005"/>
                    <a:pt x="142" y="828"/>
                    <a:pt x="142" y="559"/>
                  </a:cubicBezTo>
                  <a:cubicBezTo>
                    <a:pt x="142" y="326"/>
                    <a:pt x="263" y="149"/>
                    <a:pt x="354" y="149"/>
                  </a:cubicBezTo>
                  <a:close/>
                  <a:moveTo>
                    <a:pt x="354" y="1"/>
                  </a:moveTo>
                  <a:cubicBezTo>
                    <a:pt x="142" y="1"/>
                    <a:pt x="1" y="269"/>
                    <a:pt x="1" y="559"/>
                  </a:cubicBezTo>
                  <a:cubicBezTo>
                    <a:pt x="1" y="885"/>
                    <a:pt x="142" y="1154"/>
                    <a:pt x="354" y="1154"/>
                  </a:cubicBezTo>
                  <a:cubicBezTo>
                    <a:pt x="560" y="1154"/>
                    <a:pt x="737" y="885"/>
                    <a:pt x="737" y="559"/>
                  </a:cubicBezTo>
                  <a:cubicBezTo>
                    <a:pt x="737" y="269"/>
                    <a:pt x="560" y="1"/>
                    <a:pt x="3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55"/>
            <p:cNvSpPr/>
            <p:nvPr/>
          </p:nvSpPr>
          <p:spPr>
            <a:xfrm>
              <a:off x="3989451" y="2123052"/>
              <a:ext cx="24903" cy="39046"/>
            </a:xfrm>
            <a:custGeom>
              <a:avLst/>
              <a:gdLst/>
              <a:ahLst/>
              <a:cxnLst/>
              <a:rect l="l" t="t" r="r" b="b"/>
              <a:pathLst>
                <a:path w="736" h="1154" extrusionOk="0">
                  <a:moveTo>
                    <a:pt x="354" y="149"/>
                  </a:moveTo>
                  <a:cubicBezTo>
                    <a:pt x="467" y="149"/>
                    <a:pt x="587" y="326"/>
                    <a:pt x="587" y="559"/>
                  </a:cubicBezTo>
                  <a:cubicBezTo>
                    <a:pt x="587" y="828"/>
                    <a:pt x="467" y="1005"/>
                    <a:pt x="354" y="1005"/>
                  </a:cubicBezTo>
                  <a:cubicBezTo>
                    <a:pt x="262" y="1005"/>
                    <a:pt x="142" y="828"/>
                    <a:pt x="142" y="559"/>
                  </a:cubicBezTo>
                  <a:cubicBezTo>
                    <a:pt x="142" y="326"/>
                    <a:pt x="262" y="149"/>
                    <a:pt x="354" y="149"/>
                  </a:cubicBezTo>
                  <a:close/>
                  <a:moveTo>
                    <a:pt x="354" y="1"/>
                  </a:moveTo>
                  <a:cubicBezTo>
                    <a:pt x="142" y="1"/>
                    <a:pt x="0" y="269"/>
                    <a:pt x="0" y="559"/>
                  </a:cubicBezTo>
                  <a:cubicBezTo>
                    <a:pt x="0" y="885"/>
                    <a:pt x="142" y="1154"/>
                    <a:pt x="354" y="1154"/>
                  </a:cubicBezTo>
                  <a:cubicBezTo>
                    <a:pt x="559" y="1154"/>
                    <a:pt x="736" y="885"/>
                    <a:pt x="736" y="559"/>
                  </a:cubicBezTo>
                  <a:cubicBezTo>
                    <a:pt x="736" y="269"/>
                    <a:pt x="559" y="1"/>
                    <a:pt x="3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55"/>
            <p:cNvSpPr/>
            <p:nvPr/>
          </p:nvSpPr>
          <p:spPr>
            <a:xfrm>
              <a:off x="3656235" y="2034537"/>
              <a:ext cx="24936" cy="40670"/>
            </a:xfrm>
            <a:custGeom>
              <a:avLst/>
              <a:gdLst/>
              <a:ahLst/>
              <a:cxnLst/>
              <a:rect l="l" t="t" r="r" b="b"/>
              <a:pathLst>
                <a:path w="737" h="1202" extrusionOk="0">
                  <a:moveTo>
                    <a:pt x="72" y="1"/>
                  </a:moveTo>
                  <a:cubicBezTo>
                    <a:pt x="57" y="1"/>
                    <a:pt x="43" y="10"/>
                    <a:pt x="29" y="27"/>
                  </a:cubicBezTo>
                  <a:cubicBezTo>
                    <a:pt x="1" y="56"/>
                    <a:pt x="1" y="84"/>
                    <a:pt x="29" y="112"/>
                  </a:cubicBezTo>
                  <a:lnTo>
                    <a:pt x="588" y="699"/>
                  </a:lnTo>
                  <a:lnTo>
                    <a:pt x="29" y="1088"/>
                  </a:lnTo>
                  <a:cubicBezTo>
                    <a:pt x="1" y="1117"/>
                    <a:pt x="1" y="1145"/>
                    <a:pt x="29" y="1173"/>
                  </a:cubicBezTo>
                  <a:lnTo>
                    <a:pt x="57" y="1202"/>
                  </a:lnTo>
                  <a:cubicBezTo>
                    <a:pt x="85" y="1202"/>
                    <a:pt x="85" y="1202"/>
                    <a:pt x="85" y="1173"/>
                  </a:cubicBezTo>
                  <a:lnTo>
                    <a:pt x="708" y="763"/>
                  </a:lnTo>
                  <a:cubicBezTo>
                    <a:pt x="708" y="735"/>
                    <a:pt x="736" y="735"/>
                    <a:pt x="736" y="699"/>
                  </a:cubicBezTo>
                  <a:cubicBezTo>
                    <a:pt x="736" y="699"/>
                    <a:pt x="736" y="671"/>
                    <a:pt x="708" y="671"/>
                  </a:cubicBezTo>
                  <a:lnTo>
                    <a:pt x="121" y="27"/>
                  </a:lnTo>
                  <a:cubicBezTo>
                    <a:pt x="103" y="10"/>
                    <a:pt x="87" y="1"/>
                    <a:pt x="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55"/>
            <p:cNvSpPr/>
            <p:nvPr/>
          </p:nvSpPr>
          <p:spPr>
            <a:xfrm>
              <a:off x="3673221" y="2034537"/>
              <a:ext cx="24936" cy="40670"/>
            </a:xfrm>
            <a:custGeom>
              <a:avLst/>
              <a:gdLst/>
              <a:ahLst/>
              <a:cxnLst/>
              <a:rect l="l" t="t" r="r" b="b"/>
              <a:pathLst>
                <a:path w="737" h="1202" extrusionOk="0">
                  <a:moveTo>
                    <a:pt x="72" y="1"/>
                  </a:moveTo>
                  <a:cubicBezTo>
                    <a:pt x="57" y="1"/>
                    <a:pt x="43" y="10"/>
                    <a:pt x="29" y="27"/>
                  </a:cubicBezTo>
                  <a:cubicBezTo>
                    <a:pt x="1" y="56"/>
                    <a:pt x="1" y="84"/>
                    <a:pt x="29" y="112"/>
                  </a:cubicBezTo>
                  <a:lnTo>
                    <a:pt x="588" y="699"/>
                  </a:lnTo>
                  <a:lnTo>
                    <a:pt x="29" y="1088"/>
                  </a:lnTo>
                  <a:cubicBezTo>
                    <a:pt x="1" y="1117"/>
                    <a:pt x="1" y="1145"/>
                    <a:pt x="29" y="1173"/>
                  </a:cubicBezTo>
                  <a:lnTo>
                    <a:pt x="57" y="1202"/>
                  </a:lnTo>
                  <a:cubicBezTo>
                    <a:pt x="86" y="1202"/>
                    <a:pt x="86" y="1202"/>
                    <a:pt x="86" y="1173"/>
                  </a:cubicBezTo>
                  <a:lnTo>
                    <a:pt x="708" y="763"/>
                  </a:lnTo>
                  <a:cubicBezTo>
                    <a:pt x="708" y="735"/>
                    <a:pt x="737" y="735"/>
                    <a:pt x="737" y="699"/>
                  </a:cubicBezTo>
                  <a:cubicBezTo>
                    <a:pt x="737" y="699"/>
                    <a:pt x="737" y="671"/>
                    <a:pt x="708" y="671"/>
                  </a:cubicBezTo>
                  <a:lnTo>
                    <a:pt x="114" y="27"/>
                  </a:lnTo>
                  <a:cubicBezTo>
                    <a:pt x="100" y="10"/>
                    <a:pt x="86" y="1"/>
                    <a:pt x="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55"/>
            <p:cNvSpPr/>
            <p:nvPr/>
          </p:nvSpPr>
          <p:spPr>
            <a:xfrm>
              <a:off x="3706989" y="2034233"/>
              <a:ext cx="26121" cy="38098"/>
            </a:xfrm>
            <a:custGeom>
              <a:avLst/>
              <a:gdLst/>
              <a:ahLst/>
              <a:cxnLst/>
              <a:rect l="l" t="t" r="r" b="b"/>
              <a:pathLst>
                <a:path w="772" h="1126" extrusionOk="0">
                  <a:moveTo>
                    <a:pt x="389" y="121"/>
                  </a:moveTo>
                  <a:cubicBezTo>
                    <a:pt x="531" y="121"/>
                    <a:pt x="651" y="326"/>
                    <a:pt x="651" y="567"/>
                  </a:cubicBezTo>
                  <a:cubicBezTo>
                    <a:pt x="651" y="800"/>
                    <a:pt x="531" y="1006"/>
                    <a:pt x="389" y="1006"/>
                  </a:cubicBezTo>
                  <a:cubicBezTo>
                    <a:pt x="241" y="1006"/>
                    <a:pt x="121" y="800"/>
                    <a:pt x="121" y="567"/>
                  </a:cubicBezTo>
                  <a:cubicBezTo>
                    <a:pt x="121" y="326"/>
                    <a:pt x="241" y="121"/>
                    <a:pt x="389" y="121"/>
                  </a:cubicBezTo>
                  <a:close/>
                  <a:moveTo>
                    <a:pt x="389" y="1"/>
                  </a:moveTo>
                  <a:cubicBezTo>
                    <a:pt x="177" y="1"/>
                    <a:pt x="0" y="270"/>
                    <a:pt x="0" y="567"/>
                  </a:cubicBezTo>
                  <a:cubicBezTo>
                    <a:pt x="0" y="885"/>
                    <a:pt x="177" y="1126"/>
                    <a:pt x="389" y="1126"/>
                  </a:cubicBezTo>
                  <a:cubicBezTo>
                    <a:pt x="595" y="1126"/>
                    <a:pt x="771" y="885"/>
                    <a:pt x="771" y="567"/>
                  </a:cubicBezTo>
                  <a:cubicBezTo>
                    <a:pt x="771" y="270"/>
                    <a:pt x="595" y="1"/>
                    <a:pt x="3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55"/>
            <p:cNvSpPr/>
            <p:nvPr/>
          </p:nvSpPr>
          <p:spPr>
            <a:xfrm>
              <a:off x="3753885" y="2037346"/>
              <a:ext cx="4128" cy="37861"/>
            </a:xfrm>
            <a:custGeom>
              <a:avLst/>
              <a:gdLst/>
              <a:ahLst/>
              <a:cxnLst/>
              <a:rect l="l" t="t" r="r" b="b"/>
              <a:pathLst>
                <a:path w="122" h="1119" extrusionOk="0">
                  <a:moveTo>
                    <a:pt x="65" y="1"/>
                  </a:moveTo>
                  <a:cubicBezTo>
                    <a:pt x="29" y="1"/>
                    <a:pt x="1" y="29"/>
                    <a:pt x="1" y="58"/>
                  </a:cubicBezTo>
                  <a:lnTo>
                    <a:pt x="1" y="1062"/>
                  </a:lnTo>
                  <a:cubicBezTo>
                    <a:pt x="1" y="1090"/>
                    <a:pt x="29" y="1119"/>
                    <a:pt x="65" y="1119"/>
                  </a:cubicBezTo>
                  <a:cubicBezTo>
                    <a:pt x="93" y="1119"/>
                    <a:pt x="121" y="1090"/>
                    <a:pt x="121" y="1062"/>
                  </a:cubicBezTo>
                  <a:lnTo>
                    <a:pt x="121" y="58"/>
                  </a:lnTo>
                  <a:cubicBezTo>
                    <a:pt x="121" y="29"/>
                    <a:pt x="93" y="1"/>
                    <a:pt x="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55"/>
            <p:cNvSpPr/>
            <p:nvPr/>
          </p:nvSpPr>
          <p:spPr>
            <a:xfrm>
              <a:off x="3771852" y="2041440"/>
              <a:ext cx="20132" cy="31873"/>
            </a:xfrm>
            <a:custGeom>
              <a:avLst/>
              <a:gdLst/>
              <a:ahLst/>
              <a:cxnLst/>
              <a:rect l="l" t="t" r="r" b="b"/>
              <a:pathLst>
                <a:path w="595" h="942" extrusionOk="0">
                  <a:moveTo>
                    <a:pt x="0" y="0"/>
                  </a:moveTo>
                  <a:lnTo>
                    <a:pt x="0" y="941"/>
                  </a:lnTo>
                  <a:lnTo>
                    <a:pt x="595" y="941"/>
                  </a:lnTo>
                  <a:lnTo>
                    <a:pt x="5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55"/>
            <p:cNvSpPr/>
            <p:nvPr/>
          </p:nvSpPr>
          <p:spPr>
            <a:xfrm>
              <a:off x="3803929" y="2039274"/>
              <a:ext cx="32820" cy="35933"/>
            </a:xfrm>
            <a:custGeom>
              <a:avLst/>
              <a:gdLst/>
              <a:ahLst/>
              <a:cxnLst/>
              <a:rect l="l" t="t" r="r" b="b"/>
              <a:pathLst>
                <a:path w="970" h="1062" extrusionOk="0">
                  <a:moveTo>
                    <a:pt x="849" y="121"/>
                  </a:moveTo>
                  <a:lnTo>
                    <a:pt x="849" y="948"/>
                  </a:lnTo>
                  <a:lnTo>
                    <a:pt x="114" y="948"/>
                  </a:lnTo>
                  <a:lnTo>
                    <a:pt x="114" y="121"/>
                  </a:lnTo>
                  <a:close/>
                  <a:moveTo>
                    <a:pt x="57" y="1"/>
                  </a:moveTo>
                  <a:cubicBezTo>
                    <a:pt x="29" y="1"/>
                    <a:pt x="0" y="29"/>
                    <a:pt x="0" y="64"/>
                  </a:cubicBezTo>
                  <a:lnTo>
                    <a:pt x="0" y="1005"/>
                  </a:lnTo>
                  <a:cubicBezTo>
                    <a:pt x="0" y="1033"/>
                    <a:pt x="29" y="1062"/>
                    <a:pt x="57" y="1062"/>
                  </a:cubicBezTo>
                  <a:lnTo>
                    <a:pt x="913" y="1062"/>
                  </a:lnTo>
                  <a:cubicBezTo>
                    <a:pt x="941" y="1062"/>
                    <a:pt x="970" y="1033"/>
                    <a:pt x="970" y="1005"/>
                  </a:cubicBezTo>
                  <a:lnTo>
                    <a:pt x="970" y="64"/>
                  </a:lnTo>
                  <a:cubicBezTo>
                    <a:pt x="970" y="29"/>
                    <a:pt x="941" y="1"/>
                    <a:pt x="9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55"/>
            <p:cNvSpPr/>
            <p:nvPr/>
          </p:nvSpPr>
          <p:spPr>
            <a:xfrm>
              <a:off x="3847746" y="2041440"/>
              <a:ext cx="32820" cy="31873"/>
            </a:xfrm>
            <a:custGeom>
              <a:avLst/>
              <a:gdLst/>
              <a:ahLst/>
              <a:cxnLst/>
              <a:rect l="l" t="t" r="r" b="b"/>
              <a:pathLst>
                <a:path w="970" h="942" extrusionOk="0">
                  <a:moveTo>
                    <a:pt x="0" y="0"/>
                  </a:moveTo>
                  <a:lnTo>
                    <a:pt x="0" y="941"/>
                  </a:lnTo>
                  <a:lnTo>
                    <a:pt x="969" y="941"/>
                  </a:lnTo>
                  <a:lnTo>
                    <a:pt x="9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55"/>
            <p:cNvSpPr/>
            <p:nvPr/>
          </p:nvSpPr>
          <p:spPr>
            <a:xfrm>
              <a:off x="3892477" y="2026924"/>
              <a:ext cx="25173" cy="64320"/>
            </a:xfrm>
            <a:custGeom>
              <a:avLst/>
              <a:gdLst/>
              <a:ahLst/>
              <a:cxnLst/>
              <a:rect l="l" t="t" r="r" b="b"/>
              <a:pathLst>
                <a:path w="744" h="1901" extrusionOk="0">
                  <a:moveTo>
                    <a:pt x="349" y="0"/>
                  </a:moveTo>
                  <a:cubicBezTo>
                    <a:pt x="332" y="0"/>
                    <a:pt x="315" y="4"/>
                    <a:pt x="298" y="12"/>
                  </a:cubicBezTo>
                  <a:cubicBezTo>
                    <a:pt x="270" y="12"/>
                    <a:pt x="241" y="40"/>
                    <a:pt x="241" y="75"/>
                  </a:cubicBezTo>
                  <a:cubicBezTo>
                    <a:pt x="270" y="104"/>
                    <a:pt x="298" y="132"/>
                    <a:pt x="326" y="132"/>
                  </a:cubicBezTo>
                  <a:cubicBezTo>
                    <a:pt x="336" y="123"/>
                    <a:pt x="346" y="120"/>
                    <a:pt x="357" y="120"/>
                  </a:cubicBezTo>
                  <a:cubicBezTo>
                    <a:pt x="377" y="120"/>
                    <a:pt x="399" y="132"/>
                    <a:pt x="418" y="132"/>
                  </a:cubicBezTo>
                  <a:cubicBezTo>
                    <a:pt x="447" y="160"/>
                    <a:pt x="475" y="252"/>
                    <a:pt x="503" y="309"/>
                  </a:cubicBezTo>
                  <a:cubicBezTo>
                    <a:pt x="503" y="366"/>
                    <a:pt x="475" y="429"/>
                    <a:pt x="475" y="514"/>
                  </a:cubicBezTo>
                  <a:cubicBezTo>
                    <a:pt x="475" y="542"/>
                    <a:pt x="447" y="606"/>
                    <a:pt x="447" y="663"/>
                  </a:cubicBezTo>
                  <a:cubicBezTo>
                    <a:pt x="447" y="783"/>
                    <a:pt x="475" y="868"/>
                    <a:pt x="532" y="960"/>
                  </a:cubicBezTo>
                  <a:cubicBezTo>
                    <a:pt x="503" y="988"/>
                    <a:pt x="475" y="1016"/>
                    <a:pt x="447" y="1045"/>
                  </a:cubicBezTo>
                  <a:lnTo>
                    <a:pt x="447" y="1278"/>
                  </a:lnTo>
                  <a:lnTo>
                    <a:pt x="447" y="1313"/>
                  </a:lnTo>
                  <a:cubicBezTo>
                    <a:pt x="475" y="1455"/>
                    <a:pt x="447" y="1575"/>
                    <a:pt x="390" y="1667"/>
                  </a:cubicBezTo>
                  <a:cubicBezTo>
                    <a:pt x="344" y="1728"/>
                    <a:pt x="273" y="1775"/>
                    <a:pt x="202" y="1775"/>
                  </a:cubicBezTo>
                  <a:cubicBezTo>
                    <a:pt x="174" y="1775"/>
                    <a:pt x="147" y="1768"/>
                    <a:pt x="121" y="1752"/>
                  </a:cubicBezTo>
                  <a:cubicBezTo>
                    <a:pt x="107" y="1738"/>
                    <a:pt x="93" y="1731"/>
                    <a:pt x="79" y="1731"/>
                  </a:cubicBezTo>
                  <a:cubicBezTo>
                    <a:pt x="65" y="1731"/>
                    <a:pt x="50" y="1738"/>
                    <a:pt x="36" y="1752"/>
                  </a:cubicBezTo>
                  <a:cubicBezTo>
                    <a:pt x="1" y="1780"/>
                    <a:pt x="36" y="1809"/>
                    <a:pt x="65" y="1844"/>
                  </a:cubicBezTo>
                  <a:cubicBezTo>
                    <a:pt x="93" y="1872"/>
                    <a:pt x="150" y="1901"/>
                    <a:pt x="213" y="1901"/>
                  </a:cubicBezTo>
                  <a:cubicBezTo>
                    <a:pt x="326" y="1901"/>
                    <a:pt x="447" y="1809"/>
                    <a:pt x="503" y="1724"/>
                  </a:cubicBezTo>
                  <a:cubicBezTo>
                    <a:pt x="567" y="1604"/>
                    <a:pt x="595" y="1455"/>
                    <a:pt x="567" y="1278"/>
                  </a:cubicBezTo>
                  <a:lnTo>
                    <a:pt x="567" y="1250"/>
                  </a:lnTo>
                  <a:lnTo>
                    <a:pt x="567" y="1101"/>
                  </a:lnTo>
                  <a:cubicBezTo>
                    <a:pt x="567" y="1073"/>
                    <a:pt x="595" y="1045"/>
                    <a:pt x="623" y="1045"/>
                  </a:cubicBezTo>
                  <a:cubicBezTo>
                    <a:pt x="623" y="1016"/>
                    <a:pt x="652" y="1016"/>
                    <a:pt x="652" y="1016"/>
                  </a:cubicBezTo>
                  <a:cubicBezTo>
                    <a:pt x="660" y="1025"/>
                    <a:pt x="668" y="1028"/>
                    <a:pt x="677" y="1028"/>
                  </a:cubicBezTo>
                  <a:cubicBezTo>
                    <a:pt x="697" y="1028"/>
                    <a:pt x="719" y="1008"/>
                    <a:pt x="744" y="988"/>
                  </a:cubicBezTo>
                  <a:cubicBezTo>
                    <a:pt x="744" y="960"/>
                    <a:pt x="744" y="924"/>
                    <a:pt x="708" y="924"/>
                  </a:cubicBezTo>
                  <a:cubicBezTo>
                    <a:pt x="680" y="924"/>
                    <a:pt x="680" y="896"/>
                    <a:pt x="680" y="896"/>
                  </a:cubicBezTo>
                  <a:cubicBezTo>
                    <a:pt x="595" y="896"/>
                    <a:pt x="567" y="783"/>
                    <a:pt x="567" y="663"/>
                  </a:cubicBezTo>
                  <a:cubicBezTo>
                    <a:pt x="567" y="634"/>
                    <a:pt x="567" y="571"/>
                    <a:pt x="595" y="514"/>
                  </a:cubicBezTo>
                  <a:cubicBezTo>
                    <a:pt x="595" y="458"/>
                    <a:pt x="623" y="366"/>
                    <a:pt x="623" y="281"/>
                  </a:cubicBezTo>
                  <a:cubicBezTo>
                    <a:pt x="595" y="189"/>
                    <a:pt x="532" y="104"/>
                    <a:pt x="475" y="40"/>
                  </a:cubicBezTo>
                  <a:cubicBezTo>
                    <a:pt x="435" y="20"/>
                    <a:pt x="391" y="0"/>
                    <a:pt x="3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55"/>
            <p:cNvSpPr/>
            <p:nvPr/>
          </p:nvSpPr>
          <p:spPr>
            <a:xfrm>
              <a:off x="3928411" y="2028278"/>
              <a:ext cx="11030" cy="59854"/>
            </a:xfrm>
            <a:custGeom>
              <a:avLst/>
              <a:gdLst/>
              <a:ahLst/>
              <a:cxnLst/>
              <a:rect l="l" t="t" r="r" b="b"/>
              <a:pathLst>
                <a:path w="326" h="1769" extrusionOk="0">
                  <a:moveTo>
                    <a:pt x="35" y="0"/>
                  </a:moveTo>
                  <a:cubicBezTo>
                    <a:pt x="0" y="35"/>
                    <a:pt x="0" y="64"/>
                    <a:pt x="0" y="92"/>
                  </a:cubicBezTo>
                  <a:cubicBezTo>
                    <a:pt x="212" y="594"/>
                    <a:pt x="212" y="1182"/>
                    <a:pt x="0" y="1684"/>
                  </a:cubicBezTo>
                  <a:cubicBezTo>
                    <a:pt x="0" y="1712"/>
                    <a:pt x="0" y="1769"/>
                    <a:pt x="35" y="1769"/>
                  </a:cubicBezTo>
                  <a:lnTo>
                    <a:pt x="64" y="1769"/>
                  </a:lnTo>
                  <a:cubicBezTo>
                    <a:pt x="92" y="1769"/>
                    <a:pt x="120" y="1769"/>
                    <a:pt x="120" y="1740"/>
                  </a:cubicBezTo>
                  <a:cubicBezTo>
                    <a:pt x="326" y="1210"/>
                    <a:pt x="326" y="594"/>
                    <a:pt x="120" y="64"/>
                  </a:cubicBezTo>
                  <a:cubicBezTo>
                    <a:pt x="92" y="35"/>
                    <a:pt x="64" y="0"/>
                    <a:pt x="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55"/>
            <p:cNvSpPr/>
            <p:nvPr/>
          </p:nvSpPr>
          <p:spPr>
            <a:xfrm>
              <a:off x="3941573" y="2027296"/>
              <a:ext cx="14854" cy="68990"/>
            </a:xfrm>
            <a:custGeom>
              <a:avLst/>
              <a:gdLst/>
              <a:ahLst/>
              <a:cxnLst/>
              <a:rect l="l" t="t" r="r" b="b"/>
              <a:pathLst>
                <a:path w="439" h="2039" extrusionOk="0">
                  <a:moveTo>
                    <a:pt x="85" y="1"/>
                  </a:moveTo>
                  <a:cubicBezTo>
                    <a:pt x="57" y="29"/>
                    <a:pt x="28" y="64"/>
                    <a:pt x="57" y="93"/>
                  </a:cubicBezTo>
                  <a:cubicBezTo>
                    <a:pt x="319" y="680"/>
                    <a:pt x="290" y="1387"/>
                    <a:pt x="0" y="1946"/>
                  </a:cubicBezTo>
                  <a:cubicBezTo>
                    <a:pt x="0" y="1975"/>
                    <a:pt x="0" y="2038"/>
                    <a:pt x="28" y="2038"/>
                  </a:cubicBezTo>
                  <a:lnTo>
                    <a:pt x="57" y="2038"/>
                  </a:lnTo>
                  <a:cubicBezTo>
                    <a:pt x="85" y="2038"/>
                    <a:pt x="85" y="2038"/>
                    <a:pt x="113" y="2010"/>
                  </a:cubicBezTo>
                  <a:cubicBezTo>
                    <a:pt x="439" y="1416"/>
                    <a:pt x="439" y="652"/>
                    <a:pt x="142" y="29"/>
                  </a:cubicBezTo>
                  <a:cubicBezTo>
                    <a:pt x="142" y="1"/>
                    <a:pt x="113" y="1"/>
                    <a:pt x="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55"/>
            <p:cNvSpPr/>
            <p:nvPr/>
          </p:nvSpPr>
          <p:spPr>
            <a:xfrm>
              <a:off x="3622264" y="2026924"/>
              <a:ext cx="24903" cy="64320"/>
            </a:xfrm>
            <a:custGeom>
              <a:avLst/>
              <a:gdLst/>
              <a:ahLst/>
              <a:cxnLst/>
              <a:rect l="l" t="t" r="r" b="b"/>
              <a:pathLst>
                <a:path w="736" h="1901" extrusionOk="0">
                  <a:moveTo>
                    <a:pt x="417" y="0"/>
                  </a:moveTo>
                  <a:cubicBezTo>
                    <a:pt x="367" y="0"/>
                    <a:pt x="309" y="20"/>
                    <a:pt x="269" y="40"/>
                  </a:cubicBezTo>
                  <a:cubicBezTo>
                    <a:pt x="205" y="104"/>
                    <a:pt x="149" y="189"/>
                    <a:pt x="149" y="281"/>
                  </a:cubicBezTo>
                  <a:cubicBezTo>
                    <a:pt x="120" y="366"/>
                    <a:pt x="149" y="458"/>
                    <a:pt x="149" y="514"/>
                  </a:cubicBezTo>
                  <a:cubicBezTo>
                    <a:pt x="177" y="571"/>
                    <a:pt x="177" y="634"/>
                    <a:pt x="177" y="663"/>
                  </a:cubicBezTo>
                  <a:cubicBezTo>
                    <a:pt x="177" y="783"/>
                    <a:pt x="149" y="896"/>
                    <a:pt x="64" y="896"/>
                  </a:cubicBezTo>
                  <a:lnTo>
                    <a:pt x="64" y="924"/>
                  </a:lnTo>
                  <a:cubicBezTo>
                    <a:pt x="28" y="924"/>
                    <a:pt x="0" y="960"/>
                    <a:pt x="0" y="988"/>
                  </a:cubicBezTo>
                  <a:cubicBezTo>
                    <a:pt x="20" y="1008"/>
                    <a:pt x="44" y="1028"/>
                    <a:pt x="66" y="1028"/>
                  </a:cubicBezTo>
                  <a:cubicBezTo>
                    <a:pt x="75" y="1028"/>
                    <a:pt x="84" y="1025"/>
                    <a:pt x="92" y="1016"/>
                  </a:cubicBezTo>
                  <a:cubicBezTo>
                    <a:pt x="120" y="1016"/>
                    <a:pt x="120" y="1016"/>
                    <a:pt x="120" y="1045"/>
                  </a:cubicBezTo>
                  <a:cubicBezTo>
                    <a:pt x="149" y="1045"/>
                    <a:pt x="177" y="1073"/>
                    <a:pt x="177" y="1101"/>
                  </a:cubicBezTo>
                  <a:cubicBezTo>
                    <a:pt x="205" y="1137"/>
                    <a:pt x="177" y="1193"/>
                    <a:pt x="177" y="1250"/>
                  </a:cubicBezTo>
                  <a:lnTo>
                    <a:pt x="177" y="1278"/>
                  </a:lnTo>
                  <a:cubicBezTo>
                    <a:pt x="149" y="1455"/>
                    <a:pt x="177" y="1604"/>
                    <a:pt x="269" y="1724"/>
                  </a:cubicBezTo>
                  <a:cubicBezTo>
                    <a:pt x="325" y="1809"/>
                    <a:pt x="446" y="1901"/>
                    <a:pt x="559" y="1901"/>
                  </a:cubicBezTo>
                  <a:cubicBezTo>
                    <a:pt x="594" y="1901"/>
                    <a:pt x="651" y="1872"/>
                    <a:pt x="707" y="1844"/>
                  </a:cubicBezTo>
                  <a:cubicBezTo>
                    <a:pt x="736" y="1809"/>
                    <a:pt x="736" y="1780"/>
                    <a:pt x="707" y="1752"/>
                  </a:cubicBezTo>
                  <a:cubicBezTo>
                    <a:pt x="707" y="1738"/>
                    <a:pt x="693" y="1731"/>
                    <a:pt x="676" y="1731"/>
                  </a:cubicBezTo>
                  <a:cubicBezTo>
                    <a:pt x="658" y="1731"/>
                    <a:pt x="637" y="1738"/>
                    <a:pt x="623" y="1752"/>
                  </a:cubicBezTo>
                  <a:cubicBezTo>
                    <a:pt x="597" y="1768"/>
                    <a:pt x="570" y="1775"/>
                    <a:pt x="542" y="1775"/>
                  </a:cubicBezTo>
                  <a:cubicBezTo>
                    <a:pt x="471" y="1775"/>
                    <a:pt x="400" y="1728"/>
                    <a:pt x="354" y="1667"/>
                  </a:cubicBezTo>
                  <a:cubicBezTo>
                    <a:pt x="297" y="1575"/>
                    <a:pt x="269" y="1455"/>
                    <a:pt x="297" y="1313"/>
                  </a:cubicBezTo>
                  <a:lnTo>
                    <a:pt x="297" y="1278"/>
                  </a:lnTo>
                  <a:cubicBezTo>
                    <a:pt x="297" y="1193"/>
                    <a:pt x="325" y="1137"/>
                    <a:pt x="297" y="1045"/>
                  </a:cubicBezTo>
                  <a:cubicBezTo>
                    <a:pt x="269" y="1016"/>
                    <a:pt x="241" y="988"/>
                    <a:pt x="205" y="960"/>
                  </a:cubicBezTo>
                  <a:cubicBezTo>
                    <a:pt x="269" y="868"/>
                    <a:pt x="297" y="783"/>
                    <a:pt x="297" y="663"/>
                  </a:cubicBezTo>
                  <a:cubicBezTo>
                    <a:pt x="297" y="606"/>
                    <a:pt x="297" y="542"/>
                    <a:pt x="269" y="514"/>
                  </a:cubicBezTo>
                  <a:cubicBezTo>
                    <a:pt x="269" y="429"/>
                    <a:pt x="241" y="366"/>
                    <a:pt x="269" y="309"/>
                  </a:cubicBezTo>
                  <a:cubicBezTo>
                    <a:pt x="269" y="252"/>
                    <a:pt x="297" y="160"/>
                    <a:pt x="354" y="132"/>
                  </a:cubicBezTo>
                  <a:cubicBezTo>
                    <a:pt x="373" y="132"/>
                    <a:pt x="395" y="120"/>
                    <a:pt x="416" y="120"/>
                  </a:cubicBezTo>
                  <a:cubicBezTo>
                    <a:pt x="426" y="120"/>
                    <a:pt x="436" y="123"/>
                    <a:pt x="446" y="132"/>
                  </a:cubicBezTo>
                  <a:cubicBezTo>
                    <a:pt x="474" y="132"/>
                    <a:pt x="502" y="104"/>
                    <a:pt x="502" y="75"/>
                  </a:cubicBezTo>
                  <a:cubicBezTo>
                    <a:pt x="502" y="40"/>
                    <a:pt x="502" y="12"/>
                    <a:pt x="474" y="12"/>
                  </a:cubicBezTo>
                  <a:cubicBezTo>
                    <a:pt x="457" y="4"/>
                    <a:pt x="438" y="0"/>
                    <a:pt x="41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55"/>
            <p:cNvSpPr/>
            <p:nvPr/>
          </p:nvSpPr>
          <p:spPr>
            <a:xfrm>
              <a:off x="3600474" y="2028278"/>
              <a:ext cx="11978" cy="59854"/>
            </a:xfrm>
            <a:custGeom>
              <a:avLst/>
              <a:gdLst/>
              <a:ahLst/>
              <a:cxnLst/>
              <a:rect l="l" t="t" r="r" b="b"/>
              <a:pathLst>
                <a:path w="354" h="1769" extrusionOk="0">
                  <a:moveTo>
                    <a:pt x="290" y="0"/>
                  </a:moveTo>
                  <a:cubicBezTo>
                    <a:pt x="262" y="0"/>
                    <a:pt x="234" y="35"/>
                    <a:pt x="234" y="64"/>
                  </a:cubicBezTo>
                  <a:cubicBezTo>
                    <a:pt x="0" y="594"/>
                    <a:pt x="0" y="1210"/>
                    <a:pt x="205" y="1740"/>
                  </a:cubicBezTo>
                  <a:cubicBezTo>
                    <a:pt x="234" y="1769"/>
                    <a:pt x="234" y="1769"/>
                    <a:pt x="262" y="1769"/>
                  </a:cubicBezTo>
                  <a:lnTo>
                    <a:pt x="290" y="1769"/>
                  </a:lnTo>
                  <a:cubicBezTo>
                    <a:pt x="319" y="1769"/>
                    <a:pt x="319" y="1712"/>
                    <a:pt x="319" y="1684"/>
                  </a:cubicBezTo>
                  <a:cubicBezTo>
                    <a:pt x="113" y="1182"/>
                    <a:pt x="113" y="594"/>
                    <a:pt x="319" y="92"/>
                  </a:cubicBezTo>
                  <a:cubicBezTo>
                    <a:pt x="354" y="64"/>
                    <a:pt x="319" y="35"/>
                    <a:pt x="2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55"/>
            <p:cNvSpPr/>
            <p:nvPr/>
          </p:nvSpPr>
          <p:spPr>
            <a:xfrm>
              <a:off x="3583454" y="2027296"/>
              <a:ext cx="14887" cy="68990"/>
            </a:xfrm>
            <a:custGeom>
              <a:avLst/>
              <a:gdLst/>
              <a:ahLst/>
              <a:cxnLst/>
              <a:rect l="l" t="t" r="r" b="b"/>
              <a:pathLst>
                <a:path w="440" h="2039" extrusionOk="0">
                  <a:moveTo>
                    <a:pt x="355" y="1"/>
                  </a:moveTo>
                  <a:cubicBezTo>
                    <a:pt x="326" y="1"/>
                    <a:pt x="291" y="1"/>
                    <a:pt x="291" y="29"/>
                  </a:cubicBezTo>
                  <a:cubicBezTo>
                    <a:pt x="1" y="652"/>
                    <a:pt x="29" y="1416"/>
                    <a:pt x="326" y="2010"/>
                  </a:cubicBezTo>
                  <a:cubicBezTo>
                    <a:pt x="355" y="2038"/>
                    <a:pt x="355" y="2038"/>
                    <a:pt x="383" y="2038"/>
                  </a:cubicBezTo>
                  <a:lnTo>
                    <a:pt x="411" y="2038"/>
                  </a:lnTo>
                  <a:cubicBezTo>
                    <a:pt x="440" y="2038"/>
                    <a:pt x="440" y="1975"/>
                    <a:pt x="440" y="1946"/>
                  </a:cubicBezTo>
                  <a:cubicBezTo>
                    <a:pt x="150" y="1387"/>
                    <a:pt x="114" y="680"/>
                    <a:pt x="383" y="93"/>
                  </a:cubicBezTo>
                  <a:cubicBezTo>
                    <a:pt x="411" y="64"/>
                    <a:pt x="383" y="29"/>
                    <a:pt x="3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9" name="Google Shape;2119;p55"/>
          <p:cNvGrpSpPr/>
          <p:nvPr/>
        </p:nvGrpSpPr>
        <p:grpSpPr>
          <a:xfrm>
            <a:off x="6171951" y="1455061"/>
            <a:ext cx="390430" cy="432449"/>
            <a:chOff x="3306034" y="1949508"/>
            <a:chExt cx="175743" cy="194657"/>
          </a:xfrm>
        </p:grpSpPr>
        <p:sp>
          <p:nvSpPr>
            <p:cNvPr id="2120" name="Google Shape;2120;p55"/>
            <p:cNvSpPr/>
            <p:nvPr/>
          </p:nvSpPr>
          <p:spPr>
            <a:xfrm>
              <a:off x="3335979" y="1979047"/>
              <a:ext cx="113719" cy="156961"/>
            </a:xfrm>
            <a:custGeom>
              <a:avLst/>
              <a:gdLst/>
              <a:ahLst/>
              <a:cxnLst/>
              <a:rect l="l" t="t" r="r" b="b"/>
              <a:pathLst>
                <a:path w="3361" h="4639" extrusionOk="0">
                  <a:moveTo>
                    <a:pt x="1704" y="1"/>
                  </a:moveTo>
                  <a:cubicBezTo>
                    <a:pt x="1639" y="1"/>
                    <a:pt x="1573" y="4"/>
                    <a:pt x="1507" y="12"/>
                  </a:cubicBezTo>
                  <a:cubicBezTo>
                    <a:pt x="708" y="104"/>
                    <a:pt x="92" y="748"/>
                    <a:pt x="35" y="1575"/>
                  </a:cubicBezTo>
                  <a:cubicBezTo>
                    <a:pt x="0" y="2134"/>
                    <a:pt x="269" y="2608"/>
                    <a:pt x="651" y="2934"/>
                  </a:cubicBezTo>
                  <a:cubicBezTo>
                    <a:pt x="884" y="3139"/>
                    <a:pt x="1061" y="3436"/>
                    <a:pt x="1097" y="3754"/>
                  </a:cubicBezTo>
                  <a:lnTo>
                    <a:pt x="1181" y="4405"/>
                  </a:lnTo>
                  <a:cubicBezTo>
                    <a:pt x="1181" y="4525"/>
                    <a:pt x="1302" y="4639"/>
                    <a:pt x="1450" y="4639"/>
                  </a:cubicBezTo>
                  <a:lnTo>
                    <a:pt x="1981" y="4639"/>
                  </a:lnTo>
                  <a:cubicBezTo>
                    <a:pt x="2122" y="4639"/>
                    <a:pt x="2243" y="4525"/>
                    <a:pt x="2243" y="4377"/>
                  </a:cubicBezTo>
                  <a:lnTo>
                    <a:pt x="2335" y="3754"/>
                  </a:lnTo>
                  <a:cubicBezTo>
                    <a:pt x="2363" y="3436"/>
                    <a:pt x="2511" y="3139"/>
                    <a:pt x="2745" y="2934"/>
                  </a:cubicBezTo>
                  <a:cubicBezTo>
                    <a:pt x="3127" y="2637"/>
                    <a:pt x="3360" y="2163"/>
                    <a:pt x="3360" y="1667"/>
                  </a:cubicBezTo>
                  <a:cubicBezTo>
                    <a:pt x="3334" y="729"/>
                    <a:pt x="2617" y="1"/>
                    <a:pt x="1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55"/>
            <p:cNvSpPr/>
            <p:nvPr/>
          </p:nvSpPr>
          <p:spPr>
            <a:xfrm>
              <a:off x="3371879" y="2112055"/>
              <a:ext cx="44053" cy="32109"/>
            </a:xfrm>
            <a:custGeom>
              <a:avLst/>
              <a:gdLst/>
              <a:ahLst/>
              <a:cxnLst/>
              <a:rect l="l" t="t" r="r" b="b"/>
              <a:pathLst>
                <a:path w="1302" h="949" extrusionOk="0">
                  <a:moveTo>
                    <a:pt x="0" y="0"/>
                  </a:moveTo>
                  <a:lnTo>
                    <a:pt x="0" y="297"/>
                  </a:lnTo>
                  <a:cubicBezTo>
                    <a:pt x="0" y="651"/>
                    <a:pt x="297" y="948"/>
                    <a:pt x="651" y="948"/>
                  </a:cubicBezTo>
                  <a:cubicBezTo>
                    <a:pt x="1005" y="920"/>
                    <a:pt x="1302" y="651"/>
                    <a:pt x="1302" y="269"/>
                  </a:cubicBezTo>
                  <a:lnTo>
                    <a:pt x="1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55"/>
            <p:cNvSpPr/>
            <p:nvPr/>
          </p:nvSpPr>
          <p:spPr>
            <a:xfrm>
              <a:off x="3363014" y="2022762"/>
              <a:ext cx="58907" cy="95279"/>
            </a:xfrm>
            <a:custGeom>
              <a:avLst/>
              <a:gdLst/>
              <a:ahLst/>
              <a:cxnLst/>
              <a:rect l="l" t="t" r="r" b="b"/>
              <a:pathLst>
                <a:path w="1741" h="2816" extrusionOk="0">
                  <a:moveTo>
                    <a:pt x="1210" y="163"/>
                  </a:moveTo>
                  <a:cubicBezTo>
                    <a:pt x="1238" y="198"/>
                    <a:pt x="1267" y="255"/>
                    <a:pt x="1267" y="283"/>
                  </a:cubicBezTo>
                  <a:cubicBezTo>
                    <a:pt x="1295" y="375"/>
                    <a:pt x="1295" y="432"/>
                    <a:pt x="1295" y="489"/>
                  </a:cubicBezTo>
                  <a:cubicBezTo>
                    <a:pt x="1267" y="552"/>
                    <a:pt x="1238" y="581"/>
                    <a:pt x="1182" y="581"/>
                  </a:cubicBezTo>
                  <a:cubicBezTo>
                    <a:pt x="1118" y="581"/>
                    <a:pt x="1090" y="552"/>
                    <a:pt x="1090" y="489"/>
                  </a:cubicBezTo>
                  <a:cubicBezTo>
                    <a:pt x="1062" y="460"/>
                    <a:pt x="1062" y="404"/>
                    <a:pt x="1090" y="340"/>
                  </a:cubicBezTo>
                  <a:cubicBezTo>
                    <a:pt x="1118" y="283"/>
                    <a:pt x="1147" y="227"/>
                    <a:pt x="1210" y="163"/>
                  </a:cubicBezTo>
                  <a:close/>
                  <a:moveTo>
                    <a:pt x="616" y="227"/>
                  </a:moveTo>
                  <a:cubicBezTo>
                    <a:pt x="680" y="255"/>
                    <a:pt x="708" y="340"/>
                    <a:pt x="736" y="404"/>
                  </a:cubicBezTo>
                  <a:cubicBezTo>
                    <a:pt x="736" y="489"/>
                    <a:pt x="736" y="552"/>
                    <a:pt x="680" y="609"/>
                  </a:cubicBezTo>
                  <a:cubicBezTo>
                    <a:pt x="663" y="642"/>
                    <a:pt x="625" y="656"/>
                    <a:pt x="584" y="656"/>
                  </a:cubicBezTo>
                  <a:cubicBezTo>
                    <a:pt x="556" y="656"/>
                    <a:pt x="526" y="649"/>
                    <a:pt x="503" y="637"/>
                  </a:cubicBezTo>
                  <a:cubicBezTo>
                    <a:pt x="474" y="609"/>
                    <a:pt x="474" y="581"/>
                    <a:pt x="439" y="517"/>
                  </a:cubicBezTo>
                  <a:cubicBezTo>
                    <a:pt x="439" y="432"/>
                    <a:pt x="503" y="283"/>
                    <a:pt x="616" y="227"/>
                  </a:cubicBezTo>
                  <a:close/>
                  <a:moveTo>
                    <a:pt x="995" y="0"/>
                  </a:moveTo>
                  <a:cubicBezTo>
                    <a:pt x="861" y="0"/>
                    <a:pt x="730" y="70"/>
                    <a:pt x="616" y="135"/>
                  </a:cubicBezTo>
                  <a:cubicBezTo>
                    <a:pt x="559" y="107"/>
                    <a:pt x="531" y="107"/>
                    <a:pt x="474" y="78"/>
                  </a:cubicBezTo>
                  <a:cubicBezTo>
                    <a:pt x="326" y="78"/>
                    <a:pt x="206" y="107"/>
                    <a:pt x="149" y="163"/>
                  </a:cubicBezTo>
                  <a:cubicBezTo>
                    <a:pt x="0" y="340"/>
                    <a:pt x="121" y="729"/>
                    <a:pt x="206" y="991"/>
                  </a:cubicBezTo>
                  <a:cubicBezTo>
                    <a:pt x="234" y="1047"/>
                    <a:pt x="262" y="1111"/>
                    <a:pt x="262" y="1168"/>
                  </a:cubicBezTo>
                  <a:cubicBezTo>
                    <a:pt x="382" y="1642"/>
                    <a:pt x="503" y="2109"/>
                    <a:pt x="588" y="2583"/>
                  </a:cubicBezTo>
                  <a:lnTo>
                    <a:pt x="616" y="2788"/>
                  </a:lnTo>
                  <a:cubicBezTo>
                    <a:pt x="651" y="2788"/>
                    <a:pt x="651" y="2816"/>
                    <a:pt x="651" y="2816"/>
                  </a:cubicBezTo>
                  <a:lnTo>
                    <a:pt x="680" y="2816"/>
                  </a:lnTo>
                  <a:cubicBezTo>
                    <a:pt x="680" y="2788"/>
                    <a:pt x="708" y="2788"/>
                    <a:pt x="680" y="2759"/>
                  </a:cubicBezTo>
                  <a:lnTo>
                    <a:pt x="651" y="2583"/>
                  </a:lnTo>
                  <a:cubicBezTo>
                    <a:pt x="559" y="2109"/>
                    <a:pt x="439" y="1613"/>
                    <a:pt x="326" y="1139"/>
                  </a:cubicBezTo>
                  <a:cubicBezTo>
                    <a:pt x="326" y="1111"/>
                    <a:pt x="298" y="1047"/>
                    <a:pt x="262" y="963"/>
                  </a:cubicBezTo>
                  <a:cubicBezTo>
                    <a:pt x="177" y="729"/>
                    <a:pt x="57" y="340"/>
                    <a:pt x="177" y="198"/>
                  </a:cubicBezTo>
                  <a:cubicBezTo>
                    <a:pt x="234" y="135"/>
                    <a:pt x="326" y="135"/>
                    <a:pt x="474" y="135"/>
                  </a:cubicBezTo>
                  <a:cubicBezTo>
                    <a:pt x="503" y="163"/>
                    <a:pt x="531" y="163"/>
                    <a:pt x="559" y="198"/>
                  </a:cubicBezTo>
                  <a:cubicBezTo>
                    <a:pt x="439" y="283"/>
                    <a:pt x="382" y="404"/>
                    <a:pt x="382" y="552"/>
                  </a:cubicBezTo>
                  <a:cubicBezTo>
                    <a:pt x="411" y="609"/>
                    <a:pt x="439" y="665"/>
                    <a:pt x="474" y="694"/>
                  </a:cubicBezTo>
                  <a:cubicBezTo>
                    <a:pt x="507" y="707"/>
                    <a:pt x="545" y="716"/>
                    <a:pt x="582" y="716"/>
                  </a:cubicBezTo>
                  <a:cubicBezTo>
                    <a:pt x="642" y="716"/>
                    <a:pt x="701" y="694"/>
                    <a:pt x="736" y="637"/>
                  </a:cubicBezTo>
                  <a:cubicBezTo>
                    <a:pt x="793" y="581"/>
                    <a:pt x="793" y="489"/>
                    <a:pt x="793" y="404"/>
                  </a:cubicBezTo>
                  <a:cubicBezTo>
                    <a:pt x="765" y="312"/>
                    <a:pt x="736" y="255"/>
                    <a:pt x="651" y="198"/>
                  </a:cubicBezTo>
                  <a:cubicBezTo>
                    <a:pt x="761" y="127"/>
                    <a:pt x="875" y="60"/>
                    <a:pt x="990" y="60"/>
                  </a:cubicBezTo>
                  <a:cubicBezTo>
                    <a:pt x="1023" y="60"/>
                    <a:pt x="1057" y="66"/>
                    <a:pt x="1090" y="78"/>
                  </a:cubicBezTo>
                  <a:cubicBezTo>
                    <a:pt x="1118" y="78"/>
                    <a:pt x="1147" y="107"/>
                    <a:pt x="1147" y="135"/>
                  </a:cubicBezTo>
                  <a:cubicBezTo>
                    <a:pt x="1090" y="163"/>
                    <a:pt x="1062" y="255"/>
                    <a:pt x="1033" y="312"/>
                  </a:cubicBezTo>
                  <a:cubicBezTo>
                    <a:pt x="1005" y="404"/>
                    <a:pt x="1005" y="460"/>
                    <a:pt x="1033" y="517"/>
                  </a:cubicBezTo>
                  <a:cubicBezTo>
                    <a:pt x="1033" y="581"/>
                    <a:pt x="1090" y="637"/>
                    <a:pt x="1147" y="637"/>
                  </a:cubicBezTo>
                  <a:cubicBezTo>
                    <a:pt x="1159" y="641"/>
                    <a:pt x="1171" y="643"/>
                    <a:pt x="1183" y="643"/>
                  </a:cubicBezTo>
                  <a:cubicBezTo>
                    <a:pt x="1260" y="643"/>
                    <a:pt x="1328" y="568"/>
                    <a:pt x="1359" y="489"/>
                  </a:cubicBezTo>
                  <a:cubicBezTo>
                    <a:pt x="1387" y="432"/>
                    <a:pt x="1359" y="375"/>
                    <a:pt x="1323" y="283"/>
                  </a:cubicBezTo>
                  <a:cubicBezTo>
                    <a:pt x="1295" y="227"/>
                    <a:pt x="1267" y="163"/>
                    <a:pt x="1238" y="135"/>
                  </a:cubicBezTo>
                  <a:cubicBezTo>
                    <a:pt x="1267" y="107"/>
                    <a:pt x="1295" y="78"/>
                    <a:pt x="1323" y="78"/>
                  </a:cubicBezTo>
                  <a:cubicBezTo>
                    <a:pt x="1351" y="72"/>
                    <a:pt x="1381" y="68"/>
                    <a:pt x="1410" y="68"/>
                  </a:cubicBezTo>
                  <a:cubicBezTo>
                    <a:pt x="1506" y="68"/>
                    <a:pt x="1599" y="106"/>
                    <a:pt x="1621" y="198"/>
                  </a:cubicBezTo>
                  <a:cubicBezTo>
                    <a:pt x="1677" y="255"/>
                    <a:pt x="1649" y="340"/>
                    <a:pt x="1649" y="432"/>
                  </a:cubicBezTo>
                  <a:cubicBezTo>
                    <a:pt x="1621" y="665"/>
                    <a:pt x="1564" y="906"/>
                    <a:pt x="1500" y="1111"/>
                  </a:cubicBezTo>
                  <a:cubicBezTo>
                    <a:pt x="1472" y="1288"/>
                    <a:pt x="1415" y="1465"/>
                    <a:pt x="1387" y="1613"/>
                  </a:cubicBezTo>
                  <a:lnTo>
                    <a:pt x="1182" y="2731"/>
                  </a:lnTo>
                  <a:cubicBezTo>
                    <a:pt x="1182" y="2759"/>
                    <a:pt x="1210" y="2759"/>
                    <a:pt x="1210" y="2759"/>
                  </a:cubicBezTo>
                  <a:lnTo>
                    <a:pt x="1238" y="2759"/>
                  </a:lnTo>
                  <a:lnTo>
                    <a:pt x="1444" y="1642"/>
                  </a:lnTo>
                  <a:cubicBezTo>
                    <a:pt x="1472" y="1465"/>
                    <a:pt x="1536" y="1288"/>
                    <a:pt x="1564" y="1139"/>
                  </a:cubicBezTo>
                  <a:cubicBezTo>
                    <a:pt x="1621" y="906"/>
                    <a:pt x="1677" y="665"/>
                    <a:pt x="1712" y="432"/>
                  </a:cubicBezTo>
                  <a:cubicBezTo>
                    <a:pt x="1712" y="340"/>
                    <a:pt x="1741" y="255"/>
                    <a:pt x="1677" y="163"/>
                  </a:cubicBezTo>
                  <a:cubicBezTo>
                    <a:pt x="1631" y="71"/>
                    <a:pt x="1506" y="12"/>
                    <a:pt x="1396" y="12"/>
                  </a:cubicBezTo>
                  <a:cubicBezTo>
                    <a:pt x="1370" y="12"/>
                    <a:pt x="1346" y="15"/>
                    <a:pt x="1323" y="22"/>
                  </a:cubicBezTo>
                  <a:cubicBezTo>
                    <a:pt x="1267" y="50"/>
                    <a:pt x="1238" y="50"/>
                    <a:pt x="1210" y="78"/>
                  </a:cubicBezTo>
                  <a:cubicBezTo>
                    <a:pt x="1182" y="50"/>
                    <a:pt x="1147" y="50"/>
                    <a:pt x="1118" y="22"/>
                  </a:cubicBezTo>
                  <a:cubicBezTo>
                    <a:pt x="1077" y="7"/>
                    <a:pt x="1036"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55"/>
            <p:cNvSpPr/>
            <p:nvPr/>
          </p:nvSpPr>
          <p:spPr>
            <a:xfrm>
              <a:off x="3306034" y="2019413"/>
              <a:ext cx="19184" cy="5041"/>
            </a:xfrm>
            <a:custGeom>
              <a:avLst/>
              <a:gdLst/>
              <a:ahLst/>
              <a:cxnLst/>
              <a:rect l="l" t="t" r="r" b="b"/>
              <a:pathLst>
                <a:path w="567" h="149" extrusionOk="0">
                  <a:moveTo>
                    <a:pt x="36" y="0"/>
                  </a:moveTo>
                  <a:lnTo>
                    <a:pt x="1" y="29"/>
                  </a:lnTo>
                  <a:cubicBezTo>
                    <a:pt x="1" y="57"/>
                    <a:pt x="1" y="57"/>
                    <a:pt x="36" y="57"/>
                  </a:cubicBezTo>
                  <a:lnTo>
                    <a:pt x="531" y="149"/>
                  </a:lnTo>
                  <a:cubicBezTo>
                    <a:pt x="567" y="149"/>
                    <a:pt x="567" y="121"/>
                    <a:pt x="567" y="121"/>
                  </a:cubicBezTo>
                  <a:cubicBezTo>
                    <a:pt x="567" y="85"/>
                    <a:pt x="567" y="85"/>
                    <a:pt x="531" y="85"/>
                  </a:cubicBezTo>
                  <a:lnTo>
                    <a:pt x="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55"/>
            <p:cNvSpPr/>
            <p:nvPr/>
          </p:nvSpPr>
          <p:spPr>
            <a:xfrm>
              <a:off x="3321125" y="1977761"/>
              <a:ext cx="14887" cy="14617"/>
            </a:xfrm>
            <a:custGeom>
              <a:avLst/>
              <a:gdLst/>
              <a:ahLst/>
              <a:cxnLst/>
              <a:rect l="l" t="t" r="r" b="b"/>
              <a:pathLst>
                <a:path w="440" h="432" extrusionOk="0">
                  <a:moveTo>
                    <a:pt x="29" y="0"/>
                  </a:moveTo>
                  <a:cubicBezTo>
                    <a:pt x="22" y="0"/>
                    <a:pt x="15" y="7"/>
                    <a:pt x="0" y="22"/>
                  </a:cubicBezTo>
                  <a:lnTo>
                    <a:pt x="0" y="50"/>
                  </a:lnTo>
                  <a:lnTo>
                    <a:pt x="411" y="404"/>
                  </a:lnTo>
                  <a:lnTo>
                    <a:pt x="411" y="432"/>
                  </a:lnTo>
                  <a:cubicBezTo>
                    <a:pt x="439" y="432"/>
                    <a:pt x="439" y="404"/>
                    <a:pt x="439" y="404"/>
                  </a:cubicBezTo>
                  <a:lnTo>
                    <a:pt x="439" y="375"/>
                  </a:lnTo>
                  <a:lnTo>
                    <a:pt x="57" y="22"/>
                  </a:lnTo>
                  <a:cubicBezTo>
                    <a:pt x="43" y="7"/>
                    <a:pt x="36"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55"/>
            <p:cNvSpPr/>
            <p:nvPr/>
          </p:nvSpPr>
          <p:spPr>
            <a:xfrm>
              <a:off x="3374992" y="1950455"/>
              <a:ext cx="5041" cy="19184"/>
            </a:xfrm>
            <a:custGeom>
              <a:avLst/>
              <a:gdLst/>
              <a:ahLst/>
              <a:cxnLst/>
              <a:rect l="l" t="t" r="r" b="b"/>
              <a:pathLst>
                <a:path w="149" h="567" extrusionOk="0">
                  <a:moveTo>
                    <a:pt x="28" y="1"/>
                  </a:moveTo>
                  <a:cubicBezTo>
                    <a:pt x="28" y="36"/>
                    <a:pt x="0" y="36"/>
                    <a:pt x="0" y="65"/>
                  </a:cubicBezTo>
                  <a:cubicBezTo>
                    <a:pt x="28" y="121"/>
                    <a:pt x="28" y="213"/>
                    <a:pt x="57" y="298"/>
                  </a:cubicBezTo>
                  <a:cubicBezTo>
                    <a:pt x="57" y="390"/>
                    <a:pt x="85" y="447"/>
                    <a:pt x="85" y="532"/>
                  </a:cubicBezTo>
                  <a:lnTo>
                    <a:pt x="120" y="567"/>
                  </a:lnTo>
                  <a:cubicBezTo>
                    <a:pt x="149" y="532"/>
                    <a:pt x="149" y="532"/>
                    <a:pt x="149" y="503"/>
                  </a:cubicBezTo>
                  <a:cubicBezTo>
                    <a:pt x="149" y="447"/>
                    <a:pt x="120" y="355"/>
                    <a:pt x="120" y="270"/>
                  </a:cubicBezTo>
                  <a:cubicBezTo>
                    <a:pt x="85" y="178"/>
                    <a:pt x="85" y="93"/>
                    <a:pt x="57" y="36"/>
                  </a:cubicBezTo>
                  <a:cubicBezTo>
                    <a:pt x="57" y="36"/>
                    <a:pt x="57"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55"/>
            <p:cNvSpPr/>
            <p:nvPr/>
          </p:nvSpPr>
          <p:spPr>
            <a:xfrm>
              <a:off x="3409944" y="1949508"/>
              <a:ext cx="3857" cy="22060"/>
            </a:xfrm>
            <a:custGeom>
              <a:avLst/>
              <a:gdLst/>
              <a:ahLst/>
              <a:cxnLst/>
              <a:rect l="l" t="t" r="r" b="b"/>
              <a:pathLst>
                <a:path w="114" h="652" extrusionOk="0">
                  <a:moveTo>
                    <a:pt x="85" y="1"/>
                  </a:moveTo>
                  <a:cubicBezTo>
                    <a:pt x="85" y="1"/>
                    <a:pt x="57" y="1"/>
                    <a:pt x="57" y="29"/>
                  </a:cubicBezTo>
                  <a:lnTo>
                    <a:pt x="0" y="623"/>
                  </a:lnTo>
                  <a:cubicBezTo>
                    <a:pt x="0" y="623"/>
                    <a:pt x="0" y="651"/>
                    <a:pt x="28" y="651"/>
                  </a:cubicBezTo>
                  <a:lnTo>
                    <a:pt x="57" y="623"/>
                  </a:lnTo>
                  <a:lnTo>
                    <a:pt x="113" y="29"/>
                  </a:lnTo>
                  <a:cubicBezTo>
                    <a:pt x="113" y="1"/>
                    <a:pt x="113" y="1"/>
                    <a:pt x="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55"/>
            <p:cNvSpPr/>
            <p:nvPr/>
          </p:nvSpPr>
          <p:spPr>
            <a:xfrm>
              <a:off x="3447739" y="1987573"/>
              <a:ext cx="19895" cy="13906"/>
            </a:xfrm>
            <a:custGeom>
              <a:avLst/>
              <a:gdLst/>
              <a:ahLst/>
              <a:cxnLst/>
              <a:rect l="l" t="t" r="r" b="b"/>
              <a:pathLst>
                <a:path w="588" h="411" extrusionOk="0">
                  <a:moveTo>
                    <a:pt x="531" y="0"/>
                  </a:moveTo>
                  <a:lnTo>
                    <a:pt x="29" y="354"/>
                  </a:lnTo>
                  <a:cubicBezTo>
                    <a:pt x="1" y="354"/>
                    <a:pt x="1" y="382"/>
                    <a:pt x="29" y="382"/>
                  </a:cubicBezTo>
                  <a:lnTo>
                    <a:pt x="29" y="411"/>
                  </a:lnTo>
                  <a:lnTo>
                    <a:pt x="57" y="411"/>
                  </a:lnTo>
                  <a:lnTo>
                    <a:pt x="560" y="57"/>
                  </a:lnTo>
                  <a:cubicBezTo>
                    <a:pt x="560" y="29"/>
                    <a:pt x="588" y="29"/>
                    <a:pt x="5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55"/>
            <p:cNvSpPr/>
            <p:nvPr/>
          </p:nvSpPr>
          <p:spPr>
            <a:xfrm>
              <a:off x="3461645" y="2026349"/>
              <a:ext cx="20132" cy="3147"/>
            </a:xfrm>
            <a:custGeom>
              <a:avLst/>
              <a:gdLst/>
              <a:ahLst/>
              <a:cxnLst/>
              <a:rect l="l" t="t" r="r" b="b"/>
              <a:pathLst>
                <a:path w="595" h="93" extrusionOk="0">
                  <a:moveTo>
                    <a:pt x="35" y="1"/>
                  </a:moveTo>
                  <a:cubicBezTo>
                    <a:pt x="0" y="1"/>
                    <a:pt x="0" y="1"/>
                    <a:pt x="0" y="29"/>
                  </a:cubicBezTo>
                  <a:cubicBezTo>
                    <a:pt x="0" y="29"/>
                    <a:pt x="0" y="57"/>
                    <a:pt x="35" y="57"/>
                  </a:cubicBezTo>
                  <a:lnTo>
                    <a:pt x="566" y="92"/>
                  </a:lnTo>
                  <a:cubicBezTo>
                    <a:pt x="594" y="92"/>
                    <a:pt x="594" y="57"/>
                    <a:pt x="594" y="57"/>
                  </a:cubicBezTo>
                  <a:cubicBezTo>
                    <a:pt x="594" y="29"/>
                    <a:pt x="594" y="29"/>
                    <a:pt x="566" y="29"/>
                  </a:cubicBezTo>
                  <a:lnTo>
                    <a:pt x="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55"/>
            <p:cNvSpPr/>
            <p:nvPr/>
          </p:nvSpPr>
          <p:spPr>
            <a:xfrm>
              <a:off x="3346028" y="1991397"/>
              <a:ext cx="36880" cy="56065"/>
            </a:xfrm>
            <a:custGeom>
              <a:avLst/>
              <a:gdLst/>
              <a:ahLst/>
              <a:cxnLst/>
              <a:rect l="l" t="t" r="r" b="b"/>
              <a:pathLst>
                <a:path w="1090" h="1657" extrusionOk="0">
                  <a:moveTo>
                    <a:pt x="1033" y="1"/>
                  </a:moveTo>
                  <a:cubicBezTo>
                    <a:pt x="708" y="64"/>
                    <a:pt x="411" y="298"/>
                    <a:pt x="234" y="623"/>
                  </a:cubicBezTo>
                  <a:cubicBezTo>
                    <a:pt x="57" y="913"/>
                    <a:pt x="0" y="1302"/>
                    <a:pt x="120" y="1621"/>
                  </a:cubicBezTo>
                  <a:cubicBezTo>
                    <a:pt x="120" y="1621"/>
                    <a:pt x="120" y="1656"/>
                    <a:pt x="149" y="1656"/>
                  </a:cubicBezTo>
                  <a:cubicBezTo>
                    <a:pt x="149" y="1656"/>
                    <a:pt x="177" y="1621"/>
                    <a:pt x="149" y="1592"/>
                  </a:cubicBezTo>
                  <a:cubicBezTo>
                    <a:pt x="57" y="1302"/>
                    <a:pt x="120" y="913"/>
                    <a:pt x="269" y="652"/>
                  </a:cubicBezTo>
                  <a:cubicBezTo>
                    <a:pt x="446" y="354"/>
                    <a:pt x="736" y="121"/>
                    <a:pt x="1061" y="64"/>
                  </a:cubicBezTo>
                  <a:cubicBezTo>
                    <a:pt x="1061" y="29"/>
                    <a:pt x="1090" y="29"/>
                    <a:pt x="10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itle 2">
            <a:extLst>
              <a:ext uri="{FF2B5EF4-FFF2-40B4-BE49-F238E27FC236}">
                <a16:creationId xmlns:a16="http://schemas.microsoft.com/office/drawing/2014/main" id="{8D604747-587F-F065-F8BB-C66BC82DD827}"/>
              </a:ext>
            </a:extLst>
          </p:cNvPr>
          <p:cNvSpPr txBox="1">
            <a:spLocks/>
          </p:cNvSpPr>
          <p:nvPr/>
        </p:nvSpPr>
        <p:spPr>
          <a:xfrm>
            <a:off x="497469" y="2095240"/>
            <a:ext cx="5044261" cy="82872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9600"/>
              <a:buFont typeface="Poppins"/>
              <a:buNone/>
              <a:defRPr sz="7200" b="1" i="0" u="none" strike="noStrike" cap="none">
                <a:solidFill>
                  <a:schemeClr val="accent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9600"/>
              <a:buFont typeface="DM Sans"/>
              <a:buNone/>
              <a:defRPr sz="96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9600"/>
              <a:buFont typeface="DM Sans"/>
              <a:buNone/>
              <a:defRPr sz="96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9600"/>
              <a:buFont typeface="DM Sans"/>
              <a:buNone/>
              <a:defRPr sz="96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9600"/>
              <a:buFont typeface="DM Sans"/>
              <a:buNone/>
              <a:defRPr sz="96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9600"/>
              <a:buFont typeface="DM Sans"/>
              <a:buNone/>
              <a:defRPr sz="96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9600"/>
              <a:buFont typeface="DM Sans"/>
              <a:buNone/>
              <a:defRPr sz="96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9600"/>
              <a:buFont typeface="DM Sans"/>
              <a:buNone/>
              <a:defRPr sz="96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9600"/>
              <a:buFont typeface="DM Sans"/>
              <a:buNone/>
              <a:defRPr sz="9600" b="1" i="0" u="none" strike="noStrike" cap="none">
                <a:solidFill>
                  <a:schemeClr val="dk1"/>
                </a:solidFill>
                <a:latin typeface="DM Sans"/>
                <a:ea typeface="DM Sans"/>
                <a:cs typeface="DM Sans"/>
                <a:sym typeface="DM Sans"/>
              </a:defRPr>
            </a:lvl9pPr>
          </a:lstStyle>
          <a:p>
            <a:r>
              <a:rPr lang="en-IN" sz="5000" dirty="0">
                <a:solidFill>
                  <a:schemeClr val="tx1"/>
                </a:solidFill>
              </a:rPr>
              <a:t>B &amp; B++ Tree</a:t>
            </a:r>
          </a:p>
        </p:txBody>
      </p:sp>
    </p:spTree>
  </p:cSld>
  <p:clrMapOvr>
    <a:masterClrMapping/>
  </p:clrMapOvr>
  <mc:AlternateContent xmlns:mc="http://schemas.openxmlformats.org/markup-compatibility/2006" xmlns:p14="http://schemas.microsoft.com/office/powerpoint/2010/main">
    <mc:Choice Requires="p14">
      <p:transition spd="slow" p14:dur="2000">
        <p14:vortex dir="r"/>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01"/>
        <p:cNvGrpSpPr/>
        <p:nvPr/>
      </p:nvGrpSpPr>
      <p:grpSpPr>
        <a:xfrm>
          <a:off x="0" y="0"/>
          <a:ext cx="0" cy="0"/>
          <a:chOff x="0" y="0"/>
          <a:chExt cx="0" cy="0"/>
        </a:xfrm>
      </p:grpSpPr>
      <p:sp>
        <p:nvSpPr>
          <p:cNvPr id="4" name="Title 3">
            <a:extLst>
              <a:ext uri="{FF2B5EF4-FFF2-40B4-BE49-F238E27FC236}">
                <a16:creationId xmlns:a16="http://schemas.microsoft.com/office/drawing/2014/main" id="{26823171-2825-68F6-D093-326EA0C3B2E2}"/>
              </a:ext>
            </a:extLst>
          </p:cNvPr>
          <p:cNvSpPr>
            <a:spLocks noGrp="1"/>
          </p:cNvSpPr>
          <p:nvPr>
            <p:ph type="title"/>
          </p:nvPr>
        </p:nvSpPr>
        <p:spPr/>
        <p:txBody>
          <a:bodyPr/>
          <a:lstStyle/>
          <a:p>
            <a:r>
              <a:rPr lang="en-IN" dirty="0"/>
              <a:t>Introduction</a:t>
            </a:r>
          </a:p>
        </p:txBody>
      </p:sp>
      <p:pic>
        <p:nvPicPr>
          <p:cNvPr id="2" name="Picture 1">
            <a:extLst>
              <a:ext uri="{FF2B5EF4-FFF2-40B4-BE49-F238E27FC236}">
                <a16:creationId xmlns:a16="http://schemas.microsoft.com/office/drawing/2014/main" id="{64241E2F-CA4D-CBD2-890E-83C65B2B930F}"/>
              </a:ext>
            </a:extLst>
          </p:cNvPr>
          <p:cNvPicPr>
            <a:picLocks noChangeAspect="1"/>
          </p:cNvPicPr>
          <p:nvPr/>
        </p:nvPicPr>
        <p:blipFill>
          <a:blip r:embed="rId3"/>
          <a:stretch>
            <a:fillRect/>
          </a:stretch>
        </p:blipFill>
        <p:spPr>
          <a:xfrm>
            <a:off x="224986" y="1301938"/>
            <a:ext cx="3867528" cy="2758639"/>
          </a:xfrm>
          <a:prstGeom prst="rect">
            <a:avLst/>
          </a:prstGeom>
        </p:spPr>
      </p:pic>
      <p:sp>
        <p:nvSpPr>
          <p:cNvPr id="3" name="object 6">
            <a:extLst>
              <a:ext uri="{FF2B5EF4-FFF2-40B4-BE49-F238E27FC236}">
                <a16:creationId xmlns:a16="http://schemas.microsoft.com/office/drawing/2014/main" id="{EFA5F8B4-46C3-044B-E5CA-E092074D5671}"/>
              </a:ext>
            </a:extLst>
          </p:cNvPr>
          <p:cNvSpPr txBox="1"/>
          <p:nvPr/>
        </p:nvSpPr>
        <p:spPr>
          <a:xfrm>
            <a:off x="4261845" y="1427516"/>
            <a:ext cx="3981505" cy="2507481"/>
          </a:xfrm>
          <a:prstGeom prst="rect">
            <a:avLst/>
          </a:prstGeom>
        </p:spPr>
        <p:txBody>
          <a:bodyPr vert="horz" wrap="square" lIns="0" tIns="6985" rIns="0" bIns="0" rtlCol="0">
            <a:spAutoFit/>
          </a:bodyPr>
          <a:lstStyle/>
          <a:p>
            <a:pPr marL="12700" marR="5080">
              <a:lnSpc>
                <a:spcPct val="102299"/>
              </a:lnSpc>
              <a:spcBef>
                <a:spcPts val="55"/>
              </a:spcBef>
            </a:pPr>
            <a:r>
              <a:rPr sz="2000" spc="-90" dirty="0">
                <a:latin typeface="Lato" panose="020F0502020204030203" pitchFamily="34" charset="0"/>
                <a:ea typeface="Lato" panose="020F0502020204030203" pitchFamily="34" charset="0"/>
                <a:cs typeface="Lato" panose="020F0502020204030203" pitchFamily="34" charset="0"/>
              </a:rPr>
              <a:t>T</a:t>
            </a:r>
            <a:r>
              <a:rPr sz="2000" spc="125" dirty="0">
                <a:latin typeface="Lato" panose="020F0502020204030203" pitchFamily="34" charset="0"/>
                <a:ea typeface="Lato" panose="020F0502020204030203" pitchFamily="34" charset="0"/>
                <a:cs typeface="Lato" panose="020F0502020204030203" pitchFamily="34" charset="0"/>
              </a:rPr>
              <a:t>h</a:t>
            </a:r>
            <a:r>
              <a:rPr sz="2000" spc="-10" dirty="0">
                <a:latin typeface="Lato" panose="020F0502020204030203" pitchFamily="34" charset="0"/>
                <a:ea typeface="Lato" panose="020F0502020204030203" pitchFamily="34" charset="0"/>
                <a:cs typeface="Lato" panose="020F0502020204030203" pitchFamily="34" charset="0"/>
              </a:rPr>
              <a:t>i</a:t>
            </a:r>
            <a:r>
              <a:rPr sz="2000" spc="-70" dirty="0">
                <a:latin typeface="Lato" panose="020F0502020204030203" pitchFamily="34" charset="0"/>
                <a:ea typeface="Lato" panose="020F0502020204030203" pitchFamily="34" charset="0"/>
                <a:cs typeface="Lato" panose="020F0502020204030203" pitchFamily="34" charset="0"/>
              </a:rPr>
              <a:t>s</a:t>
            </a:r>
            <a:r>
              <a:rPr sz="2000" spc="-215" dirty="0">
                <a:latin typeface="Lato" panose="020F0502020204030203" pitchFamily="34" charset="0"/>
                <a:ea typeface="Lato" panose="020F0502020204030203" pitchFamily="34" charset="0"/>
                <a:cs typeface="Lato" panose="020F0502020204030203" pitchFamily="34" charset="0"/>
              </a:rPr>
              <a:t> </a:t>
            </a:r>
            <a:r>
              <a:rPr sz="2000" spc="150" dirty="0">
                <a:latin typeface="Lato" panose="020F0502020204030203" pitchFamily="34" charset="0"/>
                <a:ea typeface="Lato" panose="020F0502020204030203" pitchFamily="34" charset="0"/>
                <a:cs typeface="Lato" panose="020F0502020204030203" pitchFamily="34" charset="0"/>
              </a:rPr>
              <a:t>p</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a:t>
            </a:r>
            <a:r>
              <a:rPr sz="2000" spc="-70" dirty="0">
                <a:latin typeface="Lato" panose="020F0502020204030203" pitchFamily="34" charset="0"/>
                <a:ea typeface="Lato" panose="020F0502020204030203" pitchFamily="34" charset="0"/>
                <a:cs typeface="Lato" panose="020F0502020204030203" pitchFamily="34" charset="0"/>
              </a:rPr>
              <a:t>s</a:t>
            </a:r>
            <a:r>
              <a:rPr sz="2000" spc="35" dirty="0">
                <a:latin typeface="Lato" panose="020F0502020204030203" pitchFamily="34" charset="0"/>
                <a:ea typeface="Lato" panose="020F0502020204030203" pitchFamily="34" charset="0"/>
                <a:cs typeface="Lato" panose="020F0502020204030203" pitchFamily="34" charset="0"/>
              </a:rPr>
              <a:t>e</a:t>
            </a:r>
            <a:r>
              <a:rPr sz="2000" spc="125" dirty="0">
                <a:latin typeface="Lato" panose="020F0502020204030203" pitchFamily="34" charset="0"/>
                <a:ea typeface="Lato" panose="020F0502020204030203" pitchFamily="34" charset="0"/>
                <a:cs typeface="Lato" panose="020F0502020204030203" pitchFamily="34" charset="0"/>
              </a:rPr>
              <a:t>n</a:t>
            </a:r>
            <a:r>
              <a:rPr sz="2000" spc="35" dirty="0">
                <a:latin typeface="Lato" panose="020F0502020204030203" pitchFamily="34" charset="0"/>
                <a:ea typeface="Lato" panose="020F0502020204030203" pitchFamily="34" charset="0"/>
                <a:cs typeface="Lato" panose="020F0502020204030203" pitchFamily="34" charset="0"/>
              </a:rPr>
              <a:t>t</a:t>
            </a:r>
            <a:r>
              <a:rPr sz="2000" spc="-15" dirty="0">
                <a:latin typeface="Lato" panose="020F0502020204030203" pitchFamily="34" charset="0"/>
                <a:ea typeface="Lato" panose="020F0502020204030203" pitchFamily="34" charset="0"/>
                <a:cs typeface="Lato" panose="020F0502020204030203" pitchFamily="34" charset="0"/>
              </a:rPr>
              <a:t>a</a:t>
            </a:r>
            <a:r>
              <a:rPr sz="2000" spc="35" dirty="0">
                <a:latin typeface="Lato" panose="020F0502020204030203" pitchFamily="34" charset="0"/>
                <a:ea typeface="Lato" panose="020F0502020204030203" pitchFamily="34" charset="0"/>
                <a:cs typeface="Lato" panose="020F0502020204030203" pitchFamily="34" charset="0"/>
              </a:rPr>
              <a:t>t</a:t>
            </a:r>
            <a:r>
              <a:rPr sz="2000" spc="-10" dirty="0">
                <a:latin typeface="Lato" panose="020F0502020204030203" pitchFamily="34" charset="0"/>
                <a:ea typeface="Lato" panose="020F0502020204030203" pitchFamily="34" charset="0"/>
                <a:cs typeface="Lato" panose="020F0502020204030203" pitchFamily="34" charset="0"/>
              </a:rPr>
              <a:t>i</a:t>
            </a:r>
            <a:r>
              <a:rPr sz="2000" spc="60" dirty="0">
                <a:latin typeface="Lato" panose="020F0502020204030203" pitchFamily="34" charset="0"/>
                <a:ea typeface="Lato" panose="020F0502020204030203" pitchFamily="34" charset="0"/>
                <a:cs typeface="Lato" panose="020F0502020204030203" pitchFamily="34" charset="0"/>
              </a:rPr>
              <a:t>o</a:t>
            </a:r>
            <a:r>
              <a:rPr sz="2000" spc="125" dirty="0">
                <a:latin typeface="Lato" panose="020F0502020204030203" pitchFamily="34" charset="0"/>
                <a:ea typeface="Lato" panose="020F0502020204030203" pitchFamily="34" charset="0"/>
                <a:cs typeface="Lato" panose="020F0502020204030203" pitchFamily="34" charset="0"/>
              </a:rPr>
              <a:t>n</a:t>
            </a:r>
            <a:r>
              <a:rPr sz="2000" spc="-215" dirty="0">
                <a:latin typeface="Lato" panose="020F0502020204030203" pitchFamily="34" charset="0"/>
                <a:ea typeface="Lato" panose="020F0502020204030203" pitchFamily="34" charset="0"/>
                <a:cs typeface="Lato" panose="020F0502020204030203" pitchFamily="34" charset="0"/>
              </a:rPr>
              <a:t> </a:t>
            </a:r>
            <a:r>
              <a:rPr sz="2000" spc="150" dirty="0">
                <a:latin typeface="Lato" panose="020F0502020204030203" pitchFamily="34" charset="0"/>
                <a:ea typeface="Lato" panose="020F0502020204030203" pitchFamily="34" charset="0"/>
                <a:cs typeface="Lato" panose="020F0502020204030203" pitchFamily="34" charset="0"/>
              </a:rPr>
              <a:t>p</a:t>
            </a:r>
            <a:r>
              <a:rPr sz="2000" spc="-90" dirty="0">
                <a:latin typeface="Lato" panose="020F0502020204030203" pitchFamily="34" charset="0"/>
                <a:ea typeface="Lato" panose="020F0502020204030203" pitchFamily="34" charset="0"/>
                <a:cs typeface="Lato" panose="020F0502020204030203" pitchFamily="34" charset="0"/>
              </a:rPr>
              <a:t>r</a:t>
            </a:r>
            <a:r>
              <a:rPr sz="2000" spc="20" dirty="0">
                <a:latin typeface="Lato" panose="020F0502020204030203" pitchFamily="34" charset="0"/>
                <a:ea typeface="Lato" panose="020F0502020204030203" pitchFamily="34" charset="0"/>
                <a:cs typeface="Lato" panose="020F0502020204030203" pitchFamily="34" charset="0"/>
              </a:rPr>
              <a:t>o</a:t>
            </a:r>
            <a:r>
              <a:rPr sz="2000" spc="-110" dirty="0">
                <a:latin typeface="Lato" panose="020F0502020204030203" pitchFamily="34" charset="0"/>
                <a:ea typeface="Lato" panose="020F0502020204030203" pitchFamily="34" charset="0"/>
                <a:cs typeface="Lato" panose="020F0502020204030203" pitchFamily="34" charset="0"/>
              </a:rPr>
              <a:t>v</a:t>
            </a:r>
            <a:r>
              <a:rPr sz="2000" spc="-10" dirty="0">
                <a:latin typeface="Lato" panose="020F0502020204030203" pitchFamily="34" charset="0"/>
                <a:ea typeface="Lato" panose="020F0502020204030203" pitchFamily="34" charset="0"/>
                <a:cs typeface="Lato" panose="020F0502020204030203" pitchFamily="34" charset="0"/>
              </a:rPr>
              <a:t>i</a:t>
            </a:r>
            <a:r>
              <a:rPr sz="2000" spc="150" dirty="0">
                <a:latin typeface="Lato" panose="020F0502020204030203" pitchFamily="34" charset="0"/>
                <a:ea typeface="Lato" panose="020F0502020204030203" pitchFamily="34" charset="0"/>
                <a:cs typeface="Lato" panose="020F0502020204030203" pitchFamily="34" charset="0"/>
              </a:rPr>
              <a:t>d</a:t>
            </a:r>
            <a:r>
              <a:rPr sz="2000" spc="35" dirty="0">
                <a:latin typeface="Lato" panose="020F0502020204030203" pitchFamily="34" charset="0"/>
                <a:ea typeface="Lato" panose="020F0502020204030203" pitchFamily="34" charset="0"/>
                <a:cs typeface="Lato" panose="020F0502020204030203" pitchFamily="34" charset="0"/>
              </a:rPr>
              <a:t>e</a:t>
            </a:r>
            <a:r>
              <a:rPr sz="2000" spc="-70" dirty="0">
                <a:latin typeface="Lato" panose="020F0502020204030203" pitchFamily="34" charset="0"/>
                <a:ea typeface="Lato" panose="020F0502020204030203" pitchFamily="34" charset="0"/>
                <a:cs typeface="Lato" panose="020F0502020204030203" pitchFamily="34" charset="0"/>
              </a:rPr>
              <a:t>s</a:t>
            </a:r>
            <a:r>
              <a:rPr sz="2000" spc="-215" dirty="0">
                <a:latin typeface="Lato" panose="020F0502020204030203" pitchFamily="34" charset="0"/>
                <a:ea typeface="Lato" panose="020F0502020204030203" pitchFamily="34" charset="0"/>
                <a:cs typeface="Lato" panose="020F0502020204030203" pitchFamily="34" charset="0"/>
              </a:rPr>
              <a:t> </a:t>
            </a:r>
            <a:r>
              <a:rPr sz="2000" spc="-10" dirty="0">
                <a:latin typeface="Lato" panose="020F0502020204030203" pitchFamily="34" charset="0"/>
                <a:ea typeface="Lato" panose="020F0502020204030203" pitchFamily="34" charset="0"/>
                <a:cs typeface="Lato" panose="020F0502020204030203" pitchFamily="34" charset="0"/>
              </a:rPr>
              <a:t>a  </a:t>
            </a:r>
            <a:r>
              <a:rPr sz="2000" spc="90" dirty="0">
                <a:latin typeface="Lato" panose="020F0502020204030203" pitchFamily="34" charset="0"/>
                <a:ea typeface="Lato" panose="020F0502020204030203" pitchFamily="34" charset="0"/>
                <a:cs typeface="Lato" panose="020F0502020204030203" pitchFamily="34" charset="0"/>
              </a:rPr>
              <a:t>c</a:t>
            </a:r>
            <a:r>
              <a:rPr sz="2000" spc="60" dirty="0">
                <a:latin typeface="Lato" panose="020F0502020204030203" pitchFamily="34" charset="0"/>
                <a:ea typeface="Lato" panose="020F0502020204030203" pitchFamily="34" charset="0"/>
                <a:cs typeface="Lato" panose="020F0502020204030203" pitchFamily="34" charset="0"/>
              </a:rPr>
              <a:t>o</a:t>
            </a:r>
            <a:r>
              <a:rPr sz="2000" spc="240" dirty="0">
                <a:latin typeface="Lato" panose="020F0502020204030203" pitchFamily="34" charset="0"/>
                <a:ea typeface="Lato" panose="020F0502020204030203" pitchFamily="34" charset="0"/>
                <a:cs typeface="Lato" panose="020F0502020204030203" pitchFamily="34" charset="0"/>
              </a:rPr>
              <a:t>m</a:t>
            </a:r>
            <a:r>
              <a:rPr sz="2000" spc="150" dirty="0">
                <a:latin typeface="Lato" panose="020F0502020204030203" pitchFamily="34" charset="0"/>
                <a:ea typeface="Lato" panose="020F0502020204030203" pitchFamily="34" charset="0"/>
                <a:cs typeface="Lato" panose="020F0502020204030203" pitchFamily="34" charset="0"/>
              </a:rPr>
              <a:t>p</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a:t>
            </a:r>
            <a:r>
              <a:rPr sz="2000" spc="125" dirty="0">
                <a:latin typeface="Lato" panose="020F0502020204030203" pitchFamily="34" charset="0"/>
                <a:ea typeface="Lato" panose="020F0502020204030203" pitchFamily="34" charset="0"/>
                <a:cs typeface="Lato" panose="020F0502020204030203" pitchFamily="34" charset="0"/>
              </a:rPr>
              <a:t>h</a:t>
            </a:r>
            <a:r>
              <a:rPr sz="2000" spc="35" dirty="0">
                <a:latin typeface="Lato" panose="020F0502020204030203" pitchFamily="34" charset="0"/>
                <a:ea typeface="Lato" panose="020F0502020204030203" pitchFamily="34" charset="0"/>
                <a:cs typeface="Lato" panose="020F0502020204030203" pitchFamily="34" charset="0"/>
              </a:rPr>
              <a:t>e</a:t>
            </a:r>
            <a:r>
              <a:rPr sz="2000" spc="125" dirty="0">
                <a:latin typeface="Lato" panose="020F0502020204030203" pitchFamily="34" charset="0"/>
                <a:ea typeface="Lato" panose="020F0502020204030203" pitchFamily="34" charset="0"/>
                <a:cs typeface="Lato" panose="020F0502020204030203" pitchFamily="34" charset="0"/>
              </a:rPr>
              <a:t>n</a:t>
            </a:r>
            <a:r>
              <a:rPr sz="2000" spc="-70" dirty="0">
                <a:latin typeface="Lato" panose="020F0502020204030203" pitchFamily="34" charset="0"/>
                <a:ea typeface="Lato" panose="020F0502020204030203" pitchFamily="34" charset="0"/>
                <a:cs typeface="Lato" panose="020F0502020204030203" pitchFamily="34" charset="0"/>
              </a:rPr>
              <a:t>s</a:t>
            </a:r>
            <a:r>
              <a:rPr sz="2000" spc="-10" dirty="0">
                <a:latin typeface="Lato" panose="020F0502020204030203" pitchFamily="34" charset="0"/>
                <a:ea typeface="Lato" panose="020F0502020204030203" pitchFamily="34" charset="0"/>
                <a:cs typeface="Lato" panose="020F0502020204030203" pitchFamily="34" charset="0"/>
              </a:rPr>
              <a:t>i</a:t>
            </a:r>
            <a:r>
              <a:rPr sz="2000" spc="-150" dirty="0">
                <a:latin typeface="Lato" panose="020F0502020204030203" pitchFamily="34" charset="0"/>
                <a:ea typeface="Lato" panose="020F0502020204030203" pitchFamily="34" charset="0"/>
                <a:cs typeface="Lato" panose="020F0502020204030203" pitchFamily="34" charset="0"/>
              </a:rPr>
              <a:t>v</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20" dirty="0">
                <a:latin typeface="Lato" panose="020F0502020204030203" pitchFamily="34" charset="0"/>
                <a:ea typeface="Lato" panose="020F0502020204030203" pitchFamily="34" charset="0"/>
                <a:cs typeface="Lato" panose="020F0502020204030203" pitchFamily="34" charset="0"/>
              </a:rPr>
              <a:t>o</a:t>
            </a:r>
            <a:r>
              <a:rPr sz="2000" spc="-150" dirty="0">
                <a:latin typeface="Lato" panose="020F0502020204030203" pitchFamily="34" charset="0"/>
                <a:ea typeface="Lato" panose="020F0502020204030203" pitchFamily="34" charset="0"/>
                <a:cs typeface="Lato" panose="020F0502020204030203" pitchFamily="34" charset="0"/>
              </a:rPr>
              <a:t>v</a:t>
            </a:r>
            <a:r>
              <a:rPr sz="2000" spc="35" dirty="0">
                <a:latin typeface="Lato" panose="020F0502020204030203" pitchFamily="34" charset="0"/>
                <a:ea typeface="Lato" panose="020F0502020204030203" pitchFamily="34" charset="0"/>
                <a:cs typeface="Lato" panose="020F0502020204030203" pitchFamily="34" charset="0"/>
              </a:rPr>
              <a:t>e</a:t>
            </a:r>
            <a:r>
              <a:rPr sz="2000" spc="-20" dirty="0">
                <a:latin typeface="Lato" panose="020F0502020204030203" pitchFamily="34" charset="0"/>
                <a:ea typeface="Lato" panose="020F0502020204030203" pitchFamily="34" charset="0"/>
                <a:cs typeface="Lato" panose="020F0502020204030203" pitchFamily="34" charset="0"/>
              </a:rPr>
              <a:t>r</a:t>
            </a:r>
            <a:r>
              <a:rPr sz="2000" spc="-110" dirty="0">
                <a:latin typeface="Lato" panose="020F0502020204030203" pitchFamily="34" charset="0"/>
                <a:ea typeface="Lato" panose="020F0502020204030203" pitchFamily="34" charset="0"/>
                <a:cs typeface="Lato" panose="020F0502020204030203" pitchFamily="34" charset="0"/>
              </a:rPr>
              <a:t>v</a:t>
            </a:r>
            <a:r>
              <a:rPr sz="2000" spc="-10" dirty="0">
                <a:latin typeface="Lato" panose="020F0502020204030203" pitchFamily="34" charset="0"/>
                <a:ea typeface="Lato" panose="020F0502020204030203" pitchFamily="34" charset="0"/>
                <a:cs typeface="Lato" panose="020F0502020204030203" pitchFamily="34" charset="0"/>
              </a:rPr>
              <a:t>i</a:t>
            </a:r>
            <a:r>
              <a:rPr sz="2000" spc="10" dirty="0">
                <a:latin typeface="Lato" panose="020F0502020204030203" pitchFamily="34" charset="0"/>
                <a:ea typeface="Lato" panose="020F0502020204030203" pitchFamily="34" charset="0"/>
                <a:cs typeface="Lato" panose="020F0502020204030203" pitchFamily="34" charset="0"/>
              </a:rPr>
              <a:t>e</a:t>
            </a:r>
            <a:r>
              <a:rPr sz="2000" spc="170" dirty="0">
                <a:latin typeface="Lato" panose="020F0502020204030203" pitchFamily="34" charset="0"/>
                <a:ea typeface="Lato" panose="020F0502020204030203" pitchFamily="34" charset="0"/>
                <a:cs typeface="Lato" panose="020F0502020204030203" pitchFamily="34" charset="0"/>
              </a:rPr>
              <a:t>w</a:t>
            </a:r>
            <a:r>
              <a:rPr sz="2000" spc="-215" dirty="0">
                <a:latin typeface="Lato" panose="020F0502020204030203" pitchFamily="34" charset="0"/>
                <a:ea typeface="Lato" panose="020F0502020204030203" pitchFamily="34" charset="0"/>
                <a:cs typeface="Lato" panose="020F0502020204030203" pitchFamily="34" charset="0"/>
              </a:rPr>
              <a:t> </a:t>
            </a:r>
            <a:r>
              <a:rPr sz="2000" spc="60" dirty="0">
                <a:latin typeface="Lato" panose="020F0502020204030203" pitchFamily="34" charset="0"/>
                <a:ea typeface="Lato" panose="020F0502020204030203" pitchFamily="34" charset="0"/>
                <a:cs typeface="Lato" panose="020F0502020204030203" pitchFamily="34" charset="0"/>
              </a:rPr>
              <a:t>o</a:t>
            </a:r>
            <a:r>
              <a:rPr sz="2000" spc="-25" dirty="0">
                <a:latin typeface="Lato" panose="020F0502020204030203" pitchFamily="34" charset="0"/>
                <a:ea typeface="Lato" panose="020F0502020204030203" pitchFamily="34" charset="0"/>
                <a:cs typeface="Lato" panose="020F0502020204030203" pitchFamily="34" charset="0"/>
              </a:rPr>
              <a:t>f</a:t>
            </a:r>
            <a:r>
              <a:rPr sz="2000" spc="-215" dirty="0">
                <a:latin typeface="Lato" panose="020F0502020204030203" pitchFamily="34" charset="0"/>
                <a:ea typeface="Lato" panose="020F0502020204030203" pitchFamily="34" charset="0"/>
                <a:cs typeface="Lato" panose="020F0502020204030203" pitchFamily="34" charset="0"/>
              </a:rPr>
              <a:t> </a:t>
            </a:r>
            <a:r>
              <a:rPr sz="2000" spc="185" dirty="0">
                <a:latin typeface="Lato" panose="020F0502020204030203" pitchFamily="34" charset="0"/>
                <a:ea typeface="Lato" panose="020F0502020204030203" pitchFamily="34" charset="0"/>
                <a:cs typeface="Lato" panose="020F0502020204030203" pitchFamily="34" charset="0"/>
              </a:rPr>
              <a:t>B</a:t>
            </a:r>
            <a:r>
              <a:rPr sz="2000" spc="-125" dirty="0">
                <a:latin typeface="Lato" panose="020F0502020204030203" pitchFamily="34" charset="0"/>
                <a:ea typeface="Lato" panose="020F0502020204030203" pitchFamily="34" charset="0"/>
                <a:cs typeface="Lato" panose="020F0502020204030203" pitchFamily="34" charset="0"/>
              </a:rPr>
              <a:t>&amp;</a:t>
            </a:r>
            <a:r>
              <a:rPr sz="2000" spc="185" dirty="0">
                <a:latin typeface="Lato" panose="020F0502020204030203" pitchFamily="34" charset="0"/>
                <a:ea typeface="Lato" panose="020F0502020204030203" pitchFamily="34" charset="0"/>
                <a:cs typeface="Lato" panose="020F0502020204030203" pitchFamily="34" charset="0"/>
              </a:rPr>
              <a:t>B</a:t>
            </a:r>
            <a:r>
              <a:rPr sz="2000" spc="-580" dirty="0">
                <a:latin typeface="Lato" panose="020F0502020204030203" pitchFamily="34" charset="0"/>
                <a:ea typeface="Lato" panose="020F0502020204030203" pitchFamily="34" charset="0"/>
                <a:cs typeface="Lato" panose="020F0502020204030203" pitchFamily="34" charset="0"/>
              </a:rPr>
              <a:t>+</a:t>
            </a:r>
            <a:r>
              <a:rPr sz="2000" spc="-365"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t</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ee</a:t>
            </a:r>
            <a:r>
              <a:rPr sz="2000" spc="-70" dirty="0">
                <a:latin typeface="Lato" panose="020F0502020204030203" pitchFamily="34" charset="0"/>
                <a:ea typeface="Lato" panose="020F0502020204030203" pitchFamily="34" charset="0"/>
                <a:cs typeface="Lato" panose="020F0502020204030203" pitchFamily="34" charset="0"/>
              </a:rPr>
              <a:t>s</a:t>
            </a:r>
            <a:r>
              <a:rPr sz="2000" spc="-215" dirty="0">
                <a:latin typeface="Lato" panose="020F0502020204030203" pitchFamily="34" charset="0"/>
                <a:ea typeface="Lato" panose="020F0502020204030203" pitchFamily="34" charset="0"/>
                <a:cs typeface="Lato" panose="020F0502020204030203" pitchFamily="34" charset="0"/>
              </a:rPr>
              <a:t> </a:t>
            </a:r>
            <a:r>
              <a:rPr sz="2000" spc="-15" dirty="0">
                <a:latin typeface="Lato" panose="020F0502020204030203" pitchFamily="34" charset="0"/>
                <a:ea typeface="Lato" panose="020F0502020204030203" pitchFamily="34" charset="0"/>
                <a:cs typeface="Lato" panose="020F0502020204030203" pitchFamily="34" charset="0"/>
              </a:rPr>
              <a:t>a</a:t>
            </a:r>
            <a:r>
              <a:rPr sz="2000" spc="125" dirty="0">
                <a:latin typeface="Lato" panose="020F0502020204030203" pitchFamily="34" charset="0"/>
                <a:ea typeface="Lato" panose="020F0502020204030203" pitchFamily="34" charset="0"/>
                <a:cs typeface="Lato" panose="020F0502020204030203" pitchFamily="34" charset="0"/>
              </a:rPr>
              <a:t>n</a:t>
            </a:r>
            <a:r>
              <a:rPr sz="2000" spc="150" dirty="0">
                <a:latin typeface="Lato" panose="020F0502020204030203" pitchFamily="34" charset="0"/>
                <a:ea typeface="Lato" panose="020F0502020204030203" pitchFamily="34" charset="0"/>
                <a:cs typeface="Lato" panose="020F0502020204030203" pitchFamily="34" charset="0"/>
              </a:rPr>
              <a:t>d</a:t>
            </a:r>
            <a:r>
              <a:rPr sz="2000" spc="-215" dirty="0">
                <a:latin typeface="Lato" panose="020F0502020204030203" pitchFamily="34" charset="0"/>
                <a:ea typeface="Lato" panose="020F0502020204030203" pitchFamily="34" charset="0"/>
                <a:cs typeface="Lato" panose="020F0502020204030203" pitchFamily="34" charset="0"/>
              </a:rPr>
              <a:t> </a:t>
            </a:r>
            <a:r>
              <a:rPr sz="2000" spc="125" dirty="0">
                <a:latin typeface="Lato" panose="020F0502020204030203" pitchFamily="34" charset="0"/>
                <a:ea typeface="Lato" panose="020F0502020204030203" pitchFamily="34" charset="0"/>
                <a:cs typeface="Lato" panose="020F0502020204030203" pitchFamily="34" charset="0"/>
              </a:rPr>
              <a:t>h</a:t>
            </a:r>
            <a:r>
              <a:rPr sz="2000" spc="20" dirty="0">
                <a:latin typeface="Lato" panose="020F0502020204030203" pitchFamily="34" charset="0"/>
                <a:ea typeface="Lato" panose="020F0502020204030203" pitchFamily="34" charset="0"/>
                <a:cs typeface="Lato" panose="020F0502020204030203" pitchFamily="34" charset="0"/>
              </a:rPr>
              <a:t>o</a:t>
            </a:r>
            <a:r>
              <a:rPr sz="2000" spc="170" dirty="0">
                <a:latin typeface="Lato" panose="020F0502020204030203" pitchFamily="34" charset="0"/>
                <a:ea typeface="Lato" panose="020F0502020204030203" pitchFamily="34" charset="0"/>
                <a:cs typeface="Lato" panose="020F0502020204030203" pitchFamily="34" charset="0"/>
              </a:rPr>
              <a:t>w</a:t>
            </a:r>
            <a:r>
              <a:rPr sz="2000" spc="-215"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t</a:t>
            </a:r>
            <a:r>
              <a:rPr sz="2000" spc="125" dirty="0">
                <a:latin typeface="Lato" panose="020F0502020204030203" pitchFamily="34" charset="0"/>
                <a:ea typeface="Lato" panose="020F0502020204030203" pitchFamily="34" charset="0"/>
                <a:cs typeface="Lato" panose="020F0502020204030203" pitchFamily="34" charset="0"/>
              </a:rPr>
              <a:t>h</a:t>
            </a:r>
            <a:r>
              <a:rPr sz="2000" spc="10" dirty="0">
                <a:latin typeface="Lato" panose="020F0502020204030203" pitchFamily="34" charset="0"/>
                <a:ea typeface="Lato" panose="020F0502020204030203" pitchFamily="34" charset="0"/>
                <a:cs typeface="Lato" panose="020F0502020204030203" pitchFamily="34" charset="0"/>
              </a:rPr>
              <a:t>e</a:t>
            </a:r>
            <a:r>
              <a:rPr sz="2000" spc="-110" dirty="0">
                <a:latin typeface="Lato" panose="020F0502020204030203" pitchFamily="34" charset="0"/>
                <a:ea typeface="Lato" panose="020F0502020204030203" pitchFamily="34" charset="0"/>
                <a:cs typeface="Lato" panose="020F0502020204030203" pitchFamily="34" charset="0"/>
              </a:rPr>
              <a:t>y</a:t>
            </a:r>
            <a:r>
              <a:rPr sz="2000" spc="-215" dirty="0">
                <a:latin typeface="Lato" panose="020F0502020204030203" pitchFamily="34" charset="0"/>
                <a:ea typeface="Lato" panose="020F0502020204030203" pitchFamily="34" charset="0"/>
                <a:cs typeface="Lato" panose="020F0502020204030203" pitchFamily="34" charset="0"/>
              </a:rPr>
              <a:t> </a:t>
            </a:r>
            <a:r>
              <a:rPr sz="2000" spc="114" dirty="0">
                <a:latin typeface="Lato" panose="020F0502020204030203" pitchFamily="34" charset="0"/>
                <a:ea typeface="Lato" panose="020F0502020204030203" pitchFamily="34" charset="0"/>
                <a:cs typeface="Lato" panose="020F0502020204030203" pitchFamily="34" charset="0"/>
              </a:rPr>
              <a:t>c</a:t>
            </a:r>
            <a:r>
              <a:rPr sz="2000" spc="-15" dirty="0">
                <a:latin typeface="Lato" panose="020F0502020204030203" pitchFamily="34" charset="0"/>
                <a:ea typeface="Lato" panose="020F0502020204030203" pitchFamily="34" charset="0"/>
                <a:cs typeface="Lato" panose="020F0502020204030203" pitchFamily="34" charset="0"/>
              </a:rPr>
              <a:t>a</a:t>
            </a:r>
            <a:r>
              <a:rPr sz="2000" spc="125" dirty="0">
                <a:latin typeface="Lato" panose="020F0502020204030203" pitchFamily="34" charset="0"/>
                <a:ea typeface="Lato" panose="020F0502020204030203" pitchFamily="34" charset="0"/>
                <a:cs typeface="Lato" panose="020F0502020204030203" pitchFamily="34" charset="0"/>
              </a:rPr>
              <a:t>n</a:t>
            </a:r>
            <a:r>
              <a:rPr sz="2000" spc="-215"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e</a:t>
            </a:r>
            <a:r>
              <a:rPr sz="2000" spc="125" dirty="0">
                <a:latin typeface="Lato" panose="020F0502020204030203" pitchFamily="34" charset="0"/>
                <a:ea typeface="Lato" panose="020F0502020204030203" pitchFamily="34" charset="0"/>
                <a:cs typeface="Lato" panose="020F0502020204030203" pitchFamily="34" charset="0"/>
              </a:rPr>
              <a:t>nh</a:t>
            </a:r>
            <a:r>
              <a:rPr sz="2000" spc="-15" dirty="0">
                <a:latin typeface="Lato" panose="020F0502020204030203" pitchFamily="34" charset="0"/>
                <a:ea typeface="Lato" panose="020F0502020204030203" pitchFamily="34" charset="0"/>
                <a:cs typeface="Lato" panose="020F0502020204030203" pitchFamily="34" charset="0"/>
              </a:rPr>
              <a:t>a</a:t>
            </a:r>
            <a:r>
              <a:rPr sz="2000" spc="125" dirty="0">
                <a:latin typeface="Lato" panose="020F0502020204030203" pitchFamily="34" charset="0"/>
                <a:ea typeface="Lato" panose="020F0502020204030203" pitchFamily="34" charset="0"/>
                <a:cs typeface="Lato" panose="020F0502020204030203" pitchFamily="34" charset="0"/>
              </a:rPr>
              <a:t>n</a:t>
            </a:r>
            <a:r>
              <a:rPr sz="2000" spc="90" dirty="0">
                <a:latin typeface="Lato" panose="020F0502020204030203" pitchFamily="34" charset="0"/>
                <a:ea typeface="Lato" panose="020F0502020204030203" pitchFamily="34" charset="0"/>
                <a:cs typeface="Lato" panose="020F0502020204030203" pitchFamily="34" charset="0"/>
              </a:rPr>
              <a:t>c</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150" dirty="0">
                <a:latin typeface="Lato" panose="020F0502020204030203" pitchFamily="34" charset="0"/>
                <a:ea typeface="Lato" panose="020F0502020204030203" pitchFamily="34" charset="0"/>
                <a:cs typeface="Lato" panose="020F0502020204030203" pitchFamily="34" charset="0"/>
              </a:rPr>
              <a:t>d</a:t>
            </a:r>
            <a:r>
              <a:rPr sz="2000" spc="-15" dirty="0">
                <a:latin typeface="Lato" panose="020F0502020204030203" pitchFamily="34" charset="0"/>
                <a:ea typeface="Lato" panose="020F0502020204030203" pitchFamily="34" charset="0"/>
                <a:cs typeface="Lato" panose="020F0502020204030203" pitchFamily="34" charset="0"/>
              </a:rPr>
              <a:t>a</a:t>
            </a:r>
            <a:r>
              <a:rPr sz="2000" spc="35" dirty="0">
                <a:latin typeface="Lato" panose="020F0502020204030203" pitchFamily="34" charset="0"/>
                <a:ea typeface="Lato" panose="020F0502020204030203" pitchFamily="34" charset="0"/>
                <a:cs typeface="Lato" panose="020F0502020204030203" pitchFamily="34" charset="0"/>
              </a:rPr>
              <a:t>t</a:t>
            </a:r>
            <a:r>
              <a:rPr sz="2000" spc="-10" dirty="0">
                <a:latin typeface="Lato" panose="020F0502020204030203" pitchFamily="34" charset="0"/>
                <a:ea typeface="Lato" panose="020F0502020204030203" pitchFamily="34" charset="0"/>
                <a:cs typeface="Lato" panose="020F0502020204030203" pitchFamily="34" charset="0"/>
              </a:rPr>
              <a:t>a  </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et</a:t>
            </a:r>
            <a:r>
              <a:rPr sz="2000" spc="-75" dirty="0">
                <a:latin typeface="Lato" panose="020F0502020204030203" pitchFamily="34" charset="0"/>
                <a:ea typeface="Lato" panose="020F0502020204030203" pitchFamily="34" charset="0"/>
                <a:cs typeface="Lato" panose="020F0502020204030203" pitchFamily="34" charset="0"/>
              </a:rPr>
              <a:t>r</a:t>
            </a:r>
            <a:r>
              <a:rPr sz="2000" spc="-10" dirty="0">
                <a:latin typeface="Lato" panose="020F0502020204030203" pitchFamily="34" charset="0"/>
                <a:ea typeface="Lato" panose="020F0502020204030203" pitchFamily="34" charset="0"/>
                <a:cs typeface="Lato" panose="020F0502020204030203" pitchFamily="34" charset="0"/>
              </a:rPr>
              <a:t>i</a:t>
            </a:r>
            <a:r>
              <a:rPr sz="2000" spc="10" dirty="0">
                <a:latin typeface="Lato" panose="020F0502020204030203" pitchFamily="34" charset="0"/>
                <a:ea typeface="Lato" panose="020F0502020204030203" pitchFamily="34" charset="0"/>
                <a:cs typeface="Lato" panose="020F0502020204030203" pitchFamily="34" charset="0"/>
              </a:rPr>
              <a:t>e</a:t>
            </a:r>
            <a:r>
              <a:rPr sz="2000" spc="-150" dirty="0">
                <a:latin typeface="Lato" panose="020F0502020204030203" pitchFamily="34" charset="0"/>
                <a:ea typeface="Lato" panose="020F0502020204030203" pitchFamily="34" charset="0"/>
                <a:cs typeface="Lato" panose="020F0502020204030203" pitchFamily="34" charset="0"/>
              </a:rPr>
              <a:t>v</a:t>
            </a:r>
            <a:r>
              <a:rPr sz="2000" spc="-15" dirty="0">
                <a:latin typeface="Lato" panose="020F0502020204030203" pitchFamily="34" charset="0"/>
                <a:ea typeface="Lato" panose="020F0502020204030203" pitchFamily="34" charset="0"/>
                <a:cs typeface="Lato" panose="020F0502020204030203" pitchFamily="34" charset="0"/>
              </a:rPr>
              <a:t>a</a:t>
            </a:r>
            <a:r>
              <a:rPr sz="2000" spc="-10" dirty="0">
                <a:latin typeface="Lato" panose="020F0502020204030203" pitchFamily="34" charset="0"/>
                <a:ea typeface="Lato" panose="020F0502020204030203" pitchFamily="34" charset="0"/>
                <a:cs typeface="Lato" panose="020F0502020204030203" pitchFamily="34" charset="0"/>
              </a:rPr>
              <a:t>l</a:t>
            </a:r>
            <a:r>
              <a:rPr sz="2000" spc="-215"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e</a:t>
            </a:r>
            <a:r>
              <a:rPr sz="2000" spc="-25" dirty="0">
                <a:latin typeface="Lato" panose="020F0502020204030203" pitchFamily="34" charset="0"/>
                <a:ea typeface="Lato" panose="020F0502020204030203" pitchFamily="34" charset="0"/>
                <a:cs typeface="Lato" panose="020F0502020204030203" pitchFamily="34" charset="0"/>
              </a:rPr>
              <a:t>f</a:t>
            </a:r>
            <a:r>
              <a:rPr sz="2000" spc="170" dirty="0">
                <a:latin typeface="Lato" panose="020F0502020204030203" pitchFamily="34" charset="0"/>
                <a:ea typeface="Lato" panose="020F0502020204030203" pitchFamily="34" charset="0"/>
                <a:cs typeface="Lato" panose="020F0502020204030203" pitchFamily="34" charset="0"/>
              </a:rPr>
              <a:t>ﬁ</a:t>
            </a:r>
            <a:r>
              <a:rPr sz="2000" spc="114" dirty="0">
                <a:latin typeface="Lato" panose="020F0502020204030203" pitchFamily="34" charset="0"/>
                <a:ea typeface="Lato" panose="020F0502020204030203" pitchFamily="34" charset="0"/>
                <a:cs typeface="Lato" panose="020F0502020204030203" pitchFamily="34" charset="0"/>
              </a:rPr>
              <a:t>c</a:t>
            </a:r>
            <a:r>
              <a:rPr sz="2000" spc="-10" dirty="0">
                <a:latin typeface="Lato" panose="020F0502020204030203" pitchFamily="34" charset="0"/>
                <a:ea typeface="Lato" panose="020F0502020204030203" pitchFamily="34" charset="0"/>
                <a:cs typeface="Lato" panose="020F0502020204030203" pitchFamily="34" charset="0"/>
              </a:rPr>
              <a:t>i</a:t>
            </a:r>
            <a:r>
              <a:rPr sz="2000" spc="35" dirty="0">
                <a:latin typeface="Lato" panose="020F0502020204030203" pitchFamily="34" charset="0"/>
                <a:ea typeface="Lato" panose="020F0502020204030203" pitchFamily="34" charset="0"/>
                <a:cs typeface="Lato" panose="020F0502020204030203" pitchFamily="34" charset="0"/>
              </a:rPr>
              <a:t>e</a:t>
            </a:r>
            <a:r>
              <a:rPr sz="2000" spc="125" dirty="0">
                <a:latin typeface="Lato" panose="020F0502020204030203" pitchFamily="34" charset="0"/>
                <a:ea typeface="Lato" panose="020F0502020204030203" pitchFamily="34" charset="0"/>
                <a:cs typeface="Lato" panose="020F0502020204030203" pitchFamily="34" charset="0"/>
              </a:rPr>
              <a:t>n</a:t>
            </a:r>
            <a:r>
              <a:rPr sz="2000" spc="95" dirty="0">
                <a:latin typeface="Lato" panose="020F0502020204030203" pitchFamily="34" charset="0"/>
                <a:ea typeface="Lato" panose="020F0502020204030203" pitchFamily="34" charset="0"/>
                <a:cs typeface="Lato" panose="020F0502020204030203" pitchFamily="34" charset="0"/>
              </a:rPr>
              <a:t>c</a:t>
            </a:r>
            <a:r>
              <a:rPr sz="2000" spc="-195" dirty="0">
                <a:latin typeface="Lato" panose="020F0502020204030203" pitchFamily="34" charset="0"/>
                <a:ea typeface="Lato" panose="020F0502020204030203" pitchFamily="34" charset="0"/>
                <a:cs typeface="Lato" panose="020F0502020204030203" pitchFamily="34" charset="0"/>
              </a:rPr>
              <a:t>y</a:t>
            </a:r>
            <a:r>
              <a:rPr sz="2000" spc="-370" dirty="0">
                <a:latin typeface="Lato" panose="020F0502020204030203" pitchFamily="34" charset="0"/>
                <a:ea typeface="Lato" panose="020F0502020204030203" pitchFamily="34" charset="0"/>
                <a:cs typeface="Lato" panose="020F0502020204030203" pitchFamily="34" charset="0"/>
              </a:rPr>
              <a:t>.</a:t>
            </a:r>
            <a:r>
              <a:rPr sz="2000" spc="-215" dirty="0">
                <a:latin typeface="Lato" panose="020F0502020204030203" pitchFamily="34" charset="0"/>
                <a:ea typeface="Lato" panose="020F0502020204030203" pitchFamily="34" charset="0"/>
                <a:cs typeface="Lato" panose="020F0502020204030203" pitchFamily="34" charset="0"/>
              </a:rPr>
              <a:t> </a:t>
            </a:r>
            <a:endParaRPr lang="en-IN" sz="2000" spc="-215" dirty="0">
              <a:latin typeface="Lato" panose="020F0502020204030203" pitchFamily="34" charset="0"/>
              <a:ea typeface="Lato" panose="020F0502020204030203" pitchFamily="34" charset="0"/>
              <a:cs typeface="Lato" panose="020F0502020204030203" pitchFamily="34" charset="0"/>
            </a:endParaRPr>
          </a:p>
          <a:p>
            <a:pPr marL="12700" marR="5080">
              <a:lnSpc>
                <a:spcPct val="102299"/>
              </a:lnSpc>
              <a:spcBef>
                <a:spcPts val="55"/>
              </a:spcBef>
            </a:pPr>
            <a:r>
              <a:rPr sz="2000" spc="185" dirty="0">
                <a:latin typeface="Lato" panose="020F0502020204030203" pitchFamily="34" charset="0"/>
                <a:ea typeface="Lato" panose="020F0502020204030203" pitchFamily="34" charset="0"/>
                <a:cs typeface="Lato" panose="020F0502020204030203" pitchFamily="34" charset="0"/>
              </a:rPr>
              <a:t>B</a:t>
            </a:r>
            <a:r>
              <a:rPr sz="2000" spc="-125" dirty="0">
                <a:latin typeface="Lato" panose="020F0502020204030203" pitchFamily="34" charset="0"/>
                <a:ea typeface="Lato" panose="020F0502020204030203" pitchFamily="34" charset="0"/>
                <a:cs typeface="Lato" panose="020F0502020204030203" pitchFamily="34" charset="0"/>
              </a:rPr>
              <a:t>&amp;</a:t>
            </a:r>
            <a:r>
              <a:rPr sz="2000" spc="185" dirty="0">
                <a:latin typeface="Lato" panose="020F0502020204030203" pitchFamily="34" charset="0"/>
                <a:ea typeface="Lato" panose="020F0502020204030203" pitchFamily="34" charset="0"/>
                <a:cs typeface="Lato" panose="020F0502020204030203" pitchFamily="34" charset="0"/>
              </a:rPr>
              <a:t>B</a:t>
            </a:r>
            <a:r>
              <a:rPr lang="en-IN" sz="2000" spc="-585" dirty="0">
                <a:latin typeface="Lato" panose="020F0502020204030203" pitchFamily="34" charset="0"/>
                <a:ea typeface="Lato" panose="020F0502020204030203" pitchFamily="34" charset="0"/>
                <a:cs typeface="Lato" panose="020F0502020204030203" pitchFamily="34" charset="0"/>
              </a:rPr>
              <a:t>+</a:t>
            </a:r>
            <a:r>
              <a:rPr sz="2000" spc="-90" dirty="0" err="1">
                <a:latin typeface="Lato" panose="020F0502020204030203" pitchFamily="34" charset="0"/>
                <a:ea typeface="Lato" panose="020F0502020204030203" pitchFamily="34" charset="0"/>
                <a:cs typeface="Lato" panose="020F0502020204030203" pitchFamily="34" charset="0"/>
              </a:rPr>
              <a:t>r</a:t>
            </a:r>
            <a:r>
              <a:rPr sz="2000" spc="35" dirty="0" err="1">
                <a:latin typeface="Lato" panose="020F0502020204030203" pitchFamily="34" charset="0"/>
                <a:ea typeface="Lato" panose="020F0502020204030203" pitchFamily="34" charset="0"/>
                <a:cs typeface="Lato" panose="020F0502020204030203" pitchFamily="34" charset="0"/>
              </a:rPr>
              <a:t>ee</a:t>
            </a:r>
            <a:r>
              <a:rPr sz="2000" spc="-70" dirty="0" err="1">
                <a:latin typeface="Lato" panose="020F0502020204030203" pitchFamily="34" charset="0"/>
                <a:ea typeface="Lato" panose="020F0502020204030203" pitchFamily="34" charset="0"/>
                <a:cs typeface="Lato" panose="020F0502020204030203" pitchFamily="34" charset="0"/>
              </a:rPr>
              <a:t>s</a:t>
            </a:r>
            <a:r>
              <a:rPr sz="2000" spc="-215" dirty="0">
                <a:latin typeface="Lato" panose="020F0502020204030203" pitchFamily="34" charset="0"/>
                <a:ea typeface="Lato" panose="020F0502020204030203" pitchFamily="34" charset="0"/>
                <a:cs typeface="Lato" panose="020F0502020204030203" pitchFamily="34" charset="0"/>
              </a:rPr>
              <a:t> </a:t>
            </a:r>
            <a:r>
              <a:rPr sz="2000" spc="-15" dirty="0">
                <a:latin typeface="Lato" panose="020F0502020204030203" pitchFamily="34" charset="0"/>
                <a:ea typeface="Lato" panose="020F0502020204030203" pitchFamily="34" charset="0"/>
                <a:cs typeface="Lato" panose="020F0502020204030203" pitchFamily="34" charset="0"/>
              </a:rPr>
              <a:t>a</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10" dirty="0">
                <a:latin typeface="Lato" panose="020F0502020204030203" pitchFamily="34" charset="0"/>
                <a:ea typeface="Lato" panose="020F0502020204030203" pitchFamily="34" charset="0"/>
                <a:cs typeface="Lato" panose="020F0502020204030203" pitchFamily="34" charset="0"/>
              </a:rPr>
              <a:t>a  </a:t>
            </a:r>
            <a:r>
              <a:rPr sz="2000" spc="20" dirty="0">
                <a:latin typeface="Lato" panose="020F0502020204030203" pitchFamily="34" charset="0"/>
                <a:ea typeface="Lato" panose="020F0502020204030203" pitchFamily="34" charset="0"/>
                <a:cs typeface="Lato" panose="020F0502020204030203" pitchFamily="34" charset="0"/>
              </a:rPr>
              <a:t>type of </a:t>
            </a:r>
            <a:r>
              <a:rPr sz="2000" spc="60" dirty="0">
                <a:latin typeface="Lato" panose="020F0502020204030203" pitchFamily="34" charset="0"/>
                <a:ea typeface="Lato" panose="020F0502020204030203" pitchFamily="34" charset="0"/>
                <a:cs typeface="Lato" panose="020F0502020204030203" pitchFamily="34" charset="0"/>
              </a:rPr>
              <a:t>balanced </a:t>
            </a:r>
            <a:r>
              <a:rPr sz="2000" spc="5" dirty="0">
                <a:latin typeface="Lato" panose="020F0502020204030203" pitchFamily="34" charset="0"/>
                <a:ea typeface="Lato" panose="020F0502020204030203" pitchFamily="34" charset="0"/>
                <a:cs typeface="Lato" panose="020F0502020204030203" pitchFamily="34" charset="0"/>
              </a:rPr>
              <a:t>tree </a:t>
            </a:r>
            <a:r>
              <a:rPr sz="2000" spc="40" dirty="0">
                <a:latin typeface="Lato" panose="020F0502020204030203" pitchFamily="34" charset="0"/>
                <a:ea typeface="Lato" panose="020F0502020204030203" pitchFamily="34" charset="0"/>
                <a:cs typeface="Lato" panose="020F0502020204030203" pitchFamily="34" charset="0"/>
              </a:rPr>
              <a:t>data </a:t>
            </a:r>
            <a:r>
              <a:rPr sz="2000" spc="25" dirty="0">
                <a:latin typeface="Lato" panose="020F0502020204030203" pitchFamily="34" charset="0"/>
                <a:ea typeface="Lato" panose="020F0502020204030203" pitchFamily="34" charset="0"/>
                <a:cs typeface="Lato" panose="020F0502020204030203" pitchFamily="34" charset="0"/>
              </a:rPr>
              <a:t>structure </a:t>
            </a:r>
            <a:r>
              <a:rPr sz="2000" spc="30"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t</a:t>
            </a:r>
            <a:r>
              <a:rPr sz="2000" spc="125" dirty="0">
                <a:latin typeface="Lato" panose="020F0502020204030203" pitchFamily="34" charset="0"/>
                <a:ea typeface="Lato" panose="020F0502020204030203" pitchFamily="34" charset="0"/>
                <a:cs typeface="Lato" panose="020F0502020204030203" pitchFamily="34" charset="0"/>
              </a:rPr>
              <a:t>h</a:t>
            </a:r>
            <a:r>
              <a:rPr sz="2000" spc="-15" dirty="0">
                <a:latin typeface="Lato" panose="020F0502020204030203" pitchFamily="34" charset="0"/>
                <a:ea typeface="Lato" panose="020F0502020204030203" pitchFamily="34" charset="0"/>
                <a:cs typeface="Lato" panose="020F0502020204030203" pitchFamily="34" charset="0"/>
              </a:rPr>
              <a:t>a</a:t>
            </a:r>
            <a:r>
              <a:rPr sz="2000" spc="35" dirty="0">
                <a:latin typeface="Lato" panose="020F0502020204030203" pitchFamily="34" charset="0"/>
                <a:ea typeface="Lato" panose="020F0502020204030203" pitchFamily="34" charset="0"/>
                <a:cs typeface="Lato" panose="020F0502020204030203" pitchFamily="34" charset="0"/>
              </a:rPr>
              <a:t>t</a:t>
            </a:r>
            <a:r>
              <a:rPr sz="2000" spc="-215" dirty="0">
                <a:latin typeface="Lato" panose="020F0502020204030203" pitchFamily="34" charset="0"/>
                <a:ea typeface="Lato" panose="020F0502020204030203" pitchFamily="34" charset="0"/>
                <a:cs typeface="Lato" panose="020F0502020204030203" pitchFamily="34" charset="0"/>
              </a:rPr>
              <a:t> </a:t>
            </a:r>
            <a:r>
              <a:rPr sz="2000" spc="125" dirty="0">
                <a:latin typeface="Lato" panose="020F0502020204030203" pitchFamily="34" charset="0"/>
                <a:ea typeface="Lato" panose="020F0502020204030203" pitchFamily="34" charset="0"/>
                <a:cs typeface="Lato" panose="020F0502020204030203" pitchFamily="34" charset="0"/>
              </a:rPr>
              <a:t>h</a:t>
            </a:r>
            <a:r>
              <a:rPr sz="2000" spc="-40" dirty="0">
                <a:latin typeface="Lato" panose="020F0502020204030203" pitchFamily="34" charset="0"/>
                <a:ea typeface="Lato" panose="020F0502020204030203" pitchFamily="34" charset="0"/>
                <a:cs typeface="Lato" panose="020F0502020204030203" pitchFamily="34" charset="0"/>
              </a:rPr>
              <a:t>a</a:t>
            </a:r>
            <a:r>
              <a:rPr sz="2000" spc="-150" dirty="0">
                <a:latin typeface="Lato" panose="020F0502020204030203" pitchFamily="34" charset="0"/>
                <a:ea typeface="Lato" panose="020F0502020204030203" pitchFamily="34" charset="0"/>
                <a:cs typeface="Lato" panose="020F0502020204030203" pitchFamily="34" charset="0"/>
              </a:rPr>
              <a:t>v</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150" dirty="0">
                <a:latin typeface="Lato" panose="020F0502020204030203" pitchFamily="34" charset="0"/>
                <a:ea typeface="Lato" panose="020F0502020204030203" pitchFamily="34" charset="0"/>
                <a:cs typeface="Lato" panose="020F0502020204030203" pitchFamily="34" charset="0"/>
              </a:rPr>
              <a:t>b</a:t>
            </a:r>
            <a:r>
              <a:rPr sz="2000" spc="35" dirty="0">
                <a:latin typeface="Lato" panose="020F0502020204030203" pitchFamily="34" charset="0"/>
                <a:ea typeface="Lato" panose="020F0502020204030203" pitchFamily="34" charset="0"/>
                <a:cs typeface="Lato" panose="020F0502020204030203" pitchFamily="34" charset="0"/>
              </a:rPr>
              <a:t>ee</a:t>
            </a:r>
            <a:r>
              <a:rPr sz="2000" spc="125" dirty="0">
                <a:latin typeface="Lato" panose="020F0502020204030203" pitchFamily="34" charset="0"/>
                <a:ea typeface="Lato" panose="020F0502020204030203" pitchFamily="34" charset="0"/>
                <a:cs typeface="Lato" panose="020F0502020204030203" pitchFamily="34" charset="0"/>
              </a:rPr>
              <a:t>n</a:t>
            </a:r>
            <a:r>
              <a:rPr sz="2000" spc="-215" dirty="0">
                <a:latin typeface="Lato" panose="020F0502020204030203" pitchFamily="34" charset="0"/>
                <a:ea typeface="Lato" panose="020F0502020204030203" pitchFamily="34" charset="0"/>
                <a:cs typeface="Lato" panose="020F0502020204030203" pitchFamily="34" charset="0"/>
              </a:rPr>
              <a:t> </a:t>
            </a:r>
            <a:r>
              <a:rPr sz="2000" spc="-70" dirty="0">
                <a:latin typeface="Lato" panose="020F0502020204030203" pitchFamily="34" charset="0"/>
                <a:ea typeface="Lato" panose="020F0502020204030203" pitchFamily="34" charset="0"/>
                <a:cs typeface="Lato" panose="020F0502020204030203" pitchFamily="34" charset="0"/>
              </a:rPr>
              <a:t>s</a:t>
            </a:r>
            <a:r>
              <a:rPr sz="2000" spc="125" dirty="0">
                <a:latin typeface="Lato" panose="020F0502020204030203" pitchFamily="34" charset="0"/>
                <a:ea typeface="Lato" panose="020F0502020204030203" pitchFamily="34" charset="0"/>
                <a:cs typeface="Lato" panose="020F0502020204030203" pitchFamily="34" charset="0"/>
              </a:rPr>
              <a:t>h</a:t>
            </a:r>
            <a:r>
              <a:rPr sz="2000" spc="20" dirty="0">
                <a:latin typeface="Lato" panose="020F0502020204030203" pitchFamily="34" charset="0"/>
                <a:ea typeface="Lato" panose="020F0502020204030203" pitchFamily="34" charset="0"/>
                <a:cs typeface="Lato" panose="020F0502020204030203" pitchFamily="34" charset="0"/>
              </a:rPr>
              <a:t>o</a:t>
            </a:r>
            <a:r>
              <a:rPr sz="2000" spc="170" dirty="0">
                <a:latin typeface="Lato" panose="020F0502020204030203" pitchFamily="34" charset="0"/>
                <a:ea typeface="Lato" panose="020F0502020204030203" pitchFamily="34" charset="0"/>
                <a:cs typeface="Lato" panose="020F0502020204030203" pitchFamily="34" charset="0"/>
              </a:rPr>
              <a:t>w</a:t>
            </a:r>
            <a:r>
              <a:rPr sz="2000" spc="125" dirty="0">
                <a:latin typeface="Lato" panose="020F0502020204030203" pitchFamily="34" charset="0"/>
                <a:ea typeface="Lato" panose="020F0502020204030203" pitchFamily="34" charset="0"/>
                <a:cs typeface="Lato" panose="020F0502020204030203" pitchFamily="34" charset="0"/>
              </a:rPr>
              <a:t>n</a:t>
            </a:r>
            <a:r>
              <a:rPr sz="2000" spc="-215" dirty="0">
                <a:latin typeface="Lato" panose="020F0502020204030203" pitchFamily="34" charset="0"/>
                <a:ea typeface="Lato" panose="020F0502020204030203" pitchFamily="34" charset="0"/>
                <a:cs typeface="Lato" panose="020F0502020204030203" pitchFamily="34" charset="0"/>
              </a:rPr>
              <a:t> </a:t>
            </a:r>
            <a:r>
              <a:rPr sz="2000" spc="-15" dirty="0">
                <a:latin typeface="Lato" panose="020F0502020204030203" pitchFamily="34" charset="0"/>
                <a:ea typeface="Lato" panose="020F0502020204030203" pitchFamily="34" charset="0"/>
                <a:cs typeface="Lato" panose="020F0502020204030203" pitchFamily="34" charset="0"/>
              </a:rPr>
              <a:t>t</a:t>
            </a:r>
            <a:r>
              <a:rPr sz="2000" spc="60" dirty="0">
                <a:latin typeface="Lato" panose="020F0502020204030203" pitchFamily="34" charset="0"/>
                <a:ea typeface="Lato" panose="020F0502020204030203" pitchFamily="34" charset="0"/>
                <a:cs typeface="Lato" panose="020F0502020204030203" pitchFamily="34" charset="0"/>
              </a:rPr>
              <a:t>o</a:t>
            </a:r>
            <a:r>
              <a:rPr sz="2000" spc="-215" dirty="0">
                <a:latin typeface="Lato" panose="020F0502020204030203" pitchFamily="34" charset="0"/>
                <a:ea typeface="Lato" panose="020F0502020204030203" pitchFamily="34" charset="0"/>
                <a:cs typeface="Lato" panose="020F0502020204030203" pitchFamily="34" charset="0"/>
              </a:rPr>
              <a:t> </a:t>
            </a:r>
            <a:r>
              <a:rPr sz="2000" spc="60" dirty="0">
                <a:latin typeface="Lato" panose="020F0502020204030203" pitchFamily="34" charset="0"/>
                <a:ea typeface="Lato" panose="020F0502020204030203" pitchFamily="34" charset="0"/>
                <a:cs typeface="Lato" panose="020F0502020204030203" pitchFamily="34" charset="0"/>
              </a:rPr>
              <a:t>o</a:t>
            </a:r>
            <a:r>
              <a:rPr sz="2000" spc="114" dirty="0">
                <a:latin typeface="Lato" panose="020F0502020204030203" pitchFamily="34" charset="0"/>
                <a:ea typeface="Lato" panose="020F0502020204030203" pitchFamily="34" charset="0"/>
                <a:cs typeface="Lato" panose="020F0502020204030203" pitchFamily="34" charset="0"/>
              </a:rPr>
              <a:t>u</a:t>
            </a:r>
            <a:r>
              <a:rPr sz="2000" spc="35" dirty="0">
                <a:latin typeface="Lato" panose="020F0502020204030203" pitchFamily="34" charset="0"/>
                <a:ea typeface="Lato" panose="020F0502020204030203" pitchFamily="34" charset="0"/>
                <a:cs typeface="Lato" panose="020F0502020204030203" pitchFamily="34" charset="0"/>
              </a:rPr>
              <a:t>t</a:t>
            </a:r>
            <a:r>
              <a:rPr sz="2000" spc="150" dirty="0">
                <a:latin typeface="Lato" panose="020F0502020204030203" pitchFamily="34" charset="0"/>
                <a:ea typeface="Lato" panose="020F0502020204030203" pitchFamily="34" charset="0"/>
                <a:cs typeface="Lato" panose="020F0502020204030203" pitchFamily="34" charset="0"/>
              </a:rPr>
              <a:t>p</a:t>
            </a:r>
            <a:r>
              <a:rPr sz="2000" spc="35" dirty="0">
                <a:latin typeface="Lato" panose="020F0502020204030203" pitchFamily="34" charset="0"/>
                <a:ea typeface="Lato" panose="020F0502020204030203" pitchFamily="34" charset="0"/>
                <a:cs typeface="Lato" panose="020F0502020204030203" pitchFamily="34" charset="0"/>
              </a:rPr>
              <a:t>e</a:t>
            </a:r>
            <a:r>
              <a:rPr sz="2000" spc="-55" dirty="0">
                <a:latin typeface="Lato" panose="020F0502020204030203" pitchFamily="34" charset="0"/>
                <a:ea typeface="Lato" panose="020F0502020204030203" pitchFamily="34" charset="0"/>
                <a:cs typeface="Lato" panose="020F0502020204030203" pitchFamily="34" charset="0"/>
              </a:rPr>
              <a:t>r</a:t>
            </a:r>
            <a:r>
              <a:rPr sz="2000" spc="-50" dirty="0">
                <a:latin typeface="Lato" panose="020F0502020204030203" pitchFamily="34" charset="0"/>
                <a:ea typeface="Lato" panose="020F0502020204030203" pitchFamily="34" charset="0"/>
                <a:cs typeface="Lato" panose="020F0502020204030203" pitchFamily="34" charset="0"/>
              </a:rPr>
              <a:t>f</a:t>
            </a:r>
            <a:r>
              <a:rPr sz="2000" spc="60" dirty="0">
                <a:latin typeface="Lato" panose="020F0502020204030203" pitchFamily="34" charset="0"/>
                <a:ea typeface="Lato" panose="020F0502020204030203" pitchFamily="34" charset="0"/>
                <a:cs typeface="Lato" panose="020F0502020204030203" pitchFamily="34" charset="0"/>
              </a:rPr>
              <a:t>o</a:t>
            </a:r>
            <a:r>
              <a:rPr sz="2000" spc="-75" dirty="0">
                <a:latin typeface="Lato" panose="020F0502020204030203" pitchFamily="34" charset="0"/>
                <a:ea typeface="Lato" panose="020F0502020204030203" pitchFamily="34" charset="0"/>
                <a:cs typeface="Lato" panose="020F0502020204030203" pitchFamily="34" charset="0"/>
              </a:rPr>
              <a:t>r</a:t>
            </a:r>
            <a:r>
              <a:rPr sz="2000" spc="135" dirty="0">
                <a:latin typeface="Lato" panose="020F0502020204030203" pitchFamily="34" charset="0"/>
                <a:ea typeface="Lato" panose="020F0502020204030203" pitchFamily="34" charset="0"/>
                <a:cs typeface="Lato" panose="020F0502020204030203" pitchFamily="34" charset="0"/>
              </a:rPr>
              <a:t>m  </a:t>
            </a:r>
            <a:r>
              <a:rPr sz="2000" spc="25" dirty="0">
                <a:latin typeface="Lato" panose="020F0502020204030203" pitchFamily="34" charset="0"/>
                <a:ea typeface="Lato" panose="020F0502020204030203" pitchFamily="34" charset="0"/>
                <a:cs typeface="Lato" panose="020F0502020204030203" pitchFamily="34" charset="0"/>
              </a:rPr>
              <a:t>traditional</a:t>
            </a:r>
            <a:r>
              <a:rPr sz="2000" spc="-215" dirty="0">
                <a:latin typeface="Lato" panose="020F0502020204030203" pitchFamily="34" charset="0"/>
                <a:ea typeface="Lato" panose="020F0502020204030203" pitchFamily="34" charset="0"/>
                <a:cs typeface="Lato" panose="020F0502020204030203" pitchFamily="34" charset="0"/>
              </a:rPr>
              <a:t> </a:t>
            </a:r>
            <a:r>
              <a:rPr sz="2000" spc="-5" dirty="0">
                <a:latin typeface="Lato" panose="020F0502020204030203" pitchFamily="34" charset="0"/>
                <a:ea typeface="Lato" panose="020F0502020204030203" pitchFamily="34" charset="0"/>
                <a:cs typeface="Lato" panose="020F0502020204030203" pitchFamily="34" charset="0"/>
              </a:rPr>
              <a:t>B-trees</a:t>
            </a:r>
            <a:r>
              <a:rPr sz="2000" spc="-215" dirty="0">
                <a:latin typeface="Lato" panose="020F0502020204030203" pitchFamily="34" charset="0"/>
                <a:ea typeface="Lato" panose="020F0502020204030203" pitchFamily="34" charset="0"/>
                <a:cs typeface="Lato" panose="020F0502020204030203" pitchFamily="34" charset="0"/>
              </a:rPr>
              <a:t> </a:t>
            </a:r>
            <a:r>
              <a:rPr sz="2000" spc="55" dirty="0">
                <a:latin typeface="Lato" panose="020F0502020204030203" pitchFamily="34" charset="0"/>
                <a:ea typeface="Lato" panose="020F0502020204030203" pitchFamily="34" charset="0"/>
                <a:cs typeface="Lato" panose="020F0502020204030203" pitchFamily="34" charset="0"/>
              </a:rPr>
              <a:t>in</a:t>
            </a:r>
            <a:r>
              <a:rPr sz="2000" spc="-215"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certain</a:t>
            </a:r>
            <a:r>
              <a:rPr sz="2000" spc="-215" dirty="0">
                <a:latin typeface="Lato" panose="020F0502020204030203" pitchFamily="34" charset="0"/>
                <a:ea typeface="Lato" panose="020F0502020204030203" pitchFamily="34" charset="0"/>
                <a:cs typeface="Lato" panose="020F0502020204030203" pitchFamily="34" charset="0"/>
              </a:rPr>
              <a:t> </a:t>
            </a:r>
            <a:r>
              <a:rPr sz="2000" spc="-30" dirty="0">
                <a:latin typeface="Lato" panose="020F0502020204030203" pitchFamily="34" charset="0"/>
                <a:ea typeface="Lato" panose="020F0502020204030203" pitchFamily="34" charset="0"/>
                <a:cs typeface="Lato" panose="020F0502020204030203" pitchFamily="34" charset="0"/>
              </a:rPr>
              <a:t>scenarios. </a:t>
            </a:r>
            <a:r>
              <a:rPr sz="2000" spc="-844" dirty="0">
                <a:latin typeface="Lato" panose="020F0502020204030203" pitchFamily="34" charset="0"/>
                <a:ea typeface="Lato" panose="020F0502020204030203" pitchFamily="34" charset="0"/>
                <a:cs typeface="Lato" panose="020F0502020204030203" pitchFamily="34" charset="0"/>
              </a:rPr>
              <a:t> </a:t>
            </a:r>
            <a:endParaRPr sz="20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21998350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01"/>
        <p:cNvGrpSpPr/>
        <p:nvPr/>
      </p:nvGrpSpPr>
      <p:grpSpPr>
        <a:xfrm>
          <a:off x="0" y="0"/>
          <a:ext cx="0" cy="0"/>
          <a:chOff x="0" y="0"/>
          <a:chExt cx="0" cy="0"/>
        </a:xfrm>
      </p:grpSpPr>
      <p:sp>
        <p:nvSpPr>
          <p:cNvPr id="3" name="Title 2">
            <a:extLst>
              <a:ext uri="{FF2B5EF4-FFF2-40B4-BE49-F238E27FC236}">
                <a16:creationId xmlns:a16="http://schemas.microsoft.com/office/drawing/2014/main" id="{D00287A3-E607-434A-E796-EC3B5AA5D243}"/>
              </a:ext>
            </a:extLst>
          </p:cNvPr>
          <p:cNvSpPr>
            <a:spLocks noGrp="1"/>
          </p:cNvSpPr>
          <p:nvPr>
            <p:ph type="title"/>
          </p:nvPr>
        </p:nvSpPr>
        <p:spPr/>
        <p:txBody>
          <a:bodyPr/>
          <a:lstStyle/>
          <a:p>
            <a:r>
              <a:rPr lang="en-IN" dirty="0"/>
              <a:t>What are B &amp; B+ Trees ?</a:t>
            </a:r>
          </a:p>
        </p:txBody>
      </p:sp>
      <p:pic>
        <p:nvPicPr>
          <p:cNvPr id="2" name="Picture 1">
            <a:extLst>
              <a:ext uri="{FF2B5EF4-FFF2-40B4-BE49-F238E27FC236}">
                <a16:creationId xmlns:a16="http://schemas.microsoft.com/office/drawing/2014/main" id="{DAC4DC1D-5B1E-4DF1-C3E3-6FD36C5EB9A4}"/>
              </a:ext>
            </a:extLst>
          </p:cNvPr>
          <p:cNvPicPr>
            <a:picLocks noChangeAspect="1"/>
          </p:cNvPicPr>
          <p:nvPr/>
        </p:nvPicPr>
        <p:blipFill>
          <a:blip r:embed="rId3"/>
          <a:stretch>
            <a:fillRect/>
          </a:stretch>
        </p:blipFill>
        <p:spPr>
          <a:xfrm>
            <a:off x="5192803" y="1788055"/>
            <a:ext cx="3340808" cy="1944360"/>
          </a:xfrm>
          <a:prstGeom prst="rect">
            <a:avLst/>
          </a:prstGeom>
        </p:spPr>
      </p:pic>
      <p:sp>
        <p:nvSpPr>
          <p:cNvPr id="4" name="object 4">
            <a:extLst>
              <a:ext uri="{FF2B5EF4-FFF2-40B4-BE49-F238E27FC236}">
                <a16:creationId xmlns:a16="http://schemas.microsoft.com/office/drawing/2014/main" id="{4B0D42F7-45DC-6AF3-2146-3314F41BD53B}"/>
              </a:ext>
            </a:extLst>
          </p:cNvPr>
          <p:cNvSpPr txBox="1"/>
          <p:nvPr/>
        </p:nvSpPr>
        <p:spPr>
          <a:xfrm>
            <a:off x="925403" y="1167245"/>
            <a:ext cx="4096712" cy="3606500"/>
          </a:xfrm>
          <a:prstGeom prst="rect">
            <a:avLst/>
          </a:prstGeom>
        </p:spPr>
        <p:txBody>
          <a:bodyPr vert="horz" wrap="square" lIns="0" tIns="10795" rIns="0" bIns="0" rtlCol="0">
            <a:spAutoFit/>
          </a:bodyPr>
          <a:lstStyle/>
          <a:p>
            <a:pPr marL="12700" marR="5080" indent="8255">
              <a:lnSpc>
                <a:spcPct val="117600"/>
              </a:lnSpc>
              <a:spcBef>
                <a:spcPts val="85"/>
              </a:spcBef>
            </a:pPr>
            <a:r>
              <a:rPr sz="2000" spc="185" dirty="0">
                <a:latin typeface="Lato" panose="020F0502020204030203" pitchFamily="34" charset="0"/>
                <a:ea typeface="Lato" panose="020F0502020204030203" pitchFamily="34" charset="0"/>
                <a:cs typeface="Lato" panose="020F0502020204030203" pitchFamily="34" charset="0"/>
              </a:rPr>
              <a:t>B</a:t>
            </a:r>
            <a:r>
              <a:rPr sz="2000" spc="-125" dirty="0">
                <a:latin typeface="Lato" panose="020F0502020204030203" pitchFamily="34" charset="0"/>
                <a:ea typeface="Lato" panose="020F0502020204030203" pitchFamily="34" charset="0"/>
                <a:cs typeface="Lato" panose="020F0502020204030203" pitchFamily="34" charset="0"/>
              </a:rPr>
              <a:t>&amp;</a:t>
            </a:r>
            <a:r>
              <a:rPr sz="2000" spc="185" dirty="0">
                <a:latin typeface="Lato" panose="020F0502020204030203" pitchFamily="34" charset="0"/>
                <a:ea typeface="Lato" panose="020F0502020204030203" pitchFamily="34" charset="0"/>
                <a:cs typeface="Lato" panose="020F0502020204030203" pitchFamily="34" charset="0"/>
              </a:rPr>
              <a:t>B</a:t>
            </a:r>
            <a:r>
              <a:rPr sz="2000" spc="-585" dirty="0">
                <a:latin typeface="Lato" panose="020F0502020204030203" pitchFamily="34" charset="0"/>
                <a:ea typeface="Lato" panose="020F0502020204030203" pitchFamily="34" charset="0"/>
                <a:cs typeface="Lato" panose="020F0502020204030203" pitchFamily="34" charset="0"/>
              </a:rPr>
              <a:t>++</a:t>
            </a:r>
            <a:r>
              <a:rPr sz="2000" spc="-215"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t</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ee</a:t>
            </a:r>
            <a:r>
              <a:rPr sz="2000" spc="-70" dirty="0">
                <a:latin typeface="Lato" panose="020F0502020204030203" pitchFamily="34" charset="0"/>
                <a:ea typeface="Lato" panose="020F0502020204030203" pitchFamily="34" charset="0"/>
                <a:cs typeface="Lato" panose="020F0502020204030203" pitchFamily="34" charset="0"/>
              </a:rPr>
              <a:t>s</a:t>
            </a:r>
            <a:r>
              <a:rPr sz="2000" spc="-215" dirty="0">
                <a:latin typeface="Lato" panose="020F0502020204030203" pitchFamily="34" charset="0"/>
                <a:ea typeface="Lato" panose="020F0502020204030203" pitchFamily="34" charset="0"/>
                <a:cs typeface="Lato" panose="020F0502020204030203" pitchFamily="34" charset="0"/>
              </a:rPr>
              <a:t> </a:t>
            </a:r>
            <a:r>
              <a:rPr sz="2000" spc="-15" dirty="0">
                <a:latin typeface="Lato" panose="020F0502020204030203" pitchFamily="34" charset="0"/>
                <a:ea typeface="Lato" panose="020F0502020204030203" pitchFamily="34" charset="0"/>
                <a:cs typeface="Lato" panose="020F0502020204030203" pitchFamily="34" charset="0"/>
              </a:rPr>
              <a:t>a</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15" dirty="0">
                <a:latin typeface="Lato" panose="020F0502020204030203" pitchFamily="34" charset="0"/>
                <a:ea typeface="Lato" panose="020F0502020204030203" pitchFamily="34" charset="0"/>
                <a:cs typeface="Lato" panose="020F0502020204030203" pitchFamily="34" charset="0"/>
              </a:rPr>
              <a:t>a</a:t>
            </a:r>
            <a:r>
              <a:rPr sz="2000" spc="-215" dirty="0">
                <a:latin typeface="Lato" panose="020F0502020204030203" pitchFamily="34" charset="0"/>
                <a:ea typeface="Lato" panose="020F0502020204030203" pitchFamily="34" charset="0"/>
                <a:cs typeface="Lato" panose="020F0502020204030203" pitchFamily="34" charset="0"/>
              </a:rPr>
              <a:t> </a:t>
            </a:r>
            <a:r>
              <a:rPr sz="2000" spc="10" dirty="0">
                <a:latin typeface="Lato" panose="020F0502020204030203" pitchFamily="34" charset="0"/>
                <a:ea typeface="Lato" panose="020F0502020204030203" pitchFamily="34" charset="0"/>
                <a:cs typeface="Lato" panose="020F0502020204030203" pitchFamily="34" charset="0"/>
              </a:rPr>
              <a:t>t</a:t>
            </a:r>
            <a:r>
              <a:rPr sz="2000" spc="-110" dirty="0">
                <a:latin typeface="Lato" panose="020F0502020204030203" pitchFamily="34" charset="0"/>
                <a:ea typeface="Lato" panose="020F0502020204030203" pitchFamily="34" charset="0"/>
                <a:cs typeface="Lato" panose="020F0502020204030203" pitchFamily="34" charset="0"/>
              </a:rPr>
              <a:t>y</a:t>
            </a:r>
            <a:r>
              <a:rPr sz="2000" spc="150" dirty="0">
                <a:latin typeface="Lato" panose="020F0502020204030203" pitchFamily="34" charset="0"/>
                <a:ea typeface="Lato" panose="020F0502020204030203" pitchFamily="34" charset="0"/>
                <a:cs typeface="Lato" panose="020F0502020204030203" pitchFamily="34" charset="0"/>
              </a:rPr>
              <a:t>p</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60" dirty="0">
                <a:latin typeface="Lato" panose="020F0502020204030203" pitchFamily="34" charset="0"/>
                <a:ea typeface="Lato" panose="020F0502020204030203" pitchFamily="34" charset="0"/>
                <a:cs typeface="Lato" panose="020F0502020204030203" pitchFamily="34" charset="0"/>
              </a:rPr>
              <a:t>o</a:t>
            </a:r>
            <a:r>
              <a:rPr sz="2000" spc="-25" dirty="0">
                <a:latin typeface="Lato" panose="020F0502020204030203" pitchFamily="34" charset="0"/>
                <a:ea typeface="Lato" panose="020F0502020204030203" pitchFamily="34" charset="0"/>
                <a:cs typeface="Lato" panose="020F0502020204030203" pitchFamily="34" charset="0"/>
              </a:rPr>
              <a:t>f</a:t>
            </a:r>
            <a:r>
              <a:rPr sz="2000" spc="-215" dirty="0">
                <a:latin typeface="Lato" panose="020F0502020204030203" pitchFamily="34" charset="0"/>
                <a:ea typeface="Lato" panose="020F0502020204030203" pitchFamily="34" charset="0"/>
                <a:cs typeface="Lato" panose="020F0502020204030203" pitchFamily="34" charset="0"/>
              </a:rPr>
              <a:t> </a:t>
            </a:r>
            <a:r>
              <a:rPr sz="2000" spc="140" dirty="0">
                <a:latin typeface="Lato" panose="020F0502020204030203" pitchFamily="34" charset="0"/>
                <a:ea typeface="Lato" panose="020F0502020204030203" pitchFamily="34" charset="0"/>
                <a:cs typeface="Lato" panose="020F0502020204030203" pitchFamily="34" charset="0"/>
              </a:rPr>
              <a:t>b</a:t>
            </a:r>
            <a:r>
              <a:rPr sz="2000" spc="-15" dirty="0">
                <a:latin typeface="Lato" panose="020F0502020204030203" pitchFamily="34" charset="0"/>
                <a:ea typeface="Lato" panose="020F0502020204030203" pitchFamily="34" charset="0"/>
                <a:cs typeface="Lato" panose="020F0502020204030203" pitchFamily="34" charset="0"/>
              </a:rPr>
              <a:t>a</a:t>
            </a:r>
            <a:r>
              <a:rPr sz="2000" spc="-10" dirty="0">
                <a:latin typeface="Lato" panose="020F0502020204030203" pitchFamily="34" charset="0"/>
                <a:ea typeface="Lato" panose="020F0502020204030203" pitchFamily="34" charset="0"/>
                <a:cs typeface="Lato" panose="020F0502020204030203" pitchFamily="34" charset="0"/>
              </a:rPr>
              <a:t>l</a:t>
            </a:r>
            <a:r>
              <a:rPr sz="2000" spc="-15" dirty="0">
                <a:latin typeface="Lato" panose="020F0502020204030203" pitchFamily="34" charset="0"/>
                <a:ea typeface="Lato" panose="020F0502020204030203" pitchFamily="34" charset="0"/>
                <a:cs typeface="Lato" panose="020F0502020204030203" pitchFamily="34" charset="0"/>
              </a:rPr>
              <a:t>a</a:t>
            </a:r>
            <a:r>
              <a:rPr sz="2000" spc="125" dirty="0">
                <a:latin typeface="Lato" panose="020F0502020204030203" pitchFamily="34" charset="0"/>
                <a:ea typeface="Lato" panose="020F0502020204030203" pitchFamily="34" charset="0"/>
                <a:cs typeface="Lato" panose="020F0502020204030203" pitchFamily="34" charset="0"/>
              </a:rPr>
              <a:t>n</a:t>
            </a:r>
            <a:r>
              <a:rPr sz="2000" spc="90" dirty="0">
                <a:latin typeface="Lato" panose="020F0502020204030203" pitchFamily="34" charset="0"/>
                <a:ea typeface="Lato" panose="020F0502020204030203" pitchFamily="34" charset="0"/>
                <a:cs typeface="Lato" panose="020F0502020204030203" pitchFamily="34" charset="0"/>
              </a:rPr>
              <a:t>c</a:t>
            </a:r>
            <a:r>
              <a:rPr sz="2000" spc="35" dirty="0">
                <a:latin typeface="Lato" panose="020F0502020204030203" pitchFamily="34" charset="0"/>
                <a:ea typeface="Lato" panose="020F0502020204030203" pitchFamily="34" charset="0"/>
                <a:cs typeface="Lato" panose="020F0502020204030203" pitchFamily="34" charset="0"/>
              </a:rPr>
              <a:t>e</a:t>
            </a:r>
            <a:r>
              <a:rPr sz="2000" spc="150" dirty="0">
                <a:latin typeface="Lato" panose="020F0502020204030203" pitchFamily="34" charset="0"/>
                <a:ea typeface="Lato" panose="020F0502020204030203" pitchFamily="34" charset="0"/>
                <a:cs typeface="Lato" panose="020F0502020204030203" pitchFamily="34" charset="0"/>
              </a:rPr>
              <a:t>d</a:t>
            </a:r>
            <a:r>
              <a:rPr sz="2000" spc="-215"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t</a:t>
            </a:r>
            <a:r>
              <a:rPr sz="2000" spc="-90" dirty="0">
                <a:latin typeface="Lato" panose="020F0502020204030203" pitchFamily="34" charset="0"/>
                <a:ea typeface="Lato" panose="020F0502020204030203" pitchFamily="34" charset="0"/>
                <a:cs typeface="Lato" panose="020F0502020204030203" pitchFamily="34" charset="0"/>
              </a:rPr>
              <a:t>r</a:t>
            </a:r>
            <a:r>
              <a:rPr sz="2000" spc="25" dirty="0">
                <a:latin typeface="Lato" panose="020F0502020204030203" pitchFamily="34" charset="0"/>
                <a:ea typeface="Lato" panose="020F0502020204030203" pitchFamily="34" charset="0"/>
                <a:cs typeface="Lato" panose="020F0502020204030203" pitchFamily="34" charset="0"/>
              </a:rPr>
              <a:t>ee  </a:t>
            </a:r>
            <a:r>
              <a:rPr sz="2000" spc="150" dirty="0">
                <a:latin typeface="Lato" panose="020F0502020204030203" pitchFamily="34" charset="0"/>
                <a:ea typeface="Lato" panose="020F0502020204030203" pitchFamily="34" charset="0"/>
                <a:cs typeface="Lato" panose="020F0502020204030203" pitchFamily="34" charset="0"/>
              </a:rPr>
              <a:t>d</a:t>
            </a:r>
            <a:r>
              <a:rPr sz="2000" spc="-15" dirty="0">
                <a:latin typeface="Lato" panose="020F0502020204030203" pitchFamily="34" charset="0"/>
                <a:ea typeface="Lato" panose="020F0502020204030203" pitchFamily="34" charset="0"/>
                <a:cs typeface="Lato" panose="020F0502020204030203" pitchFamily="34" charset="0"/>
              </a:rPr>
              <a:t>a</a:t>
            </a:r>
            <a:r>
              <a:rPr sz="2000" spc="35" dirty="0">
                <a:latin typeface="Lato" panose="020F0502020204030203" pitchFamily="34" charset="0"/>
                <a:ea typeface="Lato" panose="020F0502020204030203" pitchFamily="34" charset="0"/>
                <a:cs typeface="Lato" panose="020F0502020204030203" pitchFamily="34" charset="0"/>
              </a:rPr>
              <a:t>t</a:t>
            </a:r>
            <a:r>
              <a:rPr sz="2000" spc="-15" dirty="0">
                <a:latin typeface="Lato" panose="020F0502020204030203" pitchFamily="34" charset="0"/>
                <a:ea typeface="Lato" panose="020F0502020204030203" pitchFamily="34" charset="0"/>
                <a:cs typeface="Lato" panose="020F0502020204030203" pitchFamily="34" charset="0"/>
              </a:rPr>
              <a:t>a</a:t>
            </a:r>
            <a:r>
              <a:rPr sz="2000" spc="-215" dirty="0">
                <a:latin typeface="Lato" panose="020F0502020204030203" pitchFamily="34" charset="0"/>
                <a:ea typeface="Lato" panose="020F0502020204030203" pitchFamily="34" charset="0"/>
                <a:cs typeface="Lato" panose="020F0502020204030203" pitchFamily="34" charset="0"/>
              </a:rPr>
              <a:t> </a:t>
            </a:r>
            <a:r>
              <a:rPr sz="2000" spc="-70" dirty="0">
                <a:latin typeface="Lato" panose="020F0502020204030203" pitchFamily="34" charset="0"/>
                <a:ea typeface="Lato" panose="020F0502020204030203" pitchFamily="34" charset="0"/>
                <a:cs typeface="Lato" panose="020F0502020204030203" pitchFamily="34" charset="0"/>
              </a:rPr>
              <a:t>s</a:t>
            </a:r>
            <a:r>
              <a:rPr sz="2000" spc="35" dirty="0">
                <a:latin typeface="Lato" panose="020F0502020204030203" pitchFamily="34" charset="0"/>
                <a:ea typeface="Lato" panose="020F0502020204030203" pitchFamily="34" charset="0"/>
                <a:cs typeface="Lato" panose="020F0502020204030203" pitchFamily="34" charset="0"/>
              </a:rPr>
              <a:t>t</a:t>
            </a:r>
            <a:r>
              <a:rPr sz="2000" spc="-55" dirty="0">
                <a:latin typeface="Lato" panose="020F0502020204030203" pitchFamily="34" charset="0"/>
                <a:ea typeface="Lato" panose="020F0502020204030203" pitchFamily="34" charset="0"/>
                <a:cs typeface="Lato" panose="020F0502020204030203" pitchFamily="34" charset="0"/>
              </a:rPr>
              <a:t>r</a:t>
            </a:r>
            <a:r>
              <a:rPr sz="2000" spc="125" dirty="0">
                <a:latin typeface="Lato" panose="020F0502020204030203" pitchFamily="34" charset="0"/>
                <a:ea typeface="Lato" panose="020F0502020204030203" pitchFamily="34" charset="0"/>
                <a:cs typeface="Lato" panose="020F0502020204030203" pitchFamily="34" charset="0"/>
              </a:rPr>
              <a:t>u</a:t>
            </a:r>
            <a:r>
              <a:rPr sz="2000" spc="110" dirty="0">
                <a:latin typeface="Lato" panose="020F0502020204030203" pitchFamily="34" charset="0"/>
                <a:ea typeface="Lato" panose="020F0502020204030203" pitchFamily="34" charset="0"/>
                <a:cs typeface="Lato" panose="020F0502020204030203" pitchFamily="34" charset="0"/>
              </a:rPr>
              <a:t>c</a:t>
            </a:r>
            <a:r>
              <a:rPr sz="2000" spc="35" dirty="0">
                <a:latin typeface="Lato" panose="020F0502020204030203" pitchFamily="34" charset="0"/>
                <a:ea typeface="Lato" panose="020F0502020204030203" pitchFamily="34" charset="0"/>
                <a:cs typeface="Lato" panose="020F0502020204030203" pitchFamily="34" charset="0"/>
              </a:rPr>
              <a:t>tu</a:t>
            </a:r>
            <a:r>
              <a:rPr sz="2000" spc="-1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t</a:t>
            </a:r>
            <a:r>
              <a:rPr sz="2000" spc="125" dirty="0">
                <a:latin typeface="Lato" panose="020F0502020204030203" pitchFamily="34" charset="0"/>
                <a:ea typeface="Lato" panose="020F0502020204030203" pitchFamily="34" charset="0"/>
                <a:cs typeface="Lato" panose="020F0502020204030203" pitchFamily="34" charset="0"/>
              </a:rPr>
              <a:t>h</a:t>
            </a:r>
            <a:r>
              <a:rPr sz="2000" spc="-15" dirty="0">
                <a:latin typeface="Lato" panose="020F0502020204030203" pitchFamily="34" charset="0"/>
                <a:ea typeface="Lato" panose="020F0502020204030203" pitchFamily="34" charset="0"/>
                <a:cs typeface="Lato" panose="020F0502020204030203" pitchFamily="34" charset="0"/>
              </a:rPr>
              <a:t>a</a:t>
            </a:r>
            <a:r>
              <a:rPr sz="2000" spc="35" dirty="0">
                <a:latin typeface="Lato" panose="020F0502020204030203" pitchFamily="34" charset="0"/>
                <a:ea typeface="Lato" panose="020F0502020204030203" pitchFamily="34" charset="0"/>
                <a:cs typeface="Lato" panose="020F0502020204030203" pitchFamily="34" charset="0"/>
              </a:rPr>
              <a:t>t</a:t>
            </a:r>
            <a:r>
              <a:rPr sz="2000" spc="-215" dirty="0">
                <a:latin typeface="Lato" panose="020F0502020204030203" pitchFamily="34" charset="0"/>
                <a:ea typeface="Lato" panose="020F0502020204030203" pitchFamily="34" charset="0"/>
                <a:cs typeface="Lato" panose="020F0502020204030203" pitchFamily="34" charset="0"/>
              </a:rPr>
              <a:t> </a:t>
            </a:r>
            <a:r>
              <a:rPr sz="2000" spc="-5" dirty="0">
                <a:latin typeface="Lato" panose="020F0502020204030203" pitchFamily="34" charset="0"/>
                <a:ea typeface="Lato" panose="020F0502020204030203" pitchFamily="34" charset="0"/>
                <a:cs typeface="Lato" panose="020F0502020204030203" pitchFamily="34" charset="0"/>
              </a:rPr>
              <a:t>e</a:t>
            </a:r>
            <a:r>
              <a:rPr sz="2000" spc="-130" dirty="0">
                <a:latin typeface="Lato" panose="020F0502020204030203" pitchFamily="34" charset="0"/>
                <a:ea typeface="Lato" panose="020F0502020204030203" pitchFamily="34" charset="0"/>
                <a:cs typeface="Lato" panose="020F0502020204030203" pitchFamily="34" charset="0"/>
              </a:rPr>
              <a:t>x</a:t>
            </a:r>
            <a:r>
              <a:rPr sz="2000" spc="-15" dirty="0">
                <a:latin typeface="Lato" panose="020F0502020204030203" pitchFamily="34" charset="0"/>
                <a:ea typeface="Lato" panose="020F0502020204030203" pitchFamily="34" charset="0"/>
                <a:cs typeface="Lato" panose="020F0502020204030203" pitchFamily="34" charset="0"/>
              </a:rPr>
              <a:t>t</a:t>
            </a:r>
            <a:r>
              <a:rPr sz="2000" spc="35" dirty="0">
                <a:latin typeface="Lato" panose="020F0502020204030203" pitchFamily="34" charset="0"/>
                <a:ea typeface="Lato" panose="020F0502020204030203" pitchFamily="34" charset="0"/>
                <a:cs typeface="Lato" panose="020F0502020204030203" pitchFamily="34" charset="0"/>
              </a:rPr>
              <a:t>e</a:t>
            </a:r>
            <a:r>
              <a:rPr sz="2000" spc="125" dirty="0">
                <a:latin typeface="Lato" panose="020F0502020204030203" pitchFamily="34" charset="0"/>
                <a:ea typeface="Lato" panose="020F0502020204030203" pitchFamily="34" charset="0"/>
                <a:cs typeface="Lato" panose="020F0502020204030203" pitchFamily="34" charset="0"/>
              </a:rPr>
              <a:t>n</a:t>
            </a:r>
            <a:r>
              <a:rPr sz="2000" spc="150" dirty="0">
                <a:latin typeface="Lato" panose="020F0502020204030203" pitchFamily="34" charset="0"/>
                <a:ea typeface="Lato" panose="020F0502020204030203" pitchFamily="34" charset="0"/>
                <a:cs typeface="Lato" panose="020F0502020204030203" pitchFamily="34" charset="0"/>
              </a:rPr>
              <a:t>d</a:t>
            </a:r>
            <a:r>
              <a:rPr sz="2000" spc="-215"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t</a:t>
            </a:r>
            <a:r>
              <a:rPr sz="2000" spc="125" dirty="0">
                <a:latin typeface="Lato" panose="020F0502020204030203" pitchFamily="34" charset="0"/>
                <a:ea typeface="Lato" panose="020F0502020204030203" pitchFamily="34" charset="0"/>
                <a:cs typeface="Lato" panose="020F0502020204030203" pitchFamily="34" charset="0"/>
              </a:rPr>
              <a:t>h</a:t>
            </a:r>
            <a:r>
              <a:rPr sz="2000" spc="25" dirty="0">
                <a:latin typeface="Lato" panose="020F0502020204030203" pitchFamily="34" charset="0"/>
                <a:ea typeface="Lato" panose="020F0502020204030203" pitchFamily="34" charset="0"/>
                <a:cs typeface="Lato" panose="020F0502020204030203" pitchFamily="34" charset="0"/>
              </a:rPr>
              <a:t>e  </a:t>
            </a:r>
            <a:r>
              <a:rPr sz="2000" spc="35" dirty="0">
                <a:latin typeface="Lato" panose="020F0502020204030203" pitchFamily="34" charset="0"/>
                <a:ea typeface="Lato" panose="020F0502020204030203" pitchFamily="34" charset="0"/>
                <a:cs typeface="Lato" panose="020F0502020204030203" pitchFamily="34" charset="0"/>
              </a:rPr>
              <a:t>t</a:t>
            </a:r>
            <a:r>
              <a:rPr sz="2000" spc="-80" dirty="0">
                <a:latin typeface="Lato" panose="020F0502020204030203" pitchFamily="34" charset="0"/>
                <a:ea typeface="Lato" panose="020F0502020204030203" pitchFamily="34" charset="0"/>
                <a:cs typeface="Lato" panose="020F0502020204030203" pitchFamily="34" charset="0"/>
              </a:rPr>
              <a:t>r</a:t>
            </a:r>
            <a:r>
              <a:rPr sz="2000" spc="-15" dirty="0">
                <a:latin typeface="Lato" panose="020F0502020204030203" pitchFamily="34" charset="0"/>
                <a:ea typeface="Lato" panose="020F0502020204030203" pitchFamily="34" charset="0"/>
                <a:cs typeface="Lato" panose="020F0502020204030203" pitchFamily="34" charset="0"/>
              </a:rPr>
              <a:t>a</a:t>
            </a:r>
            <a:r>
              <a:rPr sz="2000" spc="150" dirty="0">
                <a:latin typeface="Lato" panose="020F0502020204030203" pitchFamily="34" charset="0"/>
                <a:ea typeface="Lato" panose="020F0502020204030203" pitchFamily="34" charset="0"/>
                <a:cs typeface="Lato" panose="020F0502020204030203" pitchFamily="34" charset="0"/>
              </a:rPr>
              <a:t>d</a:t>
            </a:r>
            <a:r>
              <a:rPr sz="2000" spc="-10" dirty="0">
                <a:latin typeface="Lato" panose="020F0502020204030203" pitchFamily="34" charset="0"/>
                <a:ea typeface="Lato" panose="020F0502020204030203" pitchFamily="34" charset="0"/>
                <a:cs typeface="Lato" panose="020F0502020204030203" pitchFamily="34" charset="0"/>
              </a:rPr>
              <a:t>i</a:t>
            </a:r>
            <a:r>
              <a:rPr sz="2000" spc="35" dirty="0">
                <a:latin typeface="Lato" panose="020F0502020204030203" pitchFamily="34" charset="0"/>
                <a:ea typeface="Lato" panose="020F0502020204030203" pitchFamily="34" charset="0"/>
                <a:cs typeface="Lato" panose="020F0502020204030203" pitchFamily="34" charset="0"/>
              </a:rPr>
              <a:t>t</a:t>
            </a:r>
            <a:r>
              <a:rPr sz="2000" spc="-10" dirty="0">
                <a:latin typeface="Lato" panose="020F0502020204030203" pitchFamily="34" charset="0"/>
                <a:ea typeface="Lato" panose="020F0502020204030203" pitchFamily="34" charset="0"/>
                <a:cs typeface="Lato" panose="020F0502020204030203" pitchFamily="34" charset="0"/>
              </a:rPr>
              <a:t>i</a:t>
            </a:r>
            <a:r>
              <a:rPr sz="2000" spc="60" dirty="0">
                <a:latin typeface="Lato" panose="020F0502020204030203" pitchFamily="34" charset="0"/>
                <a:ea typeface="Lato" panose="020F0502020204030203" pitchFamily="34" charset="0"/>
                <a:cs typeface="Lato" panose="020F0502020204030203" pitchFamily="34" charset="0"/>
              </a:rPr>
              <a:t>o</a:t>
            </a:r>
            <a:r>
              <a:rPr sz="2000" spc="125" dirty="0">
                <a:latin typeface="Lato" panose="020F0502020204030203" pitchFamily="34" charset="0"/>
                <a:ea typeface="Lato" panose="020F0502020204030203" pitchFamily="34" charset="0"/>
                <a:cs typeface="Lato" panose="020F0502020204030203" pitchFamily="34" charset="0"/>
              </a:rPr>
              <a:t>n</a:t>
            </a:r>
            <a:r>
              <a:rPr sz="2000" spc="-15" dirty="0">
                <a:latin typeface="Lato" panose="020F0502020204030203" pitchFamily="34" charset="0"/>
                <a:ea typeface="Lato" panose="020F0502020204030203" pitchFamily="34" charset="0"/>
                <a:cs typeface="Lato" panose="020F0502020204030203" pitchFamily="34" charset="0"/>
              </a:rPr>
              <a:t>a</a:t>
            </a:r>
            <a:r>
              <a:rPr sz="2000" spc="-10" dirty="0">
                <a:latin typeface="Lato" panose="020F0502020204030203" pitchFamily="34" charset="0"/>
                <a:ea typeface="Lato" panose="020F0502020204030203" pitchFamily="34" charset="0"/>
                <a:cs typeface="Lato" panose="020F0502020204030203" pitchFamily="34" charset="0"/>
              </a:rPr>
              <a:t>l</a:t>
            </a:r>
            <a:r>
              <a:rPr sz="2000" spc="-215" dirty="0">
                <a:latin typeface="Lato" panose="020F0502020204030203" pitchFamily="34" charset="0"/>
                <a:ea typeface="Lato" panose="020F0502020204030203" pitchFamily="34" charset="0"/>
                <a:cs typeface="Lato" panose="020F0502020204030203" pitchFamily="34" charset="0"/>
              </a:rPr>
              <a:t> </a:t>
            </a:r>
            <a:r>
              <a:rPr sz="2000" spc="185" dirty="0">
                <a:latin typeface="Lato" panose="020F0502020204030203" pitchFamily="34" charset="0"/>
                <a:ea typeface="Lato" panose="020F0502020204030203" pitchFamily="34" charset="0"/>
                <a:cs typeface="Lato" panose="020F0502020204030203" pitchFamily="34" charset="0"/>
              </a:rPr>
              <a:t>B</a:t>
            </a:r>
            <a:r>
              <a:rPr sz="2000" spc="-150" dirty="0">
                <a:latin typeface="Lato" panose="020F0502020204030203" pitchFamily="34" charset="0"/>
                <a:ea typeface="Lato" panose="020F0502020204030203" pitchFamily="34" charset="0"/>
                <a:cs typeface="Lato" panose="020F0502020204030203" pitchFamily="34" charset="0"/>
              </a:rPr>
              <a:t>-</a:t>
            </a:r>
            <a:r>
              <a:rPr sz="2000" spc="35" dirty="0">
                <a:latin typeface="Lato" panose="020F0502020204030203" pitchFamily="34" charset="0"/>
                <a:ea typeface="Lato" panose="020F0502020204030203" pitchFamily="34" charset="0"/>
                <a:cs typeface="Lato" panose="020F0502020204030203" pitchFamily="34" charset="0"/>
              </a:rPr>
              <a:t>t</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ee</a:t>
            </a:r>
            <a:r>
              <a:rPr sz="2000" spc="-370" dirty="0">
                <a:latin typeface="Lato" panose="020F0502020204030203" pitchFamily="34" charset="0"/>
                <a:ea typeface="Lato" panose="020F0502020204030203" pitchFamily="34" charset="0"/>
                <a:cs typeface="Lato" panose="020F0502020204030203" pitchFamily="34" charset="0"/>
              </a:rPr>
              <a:t>.</a:t>
            </a:r>
            <a:r>
              <a:rPr sz="2000" spc="-215" dirty="0">
                <a:latin typeface="Lato" panose="020F0502020204030203" pitchFamily="34" charset="0"/>
                <a:ea typeface="Lato" panose="020F0502020204030203" pitchFamily="34" charset="0"/>
                <a:cs typeface="Lato" panose="020F0502020204030203" pitchFamily="34" charset="0"/>
              </a:rPr>
              <a:t> </a:t>
            </a:r>
            <a:r>
              <a:rPr sz="2000" spc="-90" dirty="0">
                <a:latin typeface="Lato" panose="020F0502020204030203" pitchFamily="34" charset="0"/>
                <a:ea typeface="Lato" panose="020F0502020204030203" pitchFamily="34" charset="0"/>
                <a:cs typeface="Lato" panose="020F0502020204030203" pitchFamily="34" charset="0"/>
              </a:rPr>
              <a:t>T</a:t>
            </a:r>
            <a:r>
              <a:rPr sz="2000" spc="125" dirty="0">
                <a:latin typeface="Lato" panose="020F0502020204030203" pitchFamily="34" charset="0"/>
                <a:ea typeface="Lato" panose="020F0502020204030203" pitchFamily="34" charset="0"/>
                <a:cs typeface="Lato" panose="020F0502020204030203" pitchFamily="34" charset="0"/>
              </a:rPr>
              <a:t>h</a:t>
            </a:r>
            <a:r>
              <a:rPr sz="2000" spc="10" dirty="0">
                <a:latin typeface="Lato" panose="020F0502020204030203" pitchFamily="34" charset="0"/>
                <a:ea typeface="Lato" panose="020F0502020204030203" pitchFamily="34" charset="0"/>
                <a:cs typeface="Lato" panose="020F0502020204030203" pitchFamily="34" charset="0"/>
              </a:rPr>
              <a:t>e</a:t>
            </a:r>
            <a:r>
              <a:rPr sz="2000" spc="-110" dirty="0">
                <a:latin typeface="Lato" panose="020F0502020204030203" pitchFamily="34" charset="0"/>
                <a:ea typeface="Lato" panose="020F0502020204030203" pitchFamily="34" charset="0"/>
                <a:cs typeface="Lato" panose="020F0502020204030203" pitchFamily="34" charset="0"/>
              </a:rPr>
              <a:t>y</a:t>
            </a:r>
            <a:r>
              <a:rPr sz="2000" spc="-215" dirty="0">
                <a:latin typeface="Lato" panose="020F0502020204030203" pitchFamily="34" charset="0"/>
                <a:ea typeface="Lato" panose="020F0502020204030203" pitchFamily="34" charset="0"/>
                <a:cs typeface="Lato" panose="020F0502020204030203" pitchFamily="34" charset="0"/>
              </a:rPr>
              <a:t> </a:t>
            </a:r>
            <a:r>
              <a:rPr sz="2000" spc="130" dirty="0">
                <a:latin typeface="Lato" panose="020F0502020204030203" pitchFamily="34" charset="0"/>
                <a:ea typeface="Lato" panose="020F0502020204030203" pitchFamily="34" charset="0"/>
                <a:cs typeface="Lato" panose="020F0502020204030203" pitchFamily="34" charset="0"/>
              </a:rPr>
              <a:t>w</a:t>
            </a:r>
            <a:r>
              <a:rPr sz="2000" spc="35" dirty="0">
                <a:latin typeface="Lato" panose="020F0502020204030203" pitchFamily="34" charset="0"/>
                <a:ea typeface="Lato" panose="020F0502020204030203" pitchFamily="34" charset="0"/>
                <a:cs typeface="Lato" panose="020F0502020204030203" pitchFamily="34" charset="0"/>
              </a:rPr>
              <a:t>e</a:t>
            </a:r>
            <a:r>
              <a:rPr sz="2000" spc="-90" dirty="0">
                <a:latin typeface="Lato" panose="020F0502020204030203" pitchFamily="34" charset="0"/>
                <a:ea typeface="Lato" panose="020F0502020204030203" pitchFamily="34" charset="0"/>
                <a:cs typeface="Lato" panose="020F0502020204030203" pitchFamily="34" charset="0"/>
              </a:rPr>
              <a:t>r</a:t>
            </a:r>
            <a:r>
              <a:rPr sz="2000" spc="25" dirty="0">
                <a:latin typeface="Lato" panose="020F0502020204030203" pitchFamily="34" charset="0"/>
                <a:ea typeface="Lato" panose="020F0502020204030203" pitchFamily="34" charset="0"/>
                <a:cs typeface="Lato" panose="020F0502020204030203" pitchFamily="34" charset="0"/>
              </a:rPr>
              <a:t>e  </a:t>
            </a:r>
            <a:r>
              <a:rPr sz="2000" spc="-10" dirty="0">
                <a:latin typeface="Lato" panose="020F0502020204030203" pitchFamily="34" charset="0"/>
                <a:ea typeface="Lato" panose="020F0502020204030203" pitchFamily="34" charset="0"/>
                <a:cs typeface="Lato" panose="020F0502020204030203" pitchFamily="34" charset="0"/>
              </a:rPr>
              <a:t>i</a:t>
            </a:r>
            <a:r>
              <a:rPr sz="2000" spc="125" dirty="0">
                <a:latin typeface="Lato" panose="020F0502020204030203" pitchFamily="34" charset="0"/>
                <a:ea typeface="Lato" panose="020F0502020204030203" pitchFamily="34" charset="0"/>
                <a:cs typeface="Lato" panose="020F0502020204030203" pitchFamily="34" charset="0"/>
              </a:rPr>
              <a:t>n</a:t>
            </a:r>
            <a:r>
              <a:rPr sz="2000" spc="35" dirty="0">
                <a:latin typeface="Lato" panose="020F0502020204030203" pitchFamily="34" charset="0"/>
                <a:ea typeface="Lato" panose="020F0502020204030203" pitchFamily="34" charset="0"/>
                <a:cs typeface="Lato" panose="020F0502020204030203" pitchFamily="34" charset="0"/>
              </a:rPr>
              <a:t>t</a:t>
            </a:r>
            <a:r>
              <a:rPr sz="2000" spc="-90" dirty="0">
                <a:latin typeface="Lato" panose="020F0502020204030203" pitchFamily="34" charset="0"/>
                <a:ea typeface="Lato" panose="020F0502020204030203" pitchFamily="34" charset="0"/>
                <a:cs typeface="Lato" panose="020F0502020204030203" pitchFamily="34" charset="0"/>
              </a:rPr>
              <a:t>r</a:t>
            </a:r>
            <a:r>
              <a:rPr sz="2000" spc="60" dirty="0">
                <a:latin typeface="Lato" panose="020F0502020204030203" pitchFamily="34" charset="0"/>
                <a:ea typeface="Lato" panose="020F0502020204030203" pitchFamily="34" charset="0"/>
                <a:cs typeface="Lato" panose="020F0502020204030203" pitchFamily="34" charset="0"/>
              </a:rPr>
              <a:t>o</a:t>
            </a:r>
            <a:r>
              <a:rPr sz="2000" spc="150" dirty="0">
                <a:latin typeface="Lato" panose="020F0502020204030203" pitchFamily="34" charset="0"/>
                <a:ea typeface="Lato" panose="020F0502020204030203" pitchFamily="34" charset="0"/>
                <a:cs typeface="Lato" panose="020F0502020204030203" pitchFamily="34" charset="0"/>
              </a:rPr>
              <a:t>d</a:t>
            </a:r>
            <a:r>
              <a:rPr sz="2000" spc="125" dirty="0">
                <a:latin typeface="Lato" panose="020F0502020204030203" pitchFamily="34" charset="0"/>
                <a:ea typeface="Lato" panose="020F0502020204030203" pitchFamily="34" charset="0"/>
                <a:cs typeface="Lato" panose="020F0502020204030203" pitchFamily="34" charset="0"/>
              </a:rPr>
              <a:t>u</a:t>
            </a:r>
            <a:r>
              <a:rPr sz="2000" spc="75" dirty="0">
                <a:latin typeface="Lato" panose="020F0502020204030203" pitchFamily="34" charset="0"/>
                <a:ea typeface="Lato" panose="020F0502020204030203" pitchFamily="34" charset="0"/>
                <a:cs typeface="Lato" panose="020F0502020204030203" pitchFamily="34" charset="0"/>
              </a:rPr>
              <a:t>c</a:t>
            </a:r>
            <a:r>
              <a:rPr sz="2000" spc="35" dirty="0">
                <a:latin typeface="Lato" panose="020F0502020204030203" pitchFamily="34" charset="0"/>
                <a:ea typeface="Lato" panose="020F0502020204030203" pitchFamily="34" charset="0"/>
                <a:cs typeface="Lato" panose="020F0502020204030203" pitchFamily="34" charset="0"/>
              </a:rPr>
              <a:t>e</a:t>
            </a:r>
            <a:r>
              <a:rPr sz="2000" spc="150" dirty="0">
                <a:latin typeface="Lato" panose="020F0502020204030203" pitchFamily="34" charset="0"/>
                <a:ea typeface="Lato" panose="020F0502020204030203" pitchFamily="34" charset="0"/>
                <a:cs typeface="Lato" panose="020F0502020204030203" pitchFamily="34" charset="0"/>
              </a:rPr>
              <a:t>d</a:t>
            </a:r>
            <a:r>
              <a:rPr sz="2000" spc="-215" dirty="0">
                <a:latin typeface="Lato" panose="020F0502020204030203" pitchFamily="34" charset="0"/>
                <a:ea typeface="Lato" panose="020F0502020204030203" pitchFamily="34" charset="0"/>
                <a:cs typeface="Lato" panose="020F0502020204030203" pitchFamily="34" charset="0"/>
              </a:rPr>
              <a:t> </a:t>
            </a:r>
            <a:r>
              <a:rPr sz="2000" spc="-10" dirty="0">
                <a:latin typeface="Lato" panose="020F0502020204030203" pitchFamily="34" charset="0"/>
                <a:ea typeface="Lato" panose="020F0502020204030203" pitchFamily="34" charset="0"/>
                <a:cs typeface="Lato" panose="020F0502020204030203" pitchFamily="34" charset="0"/>
              </a:rPr>
              <a:t>i</a:t>
            </a:r>
            <a:r>
              <a:rPr sz="2000" spc="125" dirty="0">
                <a:latin typeface="Lato" panose="020F0502020204030203" pitchFamily="34" charset="0"/>
                <a:ea typeface="Lato" panose="020F0502020204030203" pitchFamily="34" charset="0"/>
                <a:cs typeface="Lato" panose="020F0502020204030203" pitchFamily="34" charset="0"/>
              </a:rPr>
              <a:t>n</a:t>
            </a:r>
            <a:r>
              <a:rPr sz="2000" spc="-215" dirty="0">
                <a:latin typeface="Lato" panose="020F0502020204030203" pitchFamily="34" charset="0"/>
                <a:ea typeface="Lato" panose="020F0502020204030203" pitchFamily="34" charset="0"/>
                <a:cs typeface="Lato" panose="020F0502020204030203" pitchFamily="34" charset="0"/>
              </a:rPr>
              <a:t> </a:t>
            </a:r>
            <a:r>
              <a:rPr sz="2000" spc="-165" dirty="0">
                <a:latin typeface="Lato" panose="020F0502020204030203" pitchFamily="34" charset="0"/>
                <a:ea typeface="Lato" panose="020F0502020204030203" pitchFamily="34" charset="0"/>
                <a:cs typeface="Lato" panose="020F0502020204030203" pitchFamily="34" charset="0"/>
              </a:rPr>
              <a:t>2</a:t>
            </a:r>
            <a:r>
              <a:rPr sz="2000" spc="75" dirty="0">
                <a:latin typeface="Lato" panose="020F0502020204030203" pitchFamily="34" charset="0"/>
                <a:ea typeface="Lato" panose="020F0502020204030203" pitchFamily="34" charset="0"/>
                <a:cs typeface="Lato" panose="020F0502020204030203" pitchFamily="34" charset="0"/>
              </a:rPr>
              <a:t>0</a:t>
            </a:r>
            <a:r>
              <a:rPr sz="2000" spc="-665" dirty="0">
                <a:latin typeface="Lato" panose="020F0502020204030203" pitchFamily="34" charset="0"/>
                <a:ea typeface="Lato" panose="020F0502020204030203" pitchFamily="34" charset="0"/>
                <a:cs typeface="Lato" panose="020F0502020204030203" pitchFamily="34" charset="0"/>
              </a:rPr>
              <a:t>11</a:t>
            </a:r>
            <a:r>
              <a:rPr sz="2000" spc="-215" dirty="0">
                <a:latin typeface="Lato" panose="020F0502020204030203" pitchFamily="34" charset="0"/>
                <a:ea typeface="Lato" panose="020F0502020204030203" pitchFamily="34" charset="0"/>
                <a:cs typeface="Lato" panose="020F0502020204030203" pitchFamily="34" charset="0"/>
              </a:rPr>
              <a:t> </a:t>
            </a:r>
            <a:r>
              <a:rPr sz="2000" spc="110" dirty="0">
                <a:latin typeface="Lato" panose="020F0502020204030203" pitchFamily="34" charset="0"/>
                <a:ea typeface="Lato" panose="020F0502020204030203" pitchFamily="34" charset="0"/>
                <a:cs typeface="Lato" panose="020F0502020204030203" pitchFamily="34" charset="0"/>
              </a:rPr>
              <a:t>b</a:t>
            </a:r>
            <a:r>
              <a:rPr sz="2000" spc="-110" dirty="0">
                <a:latin typeface="Lato" panose="020F0502020204030203" pitchFamily="34" charset="0"/>
                <a:ea typeface="Lato" panose="020F0502020204030203" pitchFamily="34" charset="0"/>
                <a:cs typeface="Lato" panose="020F0502020204030203" pitchFamily="34" charset="0"/>
              </a:rPr>
              <a:t>y</a:t>
            </a:r>
            <a:r>
              <a:rPr sz="2000" spc="-215" dirty="0">
                <a:latin typeface="Lato" panose="020F0502020204030203" pitchFamily="34" charset="0"/>
                <a:ea typeface="Lato" panose="020F0502020204030203" pitchFamily="34" charset="0"/>
                <a:cs typeface="Lato" panose="020F0502020204030203" pitchFamily="34" charset="0"/>
              </a:rPr>
              <a:t> </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a:t>
            </a:r>
            <a:r>
              <a:rPr sz="2000" spc="-70" dirty="0">
                <a:latin typeface="Lato" panose="020F0502020204030203" pitchFamily="34" charset="0"/>
                <a:ea typeface="Lato" panose="020F0502020204030203" pitchFamily="34" charset="0"/>
                <a:cs typeface="Lato" panose="020F0502020204030203" pitchFamily="34" charset="0"/>
              </a:rPr>
              <a:t>s</a:t>
            </a:r>
            <a:r>
              <a:rPr sz="2000" spc="-5" dirty="0">
                <a:latin typeface="Lato" panose="020F0502020204030203" pitchFamily="34" charset="0"/>
                <a:ea typeface="Lato" panose="020F0502020204030203" pitchFamily="34" charset="0"/>
                <a:cs typeface="Lato" panose="020F0502020204030203" pitchFamily="34" charset="0"/>
              </a:rPr>
              <a:t>e</a:t>
            </a:r>
            <a:r>
              <a:rPr sz="2000" spc="-15" dirty="0">
                <a:latin typeface="Lato" panose="020F0502020204030203" pitchFamily="34" charset="0"/>
                <a:ea typeface="Lato" panose="020F0502020204030203" pitchFamily="34" charset="0"/>
                <a:cs typeface="Lato" panose="020F0502020204030203" pitchFamily="34" charset="0"/>
              </a:rPr>
              <a:t>a</a:t>
            </a:r>
            <a:r>
              <a:rPr sz="2000" spc="-90" dirty="0">
                <a:latin typeface="Lato" panose="020F0502020204030203" pitchFamily="34" charset="0"/>
                <a:ea typeface="Lato" panose="020F0502020204030203" pitchFamily="34" charset="0"/>
                <a:cs typeface="Lato" panose="020F0502020204030203" pitchFamily="34" charset="0"/>
              </a:rPr>
              <a:t>r</a:t>
            </a:r>
            <a:r>
              <a:rPr sz="2000" spc="95" dirty="0">
                <a:latin typeface="Lato" panose="020F0502020204030203" pitchFamily="34" charset="0"/>
                <a:ea typeface="Lato" panose="020F0502020204030203" pitchFamily="34" charset="0"/>
                <a:cs typeface="Lato" panose="020F0502020204030203" pitchFamily="34" charset="0"/>
              </a:rPr>
              <a:t>c</a:t>
            </a:r>
            <a:r>
              <a:rPr sz="2000" spc="125" dirty="0">
                <a:latin typeface="Lato" panose="020F0502020204030203" pitchFamily="34" charset="0"/>
                <a:ea typeface="Lato" panose="020F0502020204030203" pitchFamily="34" charset="0"/>
                <a:cs typeface="Lato" panose="020F0502020204030203" pitchFamily="34" charset="0"/>
              </a:rPr>
              <a:t>h</a:t>
            </a:r>
            <a:r>
              <a:rPr sz="2000" spc="35" dirty="0">
                <a:latin typeface="Lato" panose="020F0502020204030203" pitchFamily="34" charset="0"/>
                <a:ea typeface="Lato" panose="020F0502020204030203" pitchFamily="34" charset="0"/>
                <a:cs typeface="Lato" panose="020F0502020204030203" pitchFamily="34" charset="0"/>
              </a:rPr>
              <a:t>e</a:t>
            </a:r>
            <a:r>
              <a:rPr sz="2000" spc="-65" dirty="0">
                <a:latin typeface="Lato" panose="020F0502020204030203" pitchFamily="34" charset="0"/>
                <a:ea typeface="Lato" panose="020F0502020204030203" pitchFamily="34" charset="0"/>
                <a:cs typeface="Lato" panose="020F0502020204030203" pitchFamily="34" charset="0"/>
              </a:rPr>
              <a:t>r</a:t>
            </a:r>
            <a:r>
              <a:rPr sz="2000" spc="-70" dirty="0">
                <a:latin typeface="Lato" panose="020F0502020204030203" pitchFamily="34" charset="0"/>
                <a:ea typeface="Lato" panose="020F0502020204030203" pitchFamily="34" charset="0"/>
                <a:cs typeface="Lato" panose="020F0502020204030203" pitchFamily="34" charset="0"/>
              </a:rPr>
              <a:t>s</a:t>
            </a:r>
            <a:r>
              <a:rPr sz="2000" spc="-215" dirty="0">
                <a:latin typeface="Lato" panose="020F0502020204030203" pitchFamily="34" charset="0"/>
                <a:ea typeface="Lato" panose="020F0502020204030203" pitchFamily="34" charset="0"/>
                <a:cs typeface="Lato" panose="020F0502020204030203" pitchFamily="34" charset="0"/>
              </a:rPr>
              <a:t> </a:t>
            </a:r>
            <a:r>
              <a:rPr sz="2000" spc="-15" dirty="0">
                <a:latin typeface="Lato" panose="020F0502020204030203" pitchFamily="34" charset="0"/>
                <a:ea typeface="Lato" panose="020F0502020204030203" pitchFamily="34" charset="0"/>
                <a:cs typeface="Lato" panose="020F0502020204030203" pitchFamily="34" charset="0"/>
              </a:rPr>
              <a:t>a</a:t>
            </a:r>
            <a:r>
              <a:rPr sz="2000" spc="35" dirty="0">
                <a:latin typeface="Lato" panose="020F0502020204030203" pitchFamily="34" charset="0"/>
                <a:ea typeface="Lato" panose="020F0502020204030203" pitchFamily="34" charset="0"/>
                <a:cs typeface="Lato" panose="020F0502020204030203" pitchFamily="34" charset="0"/>
              </a:rPr>
              <a:t>t</a:t>
            </a:r>
            <a:r>
              <a:rPr sz="2000" spc="-215"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t</a:t>
            </a:r>
            <a:r>
              <a:rPr sz="2000" spc="125" dirty="0">
                <a:latin typeface="Lato" panose="020F0502020204030203" pitchFamily="34" charset="0"/>
                <a:ea typeface="Lato" panose="020F0502020204030203" pitchFamily="34" charset="0"/>
                <a:cs typeface="Lato" panose="020F0502020204030203" pitchFamily="34" charset="0"/>
              </a:rPr>
              <a:t>h</a:t>
            </a:r>
            <a:r>
              <a:rPr sz="2000" spc="25" dirty="0">
                <a:latin typeface="Lato" panose="020F0502020204030203" pitchFamily="34" charset="0"/>
                <a:ea typeface="Lato" panose="020F0502020204030203" pitchFamily="34" charset="0"/>
                <a:cs typeface="Lato" panose="020F0502020204030203" pitchFamily="34" charset="0"/>
              </a:rPr>
              <a:t>e  </a:t>
            </a:r>
            <a:r>
              <a:rPr sz="2000" spc="165" dirty="0">
                <a:latin typeface="Lato" panose="020F0502020204030203" pitchFamily="34" charset="0"/>
                <a:ea typeface="Lato" panose="020F0502020204030203" pitchFamily="34" charset="0"/>
                <a:cs typeface="Lato" panose="020F0502020204030203" pitchFamily="34" charset="0"/>
              </a:rPr>
              <a:t>U</a:t>
            </a:r>
            <a:r>
              <a:rPr sz="2000" spc="125" dirty="0">
                <a:latin typeface="Lato" panose="020F0502020204030203" pitchFamily="34" charset="0"/>
                <a:ea typeface="Lato" panose="020F0502020204030203" pitchFamily="34" charset="0"/>
                <a:cs typeface="Lato" panose="020F0502020204030203" pitchFamily="34" charset="0"/>
              </a:rPr>
              <a:t>n</a:t>
            </a:r>
            <a:r>
              <a:rPr sz="2000" spc="-10" dirty="0">
                <a:latin typeface="Lato" panose="020F0502020204030203" pitchFamily="34" charset="0"/>
                <a:ea typeface="Lato" panose="020F0502020204030203" pitchFamily="34" charset="0"/>
                <a:cs typeface="Lato" panose="020F0502020204030203" pitchFamily="34" charset="0"/>
              </a:rPr>
              <a:t>i</a:t>
            </a:r>
            <a:r>
              <a:rPr sz="2000" spc="-150" dirty="0">
                <a:latin typeface="Lato" panose="020F0502020204030203" pitchFamily="34" charset="0"/>
                <a:ea typeface="Lato" panose="020F0502020204030203" pitchFamily="34" charset="0"/>
                <a:cs typeface="Lato" panose="020F0502020204030203" pitchFamily="34" charset="0"/>
              </a:rPr>
              <a:t>v</a:t>
            </a:r>
            <a:r>
              <a:rPr sz="2000" spc="35" dirty="0">
                <a:latin typeface="Lato" panose="020F0502020204030203" pitchFamily="34" charset="0"/>
                <a:ea typeface="Lato" panose="020F0502020204030203" pitchFamily="34" charset="0"/>
                <a:cs typeface="Lato" panose="020F0502020204030203" pitchFamily="34" charset="0"/>
              </a:rPr>
              <a:t>e</a:t>
            </a:r>
            <a:r>
              <a:rPr sz="2000" spc="-65" dirty="0">
                <a:latin typeface="Lato" panose="020F0502020204030203" pitchFamily="34" charset="0"/>
                <a:ea typeface="Lato" panose="020F0502020204030203" pitchFamily="34" charset="0"/>
                <a:cs typeface="Lato" panose="020F0502020204030203" pitchFamily="34" charset="0"/>
              </a:rPr>
              <a:t>r</a:t>
            </a:r>
            <a:r>
              <a:rPr sz="2000" spc="-70" dirty="0">
                <a:latin typeface="Lato" panose="020F0502020204030203" pitchFamily="34" charset="0"/>
                <a:ea typeface="Lato" panose="020F0502020204030203" pitchFamily="34" charset="0"/>
                <a:cs typeface="Lato" panose="020F0502020204030203" pitchFamily="34" charset="0"/>
              </a:rPr>
              <a:t>s</a:t>
            </a:r>
            <a:r>
              <a:rPr sz="2000" spc="-10" dirty="0">
                <a:latin typeface="Lato" panose="020F0502020204030203" pitchFamily="34" charset="0"/>
                <a:ea typeface="Lato" panose="020F0502020204030203" pitchFamily="34" charset="0"/>
                <a:cs typeface="Lato" panose="020F0502020204030203" pitchFamily="34" charset="0"/>
              </a:rPr>
              <a:t>i</a:t>
            </a:r>
            <a:r>
              <a:rPr sz="2000" spc="10" dirty="0">
                <a:latin typeface="Lato" panose="020F0502020204030203" pitchFamily="34" charset="0"/>
                <a:ea typeface="Lato" panose="020F0502020204030203" pitchFamily="34" charset="0"/>
                <a:cs typeface="Lato" panose="020F0502020204030203" pitchFamily="34" charset="0"/>
              </a:rPr>
              <a:t>t</a:t>
            </a:r>
            <a:r>
              <a:rPr sz="2000" spc="-110" dirty="0">
                <a:latin typeface="Lato" panose="020F0502020204030203" pitchFamily="34" charset="0"/>
                <a:ea typeface="Lato" panose="020F0502020204030203" pitchFamily="34" charset="0"/>
                <a:cs typeface="Lato" panose="020F0502020204030203" pitchFamily="34" charset="0"/>
              </a:rPr>
              <a:t>y</a:t>
            </a:r>
            <a:r>
              <a:rPr sz="2000" spc="-215" dirty="0">
                <a:latin typeface="Lato" panose="020F0502020204030203" pitchFamily="34" charset="0"/>
                <a:ea typeface="Lato" panose="020F0502020204030203" pitchFamily="34" charset="0"/>
                <a:cs typeface="Lato" panose="020F0502020204030203" pitchFamily="34" charset="0"/>
              </a:rPr>
              <a:t> </a:t>
            </a:r>
            <a:r>
              <a:rPr sz="2000" spc="60" dirty="0">
                <a:latin typeface="Lato" panose="020F0502020204030203" pitchFamily="34" charset="0"/>
                <a:ea typeface="Lato" panose="020F0502020204030203" pitchFamily="34" charset="0"/>
                <a:cs typeface="Lato" panose="020F0502020204030203" pitchFamily="34" charset="0"/>
              </a:rPr>
              <a:t>o</a:t>
            </a:r>
            <a:r>
              <a:rPr sz="2000" spc="-25" dirty="0">
                <a:latin typeface="Lato" panose="020F0502020204030203" pitchFamily="34" charset="0"/>
                <a:ea typeface="Lato" panose="020F0502020204030203" pitchFamily="34" charset="0"/>
                <a:cs typeface="Lato" panose="020F0502020204030203" pitchFamily="34" charset="0"/>
              </a:rPr>
              <a:t>f</a:t>
            </a:r>
            <a:r>
              <a:rPr sz="2000" spc="-215" dirty="0">
                <a:latin typeface="Lato" panose="020F0502020204030203" pitchFamily="34" charset="0"/>
                <a:ea typeface="Lato" panose="020F0502020204030203" pitchFamily="34" charset="0"/>
                <a:cs typeface="Lato" panose="020F0502020204030203" pitchFamily="34" charset="0"/>
              </a:rPr>
              <a:t> </a:t>
            </a:r>
            <a:r>
              <a:rPr sz="2000" spc="185" dirty="0">
                <a:latin typeface="Lato" panose="020F0502020204030203" pitchFamily="34" charset="0"/>
                <a:ea typeface="Lato" panose="020F0502020204030203" pitchFamily="34" charset="0"/>
                <a:cs typeface="Lato" panose="020F0502020204030203" pitchFamily="34" charset="0"/>
              </a:rPr>
              <a:t>W</a:t>
            </a:r>
            <a:r>
              <a:rPr sz="2000" spc="-15" dirty="0">
                <a:latin typeface="Lato" panose="020F0502020204030203" pitchFamily="34" charset="0"/>
                <a:ea typeface="Lato" panose="020F0502020204030203" pitchFamily="34" charset="0"/>
                <a:cs typeface="Lato" panose="020F0502020204030203" pitchFamily="34" charset="0"/>
              </a:rPr>
              <a:t>at</a:t>
            </a:r>
            <a:r>
              <a:rPr sz="2000" spc="35" dirty="0">
                <a:latin typeface="Lato" panose="020F0502020204030203" pitchFamily="34" charset="0"/>
                <a:ea typeface="Lato" panose="020F0502020204030203" pitchFamily="34" charset="0"/>
                <a:cs typeface="Lato" panose="020F0502020204030203" pitchFamily="34" charset="0"/>
              </a:rPr>
              <a:t>e</a:t>
            </a:r>
            <a:r>
              <a:rPr sz="2000" spc="-75" dirty="0">
                <a:latin typeface="Lato" panose="020F0502020204030203" pitchFamily="34" charset="0"/>
                <a:ea typeface="Lato" panose="020F0502020204030203" pitchFamily="34" charset="0"/>
                <a:cs typeface="Lato" panose="020F0502020204030203" pitchFamily="34" charset="0"/>
              </a:rPr>
              <a:t>r</a:t>
            </a:r>
            <a:r>
              <a:rPr sz="2000" spc="-10" dirty="0">
                <a:latin typeface="Lato" panose="020F0502020204030203" pitchFamily="34" charset="0"/>
                <a:ea typeface="Lato" panose="020F0502020204030203" pitchFamily="34" charset="0"/>
                <a:cs typeface="Lato" panose="020F0502020204030203" pitchFamily="34" charset="0"/>
              </a:rPr>
              <a:t>l</a:t>
            </a:r>
            <a:r>
              <a:rPr sz="2000" spc="60" dirty="0">
                <a:latin typeface="Lato" panose="020F0502020204030203" pitchFamily="34" charset="0"/>
                <a:ea typeface="Lato" panose="020F0502020204030203" pitchFamily="34" charset="0"/>
                <a:cs typeface="Lato" panose="020F0502020204030203" pitchFamily="34" charset="0"/>
              </a:rPr>
              <a:t>o</a:t>
            </a:r>
            <a:r>
              <a:rPr sz="2000" spc="20" dirty="0">
                <a:latin typeface="Lato" panose="020F0502020204030203" pitchFamily="34" charset="0"/>
                <a:ea typeface="Lato" panose="020F0502020204030203" pitchFamily="34" charset="0"/>
                <a:cs typeface="Lato" panose="020F0502020204030203" pitchFamily="34" charset="0"/>
              </a:rPr>
              <a:t>o</a:t>
            </a:r>
            <a:r>
              <a:rPr sz="2000" spc="-370" dirty="0">
                <a:latin typeface="Lato" panose="020F0502020204030203" pitchFamily="34" charset="0"/>
                <a:ea typeface="Lato" panose="020F0502020204030203" pitchFamily="34" charset="0"/>
                <a:cs typeface="Lato" panose="020F0502020204030203" pitchFamily="34" charset="0"/>
              </a:rPr>
              <a:t>.</a:t>
            </a:r>
            <a:r>
              <a:rPr sz="2000" spc="-215" dirty="0">
                <a:latin typeface="Lato" panose="020F0502020204030203" pitchFamily="34" charset="0"/>
                <a:ea typeface="Lato" panose="020F0502020204030203" pitchFamily="34" charset="0"/>
                <a:cs typeface="Lato" panose="020F0502020204030203" pitchFamily="34" charset="0"/>
              </a:rPr>
              <a:t> </a:t>
            </a:r>
            <a:r>
              <a:rPr sz="2000" spc="185" dirty="0">
                <a:latin typeface="Lato" panose="020F0502020204030203" pitchFamily="34" charset="0"/>
                <a:ea typeface="Lato" panose="020F0502020204030203" pitchFamily="34" charset="0"/>
                <a:cs typeface="Lato" panose="020F0502020204030203" pitchFamily="34" charset="0"/>
              </a:rPr>
              <a:t>B</a:t>
            </a:r>
            <a:r>
              <a:rPr sz="2000" spc="-125" dirty="0">
                <a:latin typeface="Lato" panose="020F0502020204030203" pitchFamily="34" charset="0"/>
                <a:ea typeface="Lato" panose="020F0502020204030203" pitchFamily="34" charset="0"/>
                <a:cs typeface="Lato" panose="020F0502020204030203" pitchFamily="34" charset="0"/>
              </a:rPr>
              <a:t>&amp;</a:t>
            </a:r>
            <a:r>
              <a:rPr sz="2000" spc="185" dirty="0">
                <a:latin typeface="Lato" panose="020F0502020204030203" pitchFamily="34" charset="0"/>
                <a:ea typeface="Lato" panose="020F0502020204030203" pitchFamily="34" charset="0"/>
                <a:cs typeface="Lato" panose="020F0502020204030203" pitchFamily="34" charset="0"/>
              </a:rPr>
              <a:t>B</a:t>
            </a:r>
            <a:r>
              <a:rPr sz="2000" spc="-585" dirty="0">
                <a:latin typeface="Lato" panose="020F0502020204030203" pitchFamily="34" charset="0"/>
                <a:ea typeface="Lato" panose="020F0502020204030203" pitchFamily="34" charset="0"/>
                <a:cs typeface="Lato" panose="020F0502020204030203" pitchFamily="34" charset="0"/>
              </a:rPr>
              <a:t>++</a:t>
            </a:r>
            <a:r>
              <a:rPr sz="2000" spc="-215"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t</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ee</a:t>
            </a:r>
            <a:r>
              <a:rPr sz="2000" spc="-70" dirty="0">
                <a:latin typeface="Lato" panose="020F0502020204030203" pitchFamily="34" charset="0"/>
                <a:ea typeface="Lato" panose="020F0502020204030203" pitchFamily="34" charset="0"/>
                <a:cs typeface="Lato" panose="020F0502020204030203" pitchFamily="34" charset="0"/>
              </a:rPr>
              <a:t>s</a:t>
            </a:r>
            <a:r>
              <a:rPr sz="2000" spc="-215" dirty="0">
                <a:latin typeface="Lato" panose="020F0502020204030203" pitchFamily="34" charset="0"/>
                <a:ea typeface="Lato" panose="020F0502020204030203" pitchFamily="34" charset="0"/>
                <a:cs typeface="Lato" panose="020F0502020204030203" pitchFamily="34" charset="0"/>
              </a:rPr>
              <a:t> </a:t>
            </a:r>
            <a:r>
              <a:rPr sz="2000" spc="-15" dirty="0">
                <a:latin typeface="Lato" panose="020F0502020204030203" pitchFamily="34" charset="0"/>
                <a:ea typeface="Lato" panose="020F0502020204030203" pitchFamily="34" charset="0"/>
                <a:cs typeface="Lato" panose="020F0502020204030203" pitchFamily="34" charset="0"/>
              </a:rPr>
              <a:t>a</a:t>
            </a:r>
            <a:r>
              <a:rPr sz="2000" spc="-90" dirty="0">
                <a:latin typeface="Lato" panose="020F0502020204030203" pitchFamily="34" charset="0"/>
                <a:ea typeface="Lato" panose="020F0502020204030203" pitchFamily="34" charset="0"/>
                <a:cs typeface="Lato" panose="020F0502020204030203" pitchFamily="34" charset="0"/>
              </a:rPr>
              <a:t>r</a:t>
            </a:r>
            <a:r>
              <a:rPr sz="2000" spc="25" dirty="0">
                <a:latin typeface="Lato" panose="020F0502020204030203" pitchFamily="34" charset="0"/>
                <a:ea typeface="Lato" panose="020F0502020204030203" pitchFamily="34" charset="0"/>
                <a:cs typeface="Lato" panose="020F0502020204030203" pitchFamily="34" charset="0"/>
              </a:rPr>
              <a:t>e  </a:t>
            </a:r>
            <a:r>
              <a:rPr sz="2000" spc="150" dirty="0">
                <a:latin typeface="Lato" panose="020F0502020204030203" pitchFamily="34" charset="0"/>
                <a:ea typeface="Lato" panose="020F0502020204030203" pitchFamily="34" charset="0"/>
                <a:cs typeface="Lato" panose="020F0502020204030203" pitchFamily="34" charset="0"/>
              </a:rPr>
              <a:t>d</a:t>
            </a:r>
            <a:r>
              <a:rPr sz="2000" spc="35" dirty="0">
                <a:latin typeface="Lato" panose="020F0502020204030203" pitchFamily="34" charset="0"/>
                <a:ea typeface="Lato" panose="020F0502020204030203" pitchFamily="34" charset="0"/>
                <a:cs typeface="Lato" panose="020F0502020204030203" pitchFamily="34" charset="0"/>
              </a:rPr>
              <a:t>e</a:t>
            </a:r>
            <a:r>
              <a:rPr sz="2000" spc="-70" dirty="0">
                <a:latin typeface="Lato" panose="020F0502020204030203" pitchFamily="34" charset="0"/>
                <a:ea typeface="Lato" panose="020F0502020204030203" pitchFamily="34" charset="0"/>
                <a:cs typeface="Lato" panose="020F0502020204030203" pitchFamily="34" charset="0"/>
              </a:rPr>
              <a:t>s</a:t>
            </a:r>
            <a:r>
              <a:rPr sz="2000" spc="-10" dirty="0">
                <a:latin typeface="Lato" panose="020F0502020204030203" pitchFamily="34" charset="0"/>
                <a:ea typeface="Lato" panose="020F0502020204030203" pitchFamily="34" charset="0"/>
                <a:cs typeface="Lato" panose="020F0502020204030203" pitchFamily="34" charset="0"/>
              </a:rPr>
              <a:t>i</a:t>
            </a:r>
            <a:r>
              <a:rPr sz="2000" spc="145" dirty="0">
                <a:latin typeface="Lato" panose="020F0502020204030203" pitchFamily="34" charset="0"/>
                <a:ea typeface="Lato" panose="020F0502020204030203" pitchFamily="34" charset="0"/>
                <a:cs typeface="Lato" panose="020F0502020204030203" pitchFamily="34" charset="0"/>
              </a:rPr>
              <a:t>gn</a:t>
            </a:r>
            <a:r>
              <a:rPr sz="2000" spc="35" dirty="0">
                <a:latin typeface="Lato" panose="020F0502020204030203" pitchFamily="34" charset="0"/>
                <a:ea typeface="Lato" panose="020F0502020204030203" pitchFamily="34" charset="0"/>
                <a:cs typeface="Lato" panose="020F0502020204030203" pitchFamily="34" charset="0"/>
              </a:rPr>
              <a:t>e</a:t>
            </a:r>
            <a:r>
              <a:rPr sz="2000" spc="150" dirty="0">
                <a:latin typeface="Lato" panose="020F0502020204030203" pitchFamily="34" charset="0"/>
                <a:ea typeface="Lato" panose="020F0502020204030203" pitchFamily="34" charset="0"/>
                <a:cs typeface="Lato" panose="020F0502020204030203" pitchFamily="34" charset="0"/>
              </a:rPr>
              <a:t>d</a:t>
            </a:r>
            <a:r>
              <a:rPr sz="2000" spc="-215" dirty="0">
                <a:latin typeface="Lato" panose="020F0502020204030203" pitchFamily="34" charset="0"/>
                <a:ea typeface="Lato" panose="020F0502020204030203" pitchFamily="34" charset="0"/>
                <a:cs typeface="Lato" panose="020F0502020204030203" pitchFamily="34" charset="0"/>
              </a:rPr>
              <a:t> </a:t>
            </a:r>
            <a:r>
              <a:rPr sz="2000" spc="-15" dirty="0">
                <a:latin typeface="Lato" panose="020F0502020204030203" pitchFamily="34" charset="0"/>
                <a:ea typeface="Lato" panose="020F0502020204030203" pitchFamily="34" charset="0"/>
                <a:cs typeface="Lato" panose="020F0502020204030203" pitchFamily="34" charset="0"/>
              </a:rPr>
              <a:t>t</a:t>
            </a:r>
            <a:r>
              <a:rPr sz="2000" spc="60" dirty="0">
                <a:latin typeface="Lato" panose="020F0502020204030203" pitchFamily="34" charset="0"/>
                <a:ea typeface="Lato" panose="020F0502020204030203" pitchFamily="34" charset="0"/>
                <a:cs typeface="Lato" panose="020F0502020204030203" pitchFamily="34" charset="0"/>
              </a:rPr>
              <a:t>o</a:t>
            </a:r>
            <a:r>
              <a:rPr sz="2000" spc="-215" dirty="0">
                <a:latin typeface="Lato" panose="020F0502020204030203" pitchFamily="34" charset="0"/>
                <a:ea typeface="Lato" panose="020F0502020204030203" pitchFamily="34" charset="0"/>
                <a:cs typeface="Lato" panose="020F0502020204030203" pitchFamily="34" charset="0"/>
              </a:rPr>
              <a:t> </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a:t>
            </a:r>
            <a:r>
              <a:rPr sz="2000" spc="150" dirty="0">
                <a:latin typeface="Lato" panose="020F0502020204030203" pitchFamily="34" charset="0"/>
                <a:ea typeface="Lato" panose="020F0502020204030203" pitchFamily="34" charset="0"/>
                <a:cs typeface="Lato" panose="020F0502020204030203" pitchFamily="34" charset="0"/>
              </a:rPr>
              <a:t>d</a:t>
            </a:r>
            <a:r>
              <a:rPr sz="2000" spc="114" dirty="0">
                <a:latin typeface="Lato" panose="020F0502020204030203" pitchFamily="34" charset="0"/>
                <a:ea typeface="Lato" panose="020F0502020204030203" pitchFamily="34" charset="0"/>
                <a:cs typeface="Lato" panose="020F0502020204030203" pitchFamily="34" charset="0"/>
              </a:rPr>
              <a:t>u</a:t>
            </a:r>
            <a:r>
              <a:rPr sz="2000" spc="90" dirty="0">
                <a:latin typeface="Lato" panose="020F0502020204030203" pitchFamily="34" charset="0"/>
                <a:ea typeface="Lato" panose="020F0502020204030203" pitchFamily="34" charset="0"/>
                <a:cs typeface="Lato" panose="020F0502020204030203" pitchFamily="34" charset="0"/>
              </a:rPr>
              <a:t>c</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t</a:t>
            </a:r>
            <a:r>
              <a:rPr sz="2000" spc="125" dirty="0">
                <a:latin typeface="Lato" panose="020F0502020204030203" pitchFamily="34" charset="0"/>
                <a:ea typeface="Lato" panose="020F0502020204030203" pitchFamily="34" charset="0"/>
                <a:cs typeface="Lato" panose="020F0502020204030203" pitchFamily="34" charset="0"/>
              </a:rPr>
              <a:t>h</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125" dirty="0">
                <a:latin typeface="Lato" panose="020F0502020204030203" pitchFamily="34" charset="0"/>
                <a:ea typeface="Lato" panose="020F0502020204030203" pitchFamily="34" charset="0"/>
                <a:cs typeface="Lato" panose="020F0502020204030203" pitchFamily="34" charset="0"/>
              </a:rPr>
              <a:t>n</a:t>
            </a:r>
            <a:r>
              <a:rPr sz="2000" spc="114" dirty="0">
                <a:latin typeface="Lato" panose="020F0502020204030203" pitchFamily="34" charset="0"/>
                <a:ea typeface="Lato" panose="020F0502020204030203" pitchFamily="34" charset="0"/>
                <a:cs typeface="Lato" panose="020F0502020204030203" pitchFamily="34" charset="0"/>
              </a:rPr>
              <a:t>u</a:t>
            </a:r>
            <a:r>
              <a:rPr sz="2000" spc="195" dirty="0">
                <a:latin typeface="Lato" panose="020F0502020204030203" pitchFamily="34" charset="0"/>
                <a:ea typeface="Lato" panose="020F0502020204030203" pitchFamily="34" charset="0"/>
                <a:cs typeface="Lato" panose="020F0502020204030203" pitchFamily="34" charset="0"/>
              </a:rPr>
              <a:t>mb</a:t>
            </a:r>
            <a:r>
              <a:rPr sz="2000" spc="35" dirty="0">
                <a:latin typeface="Lato" panose="020F0502020204030203" pitchFamily="34" charset="0"/>
                <a:ea typeface="Lato" panose="020F0502020204030203" pitchFamily="34" charset="0"/>
                <a:cs typeface="Lato" panose="020F0502020204030203" pitchFamily="34" charset="0"/>
              </a:rPr>
              <a:t>e</a:t>
            </a:r>
            <a:r>
              <a:rPr sz="2000" spc="-55" dirty="0">
                <a:latin typeface="Lato" panose="020F0502020204030203" pitchFamily="34" charset="0"/>
                <a:ea typeface="Lato" panose="020F0502020204030203" pitchFamily="34" charset="0"/>
                <a:cs typeface="Lato" panose="020F0502020204030203" pitchFamily="34" charset="0"/>
              </a:rPr>
              <a:t>r</a:t>
            </a:r>
            <a:r>
              <a:rPr sz="2000" spc="-215" dirty="0">
                <a:latin typeface="Lato" panose="020F0502020204030203" pitchFamily="34" charset="0"/>
                <a:ea typeface="Lato" panose="020F0502020204030203" pitchFamily="34" charset="0"/>
                <a:cs typeface="Lato" panose="020F0502020204030203" pitchFamily="34" charset="0"/>
              </a:rPr>
              <a:t> </a:t>
            </a:r>
            <a:r>
              <a:rPr sz="2000" spc="60" dirty="0">
                <a:latin typeface="Lato" panose="020F0502020204030203" pitchFamily="34" charset="0"/>
                <a:ea typeface="Lato" panose="020F0502020204030203" pitchFamily="34" charset="0"/>
                <a:cs typeface="Lato" panose="020F0502020204030203" pitchFamily="34" charset="0"/>
              </a:rPr>
              <a:t>o</a:t>
            </a:r>
            <a:r>
              <a:rPr sz="2000" spc="-25" dirty="0">
                <a:latin typeface="Lato" panose="020F0502020204030203" pitchFamily="34" charset="0"/>
                <a:ea typeface="Lato" panose="020F0502020204030203" pitchFamily="34" charset="0"/>
                <a:cs typeface="Lato" panose="020F0502020204030203" pitchFamily="34" charset="0"/>
              </a:rPr>
              <a:t>f</a:t>
            </a:r>
            <a:r>
              <a:rPr sz="2000" spc="-215" dirty="0">
                <a:latin typeface="Lato" panose="020F0502020204030203" pitchFamily="34" charset="0"/>
                <a:ea typeface="Lato" panose="020F0502020204030203" pitchFamily="34" charset="0"/>
                <a:cs typeface="Lato" panose="020F0502020204030203" pitchFamily="34" charset="0"/>
              </a:rPr>
              <a:t> </a:t>
            </a:r>
            <a:r>
              <a:rPr sz="2000" spc="150" dirty="0">
                <a:latin typeface="Lato" panose="020F0502020204030203" pitchFamily="34" charset="0"/>
                <a:ea typeface="Lato" panose="020F0502020204030203" pitchFamily="34" charset="0"/>
                <a:cs typeface="Lato" panose="020F0502020204030203" pitchFamily="34" charset="0"/>
              </a:rPr>
              <a:t>d</a:t>
            </a:r>
            <a:r>
              <a:rPr sz="2000" spc="-10" dirty="0">
                <a:latin typeface="Lato" panose="020F0502020204030203" pitchFamily="34" charset="0"/>
                <a:ea typeface="Lato" panose="020F0502020204030203" pitchFamily="34" charset="0"/>
                <a:cs typeface="Lato" panose="020F0502020204030203" pitchFamily="34" charset="0"/>
              </a:rPr>
              <a:t>i</a:t>
            </a:r>
            <a:r>
              <a:rPr sz="2000" spc="-70" dirty="0">
                <a:latin typeface="Lato" panose="020F0502020204030203" pitchFamily="34" charset="0"/>
                <a:ea typeface="Lato" panose="020F0502020204030203" pitchFamily="34" charset="0"/>
                <a:cs typeface="Lato" panose="020F0502020204030203" pitchFamily="34" charset="0"/>
              </a:rPr>
              <a:t>s</a:t>
            </a:r>
            <a:r>
              <a:rPr sz="2000" spc="25" dirty="0">
                <a:latin typeface="Lato" panose="020F0502020204030203" pitchFamily="34" charset="0"/>
                <a:ea typeface="Lato" panose="020F0502020204030203" pitchFamily="34" charset="0"/>
                <a:cs typeface="Lato" panose="020F0502020204030203" pitchFamily="34" charset="0"/>
              </a:rPr>
              <a:t>k  </a:t>
            </a:r>
            <a:r>
              <a:rPr sz="2000" spc="-15" dirty="0">
                <a:latin typeface="Lato" panose="020F0502020204030203" pitchFamily="34" charset="0"/>
                <a:ea typeface="Lato" panose="020F0502020204030203" pitchFamily="34" charset="0"/>
                <a:cs typeface="Lato" panose="020F0502020204030203" pitchFamily="34" charset="0"/>
              </a:rPr>
              <a:t>a</a:t>
            </a:r>
            <a:r>
              <a:rPr sz="2000" spc="90" dirty="0">
                <a:latin typeface="Lato" panose="020F0502020204030203" pitchFamily="34" charset="0"/>
                <a:ea typeface="Lato" panose="020F0502020204030203" pitchFamily="34" charset="0"/>
                <a:cs typeface="Lato" panose="020F0502020204030203" pitchFamily="34" charset="0"/>
              </a:rPr>
              <a:t>cc</a:t>
            </a:r>
            <a:r>
              <a:rPr sz="2000" spc="35" dirty="0">
                <a:latin typeface="Lato" panose="020F0502020204030203" pitchFamily="34" charset="0"/>
                <a:ea typeface="Lato" panose="020F0502020204030203" pitchFamily="34" charset="0"/>
                <a:cs typeface="Lato" panose="020F0502020204030203" pitchFamily="34" charset="0"/>
              </a:rPr>
              <a:t>e</a:t>
            </a:r>
            <a:r>
              <a:rPr sz="2000" spc="-70" dirty="0">
                <a:latin typeface="Lato" panose="020F0502020204030203" pitchFamily="34" charset="0"/>
                <a:ea typeface="Lato" panose="020F0502020204030203" pitchFamily="34" charset="0"/>
                <a:cs typeface="Lato" panose="020F0502020204030203" pitchFamily="34" charset="0"/>
              </a:rPr>
              <a:t>ss</a:t>
            </a:r>
            <a:r>
              <a:rPr sz="2000" spc="35" dirty="0">
                <a:latin typeface="Lato" panose="020F0502020204030203" pitchFamily="34" charset="0"/>
                <a:ea typeface="Lato" panose="020F0502020204030203" pitchFamily="34" charset="0"/>
                <a:cs typeface="Lato" panose="020F0502020204030203" pitchFamily="34" charset="0"/>
              </a:rPr>
              <a:t>e</a:t>
            </a:r>
            <a:r>
              <a:rPr sz="2000" spc="-70" dirty="0">
                <a:latin typeface="Lato" panose="020F0502020204030203" pitchFamily="34" charset="0"/>
                <a:ea typeface="Lato" panose="020F0502020204030203" pitchFamily="34" charset="0"/>
                <a:cs typeface="Lato" panose="020F0502020204030203" pitchFamily="34" charset="0"/>
              </a:rPr>
              <a:t>s</a:t>
            </a:r>
            <a:r>
              <a:rPr sz="2000" spc="-215" dirty="0">
                <a:latin typeface="Lato" panose="020F0502020204030203" pitchFamily="34" charset="0"/>
                <a:ea typeface="Lato" panose="020F0502020204030203" pitchFamily="34" charset="0"/>
                <a:cs typeface="Lato" panose="020F0502020204030203" pitchFamily="34" charset="0"/>
              </a:rPr>
              <a:t> </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a:t>
            </a:r>
            <a:r>
              <a:rPr sz="2000" spc="150" dirty="0">
                <a:latin typeface="Lato" panose="020F0502020204030203" pitchFamily="34" charset="0"/>
                <a:ea typeface="Lato" panose="020F0502020204030203" pitchFamily="34" charset="0"/>
                <a:cs typeface="Lato" panose="020F0502020204030203" pitchFamily="34" charset="0"/>
              </a:rPr>
              <a:t>q</a:t>
            </a:r>
            <a:r>
              <a:rPr sz="2000" spc="15" dirty="0">
                <a:latin typeface="Lato" panose="020F0502020204030203" pitchFamily="34" charset="0"/>
                <a:ea typeface="Lato" panose="020F0502020204030203" pitchFamily="34" charset="0"/>
                <a:cs typeface="Lato" panose="020F0502020204030203" pitchFamily="34" charset="0"/>
              </a:rPr>
              <a:t>ui</a:t>
            </a:r>
            <a:r>
              <a:rPr sz="2000" spc="-2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a:t>
            </a:r>
            <a:r>
              <a:rPr sz="2000" spc="150" dirty="0">
                <a:latin typeface="Lato" panose="020F0502020204030203" pitchFamily="34" charset="0"/>
                <a:ea typeface="Lato" panose="020F0502020204030203" pitchFamily="34" charset="0"/>
                <a:cs typeface="Lato" panose="020F0502020204030203" pitchFamily="34" charset="0"/>
              </a:rPr>
              <a:t>d</a:t>
            </a:r>
            <a:r>
              <a:rPr sz="2000" spc="-215" dirty="0">
                <a:latin typeface="Lato" panose="020F0502020204030203" pitchFamily="34" charset="0"/>
                <a:ea typeface="Lato" panose="020F0502020204030203" pitchFamily="34" charset="0"/>
                <a:cs typeface="Lato" panose="020F0502020204030203" pitchFamily="34" charset="0"/>
              </a:rPr>
              <a:t> </a:t>
            </a:r>
            <a:r>
              <a:rPr sz="2000" spc="-15" dirty="0">
                <a:latin typeface="Lato" panose="020F0502020204030203" pitchFamily="34" charset="0"/>
                <a:ea typeface="Lato" panose="020F0502020204030203" pitchFamily="34" charset="0"/>
                <a:cs typeface="Lato" panose="020F0502020204030203" pitchFamily="34" charset="0"/>
              </a:rPr>
              <a:t>t</a:t>
            </a:r>
            <a:r>
              <a:rPr sz="2000" spc="60" dirty="0">
                <a:latin typeface="Lato" panose="020F0502020204030203" pitchFamily="34" charset="0"/>
                <a:ea typeface="Lato" panose="020F0502020204030203" pitchFamily="34" charset="0"/>
                <a:cs typeface="Lato" panose="020F0502020204030203" pitchFamily="34" charset="0"/>
              </a:rPr>
              <a:t>o</a:t>
            </a:r>
            <a:r>
              <a:rPr sz="2000" spc="-215" dirty="0">
                <a:latin typeface="Lato" panose="020F0502020204030203" pitchFamily="34" charset="0"/>
                <a:ea typeface="Lato" panose="020F0502020204030203" pitchFamily="34" charset="0"/>
                <a:cs typeface="Lato" panose="020F0502020204030203" pitchFamily="34" charset="0"/>
              </a:rPr>
              <a:t> </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et</a:t>
            </a:r>
            <a:r>
              <a:rPr sz="2000" spc="-75" dirty="0">
                <a:latin typeface="Lato" panose="020F0502020204030203" pitchFamily="34" charset="0"/>
                <a:ea typeface="Lato" panose="020F0502020204030203" pitchFamily="34" charset="0"/>
                <a:cs typeface="Lato" panose="020F0502020204030203" pitchFamily="34" charset="0"/>
              </a:rPr>
              <a:t>r</a:t>
            </a:r>
            <a:r>
              <a:rPr sz="2000" spc="-10" dirty="0">
                <a:latin typeface="Lato" panose="020F0502020204030203" pitchFamily="34" charset="0"/>
                <a:ea typeface="Lato" panose="020F0502020204030203" pitchFamily="34" charset="0"/>
                <a:cs typeface="Lato" panose="020F0502020204030203" pitchFamily="34" charset="0"/>
              </a:rPr>
              <a:t>i</a:t>
            </a:r>
            <a:r>
              <a:rPr sz="2000" spc="10" dirty="0">
                <a:latin typeface="Lato" panose="020F0502020204030203" pitchFamily="34" charset="0"/>
                <a:ea typeface="Lato" panose="020F0502020204030203" pitchFamily="34" charset="0"/>
                <a:cs typeface="Lato" panose="020F0502020204030203" pitchFamily="34" charset="0"/>
              </a:rPr>
              <a:t>e</a:t>
            </a:r>
            <a:r>
              <a:rPr sz="2000" spc="-150" dirty="0">
                <a:latin typeface="Lato" panose="020F0502020204030203" pitchFamily="34" charset="0"/>
                <a:ea typeface="Lato" panose="020F0502020204030203" pitchFamily="34" charset="0"/>
                <a:cs typeface="Lato" panose="020F0502020204030203" pitchFamily="34" charset="0"/>
              </a:rPr>
              <a:t>v</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150" dirty="0">
                <a:latin typeface="Lato" panose="020F0502020204030203" pitchFamily="34" charset="0"/>
                <a:ea typeface="Lato" panose="020F0502020204030203" pitchFamily="34" charset="0"/>
                <a:cs typeface="Lato" panose="020F0502020204030203" pitchFamily="34" charset="0"/>
              </a:rPr>
              <a:t>d</a:t>
            </a:r>
            <a:r>
              <a:rPr sz="2000" spc="-15" dirty="0">
                <a:latin typeface="Lato" panose="020F0502020204030203" pitchFamily="34" charset="0"/>
                <a:ea typeface="Lato" panose="020F0502020204030203" pitchFamily="34" charset="0"/>
                <a:cs typeface="Lato" panose="020F0502020204030203" pitchFamily="34" charset="0"/>
              </a:rPr>
              <a:t>a</a:t>
            </a:r>
            <a:r>
              <a:rPr sz="2000" spc="35" dirty="0">
                <a:latin typeface="Lato" panose="020F0502020204030203" pitchFamily="34" charset="0"/>
                <a:ea typeface="Lato" panose="020F0502020204030203" pitchFamily="34" charset="0"/>
                <a:cs typeface="Lato" panose="020F0502020204030203" pitchFamily="34" charset="0"/>
              </a:rPr>
              <a:t>t</a:t>
            </a:r>
            <a:r>
              <a:rPr sz="2000" spc="-15" dirty="0">
                <a:latin typeface="Lato" panose="020F0502020204030203" pitchFamily="34" charset="0"/>
                <a:ea typeface="Lato" panose="020F0502020204030203" pitchFamily="34" charset="0"/>
                <a:cs typeface="Lato" panose="020F0502020204030203" pitchFamily="34" charset="0"/>
              </a:rPr>
              <a:t>a</a:t>
            </a:r>
            <a:r>
              <a:rPr sz="2000" spc="-215" dirty="0">
                <a:latin typeface="Lato" panose="020F0502020204030203" pitchFamily="34" charset="0"/>
                <a:ea typeface="Lato" panose="020F0502020204030203" pitchFamily="34" charset="0"/>
                <a:cs typeface="Lato" panose="020F0502020204030203" pitchFamily="34" charset="0"/>
              </a:rPr>
              <a:t> </a:t>
            </a:r>
            <a:r>
              <a:rPr sz="2000" spc="170" dirty="0">
                <a:latin typeface="Lato" panose="020F0502020204030203" pitchFamily="34" charset="0"/>
                <a:ea typeface="Lato" panose="020F0502020204030203" pitchFamily="34" charset="0"/>
                <a:cs typeface="Lato" panose="020F0502020204030203" pitchFamily="34" charset="0"/>
              </a:rPr>
              <a:t>f</a:t>
            </a:r>
            <a:r>
              <a:rPr sz="2000" spc="-90" dirty="0">
                <a:latin typeface="Lato" panose="020F0502020204030203" pitchFamily="34" charset="0"/>
                <a:ea typeface="Lato" panose="020F0502020204030203" pitchFamily="34" charset="0"/>
                <a:cs typeface="Lato" panose="020F0502020204030203" pitchFamily="34" charset="0"/>
              </a:rPr>
              <a:t>r</a:t>
            </a:r>
            <a:r>
              <a:rPr sz="2000" spc="60" dirty="0">
                <a:latin typeface="Lato" panose="020F0502020204030203" pitchFamily="34" charset="0"/>
                <a:ea typeface="Lato" panose="020F0502020204030203" pitchFamily="34" charset="0"/>
                <a:cs typeface="Lato" panose="020F0502020204030203" pitchFamily="34" charset="0"/>
              </a:rPr>
              <a:t>o</a:t>
            </a:r>
            <a:r>
              <a:rPr sz="2000" spc="135" dirty="0">
                <a:latin typeface="Lato" panose="020F0502020204030203" pitchFamily="34" charset="0"/>
                <a:ea typeface="Lato" panose="020F0502020204030203" pitchFamily="34" charset="0"/>
                <a:cs typeface="Lato" panose="020F0502020204030203" pitchFamily="34" charset="0"/>
              </a:rPr>
              <a:t>m  </a:t>
            </a:r>
            <a:r>
              <a:rPr sz="2000" spc="-15" dirty="0">
                <a:latin typeface="Lato" panose="020F0502020204030203" pitchFamily="34" charset="0"/>
                <a:ea typeface="Lato" panose="020F0502020204030203" pitchFamily="34" charset="0"/>
                <a:cs typeface="Lato" panose="020F0502020204030203" pitchFamily="34" charset="0"/>
              </a:rPr>
              <a:t>a</a:t>
            </a:r>
            <a:r>
              <a:rPr sz="2000" spc="-215" dirty="0">
                <a:latin typeface="Lato" panose="020F0502020204030203" pitchFamily="34" charset="0"/>
                <a:ea typeface="Lato" panose="020F0502020204030203" pitchFamily="34" charset="0"/>
                <a:cs typeface="Lato" panose="020F0502020204030203" pitchFamily="34" charset="0"/>
              </a:rPr>
              <a:t> </a:t>
            </a:r>
            <a:r>
              <a:rPr sz="2000" spc="150" dirty="0">
                <a:latin typeface="Lato" panose="020F0502020204030203" pitchFamily="34" charset="0"/>
                <a:ea typeface="Lato" panose="020F0502020204030203" pitchFamily="34" charset="0"/>
                <a:cs typeface="Lato" panose="020F0502020204030203" pitchFamily="34" charset="0"/>
              </a:rPr>
              <a:t>d</a:t>
            </a:r>
            <a:r>
              <a:rPr sz="2000" spc="-15" dirty="0">
                <a:latin typeface="Lato" panose="020F0502020204030203" pitchFamily="34" charset="0"/>
                <a:ea typeface="Lato" panose="020F0502020204030203" pitchFamily="34" charset="0"/>
                <a:cs typeface="Lato" panose="020F0502020204030203" pitchFamily="34" charset="0"/>
              </a:rPr>
              <a:t>a</a:t>
            </a:r>
            <a:r>
              <a:rPr sz="2000" spc="35" dirty="0">
                <a:latin typeface="Lato" panose="020F0502020204030203" pitchFamily="34" charset="0"/>
                <a:ea typeface="Lato" panose="020F0502020204030203" pitchFamily="34" charset="0"/>
                <a:cs typeface="Lato" panose="020F0502020204030203" pitchFamily="34" charset="0"/>
              </a:rPr>
              <a:t>t</a:t>
            </a:r>
            <a:r>
              <a:rPr sz="2000" spc="-15" dirty="0">
                <a:latin typeface="Lato" panose="020F0502020204030203" pitchFamily="34" charset="0"/>
                <a:ea typeface="Lato" panose="020F0502020204030203" pitchFamily="34" charset="0"/>
                <a:cs typeface="Lato" panose="020F0502020204030203" pitchFamily="34" charset="0"/>
              </a:rPr>
              <a:t>a</a:t>
            </a:r>
            <a:r>
              <a:rPr sz="2000" spc="140" dirty="0">
                <a:latin typeface="Lato" panose="020F0502020204030203" pitchFamily="34" charset="0"/>
                <a:ea typeface="Lato" panose="020F0502020204030203" pitchFamily="34" charset="0"/>
                <a:cs typeface="Lato" panose="020F0502020204030203" pitchFamily="34" charset="0"/>
              </a:rPr>
              <a:t>b</a:t>
            </a:r>
            <a:r>
              <a:rPr sz="2000" spc="-15" dirty="0">
                <a:latin typeface="Lato" panose="020F0502020204030203" pitchFamily="34" charset="0"/>
                <a:ea typeface="Lato" panose="020F0502020204030203" pitchFamily="34" charset="0"/>
                <a:cs typeface="Lato" panose="020F0502020204030203" pitchFamily="34" charset="0"/>
              </a:rPr>
              <a:t>a</a:t>
            </a:r>
            <a:r>
              <a:rPr sz="2000" spc="-70" dirty="0">
                <a:latin typeface="Lato" panose="020F0502020204030203" pitchFamily="34" charset="0"/>
                <a:ea typeface="Lato" panose="020F0502020204030203" pitchFamily="34" charset="0"/>
                <a:cs typeface="Lato" panose="020F0502020204030203" pitchFamily="34" charset="0"/>
              </a:rPr>
              <a:t>s</a:t>
            </a:r>
            <a:r>
              <a:rPr sz="2000" spc="35" dirty="0">
                <a:latin typeface="Lato" panose="020F0502020204030203" pitchFamily="34" charset="0"/>
                <a:ea typeface="Lato" panose="020F0502020204030203" pitchFamily="34" charset="0"/>
                <a:cs typeface="Lato" panose="020F0502020204030203" pitchFamily="34" charset="0"/>
              </a:rPr>
              <a:t>e</a:t>
            </a:r>
            <a:r>
              <a:rPr sz="2000" spc="-370" dirty="0">
                <a:latin typeface="Lato" panose="020F0502020204030203" pitchFamily="34" charset="0"/>
                <a:ea typeface="Lato" panose="020F0502020204030203" pitchFamily="34" charset="0"/>
                <a:cs typeface="Lato" panose="020F0502020204030203" pitchFamily="34" charset="0"/>
              </a:rPr>
              <a:t>.</a:t>
            </a:r>
            <a:r>
              <a:rPr sz="2000" spc="-215" dirty="0">
                <a:latin typeface="Lato" panose="020F0502020204030203" pitchFamily="34" charset="0"/>
                <a:ea typeface="Lato" panose="020F0502020204030203" pitchFamily="34" charset="0"/>
                <a:cs typeface="Lato" panose="020F0502020204030203" pitchFamily="34" charset="0"/>
              </a:rPr>
              <a:t> </a:t>
            </a:r>
            <a:r>
              <a:rPr sz="2000" spc="-90" dirty="0">
                <a:latin typeface="Lato" panose="020F0502020204030203" pitchFamily="34" charset="0"/>
                <a:ea typeface="Lato" panose="020F0502020204030203" pitchFamily="34" charset="0"/>
                <a:cs typeface="Lato" panose="020F0502020204030203" pitchFamily="34" charset="0"/>
              </a:rPr>
              <a:t>T</a:t>
            </a:r>
            <a:r>
              <a:rPr sz="2000" spc="125" dirty="0">
                <a:latin typeface="Lato" panose="020F0502020204030203" pitchFamily="34" charset="0"/>
                <a:ea typeface="Lato" panose="020F0502020204030203" pitchFamily="34" charset="0"/>
                <a:cs typeface="Lato" panose="020F0502020204030203" pitchFamily="34" charset="0"/>
              </a:rPr>
              <a:t>h</a:t>
            </a:r>
            <a:r>
              <a:rPr sz="2000" spc="10" dirty="0">
                <a:latin typeface="Lato" panose="020F0502020204030203" pitchFamily="34" charset="0"/>
                <a:ea typeface="Lato" panose="020F0502020204030203" pitchFamily="34" charset="0"/>
                <a:cs typeface="Lato" panose="020F0502020204030203" pitchFamily="34" charset="0"/>
              </a:rPr>
              <a:t>e</a:t>
            </a:r>
            <a:r>
              <a:rPr sz="2000" spc="-110" dirty="0">
                <a:latin typeface="Lato" panose="020F0502020204030203" pitchFamily="34" charset="0"/>
                <a:ea typeface="Lato" panose="020F0502020204030203" pitchFamily="34" charset="0"/>
                <a:cs typeface="Lato" panose="020F0502020204030203" pitchFamily="34" charset="0"/>
              </a:rPr>
              <a:t>y</a:t>
            </a:r>
            <a:r>
              <a:rPr sz="2000" spc="-215" dirty="0">
                <a:latin typeface="Lato" panose="020F0502020204030203" pitchFamily="34" charset="0"/>
                <a:ea typeface="Lato" panose="020F0502020204030203" pitchFamily="34" charset="0"/>
                <a:cs typeface="Lato" panose="020F0502020204030203" pitchFamily="34" charset="0"/>
              </a:rPr>
              <a:t> </a:t>
            </a:r>
            <a:r>
              <a:rPr sz="2000" spc="-10" dirty="0">
                <a:latin typeface="Lato" panose="020F0502020204030203" pitchFamily="34" charset="0"/>
                <a:ea typeface="Lato" panose="020F0502020204030203" pitchFamily="34" charset="0"/>
                <a:cs typeface="Lato" panose="020F0502020204030203" pitchFamily="34" charset="0"/>
              </a:rPr>
              <a:t>a</a:t>
            </a:r>
            <a:r>
              <a:rPr sz="2000" spc="95" dirty="0">
                <a:latin typeface="Lato" panose="020F0502020204030203" pitchFamily="34" charset="0"/>
                <a:ea typeface="Lato" panose="020F0502020204030203" pitchFamily="34" charset="0"/>
                <a:cs typeface="Lato" panose="020F0502020204030203" pitchFamily="34" charset="0"/>
              </a:rPr>
              <a:t>c</a:t>
            </a:r>
            <a:r>
              <a:rPr sz="2000" spc="125" dirty="0">
                <a:latin typeface="Lato" panose="020F0502020204030203" pitchFamily="34" charset="0"/>
                <a:ea typeface="Lato" panose="020F0502020204030203" pitchFamily="34" charset="0"/>
                <a:cs typeface="Lato" panose="020F0502020204030203" pitchFamily="34" charset="0"/>
              </a:rPr>
              <a:t>h</a:t>
            </a:r>
            <a:r>
              <a:rPr sz="2000" spc="-10" dirty="0">
                <a:latin typeface="Lato" panose="020F0502020204030203" pitchFamily="34" charset="0"/>
                <a:ea typeface="Lato" panose="020F0502020204030203" pitchFamily="34" charset="0"/>
                <a:cs typeface="Lato" panose="020F0502020204030203" pitchFamily="34" charset="0"/>
              </a:rPr>
              <a:t>i</a:t>
            </a:r>
            <a:r>
              <a:rPr sz="2000" spc="10" dirty="0">
                <a:latin typeface="Lato" panose="020F0502020204030203" pitchFamily="34" charset="0"/>
                <a:ea typeface="Lato" panose="020F0502020204030203" pitchFamily="34" charset="0"/>
                <a:cs typeface="Lato" panose="020F0502020204030203" pitchFamily="34" charset="0"/>
              </a:rPr>
              <a:t>e</a:t>
            </a:r>
            <a:r>
              <a:rPr sz="2000" spc="-150" dirty="0">
                <a:latin typeface="Lato" panose="020F0502020204030203" pitchFamily="34" charset="0"/>
                <a:ea typeface="Lato" panose="020F0502020204030203" pitchFamily="34" charset="0"/>
                <a:cs typeface="Lato" panose="020F0502020204030203" pitchFamily="34" charset="0"/>
              </a:rPr>
              <a:t>v</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t</a:t>
            </a:r>
            <a:r>
              <a:rPr sz="2000" spc="125" dirty="0">
                <a:latin typeface="Lato" panose="020F0502020204030203" pitchFamily="34" charset="0"/>
                <a:ea typeface="Lato" panose="020F0502020204030203" pitchFamily="34" charset="0"/>
                <a:cs typeface="Lato" panose="020F0502020204030203" pitchFamily="34" charset="0"/>
              </a:rPr>
              <a:t>h</a:t>
            </a:r>
            <a:r>
              <a:rPr sz="2000" spc="-10" dirty="0">
                <a:latin typeface="Lato" panose="020F0502020204030203" pitchFamily="34" charset="0"/>
                <a:ea typeface="Lato" panose="020F0502020204030203" pitchFamily="34" charset="0"/>
                <a:cs typeface="Lato" panose="020F0502020204030203" pitchFamily="34" charset="0"/>
              </a:rPr>
              <a:t>i</a:t>
            </a:r>
            <a:r>
              <a:rPr sz="2000" spc="-70" dirty="0">
                <a:latin typeface="Lato" panose="020F0502020204030203" pitchFamily="34" charset="0"/>
                <a:ea typeface="Lato" panose="020F0502020204030203" pitchFamily="34" charset="0"/>
                <a:cs typeface="Lato" panose="020F0502020204030203" pitchFamily="34" charset="0"/>
              </a:rPr>
              <a:t>s</a:t>
            </a:r>
            <a:r>
              <a:rPr sz="2000" spc="-215" dirty="0">
                <a:latin typeface="Lato" panose="020F0502020204030203" pitchFamily="34" charset="0"/>
                <a:ea typeface="Lato" panose="020F0502020204030203" pitchFamily="34" charset="0"/>
                <a:cs typeface="Lato" panose="020F0502020204030203" pitchFamily="34" charset="0"/>
              </a:rPr>
              <a:t> </a:t>
            </a:r>
            <a:r>
              <a:rPr sz="2000" spc="110" dirty="0">
                <a:latin typeface="Lato" panose="020F0502020204030203" pitchFamily="34" charset="0"/>
                <a:ea typeface="Lato" panose="020F0502020204030203" pitchFamily="34" charset="0"/>
                <a:cs typeface="Lato" panose="020F0502020204030203" pitchFamily="34" charset="0"/>
              </a:rPr>
              <a:t>b</a:t>
            </a:r>
            <a:r>
              <a:rPr sz="2000" spc="-110" dirty="0">
                <a:latin typeface="Lato" panose="020F0502020204030203" pitchFamily="34" charset="0"/>
                <a:ea typeface="Lato" panose="020F0502020204030203" pitchFamily="34" charset="0"/>
                <a:cs typeface="Lato" panose="020F0502020204030203" pitchFamily="34" charset="0"/>
              </a:rPr>
              <a:t>y</a:t>
            </a:r>
            <a:r>
              <a:rPr sz="2000" spc="-215" dirty="0">
                <a:latin typeface="Lato" panose="020F0502020204030203" pitchFamily="34" charset="0"/>
                <a:ea typeface="Lato" panose="020F0502020204030203" pitchFamily="34" charset="0"/>
                <a:cs typeface="Lato" panose="020F0502020204030203" pitchFamily="34" charset="0"/>
              </a:rPr>
              <a:t> </a:t>
            </a:r>
            <a:r>
              <a:rPr sz="2000" spc="114" dirty="0">
                <a:latin typeface="Lato" panose="020F0502020204030203" pitchFamily="34" charset="0"/>
                <a:ea typeface="Lato" panose="020F0502020204030203" pitchFamily="34" charset="0"/>
                <a:cs typeface="Lato" panose="020F0502020204030203" pitchFamily="34" charset="0"/>
              </a:rPr>
              <a:t>u</a:t>
            </a:r>
            <a:r>
              <a:rPr sz="2000" spc="-70" dirty="0">
                <a:latin typeface="Lato" panose="020F0502020204030203" pitchFamily="34" charset="0"/>
                <a:ea typeface="Lato" panose="020F0502020204030203" pitchFamily="34" charset="0"/>
                <a:cs typeface="Lato" panose="020F0502020204030203" pitchFamily="34" charset="0"/>
              </a:rPr>
              <a:t>s</a:t>
            </a:r>
            <a:r>
              <a:rPr sz="2000" spc="-10" dirty="0">
                <a:latin typeface="Lato" panose="020F0502020204030203" pitchFamily="34" charset="0"/>
                <a:ea typeface="Lato" panose="020F0502020204030203" pitchFamily="34" charset="0"/>
                <a:cs typeface="Lato" panose="020F0502020204030203" pitchFamily="34" charset="0"/>
              </a:rPr>
              <a:t>i</a:t>
            </a:r>
            <a:r>
              <a:rPr sz="2000" spc="125" dirty="0">
                <a:latin typeface="Lato" panose="020F0502020204030203" pitchFamily="34" charset="0"/>
                <a:ea typeface="Lato" panose="020F0502020204030203" pitchFamily="34" charset="0"/>
                <a:cs typeface="Lato" panose="020F0502020204030203" pitchFamily="34" charset="0"/>
              </a:rPr>
              <a:t>n</a:t>
            </a:r>
            <a:r>
              <a:rPr sz="2000" spc="120" dirty="0">
                <a:latin typeface="Lato" panose="020F0502020204030203" pitchFamily="34" charset="0"/>
                <a:ea typeface="Lato" panose="020F0502020204030203" pitchFamily="34" charset="0"/>
                <a:cs typeface="Lato" panose="020F0502020204030203" pitchFamily="34" charset="0"/>
              </a:rPr>
              <a:t>g  </a:t>
            </a:r>
            <a:r>
              <a:rPr sz="2000" spc="-15" dirty="0">
                <a:latin typeface="Lato" panose="020F0502020204030203" pitchFamily="34" charset="0"/>
                <a:ea typeface="Lato" panose="020F0502020204030203" pitchFamily="34" charset="0"/>
                <a:cs typeface="Lato" panose="020F0502020204030203" pitchFamily="34" charset="0"/>
              </a:rPr>
              <a:t>a</a:t>
            </a:r>
            <a:r>
              <a:rPr sz="2000" spc="-215" dirty="0">
                <a:latin typeface="Lato" panose="020F0502020204030203" pitchFamily="34" charset="0"/>
                <a:ea typeface="Lato" panose="020F0502020204030203" pitchFamily="34" charset="0"/>
                <a:cs typeface="Lato" panose="020F0502020204030203" pitchFamily="34" charset="0"/>
              </a:rPr>
              <a:t> </a:t>
            </a:r>
            <a:r>
              <a:rPr sz="2000" spc="5" dirty="0">
                <a:latin typeface="Lato" panose="020F0502020204030203" pitchFamily="34" charset="0"/>
                <a:ea typeface="Lato" panose="020F0502020204030203" pitchFamily="34" charset="0"/>
                <a:cs typeface="Lato" panose="020F0502020204030203" pitchFamily="34" charset="0"/>
              </a:rPr>
              <a:t>novel</a:t>
            </a:r>
            <a:r>
              <a:rPr sz="2000" spc="-215" dirty="0">
                <a:latin typeface="Lato" panose="020F0502020204030203" pitchFamily="34" charset="0"/>
                <a:ea typeface="Lato" panose="020F0502020204030203" pitchFamily="34" charset="0"/>
                <a:cs typeface="Lato" panose="020F0502020204030203" pitchFamily="34" charset="0"/>
              </a:rPr>
              <a:t> </a:t>
            </a:r>
            <a:r>
              <a:rPr sz="2000" spc="70" dirty="0">
                <a:latin typeface="Lato" panose="020F0502020204030203" pitchFamily="34" charset="0"/>
                <a:ea typeface="Lato" panose="020F0502020204030203" pitchFamily="34" charset="0"/>
                <a:cs typeface="Lato" panose="020F0502020204030203" pitchFamily="34" charset="0"/>
              </a:rPr>
              <a:t>technique</a:t>
            </a:r>
            <a:r>
              <a:rPr sz="2000" spc="-215" dirty="0">
                <a:latin typeface="Lato" panose="020F0502020204030203" pitchFamily="34" charset="0"/>
                <a:ea typeface="Lato" panose="020F0502020204030203" pitchFamily="34" charset="0"/>
                <a:cs typeface="Lato" panose="020F0502020204030203" pitchFamily="34" charset="0"/>
              </a:rPr>
              <a:t> </a:t>
            </a:r>
            <a:r>
              <a:rPr sz="2000" spc="45" dirty="0">
                <a:latin typeface="Lato" panose="020F0502020204030203" pitchFamily="34" charset="0"/>
                <a:ea typeface="Lato" panose="020F0502020204030203" pitchFamily="34" charset="0"/>
                <a:cs typeface="Lato" panose="020F0502020204030203" pitchFamily="34" charset="0"/>
              </a:rPr>
              <a:t>called</a:t>
            </a:r>
            <a:r>
              <a:rPr sz="2000" spc="-210" dirty="0">
                <a:latin typeface="Lato" panose="020F0502020204030203" pitchFamily="34" charset="0"/>
                <a:ea typeface="Lato" panose="020F0502020204030203" pitchFamily="34" charset="0"/>
                <a:cs typeface="Lato" panose="020F0502020204030203" pitchFamily="34" charset="0"/>
              </a:rPr>
              <a:t> </a:t>
            </a:r>
            <a:r>
              <a:rPr sz="2000" i="1" spc="20" dirty="0">
                <a:latin typeface="Lato" panose="020F0502020204030203" pitchFamily="34" charset="0"/>
                <a:ea typeface="Lato" panose="020F0502020204030203" pitchFamily="34" charset="0"/>
                <a:cs typeface="Lato" panose="020F0502020204030203" pitchFamily="34" charset="0"/>
              </a:rPr>
              <a:t>bulk</a:t>
            </a:r>
            <a:r>
              <a:rPr sz="2000" i="1" spc="-250" dirty="0">
                <a:latin typeface="Lato" panose="020F0502020204030203" pitchFamily="34" charset="0"/>
                <a:ea typeface="Lato" panose="020F0502020204030203" pitchFamily="34" charset="0"/>
                <a:cs typeface="Lato" panose="020F0502020204030203" pitchFamily="34" charset="0"/>
              </a:rPr>
              <a:t> </a:t>
            </a:r>
            <a:r>
              <a:rPr sz="2000" i="1" spc="-35" dirty="0">
                <a:latin typeface="Lato" panose="020F0502020204030203" pitchFamily="34" charset="0"/>
                <a:ea typeface="Lato" panose="020F0502020204030203" pitchFamily="34" charset="0"/>
                <a:cs typeface="Lato" panose="020F0502020204030203" pitchFamily="34" charset="0"/>
              </a:rPr>
              <a:t>loading</a:t>
            </a:r>
            <a:r>
              <a:rPr sz="2000" spc="-35" dirty="0">
                <a:latin typeface="Lato" panose="020F0502020204030203" pitchFamily="34" charset="0"/>
                <a:ea typeface="Lato" panose="020F0502020204030203" pitchFamily="34" charset="0"/>
                <a:cs typeface="Lato" panose="020F0502020204030203" pitchFamily="34" charset="0"/>
              </a:rPr>
              <a:t>.</a:t>
            </a:r>
            <a:endParaRPr sz="20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22957209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01"/>
        <p:cNvGrpSpPr/>
        <p:nvPr/>
      </p:nvGrpSpPr>
      <p:grpSpPr>
        <a:xfrm>
          <a:off x="0" y="0"/>
          <a:ext cx="0" cy="0"/>
          <a:chOff x="0" y="0"/>
          <a:chExt cx="0" cy="0"/>
        </a:xfrm>
      </p:grpSpPr>
      <p:sp>
        <p:nvSpPr>
          <p:cNvPr id="1302" name="Google Shape;1302;p44"/>
          <p:cNvSpPr txBox="1">
            <a:spLocks noGrp="1"/>
          </p:cNvSpPr>
          <p:nvPr>
            <p:ph type="title"/>
          </p:nvPr>
        </p:nvSpPr>
        <p:spPr>
          <a:xfrm>
            <a:off x="982888" y="219092"/>
            <a:ext cx="7697816" cy="75597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4000" dirty="0"/>
              <a:t>Advantages of B &amp; B+ Trees</a:t>
            </a:r>
            <a:endParaRPr sz="4000" dirty="0"/>
          </a:p>
        </p:txBody>
      </p:sp>
      <p:pic>
        <p:nvPicPr>
          <p:cNvPr id="2" name="Picture 1">
            <a:extLst>
              <a:ext uri="{FF2B5EF4-FFF2-40B4-BE49-F238E27FC236}">
                <a16:creationId xmlns:a16="http://schemas.microsoft.com/office/drawing/2014/main" id="{CABD502C-7BC0-1B3E-CEC2-A16561DAF862}"/>
              </a:ext>
            </a:extLst>
          </p:cNvPr>
          <p:cNvPicPr>
            <a:picLocks noChangeAspect="1"/>
          </p:cNvPicPr>
          <p:nvPr/>
        </p:nvPicPr>
        <p:blipFill>
          <a:blip r:embed="rId3"/>
          <a:stretch>
            <a:fillRect/>
          </a:stretch>
        </p:blipFill>
        <p:spPr>
          <a:xfrm>
            <a:off x="5542442" y="1537777"/>
            <a:ext cx="3572257" cy="2067944"/>
          </a:xfrm>
          <a:prstGeom prst="rect">
            <a:avLst/>
          </a:prstGeom>
        </p:spPr>
      </p:pic>
      <p:sp>
        <p:nvSpPr>
          <p:cNvPr id="3" name="object 7">
            <a:extLst>
              <a:ext uri="{FF2B5EF4-FFF2-40B4-BE49-F238E27FC236}">
                <a16:creationId xmlns:a16="http://schemas.microsoft.com/office/drawing/2014/main" id="{480614EF-5A87-45B3-4ED0-AA61A0A1D655}"/>
              </a:ext>
            </a:extLst>
          </p:cNvPr>
          <p:cNvSpPr txBox="1"/>
          <p:nvPr/>
        </p:nvSpPr>
        <p:spPr>
          <a:xfrm>
            <a:off x="873160" y="1126867"/>
            <a:ext cx="4669282" cy="2889765"/>
          </a:xfrm>
          <a:prstGeom prst="rect">
            <a:avLst/>
          </a:prstGeom>
        </p:spPr>
        <p:txBody>
          <a:bodyPr vert="horz" wrap="square" lIns="0" tIns="7620" rIns="0" bIns="0" rtlCol="0">
            <a:spAutoFit/>
          </a:bodyPr>
          <a:lstStyle/>
          <a:p>
            <a:pPr marL="12700" marR="5080">
              <a:lnSpc>
                <a:spcPct val="118100"/>
              </a:lnSpc>
              <a:spcBef>
                <a:spcPts val="60"/>
              </a:spcBef>
            </a:pPr>
            <a:r>
              <a:rPr sz="2000" spc="-85" dirty="0">
                <a:latin typeface="Lato" panose="020F0502020204030203" pitchFamily="34" charset="0"/>
                <a:ea typeface="Lato" panose="020F0502020204030203" pitchFamily="34" charset="0"/>
                <a:cs typeface="Lato" panose="020F0502020204030203" pitchFamily="34" charset="0"/>
              </a:rPr>
              <a:t>T</a:t>
            </a:r>
            <a:r>
              <a:rPr sz="2000" spc="114" dirty="0">
                <a:latin typeface="Lato" panose="020F0502020204030203" pitchFamily="34" charset="0"/>
                <a:ea typeface="Lato" panose="020F0502020204030203" pitchFamily="34" charset="0"/>
                <a:cs typeface="Lato" panose="020F0502020204030203" pitchFamily="34" charset="0"/>
              </a:rPr>
              <a:t>h</a:t>
            </a:r>
            <a:r>
              <a:rPr sz="2000" spc="30" dirty="0">
                <a:latin typeface="Lato" panose="020F0502020204030203" pitchFamily="34" charset="0"/>
                <a:ea typeface="Lato" panose="020F0502020204030203" pitchFamily="34" charset="0"/>
                <a:cs typeface="Lato" panose="020F0502020204030203" pitchFamily="34" charset="0"/>
              </a:rPr>
              <a:t>e</a:t>
            </a:r>
            <a:r>
              <a:rPr sz="2000" spc="-85" dirty="0">
                <a:latin typeface="Lato" panose="020F0502020204030203" pitchFamily="34" charset="0"/>
                <a:ea typeface="Lato" panose="020F0502020204030203" pitchFamily="34" charset="0"/>
                <a:cs typeface="Lato" panose="020F0502020204030203" pitchFamily="34" charset="0"/>
              </a:rPr>
              <a:t>r</a:t>
            </a:r>
            <a:r>
              <a:rPr sz="2000" spc="30" dirty="0">
                <a:latin typeface="Lato" panose="020F0502020204030203" pitchFamily="34" charset="0"/>
                <a:ea typeface="Lato" panose="020F0502020204030203" pitchFamily="34" charset="0"/>
                <a:cs typeface="Lato" panose="020F0502020204030203" pitchFamily="34" charset="0"/>
              </a:rPr>
              <a:t>e</a:t>
            </a:r>
            <a:r>
              <a:rPr sz="2000" spc="-200" dirty="0">
                <a:latin typeface="Lato" panose="020F0502020204030203" pitchFamily="34" charset="0"/>
                <a:ea typeface="Lato" panose="020F0502020204030203" pitchFamily="34" charset="0"/>
                <a:cs typeface="Lato" panose="020F0502020204030203" pitchFamily="34" charset="0"/>
              </a:rPr>
              <a:t> </a:t>
            </a:r>
            <a:r>
              <a:rPr sz="2000" spc="-10" dirty="0">
                <a:latin typeface="Lato" panose="020F0502020204030203" pitchFamily="34" charset="0"/>
                <a:ea typeface="Lato" panose="020F0502020204030203" pitchFamily="34" charset="0"/>
                <a:cs typeface="Lato" panose="020F0502020204030203" pitchFamily="34" charset="0"/>
              </a:rPr>
              <a:t>a</a:t>
            </a:r>
            <a:r>
              <a:rPr sz="2000" spc="-85" dirty="0">
                <a:latin typeface="Lato" panose="020F0502020204030203" pitchFamily="34" charset="0"/>
                <a:ea typeface="Lato" panose="020F0502020204030203" pitchFamily="34" charset="0"/>
                <a:cs typeface="Lato" panose="020F0502020204030203" pitchFamily="34" charset="0"/>
              </a:rPr>
              <a:t>r</a:t>
            </a:r>
            <a:r>
              <a:rPr sz="2000" spc="30" dirty="0">
                <a:latin typeface="Lato" panose="020F0502020204030203" pitchFamily="34" charset="0"/>
                <a:ea typeface="Lato" panose="020F0502020204030203" pitchFamily="34" charset="0"/>
                <a:cs typeface="Lato" panose="020F0502020204030203" pitchFamily="34" charset="0"/>
              </a:rPr>
              <a:t>e</a:t>
            </a:r>
            <a:r>
              <a:rPr sz="2000" spc="-200" dirty="0">
                <a:latin typeface="Lato" panose="020F0502020204030203" pitchFamily="34" charset="0"/>
                <a:ea typeface="Lato" panose="020F0502020204030203" pitchFamily="34" charset="0"/>
                <a:cs typeface="Lato" panose="020F0502020204030203" pitchFamily="34" charset="0"/>
              </a:rPr>
              <a:t> </a:t>
            </a:r>
            <a:r>
              <a:rPr sz="2000" spc="-65" dirty="0">
                <a:latin typeface="Lato" panose="020F0502020204030203" pitchFamily="34" charset="0"/>
                <a:ea typeface="Lato" panose="020F0502020204030203" pitchFamily="34" charset="0"/>
                <a:cs typeface="Lato" panose="020F0502020204030203" pitchFamily="34" charset="0"/>
              </a:rPr>
              <a:t>s</a:t>
            </a:r>
            <a:r>
              <a:rPr sz="2000" spc="5" dirty="0">
                <a:latin typeface="Lato" panose="020F0502020204030203" pitchFamily="34" charset="0"/>
                <a:ea typeface="Lato" panose="020F0502020204030203" pitchFamily="34" charset="0"/>
                <a:cs typeface="Lato" panose="020F0502020204030203" pitchFamily="34" charset="0"/>
              </a:rPr>
              <a:t>e</a:t>
            </a:r>
            <a:r>
              <a:rPr sz="2000" spc="-140" dirty="0">
                <a:latin typeface="Lato" panose="020F0502020204030203" pitchFamily="34" charset="0"/>
                <a:ea typeface="Lato" panose="020F0502020204030203" pitchFamily="34" charset="0"/>
                <a:cs typeface="Lato" panose="020F0502020204030203" pitchFamily="34" charset="0"/>
              </a:rPr>
              <a:t>v</a:t>
            </a:r>
            <a:r>
              <a:rPr sz="2000" spc="30" dirty="0">
                <a:latin typeface="Lato" panose="020F0502020204030203" pitchFamily="34" charset="0"/>
                <a:ea typeface="Lato" panose="020F0502020204030203" pitchFamily="34" charset="0"/>
                <a:cs typeface="Lato" panose="020F0502020204030203" pitchFamily="34" charset="0"/>
              </a:rPr>
              <a:t>e</a:t>
            </a:r>
            <a:r>
              <a:rPr sz="2000" spc="-75" dirty="0">
                <a:latin typeface="Lato" panose="020F0502020204030203" pitchFamily="34" charset="0"/>
                <a:ea typeface="Lato" panose="020F0502020204030203" pitchFamily="34" charset="0"/>
                <a:cs typeface="Lato" panose="020F0502020204030203" pitchFamily="34" charset="0"/>
              </a:rPr>
              <a:t>r</a:t>
            </a:r>
            <a:r>
              <a:rPr sz="2000" spc="-10" dirty="0">
                <a:latin typeface="Lato" panose="020F0502020204030203" pitchFamily="34" charset="0"/>
                <a:ea typeface="Lato" panose="020F0502020204030203" pitchFamily="34" charset="0"/>
                <a:cs typeface="Lato" panose="020F0502020204030203" pitchFamily="34" charset="0"/>
              </a:rPr>
              <a:t>al</a:t>
            </a:r>
            <a:r>
              <a:rPr sz="2000" spc="-200" dirty="0">
                <a:latin typeface="Lato" panose="020F0502020204030203" pitchFamily="34" charset="0"/>
                <a:ea typeface="Lato" panose="020F0502020204030203" pitchFamily="34" charset="0"/>
                <a:cs typeface="Lato" panose="020F0502020204030203" pitchFamily="34" charset="0"/>
              </a:rPr>
              <a:t> </a:t>
            </a:r>
            <a:r>
              <a:rPr sz="2000" spc="-10" dirty="0">
                <a:latin typeface="Lato" panose="020F0502020204030203" pitchFamily="34" charset="0"/>
                <a:ea typeface="Lato" panose="020F0502020204030203" pitchFamily="34" charset="0"/>
                <a:cs typeface="Lato" panose="020F0502020204030203" pitchFamily="34" charset="0"/>
              </a:rPr>
              <a:t>a</a:t>
            </a:r>
            <a:r>
              <a:rPr sz="2000" spc="140" dirty="0">
                <a:latin typeface="Lato" panose="020F0502020204030203" pitchFamily="34" charset="0"/>
                <a:ea typeface="Lato" panose="020F0502020204030203" pitchFamily="34" charset="0"/>
                <a:cs typeface="Lato" panose="020F0502020204030203" pitchFamily="34" charset="0"/>
              </a:rPr>
              <a:t>d</a:t>
            </a:r>
            <a:r>
              <a:rPr sz="2000" spc="-145" dirty="0">
                <a:latin typeface="Lato" panose="020F0502020204030203" pitchFamily="34" charset="0"/>
                <a:ea typeface="Lato" panose="020F0502020204030203" pitchFamily="34" charset="0"/>
                <a:cs typeface="Lato" panose="020F0502020204030203" pitchFamily="34" charset="0"/>
              </a:rPr>
              <a:t>v</a:t>
            </a:r>
            <a:r>
              <a:rPr sz="2000" spc="-10" dirty="0">
                <a:latin typeface="Lato" panose="020F0502020204030203" pitchFamily="34" charset="0"/>
                <a:ea typeface="Lato" panose="020F0502020204030203" pitchFamily="34" charset="0"/>
                <a:cs typeface="Lato" panose="020F0502020204030203" pitchFamily="34" charset="0"/>
              </a:rPr>
              <a:t>a</a:t>
            </a:r>
            <a:r>
              <a:rPr sz="2000" spc="114" dirty="0">
                <a:latin typeface="Lato" panose="020F0502020204030203" pitchFamily="34" charset="0"/>
                <a:ea typeface="Lato" panose="020F0502020204030203" pitchFamily="34" charset="0"/>
                <a:cs typeface="Lato" panose="020F0502020204030203" pitchFamily="34" charset="0"/>
              </a:rPr>
              <a:t>n</a:t>
            </a:r>
            <a:r>
              <a:rPr sz="2000" spc="35" dirty="0">
                <a:latin typeface="Lato" panose="020F0502020204030203" pitchFamily="34" charset="0"/>
                <a:ea typeface="Lato" panose="020F0502020204030203" pitchFamily="34" charset="0"/>
                <a:cs typeface="Lato" panose="020F0502020204030203" pitchFamily="34" charset="0"/>
              </a:rPr>
              <a:t>t</a:t>
            </a:r>
            <a:r>
              <a:rPr sz="2000" spc="-10" dirty="0">
                <a:latin typeface="Lato" panose="020F0502020204030203" pitchFamily="34" charset="0"/>
                <a:ea typeface="Lato" panose="020F0502020204030203" pitchFamily="34" charset="0"/>
                <a:cs typeface="Lato" panose="020F0502020204030203" pitchFamily="34" charset="0"/>
              </a:rPr>
              <a:t>a</a:t>
            </a:r>
            <a:r>
              <a:rPr sz="2000" spc="160" dirty="0">
                <a:latin typeface="Lato" panose="020F0502020204030203" pitchFamily="34" charset="0"/>
                <a:ea typeface="Lato" panose="020F0502020204030203" pitchFamily="34" charset="0"/>
                <a:cs typeface="Lato" panose="020F0502020204030203" pitchFamily="34" charset="0"/>
              </a:rPr>
              <a:t>g</a:t>
            </a:r>
            <a:r>
              <a:rPr sz="2000" spc="30" dirty="0">
                <a:latin typeface="Lato" panose="020F0502020204030203" pitchFamily="34" charset="0"/>
                <a:ea typeface="Lato" panose="020F0502020204030203" pitchFamily="34" charset="0"/>
                <a:cs typeface="Lato" panose="020F0502020204030203" pitchFamily="34" charset="0"/>
              </a:rPr>
              <a:t>e</a:t>
            </a:r>
            <a:r>
              <a:rPr sz="2000" spc="-65" dirty="0">
                <a:latin typeface="Lato" panose="020F0502020204030203" pitchFamily="34" charset="0"/>
                <a:ea typeface="Lato" panose="020F0502020204030203" pitchFamily="34" charset="0"/>
                <a:cs typeface="Lato" panose="020F0502020204030203" pitchFamily="34" charset="0"/>
              </a:rPr>
              <a:t>s</a:t>
            </a:r>
            <a:r>
              <a:rPr sz="2000" spc="-200" dirty="0">
                <a:latin typeface="Lato" panose="020F0502020204030203" pitchFamily="34" charset="0"/>
                <a:ea typeface="Lato" panose="020F0502020204030203" pitchFamily="34" charset="0"/>
                <a:cs typeface="Lato" panose="020F0502020204030203" pitchFamily="34" charset="0"/>
              </a:rPr>
              <a:t> </a:t>
            </a:r>
            <a:r>
              <a:rPr sz="2000" spc="-10" dirty="0">
                <a:latin typeface="Lato" panose="020F0502020204030203" pitchFamily="34" charset="0"/>
                <a:ea typeface="Lato" panose="020F0502020204030203" pitchFamily="34" charset="0"/>
                <a:cs typeface="Lato" panose="020F0502020204030203" pitchFamily="34" charset="0"/>
              </a:rPr>
              <a:t>t</a:t>
            </a:r>
            <a:r>
              <a:rPr sz="2000" spc="60" dirty="0">
                <a:latin typeface="Lato" panose="020F0502020204030203" pitchFamily="34" charset="0"/>
                <a:ea typeface="Lato" panose="020F0502020204030203" pitchFamily="34" charset="0"/>
                <a:cs typeface="Lato" panose="020F0502020204030203" pitchFamily="34" charset="0"/>
              </a:rPr>
              <a:t>o</a:t>
            </a:r>
            <a:r>
              <a:rPr sz="2000" spc="-200" dirty="0">
                <a:latin typeface="Lato" panose="020F0502020204030203" pitchFamily="34" charset="0"/>
                <a:ea typeface="Lato" panose="020F0502020204030203" pitchFamily="34" charset="0"/>
                <a:cs typeface="Lato" panose="020F0502020204030203" pitchFamily="34" charset="0"/>
              </a:rPr>
              <a:t> </a:t>
            </a:r>
            <a:r>
              <a:rPr sz="2000" spc="105" dirty="0">
                <a:latin typeface="Lato" panose="020F0502020204030203" pitchFamily="34" charset="0"/>
                <a:ea typeface="Lato" panose="020F0502020204030203" pitchFamily="34" charset="0"/>
                <a:cs typeface="Lato" panose="020F0502020204030203" pitchFamily="34" charset="0"/>
              </a:rPr>
              <a:t>u</a:t>
            </a:r>
            <a:r>
              <a:rPr sz="2000" spc="-65" dirty="0">
                <a:latin typeface="Lato" panose="020F0502020204030203" pitchFamily="34" charset="0"/>
                <a:ea typeface="Lato" panose="020F0502020204030203" pitchFamily="34" charset="0"/>
                <a:cs typeface="Lato" panose="020F0502020204030203" pitchFamily="34" charset="0"/>
              </a:rPr>
              <a:t>s</a:t>
            </a:r>
            <a:r>
              <a:rPr sz="2000" spc="-10" dirty="0">
                <a:latin typeface="Lato" panose="020F0502020204030203" pitchFamily="34" charset="0"/>
                <a:ea typeface="Lato" panose="020F0502020204030203" pitchFamily="34" charset="0"/>
                <a:cs typeface="Lato" panose="020F0502020204030203" pitchFamily="34" charset="0"/>
              </a:rPr>
              <a:t>i</a:t>
            </a:r>
            <a:r>
              <a:rPr sz="2000" spc="114" dirty="0">
                <a:latin typeface="Lato" panose="020F0502020204030203" pitchFamily="34" charset="0"/>
                <a:ea typeface="Lato" panose="020F0502020204030203" pitchFamily="34" charset="0"/>
                <a:cs typeface="Lato" panose="020F0502020204030203" pitchFamily="34" charset="0"/>
              </a:rPr>
              <a:t>n</a:t>
            </a:r>
            <a:r>
              <a:rPr sz="2000" spc="110" dirty="0">
                <a:latin typeface="Lato" panose="020F0502020204030203" pitchFamily="34" charset="0"/>
                <a:ea typeface="Lato" panose="020F0502020204030203" pitchFamily="34" charset="0"/>
                <a:cs typeface="Lato" panose="020F0502020204030203" pitchFamily="34" charset="0"/>
              </a:rPr>
              <a:t>g  </a:t>
            </a:r>
            <a:r>
              <a:rPr sz="2000" spc="-175" dirty="0">
                <a:latin typeface="Lato" panose="020F0502020204030203" pitchFamily="34" charset="0"/>
                <a:ea typeface="Lato" panose="020F0502020204030203" pitchFamily="34" charset="0"/>
                <a:cs typeface="Lato" panose="020F0502020204030203" pitchFamily="34" charset="0"/>
              </a:rPr>
              <a:t>B&amp;B++</a:t>
            </a:r>
            <a:r>
              <a:rPr sz="2000" spc="-200" dirty="0">
                <a:latin typeface="Lato" panose="020F0502020204030203" pitchFamily="34" charset="0"/>
                <a:ea typeface="Lato" panose="020F0502020204030203" pitchFamily="34" charset="0"/>
                <a:cs typeface="Lato" panose="020F0502020204030203" pitchFamily="34" charset="0"/>
              </a:rPr>
              <a:t> </a:t>
            </a:r>
            <a:r>
              <a:rPr sz="2000" spc="-10" dirty="0">
                <a:latin typeface="Lato" panose="020F0502020204030203" pitchFamily="34" charset="0"/>
                <a:ea typeface="Lato" panose="020F0502020204030203" pitchFamily="34" charset="0"/>
                <a:cs typeface="Lato" panose="020F0502020204030203" pitchFamily="34" charset="0"/>
              </a:rPr>
              <a:t>trees</a:t>
            </a:r>
            <a:r>
              <a:rPr sz="2000" spc="-200"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over</a:t>
            </a:r>
            <a:r>
              <a:rPr sz="2000" spc="-200" dirty="0">
                <a:latin typeface="Lato" panose="020F0502020204030203" pitchFamily="34" charset="0"/>
                <a:ea typeface="Lato" panose="020F0502020204030203" pitchFamily="34" charset="0"/>
                <a:cs typeface="Lato" panose="020F0502020204030203" pitchFamily="34" charset="0"/>
              </a:rPr>
              <a:t> </a:t>
            </a:r>
            <a:r>
              <a:rPr sz="2000" spc="25" dirty="0">
                <a:latin typeface="Lato" panose="020F0502020204030203" pitchFamily="34" charset="0"/>
                <a:ea typeface="Lato" panose="020F0502020204030203" pitchFamily="34" charset="0"/>
                <a:cs typeface="Lato" panose="020F0502020204030203" pitchFamily="34" charset="0"/>
              </a:rPr>
              <a:t>traditional</a:t>
            </a:r>
            <a:r>
              <a:rPr sz="2000" spc="-200" dirty="0">
                <a:latin typeface="Lato" panose="020F0502020204030203" pitchFamily="34" charset="0"/>
                <a:ea typeface="Lato" panose="020F0502020204030203" pitchFamily="34" charset="0"/>
                <a:cs typeface="Lato" panose="020F0502020204030203" pitchFamily="34" charset="0"/>
              </a:rPr>
              <a:t> </a:t>
            </a:r>
            <a:r>
              <a:rPr sz="2000" spc="-45" dirty="0">
                <a:latin typeface="Lato" panose="020F0502020204030203" pitchFamily="34" charset="0"/>
                <a:ea typeface="Lato" panose="020F0502020204030203" pitchFamily="34" charset="0"/>
                <a:cs typeface="Lato" panose="020F0502020204030203" pitchFamily="34" charset="0"/>
              </a:rPr>
              <a:t>B-trees.</a:t>
            </a:r>
            <a:r>
              <a:rPr sz="2000" spc="-200" dirty="0">
                <a:latin typeface="Lato" panose="020F0502020204030203" pitchFamily="34" charset="0"/>
                <a:ea typeface="Lato" panose="020F0502020204030203" pitchFamily="34" charset="0"/>
                <a:cs typeface="Lato" panose="020F0502020204030203" pitchFamily="34" charset="0"/>
              </a:rPr>
              <a:t> </a:t>
            </a:r>
            <a:r>
              <a:rPr sz="2000" spc="-65" dirty="0">
                <a:latin typeface="Lato" panose="020F0502020204030203" pitchFamily="34" charset="0"/>
                <a:ea typeface="Lato" panose="020F0502020204030203" pitchFamily="34" charset="0"/>
                <a:cs typeface="Lato" panose="020F0502020204030203" pitchFamily="34" charset="0"/>
              </a:rPr>
              <a:t>Firstly, </a:t>
            </a:r>
            <a:r>
              <a:rPr sz="2000" spc="-795" dirty="0">
                <a:latin typeface="Lato" panose="020F0502020204030203" pitchFamily="34" charset="0"/>
                <a:ea typeface="Lato" panose="020F0502020204030203" pitchFamily="34" charset="0"/>
                <a:cs typeface="Lato" panose="020F0502020204030203" pitchFamily="34" charset="0"/>
              </a:rPr>
              <a:t> </a:t>
            </a:r>
            <a:r>
              <a:rPr sz="2000" spc="175" dirty="0">
                <a:latin typeface="Lato" panose="020F0502020204030203" pitchFamily="34" charset="0"/>
                <a:ea typeface="Lato" panose="020F0502020204030203" pitchFamily="34" charset="0"/>
                <a:cs typeface="Lato" panose="020F0502020204030203" pitchFamily="34" charset="0"/>
              </a:rPr>
              <a:t>B</a:t>
            </a:r>
            <a:r>
              <a:rPr sz="2000" spc="-120" dirty="0">
                <a:latin typeface="Lato" panose="020F0502020204030203" pitchFamily="34" charset="0"/>
                <a:ea typeface="Lato" panose="020F0502020204030203" pitchFamily="34" charset="0"/>
                <a:cs typeface="Lato" panose="020F0502020204030203" pitchFamily="34" charset="0"/>
              </a:rPr>
              <a:t>&amp;</a:t>
            </a:r>
            <a:r>
              <a:rPr sz="2000" spc="175" dirty="0">
                <a:latin typeface="Lato" panose="020F0502020204030203" pitchFamily="34" charset="0"/>
                <a:ea typeface="Lato" panose="020F0502020204030203" pitchFamily="34" charset="0"/>
                <a:cs typeface="Lato" panose="020F0502020204030203" pitchFamily="34" charset="0"/>
              </a:rPr>
              <a:t>B</a:t>
            </a:r>
            <a:r>
              <a:rPr sz="2000" spc="-550" dirty="0">
                <a:latin typeface="Lato" panose="020F0502020204030203" pitchFamily="34" charset="0"/>
                <a:ea typeface="Lato" panose="020F0502020204030203" pitchFamily="34" charset="0"/>
                <a:cs typeface="Lato" panose="020F0502020204030203" pitchFamily="34" charset="0"/>
              </a:rPr>
              <a:t>++</a:t>
            </a:r>
            <a:r>
              <a:rPr sz="2000" spc="-200"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t</a:t>
            </a:r>
            <a:r>
              <a:rPr sz="2000" spc="-85" dirty="0">
                <a:latin typeface="Lato" panose="020F0502020204030203" pitchFamily="34" charset="0"/>
                <a:ea typeface="Lato" panose="020F0502020204030203" pitchFamily="34" charset="0"/>
                <a:cs typeface="Lato" panose="020F0502020204030203" pitchFamily="34" charset="0"/>
              </a:rPr>
              <a:t>r</a:t>
            </a:r>
            <a:r>
              <a:rPr sz="2000" spc="30" dirty="0">
                <a:latin typeface="Lato" panose="020F0502020204030203" pitchFamily="34" charset="0"/>
                <a:ea typeface="Lato" panose="020F0502020204030203" pitchFamily="34" charset="0"/>
                <a:cs typeface="Lato" panose="020F0502020204030203" pitchFamily="34" charset="0"/>
              </a:rPr>
              <a:t>ee</a:t>
            </a:r>
            <a:r>
              <a:rPr sz="2000" spc="-65" dirty="0">
                <a:latin typeface="Lato" panose="020F0502020204030203" pitchFamily="34" charset="0"/>
                <a:ea typeface="Lato" panose="020F0502020204030203" pitchFamily="34" charset="0"/>
                <a:cs typeface="Lato" panose="020F0502020204030203" pitchFamily="34" charset="0"/>
              </a:rPr>
              <a:t>s</a:t>
            </a:r>
            <a:r>
              <a:rPr sz="2000" spc="-200" dirty="0">
                <a:latin typeface="Lato" panose="020F0502020204030203" pitchFamily="34" charset="0"/>
                <a:ea typeface="Lato" panose="020F0502020204030203" pitchFamily="34" charset="0"/>
                <a:cs typeface="Lato" panose="020F0502020204030203" pitchFamily="34" charset="0"/>
              </a:rPr>
              <a:t> </a:t>
            </a:r>
            <a:r>
              <a:rPr sz="2000" spc="110" dirty="0">
                <a:latin typeface="Lato" panose="020F0502020204030203" pitchFamily="34" charset="0"/>
                <a:ea typeface="Lato" panose="020F0502020204030203" pitchFamily="34" charset="0"/>
                <a:cs typeface="Lato" panose="020F0502020204030203" pitchFamily="34" charset="0"/>
              </a:rPr>
              <a:t>c</a:t>
            </a:r>
            <a:r>
              <a:rPr sz="2000" spc="-10" dirty="0">
                <a:latin typeface="Lato" panose="020F0502020204030203" pitchFamily="34" charset="0"/>
                <a:ea typeface="Lato" panose="020F0502020204030203" pitchFamily="34" charset="0"/>
                <a:cs typeface="Lato" panose="020F0502020204030203" pitchFamily="34" charset="0"/>
              </a:rPr>
              <a:t>a</a:t>
            </a:r>
            <a:r>
              <a:rPr sz="2000" spc="114" dirty="0">
                <a:latin typeface="Lato" panose="020F0502020204030203" pitchFamily="34" charset="0"/>
                <a:ea typeface="Lato" panose="020F0502020204030203" pitchFamily="34" charset="0"/>
                <a:cs typeface="Lato" panose="020F0502020204030203" pitchFamily="34" charset="0"/>
              </a:rPr>
              <a:t>n</a:t>
            </a:r>
            <a:r>
              <a:rPr sz="2000" spc="-200" dirty="0">
                <a:latin typeface="Lato" panose="020F0502020204030203" pitchFamily="34" charset="0"/>
                <a:ea typeface="Lato" panose="020F0502020204030203" pitchFamily="34" charset="0"/>
                <a:cs typeface="Lato" panose="020F0502020204030203" pitchFamily="34" charset="0"/>
              </a:rPr>
              <a:t> </a:t>
            </a:r>
            <a:r>
              <a:rPr sz="2000" spc="-85" dirty="0">
                <a:latin typeface="Lato" panose="020F0502020204030203" pitchFamily="34" charset="0"/>
                <a:ea typeface="Lato" panose="020F0502020204030203" pitchFamily="34" charset="0"/>
                <a:cs typeface="Lato" panose="020F0502020204030203" pitchFamily="34" charset="0"/>
              </a:rPr>
              <a:t>r</a:t>
            </a:r>
            <a:r>
              <a:rPr sz="2000" spc="30" dirty="0">
                <a:latin typeface="Lato" panose="020F0502020204030203" pitchFamily="34" charset="0"/>
                <a:ea typeface="Lato" panose="020F0502020204030203" pitchFamily="34" charset="0"/>
                <a:cs typeface="Lato" panose="020F0502020204030203" pitchFamily="34" charset="0"/>
              </a:rPr>
              <a:t>e</a:t>
            </a:r>
            <a:r>
              <a:rPr sz="2000" spc="140" dirty="0">
                <a:latin typeface="Lato" panose="020F0502020204030203" pitchFamily="34" charset="0"/>
                <a:ea typeface="Lato" panose="020F0502020204030203" pitchFamily="34" charset="0"/>
                <a:cs typeface="Lato" panose="020F0502020204030203" pitchFamily="34" charset="0"/>
              </a:rPr>
              <a:t>d</a:t>
            </a:r>
            <a:r>
              <a:rPr sz="2000" spc="105" dirty="0">
                <a:latin typeface="Lato" panose="020F0502020204030203" pitchFamily="34" charset="0"/>
                <a:ea typeface="Lato" panose="020F0502020204030203" pitchFamily="34" charset="0"/>
                <a:cs typeface="Lato" panose="020F0502020204030203" pitchFamily="34" charset="0"/>
              </a:rPr>
              <a:t>u</a:t>
            </a:r>
            <a:r>
              <a:rPr sz="2000" spc="85" dirty="0">
                <a:latin typeface="Lato" panose="020F0502020204030203" pitchFamily="34" charset="0"/>
                <a:ea typeface="Lato" panose="020F0502020204030203" pitchFamily="34" charset="0"/>
                <a:cs typeface="Lato" panose="020F0502020204030203" pitchFamily="34" charset="0"/>
              </a:rPr>
              <a:t>c</a:t>
            </a:r>
            <a:r>
              <a:rPr sz="2000" spc="30" dirty="0">
                <a:latin typeface="Lato" panose="020F0502020204030203" pitchFamily="34" charset="0"/>
                <a:ea typeface="Lato" panose="020F0502020204030203" pitchFamily="34" charset="0"/>
                <a:cs typeface="Lato" panose="020F0502020204030203" pitchFamily="34" charset="0"/>
              </a:rPr>
              <a:t>e</a:t>
            </a:r>
            <a:r>
              <a:rPr sz="2000" spc="-200"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t</a:t>
            </a:r>
            <a:r>
              <a:rPr sz="2000" spc="114" dirty="0">
                <a:latin typeface="Lato" panose="020F0502020204030203" pitchFamily="34" charset="0"/>
                <a:ea typeface="Lato" panose="020F0502020204030203" pitchFamily="34" charset="0"/>
                <a:cs typeface="Lato" panose="020F0502020204030203" pitchFamily="34" charset="0"/>
              </a:rPr>
              <a:t>h</a:t>
            </a:r>
            <a:r>
              <a:rPr sz="2000" spc="30" dirty="0">
                <a:latin typeface="Lato" panose="020F0502020204030203" pitchFamily="34" charset="0"/>
                <a:ea typeface="Lato" panose="020F0502020204030203" pitchFamily="34" charset="0"/>
                <a:cs typeface="Lato" panose="020F0502020204030203" pitchFamily="34" charset="0"/>
              </a:rPr>
              <a:t>e</a:t>
            </a:r>
            <a:r>
              <a:rPr sz="2000" spc="-200" dirty="0">
                <a:latin typeface="Lato" panose="020F0502020204030203" pitchFamily="34" charset="0"/>
                <a:ea typeface="Lato" panose="020F0502020204030203" pitchFamily="34" charset="0"/>
                <a:cs typeface="Lato" panose="020F0502020204030203" pitchFamily="34" charset="0"/>
              </a:rPr>
              <a:t> </a:t>
            </a:r>
            <a:r>
              <a:rPr sz="2000" spc="114" dirty="0">
                <a:latin typeface="Lato" panose="020F0502020204030203" pitchFamily="34" charset="0"/>
                <a:ea typeface="Lato" panose="020F0502020204030203" pitchFamily="34" charset="0"/>
                <a:cs typeface="Lato" panose="020F0502020204030203" pitchFamily="34" charset="0"/>
              </a:rPr>
              <a:t>n</a:t>
            </a:r>
            <a:r>
              <a:rPr sz="2000" spc="105" dirty="0">
                <a:latin typeface="Lato" panose="020F0502020204030203" pitchFamily="34" charset="0"/>
                <a:ea typeface="Lato" panose="020F0502020204030203" pitchFamily="34" charset="0"/>
                <a:cs typeface="Lato" panose="020F0502020204030203" pitchFamily="34" charset="0"/>
              </a:rPr>
              <a:t>u</a:t>
            </a:r>
            <a:r>
              <a:rPr sz="2000" spc="225" dirty="0">
                <a:latin typeface="Lato" panose="020F0502020204030203" pitchFamily="34" charset="0"/>
                <a:ea typeface="Lato" panose="020F0502020204030203" pitchFamily="34" charset="0"/>
                <a:cs typeface="Lato" panose="020F0502020204030203" pitchFamily="34" charset="0"/>
              </a:rPr>
              <a:t>m</a:t>
            </a:r>
            <a:r>
              <a:rPr sz="2000" spc="140" dirty="0">
                <a:latin typeface="Lato" panose="020F0502020204030203" pitchFamily="34" charset="0"/>
                <a:ea typeface="Lato" panose="020F0502020204030203" pitchFamily="34" charset="0"/>
                <a:cs typeface="Lato" panose="020F0502020204030203" pitchFamily="34" charset="0"/>
              </a:rPr>
              <a:t>b</a:t>
            </a:r>
            <a:r>
              <a:rPr sz="2000" spc="30" dirty="0">
                <a:latin typeface="Lato" panose="020F0502020204030203" pitchFamily="34" charset="0"/>
                <a:ea typeface="Lato" panose="020F0502020204030203" pitchFamily="34" charset="0"/>
                <a:cs typeface="Lato" panose="020F0502020204030203" pitchFamily="34" charset="0"/>
              </a:rPr>
              <a:t>e</a:t>
            </a:r>
            <a:r>
              <a:rPr sz="2000" spc="-50" dirty="0">
                <a:latin typeface="Lato" panose="020F0502020204030203" pitchFamily="34" charset="0"/>
                <a:ea typeface="Lato" panose="020F0502020204030203" pitchFamily="34" charset="0"/>
                <a:cs typeface="Lato" panose="020F0502020204030203" pitchFamily="34" charset="0"/>
              </a:rPr>
              <a:t>r</a:t>
            </a:r>
            <a:r>
              <a:rPr sz="2000" spc="-200" dirty="0">
                <a:latin typeface="Lato" panose="020F0502020204030203" pitchFamily="34" charset="0"/>
                <a:ea typeface="Lato" panose="020F0502020204030203" pitchFamily="34" charset="0"/>
                <a:cs typeface="Lato" panose="020F0502020204030203" pitchFamily="34" charset="0"/>
              </a:rPr>
              <a:t> </a:t>
            </a:r>
            <a:r>
              <a:rPr sz="2000" spc="60" dirty="0">
                <a:latin typeface="Lato" panose="020F0502020204030203" pitchFamily="34" charset="0"/>
                <a:ea typeface="Lato" panose="020F0502020204030203" pitchFamily="34" charset="0"/>
                <a:cs typeface="Lato" panose="020F0502020204030203" pitchFamily="34" charset="0"/>
              </a:rPr>
              <a:t>o</a:t>
            </a:r>
            <a:r>
              <a:rPr sz="2000" spc="-25" dirty="0">
                <a:latin typeface="Lato" panose="020F0502020204030203" pitchFamily="34" charset="0"/>
                <a:ea typeface="Lato" panose="020F0502020204030203" pitchFamily="34" charset="0"/>
                <a:cs typeface="Lato" panose="020F0502020204030203" pitchFamily="34" charset="0"/>
              </a:rPr>
              <a:t>f  </a:t>
            </a:r>
            <a:r>
              <a:rPr sz="2000" spc="140" dirty="0">
                <a:latin typeface="Lato" panose="020F0502020204030203" pitchFamily="34" charset="0"/>
                <a:ea typeface="Lato" panose="020F0502020204030203" pitchFamily="34" charset="0"/>
                <a:cs typeface="Lato" panose="020F0502020204030203" pitchFamily="34" charset="0"/>
              </a:rPr>
              <a:t>d</a:t>
            </a:r>
            <a:r>
              <a:rPr sz="2000" spc="-10" dirty="0">
                <a:latin typeface="Lato" panose="020F0502020204030203" pitchFamily="34" charset="0"/>
                <a:ea typeface="Lato" panose="020F0502020204030203" pitchFamily="34" charset="0"/>
                <a:cs typeface="Lato" panose="020F0502020204030203" pitchFamily="34" charset="0"/>
              </a:rPr>
              <a:t>i</a:t>
            </a:r>
            <a:r>
              <a:rPr sz="2000" spc="-65" dirty="0">
                <a:latin typeface="Lato" panose="020F0502020204030203" pitchFamily="34" charset="0"/>
                <a:ea typeface="Lato" panose="020F0502020204030203" pitchFamily="34" charset="0"/>
                <a:cs typeface="Lato" panose="020F0502020204030203" pitchFamily="34" charset="0"/>
              </a:rPr>
              <a:t>s</a:t>
            </a:r>
            <a:r>
              <a:rPr sz="2000" spc="35" dirty="0">
                <a:latin typeface="Lato" panose="020F0502020204030203" pitchFamily="34" charset="0"/>
                <a:ea typeface="Lato" panose="020F0502020204030203" pitchFamily="34" charset="0"/>
                <a:cs typeface="Lato" panose="020F0502020204030203" pitchFamily="34" charset="0"/>
              </a:rPr>
              <a:t>k</a:t>
            </a:r>
            <a:r>
              <a:rPr sz="2000" spc="-200" dirty="0">
                <a:latin typeface="Lato" panose="020F0502020204030203" pitchFamily="34" charset="0"/>
                <a:ea typeface="Lato" panose="020F0502020204030203" pitchFamily="34" charset="0"/>
                <a:cs typeface="Lato" panose="020F0502020204030203" pitchFamily="34" charset="0"/>
              </a:rPr>
              <a:t> </a:t>
            </a:r>
            <a:r>
              <a:rPr sz="2000" spc="-10" dirty="0">
                <a:latin typeface="Lato" panose="020F0502020204030203" pitchFamily="34" charset="0"/>
                <a:ea typeface="Lato" panose="020F0502020204030203" pitchFamily="34" charset="0"/>
                <a:cs typeface="Lato" panose="020F0502020204030203" pitchFamily="34" charset="0"/>
              </a:rPr>
              <a:t>a</a:t>
            </a:r>
            <a:r>
              <a:rPr sz="2000" spc="85" dirty="0">
                <a:latin typeface="Lato" panose="020F0502020204030203" pitchFamily="34" charset="0"/>
                <a:ea typeface="Lato" panose="020F0502020204030203" pitchFamily="34" charset="0"/>
                <a:cs typeface="Lato" panose="020F0502020204030203" pitchFamily="34" charset="0"/>
              </a:rPr>
              <a:t>cc</a:t>
            </a:r>
            <a:r>
              <a:rPr sz="2000" spc="30" dirty="0">
                <a:latin typeface="Lato" panose="020F0502020204030203" pitchFamily="34" charset="0"/>
                <a:ea typeface="Lato" panose="020F0502020204030203" pitchFamily="34" charset="0"/>
                <a:cs typeface="Lato" panose="020F0502020204030203" pitchFamily="34" charset="0"/>
              </a:rPr>
              <a:t>e</a:t>
            </a:r>
            <a:r>
              <a:rPr sz="2000" spc="-65" dirty="0">
                <a:latin typeface="Lato" panose="020F0502020204030203" pitchFamily="34" charset="0"/>
                <a:ea typeface="Lato" panose="020F0502020204030203" pitchFamily="34" charset="0"/>
                <a:cs typeface="Lato" panose="020F0502020204030203" pitchFamily="34" charset="0"/>
              </a:rPr>
              <a:t>ss</a:t>
            </a:r>
            <a:r>
              <a:rPr sz="2000" spc="30" dirty="0">
                <a:latin typeface="Lato" panose="020F0502020204030203" pitchFamily="34" charset="0"/>
                <a:ea typeface="Lato" panose="020F0502020204030203" pitchFamily="34" charset="0"/>
                <a:cs typeface="Lato" panose="020F0502020204030203" pitchFamily="34" charset="0"/>
              </a:rPr>
              <a:t>e</a:t>
            </a:r>
            <a:r>
              <a:rPr sz="2000" spc="-65" dirty="0">
                <a:latin typeface="Lato" panose="020F0502020204030203" pitchFamily="34" charset="0"/>
                <a:ea typeface="Lato" panose="020F0502020204030203" pitchFamily="34" charset="0"/>
                <a:cs typeface="Lato" panose="020F0502020204030203" pitchFamily="34" charset="0"/>
              </a:rPr>
              <a:t>s</a:t>
            </a:r>
            <a:r>
              <a:rPr sz="2000" spc="-200" dirty="0">
                <a:latin typeface="Lato" panose="020F0502020204030203" pitchFamily="34" charset="0"/>
                <a:ea typeface="Lato" panose="020F0502020204030203" pitchFamily="34" charset="0"/>
                <a:cs typeface="Lato" panose="020F0502020204030203" pitchFamily="34" charset="0"/>
              </a:rPr>
              <a:t> </a:t>
            </a:r>
            <a:r>
              <a:rPr sz="2000" spc="-85" dirty="0">
                <a:latin typeface="Lato" panose="020F0502020204030203" pitchFamily="34" charset="0"/>
                <a:ea typeface="Lato" panose="020F0502020204030203" pitchFamily="34" charset="0"/>
                <a:cs typeface="Lato" panose="020F0502020204030203" pitchFamily="34" charset="0"/>
              </a:rPr>
              <a:t>r</a:t>
            </a:r>
            <a:r>
              <a:rPr sz="2000" spc="30" dirty="0">
                <a:latin typeface="Lato" panose="020F0502020204030203" pitchFamily="34" charset="0"/>
                <a:ea typeface="Lato" panose="020F0502020204030203" pitchFamily="34" charset="0"/>
                <a:cs typeface="Lato" panose="020F0502020204030203" pitchFamily="34" charset="0"/>
              </a:rPr>
              <a:t>e</a:t>
            </a:r>
            <a:r>
              <a:rPr sz="2000" spc="140" dirty="0">
                <a:latin typeface="Lato" panose="020F0502020204030203" pitchFamily="34" charset="0"/>
                <a:ea typeface="Lato" panose="020F0502020204030203" pitchFamily="34" charset="0"/>
                <a:cs typeface="Lato" panose="020F0502020204030203" pitchFamily="34" charset="0"/>
              </a:rPr>
              <a:t>q</a:t>
            </a:r>
            <a:r>
              <a:rPr sz="2000" spc="105" dirty="0">
                <a:latin typeface="Lato" panose="020F0502020204030203" pitchFamily="34" charset="0"/>
                <a:ea typeface="Lato" panose="020F0502020204030203" pitchFamily="34" charset="0"/>
                <a:cs typeface="Lato" panose="020F0502020204030203" pitchFamily="34" charset="0"/>
              </a:rPr>
              <a:t>u</a:t>
            </a:r>
            <a:r>
              <a:rPr sz="2000" spc="-10" dirty="0">
                <a:latin typeface="Lato" panose="020F0502020204030203" pitchFamily="34" charset="0"/>
                <a:ea typeface="Lato" panose="020F0502020204030203" pitchFamily="34" charset="0"/>
                <a:cs typeface="Lato" panose="020F0502020204030203" pitchFamily="34" charset="0"/>
              </a:rPr>
              <a:t>i</a:t>
            </a:r>
            <a:r>
              <a:rPr sz="2000" spc="-85" dirty="0">
                <a:latin typeface="Lato" panose="020F0502020204030203" pitchFamily="34" charset="0"/>
                <a:ea typeface="Lato" panose="020F0502020204030203" pitchFamily="34" charset="0"/>
                <a:cs typeface="Lato" panose="020F0502020204030203" pitchFamily="34" charset="0"/>
              </a:rPr>
              <a:t>r</a:t>
            </a:r>
            <a:r>
              <a:rPr sz="2000" spc="30" dirty="0">
                <a:latin typeface="Lato" panose="020F0502020204030203" pitchFamily="34" charset="0"/>
                <a:ea typeface="Lato" panose="020F0502020204030203" pitchFamily="34" charset="0"/>
                <a:cs typeface="Lato" panose="020F0502020204030203" pitchFamily="34" charset="0"/>
              </a:rPr>
              <a:t>e</a:t>
            </a:r>
            <a:r>
              <a:rPr sz="2000" spc="140" dirty="0">
                <a:latin typeface="Lato" panose="020F0502020204030203" pitchFamily="34" charset="0"/>
                <a:ea typeface="Lato" panose="020F0502020204030203" pitchFamily="34" charset="0"/>
                <a:cs typeface="Lato" panose="020F0502020204030203" pitchFamily="34" charset="0"/>
              </a:rPr>
              <a:t>d</a:t>
            </a:r>
            <a:r>
              <a:rPr sz="2000" spc="-200" dirty="0">
                <a:latin typeface="Lato" panose="020F0502020204030203" pitchFamily="34" charset="0"/>
                <a:ea typeface="Lato" panose="020F0502020204030203" pitchFamily="34" charset="0"/>
                <a:cs typeface="Lato" panose="020F0502020204030203" pitchFamily="34" charset="0"/>
              </a:rPr>
              <a:t> </a:t>
            </a:r>
            <a:r>
              <a:rPr sz="2000" spc="-10" dirty="0">
                <a:latin typeface="Lato" panose="020F0502020204030203" pitchFamily="34" charset="0"/>
                <a:ea typeface="Lato" panose="020F0502020204030203" pitchFamily="34" charset="0"/>
                <a:cs typeface="Lato" panose="020F0502020204030203" pitchFamily="34" charset="0"/>
              </a:rPr>
              <a:t>t</a:t>
            </a:r>
            <a:r>
              <a:rPr sz="2000" spc="60" dirty="0">
                <a:latin typeface="Lato" panose="020F0502020204030203" pitchFamily="34" charset="0"/>
                <a:ea typeface="Lato" panose="020F0502020204030203" pitchFamily="34" charset="0"/>
                <a:cs typeface="Lato" panose="020F0502020204030203" pitchFamily="34" charset="0"/>
              </a:rPr>
              <a:t>o</a:t>
            </a:r>
            <a:r>
              <a:rPr sz="2000" spc="-200" dirty="0">
                <a:latin typeface="Lato" panose="020F0502020204030203" pitchFamily="34" charset="0"/>
                <a:ea typeface="Lato" panose="020F0502020204030203" pitchFamily="34" charset="0"/>
                <a:cs typeface="Lato" panose="020F0502020204030203" pitchFamily="34" charset="0"/>
              </a:rPr>
              <a:t> </a:t>
            </a:r>
            <a:r>
              <a:rPr sz="2000" spc="-85" dirty="0">
                <a:latin typeface="Lato" panose="020F0502020204030203" pitchFamily="34" charset="0"/>
                <a:ea typeface="Lato" panose="020F0502020204030203" pitchFamily="34" charset="0"/>
                <a:cs typeface="Lato" panose="020F0502020204030203" pitchFamily="34" charset="0"/>
              </a:rPr>
              <a:t>r</a:t>
            </a:r>
            <a:r>
              <a:rPr sz="2000" spc="30" dirty="0">
                <a:latin typeface="Lato" panose="020F0502020204030203" pitchFamily="34" charset="0"/>
                <a:ea typeface="Lato" panose="020F0502020204030203" pitchFamily="34" charset="0"/>
                <a:cs typeface="Lato" panose="020F0502020204030203" pitchFamily="34" charset="0"/>
              </a:rPr>
              <a:t>e</a:t>
            </a:r>
            <a:r>
              <a:rPr sz="2000" spc="35" dirty="0">
                <a:latin typeface="Lato" panose="020F0502020204030203" pitchFamily="34" charset="0"/>
                <a:ea typeface="Lato" panose="020F0502020204030203" pitchFamily="34" charset="0"/>
                <a:cs typeface="Lato" panose="020F0502020204030203" pitchFamily="34" charset="0"/>
              </a:rPr>
              <a:t>t</a:t>
            </a:r>
            <a:r>
              <a:rPr sz="2000" spc="-70" dirty="0">
                <a:latin typeface="Lato" panose="020F0502020204030203" pitchFamily="34" charset="0"/>
                <a:ea typeface="Lato" panose="020F0502020204030203" pitchFamily="34" charset="0"/>
                <a:cs typeface="Lato" panose="020F0502020204030203" pitchFamily="34" charset="0"/>
              </a:rPr>
              <a:t>r</a:t>
            </a:r>
            <a:r>
              <a:rPr sz="2000" spc="-10" dirty="0">
                <a:latin typeface="Lato" panose="020F0502020204030203" pitchFamily="34" charset="0"/>
                <a:ea typeface="Lato" panose="020F0502020204030203" pitchFamily="34" charset="0"/>
                <a:cs typeface="Lato" panose="020F0502020204030203" pitchFamily="34" charset="0"/>
              </a:rPr>
              <a:t>i</a:t>
            </a:r>
            <a:r>
              <a:rPr sz="2000" spc="5" dirty="0">
                <a:latin typeface="Lato" panose="020F0502020204030203" pitchFamily="34" charset="0"/>
                <a:ea typeface="Lato" panose="020F0502020204030203" pitchFamily="34" charset="0"/>
                <a:cs typeface="Lato" panose="020F0502020204030203" pitchFamily="34" charset="0"/>
              </a:rPr>
              <a:t>e</a:t>
            </a:r>
            <a:r>
              <a:rPr sz="2000" spc="-140" dirty="0">
                <a:latin typeface="Lato" panose="020F0502020204030203" pitchFamily="34" charset="0"/>
                <a:ea typeface="Lato" panose="020F0502020204030203" pitchFamily="34" charset="0"/>
                <a:cs typeface="Lato" panose="020F0502020204030203" pitchFamily="34" charset="0"/>
              </a:rPr>
              <a:t>v</a:t>
            </a:r>
            <a:r>
              <a:rPr sz="2000" spc="30" dirty="0">
                <a:latin typeface="Lato" panose="020F0502020204030203" pitchFamily="34" charset="0"/>
                <a:ea typeface="Lato" panose="020F0502020204030203" pitchFamily="34" charset="0"/>
                <a:cs typeface="Lato" panose="020F0502020204030203" pitchFamily="34" charset="0"/>
              </a:rPr>
              <a:t>e</a:t>
            </a:r>
            <a:r>
              <a:rPr sz="2000" spc="-200" dirty="0">
                <a:latin typeface="Lato" panose="020F0502020204030203" pitchFamily="34" charset="0"/>
                <a:ea typeface="Lato" panose="020F0502020204030203" pitchFamily="34" charset="0"/>
                <a:cs typeface="Lato" panose="020F0502020204030203" pitchFamily="34" charset="0"/>
              </a:rPr>
              <a:t> </a:t>
            </a:r>
            <a:r>
              <a:rPr sz="2000" spc="140" dirty="0">
                <a:latin typeface="Lato" panose="020F0502020204030203" pitchFamily="34" charset="0"/>
                <a:ea typeface="Lato" panose="020F0502020204030203" pitchFamily="34" charset="0"/>
                <a:cs typeface="Lato" panose="020F0502020204030203" pitchFamily="34" charset="0"/>
              </a:rPr>
              <a:t>d</a:t>
            </a:r>
            <a:r>
              <a:rPr sz="2000" spc="-10" dirty="0">
                <a:latin typeface="Lato" panose="020F0502020204030203" pitchFamily="34" charset="0"/>
                <a:ea typeface="Lato" panose="020F0502020204030203" pitchFamily="34" charset="0"/>
                <a:cs typeface="Lato" panose="020F0502020204030203" pitchFamily="34" charset="0"/>
              </a:rPr>
              <a:t>a</a:t>
            </a:r>
            <a:r>
              <a:rPr sz="2000" spc="35" dirty="0">
                <a:latin typeface="Lato" panose="020F0502020204030203" pitchFamily="34" charset="0"/>
                <a:ea typeface="Lato" panose="020F0502020204030203" pitchFamily="34" charset="0"/>
                <a:cs typeface="Lato" panose="020F0502020204030203" pitchFamily="34" charset="0"/>
              </a:rPr>
              <a:t>t</a:t>
            </a:r>
            <a:r>
              <a:rPr sz="2000" spc="-10" dirty="0">
                <a:latin typeface="Lato" panose="020F0502020204030203" pitchFamily="34" charset="0"/>
                <a:ea typeface="Lato" panose="020F0502020204030203" pitchFamily="34" charset="0"/>
                <a:cs typeface="Lato" panose="020F0502020204030203" pitchFamily="34" charset="0"/>
              </a:rPr>
              <a:t>a  </a:t>
            </a:r>
            <a:r>
              <a:rPr sz="2000" spc="160" dirty="0">
                <a:latin typeface="Lato" panose="020F0502020204030203" pitchFamily="34" charset="0"/>
                <a:ea typeface="Lato" panose="020F0502020204030203" pitchFamily="34" charset="0"/>
                <a:cs typeface="Lato" panose="020F0502020204030203" pitchFamily="34" charset="0"/>
              </a:rPr>
              <a:t>f</a:t>
            </a:r>
            <a:r>
              <a:rPr sz="2000" spc="-85" dirty="0">
                <a:latin typeface="Lato" panose="020F0502020204030203" pitchFamily="34" charset="0"/>
                <a:ea typeface="Lato" panose="020F0502020204030203" pitchFamily="34" charset="0"/>
                <a:cs typeface="Lato" panose="020F0502020204030203" pitchFamily="34" charset="0"/>
              </a:rPr>
              <a:t>r</a:t>
            </a:r>
            <a:r>
              <a:rPr sz="2000" spc="60" dirty="0">
                <a:latin typeface="Lato" panose="020F0502020204030203" pitchFamily="34" charset="0"/>
                <a:ea typeface="Lato" panose="020F0502020204030203" pitchFamily="34" charset="0"/>
                <a:cs typeface="Lato" panose="020F0502020204030203" pitchFamily="34" charset="0"/>
              </a:rPr>
              <a:t>o</a:t>
            </a:r>
            <a:r>
              <a:rPr sz="2000" spc="225" dirty="0">
                <a:latin typeface="Lato" panose="020F0502020204030203" pitchFamily="34" charset="0"/>
                <a:ea typeface="Lato" panose="020F0502020204030203" pitchFamily="34" charset="0"/>
                <a:cs typeface="Lato" panose="020F0502020204030203" pitchFamily="34" charset="0"/>
              </a:rPr>
              <a:t>m</a:t>
            </a:r>
            <a:r>
              <a:rPr sz="2000" spc="-200" dirty="0">
                <a:latin typeface="Lato" panose="020F0502020204030203" pitchFamily="34" charset="0"/>
                <a:ea typeface="Lato" panose="020F0502020204030203" pitchFamily="34" charset="0"/>
                <a:cs typeface="Lato" panose="020F0502020204030203" pitchFamily="34" charset="0"/>
              </a:rPr>
              <a:t> </a:t>
            </a:r>
            <a:r>
              <a:rPr sz="2000" spc="-10" dirty="0">
                <a:latin typeface="Lato" panose="020F0502020204030203" pitchFamily="34" charset="0"/>
                <a:ea typeface="Lato" panose="020F0502020204030203" pitchFamily="34" charset="0"/>
                <a:cs typeface="Lato" panose="020F0502020204030203" pitchFamily="34" charset="0"/>
              </a:rPr>
              <a:t>a</a:t>
            </a:r>
            <a:r>
              <a:rPr sz="2000" spc="-200" dirty="0">
                <a:latin typeface="Lato" panose="020F0502020204030203" pitchFamily="34" charset="0"/>
                <a:ea typeface="Lato" panose="020F0502020204030203" pitchFamily="34" charset="0"/>
                <a:cs typeface="Lato" panose="020F0502020204030203" pitchFamily="34" charset="0"/>
              </a:rPr>
              <a:t> </a:t>
            </a:r>
            <a:r>
              <a:rPr sz="2000" spc="140" dirty="0">
                <a:latin typeface="Lato" panose="020F0502020204030203" pitchFamily="34" charset="0"/>
                <a:ea typeface="Lato" panose="020F0502020204030203" pitchFamily="34" charset="0"/>
                <a:cs typeface="Lato" panose="020F0502020204030203" pitchFamily="34" charset="0"/>
              </a:rPr>
              <a:t>d</a:t>
            </a:r>
            <a:r>
              <a:rPr sz="2000" spc="-10" dirty="0">
                <a:latin typeface="Lato" panose="020F0502020204030203" pitchFamily="34" charset="0"/>
                <a:ea typeface="Lato" panose="020F0502020204030203" pitchFamily="34" charset="0"/>
                <a:cs typeface="Lato" panose="020F0502020204030203" pitchFamily="34" charset="0"/>
              </a:rPr>
              <a:t>a</a:t>
            </a:r>
            <a:r>
              <a:rPr sz="2000" spc="35" dirty="0">
                <a:latin typeface="Lato" panose="020F0502020204030203" pitchFamily="34" charset="0"/>
                <a:ea typeface="Lato" panose="020F0502020204030203" pitchFamily="34" charset="0"/>
                <a:cs typeface="Lato" panose="020F0502020204030203" pitchFamily="34" charset="0"/>
              </a:rPr>
              <a:t>t</a:t>
            </a:r>
            <a:r>
              <a:rPr sz="2000" spc="-10" dirty="0">
                <a:latin typeface="Lato" panose="020F0502020204030203" pitchFamily="34" charset="0"/>
                <a:ea typeface="Lato" panose="020F0502020204030203" pitchFamily="34" charset="0"/>
                <a:cs typeface="Lato" panose="020F0502020204030203" pitchFamily="34" charset="0"/>
              </a:rPr>
              <a:t>a</a:t>
            </a:r>
            <a:r>
              <a:rPr sz="2000" spc="130" dirty="0">
                <a:latin typeface="Lato" panose="020F0502020204030203" pitchFamily="34" charset="0"/>
                <a:ea typeface="Lato" panose="020F0502020204030203" pitchFamily="34" charset="0"/>
                <a:cs typeface="Lato" panose="020F0502020204030203" pitchFamily="34" charset="0"/>
              </a:rPr>
              <a:t>b</a:t>
            </a:r>
            <a:r>
              <a:rPr sz="2000" spc="-10" dirty="0">
                <a:latin typeface="Lato" panose="020F0502020204030203" pitchFamily="34" charset="0"/>
                <a:ea typeface="Lato" panose="020F0502020204030203" pitchFamily="34" charset="0"/>
                <a:cs typeface="Lato" panose="020F0502020204030203" pitchFamily="34" charset="0"/>
              </a:rPr>
              <a:t>a</a:t>
            </a:r>
            <a:r>
              <a:rPr sz="2000" spc="-65" dirty="0">
                <a:latin typeface="Lato" panose="020F0502020204030203" pitchFamily="34" charset="0"/>
                <a:ea typeface="Lato" panose="020F0502020204030203" pitchFamily="34" charset="0"/>
                <a:cs typeface="Lato" panose="020F0502020204030203" pitchFamily="34" charset="0"/>
              </a:rPr>
              <a:t>s</a:t>
            </a:r>
            <a:r>
              <a:rPr sz="2000" spc="30" dirty="0">
                <a:latin typeface="Lato" panose="020F0502020204030203" pitchFamily="34" charset="0"/>
                <a:ea typeface="Lato" panose="020F0502020204030203" pitchFamily="34" charset="0"/>
                <a:cs typeface="Lato" panose="020F0502020204030203" pitchFamily="34" charset="0"/>
              </a:rPr>
              <a:t>e</a:t>
            </a:r>
            <a:r>
              <a:rPr sz="2000" spc="-345" dirty="0">
                <a:latin typeface="Lato" panose="020F0502020204030203" pitchFamily="34" charset="0"/>
                <a:ea typeface="Lato" panose="020F0502020204030203" pitchFamily="34" charset="0"/>
                <a:cs typeface="Lato" panose="020F0502020204030203" pitchFamily="34" charset="0"/>
              </a:rPr>
              <a:t>,</a:t>
            </a:r>
            <a:r>
              <a:rPr sz="2000" spc="-200" dirty="0">
                <a:latin typeface="Lato" panose="020F0502020204030203" pitchFamily="34" charset="0"/>
                <a:ea typeface="Lato" panose="020F0502020204030203" pitchFamily="34" charset="0"/>
                <a:cs typeface="Lato" panose="020F0502020204030203" pitchFamily="34" charset="0"/>
              </a:rPr>
              <a:t> </a:t>
            </a:r>
            <a:r>
              <a:rPr sz="2000" spc="160" dirty="0">
                <a:latin typeface="Lato" panose="020F0502020204030203" pitchFamily="34" charset="0"/>
                <a:ea typeface="Lato" panose="020F0502020204030203" pitchFamily="34" charset="0"/>
                <a:cs typeface="Lato" panose="020F0502020204030203" pitchFamily="34" charset="0"/>
              </a:rPr>
              <a:t>w</a:t>
            </a:r>
            <a:r>
              <a:rPr sz="2000" spc="114" dirty="0">
                <a:latin typeface="Lato" panose="020F0502020204030203" pitchFamily="34" charset="0"/>
                <a:ea typeface="Lato" panose="020F0502020204030203" pitchFamily="34" charset="0"/>
                <a:cs typeface="Lato" panose="020F0502020204030203" pitchFamily="34" charset="0"/>
              </a:rPr>
              <a:t>h</a:t>
            </a:r>
            <a:r>
              <a:rPr sz="2000" spc="-10" dirty="0">
                <a:latin typeface="Lato" panose="020F0502020204030203" pitchFamily="34" charset="0"/>
                <a:ea typeface="Lato" panose="020F0502020204030203" pitchFamily="34" charset="0"/>
                <a:cs typeface="Lato" panose="020F0502020204030203" pitchFamily="34" charset="0"/>
              </a:rPr>
              <a:t>i</a:t>
            </a:r>
            <a:r>
              <a:rPr sz="2000" spc="90" dirty="0">
                <a:latin typeface="Lato" panose="020F0502020204030203" pitchFamily="34" charset="0"/>
                <a:ea typeface="Lato" panose="020F0502020204030203" pitchFamily="34" charset="0"/>
                <a:cs typeface="Lato" panose="020F0502020204030203" pitchFamily="34" charset="0"/>
              </a:rPr>
              <a:t>c</a:t>
            </a:r>
            <a:r>
              <a:rPr sz="2000" spc="114" dirty="0">
                <a:latin typeface="Lato" panose="020F0502020204030203" pitchFamily="34" charset="0"/>
                <a:ea typeface="Lato" panose="020F0502020204030203" pitchFamily="34" charset="0"/>
                <a:cs typeface="Lato" panose="020F0502020204030203" pitchFamily="34" charset="0"/>
              </a:rPr>
              <a:t>h</a:t>
            </a:r>
            <a:r>
              <a:rPr sz="2000" spc="-200" dirty="0">
                <a:latin typeface="Lato" panose="020F0502020204030203" pitchFamily="34" charset="0"/>
                <a:ea typeface="Lato" panose="020F0502020204030203" pitchFamily="34" charset="0"/>
                <a:cs typeface="Lato" panose="020F0502020204030203" pitchFamily="34" charset="0"/>
              </a:rPr>
              <a:t> </a:t>
            </a:r>
            <a:r>
              <a:rPr sz="2000" spc="110" dirty="0">
                <a:latin typeface="Lato" panose="020F0502020204030203" pitchFamily="34" charset="0"/>
                <a:ea typeface="Lato" panose="020F0502020204030203" pitchFamily="34" charset="0"/>
                <a:cs typeface="Lato" panose="020F0502020204030203" pitchFamily="34" charset="0"/>
              </a:rPr>
              <a:t>c</a:t>
            </a:r>
            <a:r>
              <a:rPr sz="2000" spc="-10" dirty="0">
                <a:latin typeface="Lato" panose="020F0502020204030203" pitchFamily="34" charset="0"/>
                <a:ea typeface="Lato" panose="020F0502020204030203" pitchFamily="34" charset="0"/>
                <a:cs typeface="Lato" panose="020F0502020204030203" pitchFamily="34" charset="0"/>
              </a:rPr>
              <a:t>a</a:t>
            </a:r>
            <a:r>
              <a:rPr sz="2000" spc="114" dirty="0">
                <a:latin typeface="Lato" panose="020F0502020204030203" pitchFamily="34" charset="0"/>
                <a:ea typeface="Lato" panose="020F0502020204030203" pitchFamily="34" charset="0"/>
                <a:cs typeface="Lato" panose="020F0502020204030203" pitchFamily="34" charset="0"/>
              </a:rPr>
              <a:t>n</a:t>
            </a:r>
            <a:r>
              <a:rPr sz="2000" spc="-200" dirty="0">
                <a:latin typeface="Lato" panose="020F0502020204030203" pitchFamily="34" charset="0"/>
                <a:ea typeface="Lato" panose="020F0502020204030203" pitchFamily="34" charset="0"/>
                <a:cs typeface="Lato" panose="020F0502020204030203" pitchFamily="34" charset="0"/>
              </a:rPr>
              <a:t> </a:t>
            </a:r>
            <a:r>
              <a:rPr sz="2000" spc="-65" dirty="0">
                <a:latin typeface="Lato" panose="020F0502020204030203" pitchFamily="34" charset="0"/>
                <a:ea typeface="Lato" panose="020F0502020204030203" pitchFamily="34" charset="0"/>
                <a:cs typeface="Lato" panose="020F0502020204030203" pitchFamily="34" charset="0"/>
              </a:rPr>
              <a:t>s</a:t>
            </a:r>
            <a:r>
              <a:rPr sz="2000" spc="-10" dirty="0">
                <a:latin typeface="Lato" panose="020F0502020204030203" pitchFamily="34" charset="0"/>
                <a:ea typeface="Lato" panose="020F0502020204030203" pitchFamily="34" charset="0"/>
                <a:cs typeface="Lato" panose="020F0502020204030203" pitchFamily="34" charset="0"/>
              </a:rPr>
              <a:t>i</a:t>
            </a:r>
            <a:r>
              <a:rPr sz="2000" spc="160" dirty="0">
                <a:latin typeface="Lato" panose="020F0502020204030203" pitchFamily="34" charset="0"/>
                <a:ea typeface="Lato" panose="020F0502020204030203" pitchFamily="34" charset="0"/>
                <a:cs typeface="Lato" panose="020F0502020204030203" pitchFamily="34" charset="0"/>
              </a:rPr>
              <a:t>g</a:t>
            </a:r>
            <a:r>
              <a:rPr sz="2000" spc="114" dirty="0">
                <a:latin typeface="Lato" panose="020F0502020204030203" pitchFamily="34" charset="0"/>
                <a:ea typeface="Lato" panose="020F0502020204030203" pitchFamily="34" charset="0"/>
                <a:cs typeface="Lato" panose="020F0502020204030203" pitchFamily="34" charset="0"/>
              </a:rPr>
              <a:t>n</a:t>
            </a:r>
            <a:r>
              <a:rPr sz="2000" spc="-10" dirty="0">
                <a:latin typeface="Lato" panose="020F0502020204030203" pitchFamily="34" charset="0"/>
                <a:ea typeface="Lato" panose="020F0502020204030203" pitchFamily="34" charset="0"/>
                <a:cs typeface="Lato" panose="020F0502020204030203" pitchFamily="34" charset="0"/>
              </a:rPr>
              <a:t>i</a:t>
            </a:r>
            <a:r>
              <a:rPr sz="2000" spc="160" dirty="0">
                <a:latin typeface="Lato" panose="020F0502020204030203" pitchFamily="34" charset="0"/>
                <a:ea typeface="Lato" panose="020F0502020204030203" pitchFamily="34" charset="0"/>
                <a:cs typeface="Lato" panose="020F0502020204030203" pitchFamily="34" charset="0"/>
              </a:rPr>
              <a:t>ﬁ</a:t>
            </a:r>
            <a:r>
              <a:rPr sz="2000" spc="110" dirty="0">
                <a:latin typeface="Lato" panose="020F0502020204030203" pitchFamily="34" charset="0"/>
                <a:ea typeface="Lato" panose="020F0502020204030203" pitchFamily="34" charset="0"/>
                <a:cs typeface="Lato" panose="020F0502020204030203" pitchFamily="34" charset="0"/>
              </a:rPr>
              <a:t>c</a:t>
            </a:r>
            <a:r>
              <a:rPr sz="2000" spc="-10" dirty="0">
                <a:latin typeface="Lato" panose="020F0502020204030203" pitchFamily="34" charset="0"/>
                <a:ea typeface="Lato" panose="020F0502020204030203" pitchFamily="34" charset="0"/>
                <a:cs typeface="Lato" panose="020F0502020204030203" pitchFamily="34" charset="0"/>
              </a:rPr>
              <a:t>a</a:t>
            </a:r>
            <a:r>
              <a:rPr sz="2000" spc="114" dirty="0">
                <a:latin typeface="Lato" panose="020F0502020204030203" pitchFamily="34" charset="0"/>
                <a:ea typeface="Lato" panose="020F0502020204030203" pitchFamily="34" charset="0"/>
                <a:cs typeface="Lato" panose="020F0502020204030203" pitchFamily="34" charset="0"/>
              </a:rPr>
              <a:t>n</a:t>
            </a:r>
            <a:r>
              <a:rPr sz="2000" spc="35" dirty="0">
                <a:latin typeface="Lato" panose="020F0502020204030203" pitchFamily="34" charset="0"/>
                <a:ea typeface="Lato" panose="020F0502020204030203" pitchFamily="34" charset="0"/>
                <a:cs typeface="Lato" panose="020F0502020204030203" pitchFamily="34" charset="0"/>
              </a:rPr>
              <a:t>t</a:t>
            </a:r>
            <a:r>
              <a:rPr sz="2000" spc="-10" dirty="0">
                <a:latin typeface="Lato" panose="020F0502020204030203" pitchFamily="34" charset="0"/>
                <a:ea typeface="Lato" panose="020F0502020204030203" pitchFamily="34" charset="0"/>
                <a:cs typeface="Lato" panose="020F0502020204030203" pitchFamily="34" charset="0"/>
              </a:rPr>
              <a:t>l</a:t>
            </a:r>
            <a:r>
              <a:rPr sz="2000" spc="-75" dirty="0">
                <a:latin typeface="Lato" panose="020F0502020204030203" pitchFamily="34" charset="0"/>
                <a:ea typeface="Lato" panose="020F0502020204030203" pitchFamily="34" charset="0"/>
                <a:cs typeface="Lato" panose="020F0502020204030203" pitchFamily="34" charset="0"/>
              </a:rPr>
              <a:t>y  </a:t>
            </a:r>
            <a:r>
              <a:rPr sz="2000" spc="25" dirty="0">
                <a:latin typeface="Lato" panose="020F0502020204030203" pitchFamily="34" charset="0"/>
                <a:ea typeface="Lato" panose="020F0502020204030203" pitchFamily="34" charset="0"/>
                <a:cs typeface="Lato" panose="020F0502020204030203" pitchFamily="34" charset="0"/>
              </a:rPr>
              <a:t>improve </a:t>
            </a:r>
            <a:r>
              <a:rPr sz="2000" spc="15" dirty="0">
                <a:latin typeface="Lato" panose="020F0502020204030203" pitchFamily="34" charset="0"/>
                <a:ea typeface="Lato" panose="020F0502020204030203" pitchFamily="34" charset="0"/>
                <a:cs typeface="Lato" panose="020F0502020204030203" pitchFamily="34" charset="0"/>
              </a:rPr>
              <a:t>performance. </a:t>
            </a:r>
            <a:endParaRPr lang="en-IN" sz="2000" spc="15" dirty="0">
              <a:latin typeface="Lato" panose="020F0502020204030203" pitchFamily="34" charset="0"/>
              <a:ea typeface="Lato" panose="020F0502020204030203" pitchFamily="34" charset="0"/>
              <a:cs typeface="Lato" panose="020F0502020204030203" pitchFamily="34" charset="0"/>
            </a:endParaRPr>
          </a:p>
          <a:p>
            <a:pPr marL="12700" marR="5080">
              <a:lnSpc>
                <a:spcPct val="118100"/>
              </a:lnSpc>
              <a:spcBef>
                <a:spcPts val="60"/>
              </a:spcBef>
            </a:pPr>
            <a:r>
              <a:rPr sz="2000" spc="-30" dirty="0">
                <a:latin typeface="Lato" panose="020F0502020204030203" pitchFamily="34" charset="0"/>
                <a:ea typeface="Lato" panose="020F0502020204030203" pitchFamily="34" charset="0"/>
                <a:cs typeface="Lato" panose="020F0502020204030203" pitchFamily="34" charset="0"/>
              </a:rPr>
              <a:t>Secondly, </a:t>
            </a:r>
            <a:r>
              <a:rPr sz="2000" spc="-175" dirty="0">
                <a:latin typeface="Lato" panose="020F0502020204030203" pitchFamily="34" charset="0"/>
                <a:ea typeface="Lato" panose="020F0502020204030203" pitchFamily="34" charset="0"/>
                <a:cs typeface="Lato" panose="020F0502020204030203" pitchFamily="34" charset="0"/>
              </a:rPr>
              <a:t>B&amp;B++ </a:t>
            </a:r>
            <a:r>
              <a:rPr sz="2000" spc="-170"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t</a:t>
            </a:r>
            <a:r>
              <a:rPr sz="2000" spc="-85" dirty="0">
                <a:latin typeface="Lato" panose="020F0502020204030203" pitchFamily="34" charset="0"/>
                <a:ea typeface="Lato" panose="020F0502020204030203" pitchFamily="34" charset="0"/>
                <a:cs typeface="Lato" panose="020F0502020204030203" pitchFamily="34" charset="0"/>
              </a:rPr>
              <a:t>r</a:t>
            </a:r>
            <a:r>
              <a:rPr sz="2000" spc="30" dirty="0">
                <a:latin typeface="Lato" panose="020F0502020204030203" pitchFamily="34" charset="0"/>
                <a:ea typeface="Lato" panose="020F0502020204030203" pitchFamily="34" charset="0"/>
                <a:cs typeface="Lato" panose="020F0502020204030203" pitchFamily="34" charset="0"/>
              </a:rPr>
              <a:t>ee</a:t>
            </a:r>
            <a:r>
              <a:rPr sz="2000" spc="-65" dirty="0">
                <a:latin typeface="Lato" panose="020F0502020204030203" pitchFamily="34" charset="0"/>
                <a:ea typeface="Lato" panose="020F0502020204030203" pitchFamily="34" charset="0"/>
                <a:cs typeface="Lato" panose="020F0502020204030203" pitchFamily="34" charset="0"/>
              </a:rPr>
              <a:t>s</a:t>
            </a:r>
            <a:r>
              <a:rPr sz="2000" spc="-200" dirty="0">
                <a:latin typeface="Lato" panose="020F0502020204030203" pitchFamily="34" charset="0"/>
                <a:ea typeface="Lato" panose="020F0502020204030203" pitchFamily="34" charset="0"/>
                <a:cs typeface="Lato" panose="020F0502020204030203" pitchFamily="34" charset="0"/>
              </a:rPr>
              <a:t> </a:t>
            </a:r>
            <a:r>
              <a:rPr sz="2000" spc="110" dirty="0">
                <a:latin typeface="Lato" panose="020F0502020204030203" pitchFamily="34" charset="0"/>
                <a:ea typeface="Lato" panose="020F0502020204030203" pitchFamily="34" charset="0"/>
                <a:cs typeface="Lato" panose="020F0502020204030203" pitchFamily="34" charset="0"/>
              </a:rPr>
              <a:t>c</a:t>
            </a:r>
            <a:r>
              <a:rPr sz="2000" spc="-10" dirty="0">
                <a:latin typeface="Lato" panose="020F0502020204030203" pitchFamily="34" charset="0"/>
                <a:ea typeface="Lato" panose="020F0502020204030203" pitchFamily="34" charset="0"/>
                <a:cs typeface="Lato" panose="020F0502020204030203" pitchFamily="34" charset="0"/>
              </a:rPr>
              <a:t>a</a:t>
            </a:r>
            <a:r>
              <a:rPr sz="2000" spc="114" dirty="0">
                <a:latin typeface="Lato" panose="020F0502020204030203" pitchFamily="34" charset="0"/>
                <a:ea typeface="Lato" panose="020F0502020204030203" pitchFamily="34" charset="0"/>
                <a:cs typeface="Lato" panose="020F0502020204030203" pitchFamily="34" charset="0"/>
              </a:rPr>
              <a:t>n</a:t>
            </a:r>
            <a:r>
              <a:rPr sz="2000" spc="-200" dirty="0">
                <a:latin typeface="Lato" panose="020F0502020204030203" pitchFamily="34" charset="0"/>
                <a:ea typeface="Lato" panose="020F0502020204030203" pitchFamily="34" charset="0"/>
                <a:cs typeface="Lato" panose="020F0502020204030203" pitchFamily="34" charset="0"/>
              </a:rPr>
              <a:t> </a:t>
            </a:r>
            <a:r>
              <a:rPr sz="2000" spc="140" dirty="0">
                <a:latin typeface="Lato" panose="020F0502020204030203" pitchFamily="34" charset="0"/>
                <a:ea typeface="Lato" panose="020F0502020204030203" pitchFamily="34" charset="0"/>
                <a:cs typeface="Lato" panose="020F0502020204030203" pitchFamily="34" charset="0"/>
              </a:rPr>
              <a:t>b</a:t>
            </a:r>
            <a:r>
              <a:rPr sz="2000" spc="30" dirty="0">
                <a:latin typeface="Lato" panose="020F0502020204030203" pitchFamily="34" charset="0"/>
                <a:ea typeface="Lato" panose="020F0502020204030203" pitchFamily="34" charset="0"/>
                <a:cs typeface="Lato" panose="020F0502020204030203" pitchFamily="34" charset="0"/>
              </a:rPr>
              <a:t>e</a:t>
            </a:r>
            <a:r>
              <a:rPr sz="2000" spc="-200" dirty="0">
                <a:latin typeface="Lato" panose="020F0502020204030203" pitchFamily="34" charset="0"/>
                <a:ea typeface="Lato" panose="020F0502020204030203" pitchFamily="34" charset="0"/>
                <a:cs typeface="Lato" panose="020F0502020204030203" pitchFamily="34" charset="0"/>
              </a:rPr>
              <a:t> </a:t>
            </a:r>
            <a:r>
              <a:rPr sz="2000" spc="-10" dirty="0">
                <a:latin typeface="Lato" panose="020F0502020204030203" pitchFamily="34" charset="0"/>
                <a:ea typeface="Lato" panose="020F0502020204030203" pitchFamily="34" charset="0"/>
                <a:cs typeface="Lato" panose="020F0502020204030203" pitchFamily="34" charset="0"/>
              </a:rPr>
              <a:t>l</a:t>
            </a:r>
            <a:r>
              <a:rPr sz="2000" spc="50" dirty="0">
                <a:latin typeface="Lato" panose="020F0502020204030203" pitchFamily="34" charset="0"/>
                <a:ea typeface="Lato" panose="020F0502020204030203" pitchFamily="34" charset="0"/>
                <a:cs typeface="Lato" panose="020F0502020204030203" pitchFamily="34" charset="0"/>
              </a:rPr>
              <a:t>o</a:t>
            </a:r>
            <a:r>
              <a:rPr sz="2000" spc="-10" dirty="0">
                <a:latin typeface="Lato" panose="020F0502020204030203" pitchFamily="34" charset="0"/>
                <a:ea typeface="Lato" panose="020F0502020204030203" pitchFamily="34" charset="0"/>
                <a:cs typeface="Lato" panose="020F0502020204030203" pitchFamily="34" charset="0"/>
              </a:rPr>
              <a:t>a</a:t>
            </a:r>
            <a:r>
              <a:rPr sz="2000" spc="140" dirty="0">
                <a:latin typeface="Lato" panose="020F0502020204030203" pitchFamily="34" charset="0"/>
                <a:ea typeface="Lato" panose="020F0502020204030203" pitchFamily="34" charset="0"/>
                <a:cs typeface="Lato" panose="020F0502020204030203" pitchFamily="34" charset="0"/>
              </a:rPr>
              <a:t>d</a:t>
            </a:r>
            <a:r>
              <a:rPr sz="2000" spc="30" dirty="0">
                <a:latin typeface="Lato" panose="020F0502020204030203" pitchFamily="34" charset="0"/>
                <a:ea typeface="Lato" panose="020F0502020204030203" pitchFamily="34" charset="0"/>
                <a:cs typeface="Lato" panose="020F0502020204030203" pitchFamily="34" charset="0"/>
              </a:rPr>
              <a:t>e</a:t>
            </a:r>
            <a:r>
              <a:rPr sz="2000" spc="140" dirty="0">
                <a:latin typeface="Lato" panose="020F0502020204030203" pitchFamily="34" charset="0"/>
                <a:ea typeface="Lato" panose="020F0502020204030203" pitchFamily="34" charset="0"/>
                <a:cs typeface="Lato" panose="020F0502020204030203" pitchFamily="34" charset="0"/>
              </a:rPr>
              <a:t>d</a:t>
            </a:r>
            <a:r>
              <a:rPr sz="2000" spc="-200" dirty="0">
                <a:latin typeface="Lato" panose="020F0502020204030203" pitchFamily="34" charset="0"/>
                <a:ea typeface="Lato" panose="020F0502020204030203" pitchFamily="34" charset="0"/>
                <a:cs typeface="Lato" panose="020F0502020204030203" pitchFamily="34" charset="0"/>
              </a:rPr>
              <a:t> </a:t>
            </a:r>
            <a:r>
              <a:rPr sz="2000" spc="225" dirty="0">
                <a:latin typeface="Lato" panose="020F0502020204030203" pitchFamily="34" charset="0"/>
                <a:ea typeface="Lato" panose="020F0502020204030203" pitchFamily="34" charset="0"/>
                <a:cs typeface="Lato" panose="020F0502020204030203" pitchFamily="34" charset="0"/>
              </a:rPr>
              <a:t>m</a:t>
            </a:r>
            <a:r>
              <a:rPr sz="2000" spc="60" dirty="0">
                <a:latin typeface="Lato" panose="020F0502020204030203" pitchFamily="34" charset="0"/>
                <a:ea typeface="Lato" panose="020F0502020204030203" pitchFamily="34" charset="0"/>
                <a:cs typeface="Lato" panose="020F0502020204030203" pitchFamily="34" charset="0"/>
              </a:rPr>
              <a:t>o</a:t>
            </a:r>
            <a:r>
              <a:rPr sz="2000" spc="-85" dirty="0">
                <a:latin typeface="Lato" panose="020F0502020204030203" pitchFamily="34" charset="0"/>
                <a:ea typeface="Lato" panose="020F0502020204030203" pitchFamily="34" charset="0"/>
                <a:cs typeface="Lato" panose="020F0502020204030203" pitchFamily="34" charset="0"/>
              </a:rPr>
              <a:t>r</a:t>
            </a:r>
            <a:r>
              <a:rPr sz="2000" spc="30" dirty="0">
                <a:latin typeface="Lato" panose="020F0502020204030203" pitchFamily="34" charset="0"/>
                <a:ea typeface="Lato" panose="020F0502020204030203" pitchFamily="34" charset="0"/>
                <a:cs typeface="Lato" panose="020F0502020204030203" pitchFamily="34" charset="0"/>
              </a:rPr>
              <a:t>e</a:t>
            </a:r>
            <a:r>
              <a:rPr sz="2000" spc="-200" dirty="0">
                <a:latin typeface="Lato" panose="020F0502020204030203" pitchFamily="34" charset="0"/>
                <a:ea typeface="Lato" panose="020F0502020204030203" pitchFamily="34" charset="0"/>
                <a:cs typeface="Lato" panose="020F0502020204030203" pitchFamily="34" charset="0"/>
              </a:rPr>
              <a:t> </a:t>
            </a:r>
            <a:r>
              <a:rPr sz="2000" spc="140" dirty="0">
                <a:latin typeface="Lato" panose="020F0502020204030203" pitchFamily="34" charset="0"/>
                <a:ea typeface="Lato" panose="020F0502020204030203" pitchFamily="34" charset="0"/>
                <a:cs typeface="Lato" panose="020F0502020204030203" pitchFamily="34" charset="0"/>
              </a:rPr>
              <a:t>q</a:t>
            </a:r>
            <a:r>
              <a:rPr sz="2000" spc="105" dirty="0">
                <a:latin typeface="Lato" panose="020F0502020204030203" pitchFamily="34" charset="0"/>
                <a:ea typeface="Lato" panose="020F0502020204030203" pitchFamily="34" charset="0"/>
                <a:cs typeface="Lato" panose="020F0502020204030203" pitchFamily="34" charset="0"/>
              </a:rPr>
              <a:t>u</a:t>
            </a:r>
            <a:r>
              <a:rPr sz="2000" spc="-10" dirty="0">
                <a:latin typeface="Lato" panose="020F0502020204030203" pitchFamily="34" charset="0"/>
                <a:ea typeface="Lato" panose="020F0502020204030203" pitchFamily="34" charset="0"/>
                <a:cs typeface="Lato" panose="020F0502020204030203" pitchFamily="34" charset="0"/>
              </a:rPr>
              <a:t>i</a:t>
            </a:r>
            <a:r>
              <a:rPr sz="2000" spc="90" dirty="0">
                <a:latin typeface="Lato" panose="020F0502020204030203" pitchFamily="34" charset="0"/>
                <a:ea typeface="Lato" panose="020F0502020204030203" pitchFamily="34" charset="0"/>
                <a:cs typeface="Lato" panose="020F0502020204030203" pitchFamily="34" charset="0"/>
              </a:rPr>
              <a:t>c</a:t>
            </a:r>
            <a:r>
              <a:rPr sz="2000" spc="35" dirty="0">
                <a:latin typeface="Lato" panose="020F0502020204030203" pitchFamily="34" charset="0"/>
                <a:ea typeface="Lato" panose="020F0502020204030203" pitchFamily="34" charset="0"/>
                <a:cs typeface="Lato" panose="020F0502020204030203" pitchFamily="34" charset="0"/>
              </a:rPr>
              <a:t>k</a:t>
            </a:r>
            <a:r>
              <a:rPr sz="2000" spc="-10" dirty="0">
                <a:latin typeface="Lato" panose="020F0502020204030203" pitchFamily="34" charset="0"/>
                <a:ea typeface="Lato" panose="020F0502020204030203" pitchFamily="34" charset="0"/>
                <a:cs typeface="Lato" panose="020F0502020204030203" pitchFamily="34" charset="0"/>
              </a:rPr>
              <a:t>l</a:t>
            </a:r>
            <a:r>
              <a:rPr sz="2000" spc="-105" dirty="0">
                <a:latin typeface="Lato" panose="020F0502020204030203" pitchFamily="34" charset="0"/>
                <a:ea typeface="Lato" panose="020F0502020204030203" pitchFamily="34" charset="0"/>
                <a:cs typeface="Lato" panose="020F0502020204030203" pitchFamily="34" charset="0"/>
              </a:rPr>
              <a:t>y</a:t>
            </a:r>
            <a:r>
              <a:rPr sz="2000" spc="-200"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t</a:t>
            </a:r>
            <a:r>
              <a:rPr sz="2000" spc="114" dirty="0">
                <a:latin typeface="Lato" panose="020F0502020204030203" pitchFamily="34" charset="0"/>
                <a:ea typeface="Lato" panose="020F0502020204030203" pitchFamily="34" charset="0"/>
                <a:cs typeface="Lato" panose="020F0502020204030203" pitchFamily="34" charset="0"/>
              </a:rPr>
              <a:t>h</a:t>
            </a:r>
            <a:r>
              <a:rPr sz="2000" spc="-10" dirty="0">
                <a:latin typeface="Lato" panose="020F0502020204030203" pitchFamily="34" charset="0"/>
                <a:ea typeface="Lato" panose="020F0502020204030203" pitchFamily="34" charset="0"/>
                <a:cs typeface="Lato" panose="020F0502020204030203" pitchFamily="34" charset="0"/>
              </a:rPr>
              <a:t>a</a:t>
            </a:r>
            <a:r>
              <a:rPr sz="2000" spc="80" dirty="0">
                <a:latin typeface="Lato" panose="020F0502020204030203" pitchFamily="34" charset="0"/>
                <a:ea typeface="Lato" panose="020F0502020204030203" pitchFamily="34" charset="0"/>
                <a:cs typeface="Lato" panose="020F0502020204030203" pitchFamily="34" charset="0"/>
              </a:rPr>
              <a:t>n  </a:t>
            </a:r>
            <a:r>
              <a:rPr sz="2000" spc="35" dirty="0">
                <a:latin typeface="Lato" panose="020F0502020204030203" pitchFamily="34" charset="0"/>
                <a:ea typeface="Lato" panose="020F0502020204030203" pitchFamily="34" charset="0"/>
                <a:cs typeface="Lato" panose="020F0502020204030203" pitchFamily="34" charset="0"/>
              </a:rPr>
              <a:t>t</a:t>
            </a:r>
            <a:r>
              <a:rPr sz="2000" spc="-75" dirty="0">
                <a:latin typeface="Lato" panose="020F0502020204030203" pitchFamily="34" charset="0"/>
                <a:ea typeface="Lato" panose="020F0502020204030203" pitchFamily="34" charset="0"/>
                <a:cs typeface="Lato" panose="020F0502020204030203" pitchFamily="34" charset="0"/>
              </a:rPr>
              <a:t>r</a:t>
            </a:r>
            <a:r>
              <a:rPr sz="2000" spc="-10" dirty="0">
                <a:latin typeface="Lato" panose="020F0502020204030203" pitchFamily="34" charset="0"/>
                <a:ea typeface="Lato" panose="020F0502020204030203" pitchFamily="34" charset="0"/>
                <a:cs typeface="Lato" panose="020F0502020204030203" pitchFamily="34" charset="0"/>
              </a:rPr>
              <a:t>a</a:t>
            </a:r>
            <a:r>
              <a:rPr sz="2000" spc="140" dirty="0">
                <a:latin typeface="Lato" panose="020F0502020204030203" pitchFamily="34" charset="0"/>
                <a:ea typeface="Lato" panose="020F0502020204030203" pitchFamily="34" charset="0"/>
                <a:cs typeface="Lato" panose="020F0502020204030203" pitchFamily="34" charset="0"/>
              </a:rPr>
              <a:t>d</a:t>
            </a:r>
            <a:r>
              <a:rPr sz="2000" spc="-10" dirty="0">
                <a:latin typeface="Lato" panose="020F0502020204030203" pitchFamily="34" charset="0"/>
                <a:ea typeface="Lato" panose="020F0502020204030203" pitchFamily="34" charset="0"/>
                <a:cs typeface="Lato" panose="020F0502020204030203" pitchFamily="34" charset="0"/>
              </a:rPr>
              <a:t>i</a:t>
            </a:r>
            <a:r>
              <a:rPr sz="2000" spc="35" dirty="0">
                <a:latin typeface="Lato" panose="020F0502020204030203" pitchFamily="34" charset="0"/>
                <a:ea typeface="Lato" panose="020F0502020204030203" pitchFamily="34" charset="0"/>
                <a:cs typeface="Lato" panose="020F0502020204030203" pitchFamily="34" charset="0"/>
              </a:rPr>
              <a:t>t</a:t>
            </a:r>
            <a:r>
              <a:rPr sz="2000" spc="-10" dirty="0">
                <a:latin typeface="Lato" panose="020F0502020204030203" pitchFamily="34" charset="0"/>
                <a:ea typeface="Lato" panose="020F0502020204030203" pitchFamily="34" charset="0"/>
                <a:cs typeface="Lato" panose="020F0502020204030203" pitchFamily="34" charset="0"/>
              </a:rPr>
              <a:t>i</a:t>
            </a:r>
            <a:r>
              <a:rPr sz="2000" spc="60" dirty="0">
                <a:latin typeface="Lato" panose="020F0502020204030203" pitchFamily="34" charset="0"/>
                <a:ea typeface="Lato" panose="020F0502020204030203" pitchFamily="34" charset="0"/>
                <a:cs typeface="Lato" panose="020F0502020204030203" pitchFamily="34" charset="0"/>
              </a:rPr>
              <a:t>o</a:t>
            </a:r>
            <a:r>
              <a:rPr sz="2000" spc="114" dirty="0">
                <a:latin typeface="Lato" panose="020F0502020204030203" pitchFamily="34" charset="0"/>
                <a:ea typeface="Lato" panose="020F0502020204030203" pitchFamily="34" charset="0"/>
                <a:cs typeface="Lato" panose="020F0502020204030203" pitchFamily="34" charset="0"/>
              </a:rPr>
              <a:t>n</a:t>
            </a:r>
            <a:r>
              <a:rPr sz="2000" spc="-10" dirty="0">
                <a:latin typeface="Lato" panose="020F0502020204030203" pitchFamily="34" charset="0"/>
                <a:ea typeface="Lato" panose="020F0502020204030203" pitchFamily="34" charset="0"/>
                <a:cs typeface="Lato" panose="020F0502020204030203" pitchFamily="34" charset="0"/>
              </a:rPr>
              <a:t>al</a:t>
            </a:r>
            <a:r>
              <a:rPr sz="2000" spc="-200" dirty="0">
                <a:latin typeface="Lato" panose="020F0502020204030203" pitchFamily="34" charset="0"/>
                <a:ea typeface="Lato" panose="020F0502020204030203" pitchFamily="34" charset="0"/>
                <a:cs typeface="Lato" panose="020F0502020204030203" pitchFamily="34" charset="0"/>
              </a:rPr>
              <a:t> </a:t>
            </a:r>
            <a:r>
              <a:rPr sz="2000" spc="175" dirty="0">
                <a:latin typeface="Lato" panose="020F0502020204030203" pitchFamily="34" charset="0"/>
                <a:ea typeface="Lato" panose="020F0502020204030203" pitchFamily="34" charset="0"/>
                <a:cs typeface="Lato" panose="020F0502020204030203" pitchFamily="34" charset="0"/>
              </a:rPr>
              <a:t>B</a:t>
            </a:r>
            <a:r>
              <a:rPr sz="2000" spc="-140" dirty="0">
                <a:latin typeface="Lato" panose="020F0502020204030203" pitchFamily="34" charset="0"/>
                <a:ea typeface="Lato" panose="020F0502020204030203" pitchFamily="34" charset="0"/>
                <a:cs typeface="Lato" panose="020F0502020204030203" pitchFamily="34" charset="0"/>
              </a:rPr>
              <a:t>-</a:t>
            </a:r>
            <a:r>
              <a:rPr sz="2000" spc="35" dirty="0">
                <a:latin typeface="Lato" panose="020F0502020204030203" pitchFamily="34" charset="0"/>
                <a:ea typeface="Lato" panose="020F0502020204030203" pitchFamily="34" charset="0"/>
                <a:cs typeface="Lato" panose="020F0502020204030203" pitchFamily="34" charset="0"/>
              </a:rPr>
              <a:t>t</a:t>
            </a:r>
            <a:r>
              <a:rPr sz="2000" spc="-85" dirty="0">
                <a:latin typeface="Lato" panose="020F0502020204030203" pitchFamily="34" charset="0"/>
                <a:ea typeface="Lato" panose="020F0502020204030203" pitchFamily="34" charset="0"/>
                <a:cs typeface="Lato" panose="020F0502020204030203" pitchFamily="34" charset="0"/>
              </a:rPr>
              <a:t>r</a:t>
            </a:r>
            <a:r>
              <a:rPr sz="2000" spc="30" dirty="0">
                <a:latin typeface="Lato" panose="020F0502020204030203" pitchFamily="34" charset="0"/>
                <a:ea typeface="Lato" panose="020F0502020204030203" pitchFamily="34" charset="0"/>
                <a:cs typeface="Lato" panose="020F0502020204030203" pitchFamily="34" charset="0"/>
              </a:rPr>
              <a:t>ee</a:t>
            </a:r>
            <a:r>
              <a:rPr sz="2000" spc="-65" dirty="0">
                <a:latin typeface="Lato" panose="020F0502020204030203" pitchFamily="34" charset="0"/>
                <a:ea typeface="Lato" panose="020F0502020204030203" pitchFamily="34" charset="0"/>
                <a:cs typeface="Lato" panose="020F0502020204030203" pitchFamily="34" charset="0"/>
              </a:rPr>
              <a:t>s</a:t>
            </a:r>
            <a:r>
              <a:rPr sz="2000" spc="-345" dirty="0">
                <a:latin typeface="Lato" panose="020F0502020204030203" pitchFamily="34" charset="0"/>
                <a:ea typeface="Lato" panose="020F0502020204030203" pitchFamily="34" charset="0"/>
                <a:cs typeface="Lato" panose="020F0502020204030203" pitchFamily="34" charset="0"/>
              </a:rPr>
              <a:t>.</a:t>
            </a:r>
            <a:r>
              <a:rPr sz="2000" spc="-200" dirty="0">
                <a:latin typeface="Lato" panose="020F0502020204030203" pitchFamily="34" charset="0"/>
                <a:ea typeface="Lato" panose="020F0502020204030203" pitchFamily="34" charset="0"/>
                <a:cs typeface="Lato" panose="020F0502020204030203" pitchFamily="34" charset="0"/>
              </a:rPr>
              <a:t> </a:t>
            </a:r>
            <a:endParaRPr sz="20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82711509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01"/>
        <p:cNvGrpSpPr/>
        <p:nvPr/>
      </p:nvGrpSpPr>
      <p:grpSpPr>
        <a:xfrm>
          <a:off x="0" y="0"/>
          <a:ext cx="0" cy="0"/>
          <a:chOff x="0" y="0"/>
          <a:chExt cx="0" cy="0"/>
        </a:xfrm>
      </p:grpSpPr>
      <p:sp>
        <p:nvSpPr>
          <p:cNvPr id="1302" name="Google Shape;1302;p44"/>
          <p:cNvSpPr txBox="1">
            <a:spLocks noGrp="1"/>
          </p:cNvSpPr>
          <p:nvPr>
            <p:ph type="title"/>
          </p:nvPr>
        </p:nvSpPr>
        <p:spPr>
          <a:xfrm>
            <a:off x="1229060" y="328560"/>
            <a:ext cx="6685880" cy="75597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4000" dirty="0"/>
              <a:t>Limitation of B&amp;B+ Trees</a:t>
            </a:r>
            <a:endParaRPr sz="4000" dirty="0"/>
          </a:p>
        </p:txBody>
      </p:sp>
      <p:pic>
        <p:nvPicPr>
          <p:cNvPr id="2" name="Picture 1">
            <a:extLst>
              <a:ext uri="{FF2B5EF4-FFF2-40B4-BE49-F238E27FC236}">
                <a16:creationId xmlns:a16="http://schemas.microsoft.com/office/drawing/2014/main" id="{086178A6-1C4C-9F8B-8984-CA568B0E54A4}"/>
              </a:ext>
            </a:extLst>
          </p:cNvPr>
          <p:cNvPicPr>
            <a:picLocks noChangeAspect="1"/>
          </p:cNvPicPr>
          <p:nvPr/>
        </p:nvPicPr>
        <p:blipFill>
          <a:blip r:embed="rId3"/>
          <a:stretch>
            <a:fillRect/>
          </a:stretch>
        </p:blipFill>
        <p:spPr>
          <a:xfrm>
            <a:off x="5718175" y="1541991"/>
            <a:ext cx="3267710" cy="2104389"/>
          </a:xfrm>
          <a:prstGeom prst="rect">
            <a:avLst/>
          </a:prstGeom>
        </p:spPr>
      </p:pic>
      <p:sp>
        <p:nvSpPr>
          <p:cNvPr id="3" name="object 5">
            <a:extLst>
              <a:ext uri="{FF2B5EF4-FFF2-40B4-BE49-F238E27FC236}">
                <a16:creationId xmlns:a16="http://schemas.microsoft.com/office/drawing/2014/main" id="{5D6D98EC-C25D-24AC-B275-DF8D945326CD}"/>
              </a:ext>
            </a:extLst>
          </p:cNvPr>
          <p:cNvSpPr txBox="1"/>
          <p:nvPr/>
        </p:nvSpPr>
        <p:spPr>
          <a:xfrm>
            <a:off x="705169" y="1541991"/>
            <a:ext cx="4720271" cy="2516971"/>
          </a:xfrm>
          <a:prstGeom prst="rect">
            <a:avLst/>
          </a:prstGeom>
        </p:spPr>
        <p:txBody>
          <a:bodyPr vert="horz" wrap="square" lIns="0" tIns="10795" rIns="0" bIns="0" rtlCol="0">
            <a:spAutoFit/>
          </a:bodyPr>
          <a:lstStyle/>
          <a:p>
            <a:pPr marL="12065" marR="5080">
              <a:lnSpc>
                <a:spcPct val="117700"/>
              </a:lnSpc>
              <a:spcBef>
                <a:spcPts val="85"/>
              </a:spcBef>
            </a:pPr>
            <a:r>
              <a:rPr sz="2000" spc="90" dirty="0">
                <a:latin typeface="Lato" panose="020F0502020204030203" pitchFamily="34" charset="0"/>
                <a:ea typeface="Lato" panose="020F0502020204030203" pitchFamily="34" charset="0"/>
                <a:cs typeface="Lato" panose="020F0502020204030203" pitchFamily="34" charset="0"/>
              </a:rPr>
              <a:t>While</a:t>
            </a:r>
            <a:r>
              <a:rPr sz="2000" spc="-215" dirty="0">
                <a:latin typeface="Lato" panose="020F0502020204030203" pitchFamily="34" charset="0"/>
                <a:ea typeface="Lato" panose="020F0502020204030203" pitchFamily="34" charset="0"/>
                <a:cs typeface="Lato" panose="020F0502020204030203" pitchFamily="34" charset="0"/>
              </a:rPr>
              <a:t> </a:t>
            </a:r>
            <a:r>
              <a:rPr sz="2000" spc="-10" dirty="0">
                <a:latin typeface="Lato" panose="020F0502020204030203" pitchFamily="34" charset="0"/>
                <a:ea typeface="Lato" panose="020F0502020204030203" pitchFamily="34" charset="0"/>
                <a:cs typeface="Lato" panose="020F0502020204030203" pitchFamily="34" charset="0"/>
              </a:rPr>
              <a:t>have</a:t>
            </a:r>
            <a:r>
              <a:rPr sz="2000" spc="-215" dirty="0">
                <a:latin typeface="Lato" panose="020F0502020204030203" pitchFamily="34" charset="0"/>
                <a:ea typeface="Lato" panose="020F0502020204030203" pitchFamily="34" charset="0"/>
                <a:cs typeface="Lato" panose="020F0502020204030203" pitchFamily="34" charset="0"/>
              </a:rPr>
              <a:t> </a:t>
            </a:r>
            <a:r>
              <a:rPr sz="2000" spc="55" dirty="0">
                <a:latin typeface="Lato" panose="020F0502020204030203" pitchFamily="34" charset="0"/>
                <a:ea typeface="Lato" panose="020F0502020204030203" pitchFamily="34" charset="0"/>
                <a:cs typeface="Lato" panose="020F0502020204030203" pitchFamily="34" charset="0"/>
              </a:rPr>
              <a:t>many</a:t>
            </a:r>
            <a:r>
              <a:rPr sz="2000" spc="-215" dirty="0">
                <a:latin typeface="Lato" panose="020F0502020204030203" pitchFamily="34" charset="0"/>
                <a:ea typeface="Lato" panose="020F0502020204030203" pitchFamily="34" charset="0"/>
                <a:cs typeface="Lato" panose="020F0502020204030203" pitchFamily="34" charset="0"/>
              </a:rPr>
              <a:t> </a:t>
            </a:r>
            <a:r>
              <a:rPr sz="2000" spc="-10" dirty="0">
                <a:latin typeface="Lato" panose="020F0502020204030203" pitchFamily="34" charset="0"/>
                <a:ea typeface="Lato" panose="020F0502020204030203" pitchFamily="34" charset="0"/>
                <a:cs typeface="Lato" panose="020F0502020204030203" pitchFamily="34" charset="0"/>
              </a:rPr>
              <a:t>advantages,</a:t>
            </a:r>
            <a:r>
              <a:rPr sz="2000" spc="-210" dirty="0">
                <a:latin typeface="Lato" panose="020F0502020204030203" pitchFamily="34" charset="0"/>
                <a:ea typeface="Lato" panose="020F0502020204030203" pitchFamily="34" charset="0"/>
                <a:cs typeface="Lato" panose="020F0502020204030203" pitchFamily="34" charset="0"/>
              </a:rPr>
              <a:t> </a:t>
            </a:r>
            <a:r>
              <a:rPr sz="2000" spc="25" dirty="0">
                <a:latin typeface="Lato" panose="020F0502020204030203" pitchFamily="34" charset="0"/>
                <a:ea typeface="Lato" panose="020F0502020204030203" pitchFamily="34" charset="0"/>
                <a:cs typeface="Lato" panose="020F0502020204030203" pitchFamily="34" charset="0"/>
              </a:rPr>
              <a:t>there </a:t>
            </a:r>
            <a:r>
              <a:rPr sz="2000" spc="-850" dirty="0">
                <a:latin typeface="Lato" panose="020F0502020204030203" pitchFamily="34" charset="0"/>
                <a:ea typeface="Lato" panose="020F0502020204030203" pitchFamily="34" charset="0"/>
                <a:cs typeface="Lato" panose="020F0502020204030203" pitchFamily="34" charset="0"/>
              </a:rPr>
              <a:t> </a:t>
            </a:r>
            <a:r>
              <a:rPr sz="2000" spc="-25" dirty="0">
                <a:latin typeface="Lato" panose="020F0502020204030203" pitchFamily="34" charset="0"/>
                <a:ea typeface="Lato" panose="020F0502020204030203" pitchFamily="34" charset="0"/>
                <a:cs typeface="Lato" panose="020F0502020204030203" pitchFamily="34" charset="0"/>
              </a:rPr>
              <a:t>are </a:t>
            </a:r>
            <a:r>
              <a:rPr sz="2000" spc="-5" dirty="0">
                <a:latin typeface="Lato" panose="020F0502020204030203" pitchFamily="34" charset="0"/>
                <a:ea typeface="Lato" panose="020F0502020204030203" pitchFamily="34" charset="0"/>
                <a:cs typeface="Lato" panose="020F0502020204030203" pitchFamily="34" charset="0"/>
              </a:rPr>
              <a:t>also </a:t>
            </a:r>
            <a:r>
              <a:rPr sz="2000" spc="65" dirty="0">
                <a:latin typeface="Lato" panose="020F0502020204030203" pitchFamily="34" charset="0"/>
                <a:ea typeface="Lato" panose="020F0502020204030203" pitchFamily="34" charset="0"/>
                <a:cs typeface="Lato" panose="020F0502020204030203" pitchFamily="34" charset="0"/>
              </a:rPr>
              <a:t>some </a:t>
            </a:r>
            <a:r>
              <a:rPr sz="2000" spc="35" dirty="0">
                <a:latin typeface="Lato" panose="020F0502020204030203" pitchFamily="34" charset="0"/>
                <a:ea typeface="Lato" panose="020F0502020204030203" pitchFamily="34" charset="0"/>
                <a:cs typeface="Lato" panose="020F0502020204030203" pitchFamily="34" charset="0"/>
              </a:rPr>
              <a:t>limitations </a:t>
            </a:r>
            <a:r>
              <a:rPr sz="2000" spc="25" dirty="0">
                <a:latin typeface="Lato" panose="020F0502020204030203" pitchFamily="34" charset="0"/>
                <a:ea typeface="Lato" panose="020F0502020204030203" pitchFamily="34" charset="0"/>
                <a:cs typeface="Lato" panose="020F0502020204030203" pitchFamily="34" charset="0"/>
              </a:rPr>
              <a:t>to </a:t>
            </a:r>
            <a:r>
              <a:rPr sz="2000" spc="-10" dirty="0">
                <a:latin typeface="Lato" panose="020F0502020204030203" pitchFamily="34" charset="0"/>
                <a:ea typeface="Lato" panose="020F0502020204030203" pitchFamily="34" charset="0"/>
                <a:cs typeface="Lato" panose="020F0502020204030203" pitchFamily="34" charset="0"/>
              </a:rPr>
              <a:t>consider. </a:t>
            </a:r>
            <a:r>
              <a:rPr sz="2000" spc="-70" dirty="0">
                <a:latin typeface="Lato" panose="020F0502020204030203" pitchFamily="34" charset="0"/>
                <a:ea typeface="Lato" panose="020F0502020204030203" pitchFamily="34" charset="0"/>
                <a:cs typeface="Lato" panose="020F0502020204030203" pitchFamily="34" charset="0"/>
              </a:rPr>
              <a:t>Firstly, </a:t>
            </a:r>
            <a:r>
              <a:rPr sz="2000" spc="-65" dirty="0">
                <a:latin typeface="Lato" panose="020F0502020204030203" pitchFamily="34" charset="0"/>
                <a:ea typeface="Lato" panose="020F0502020204030203" pitchFamily="34" charset="0"/>
                <a:cs typeface="Lato" panose="020F0502020204030203" pitchFamily="34" charset="0"/>
              </a:rPr>
              <a:t> </a:t>
            </a:r>
            <a:r>
              <a:rPr sz="2000" spc="185" dirty="0">
                <a:latin typeface="Lato" panose="020F0502020204030203" pitchFamily="34" charset="0"/>
                <a:ea typeface="Lato" panose="020F0502020204030203" pitchFamily="34" charset="0"/>
                <a:cs typeface="Lato" panose="020F0502020204030203" pitchFamily="34" charset="0"/>
              </a:rPr>
              <a:t>B</a:t>
            </a:r>
            <a:r>
              <a:rPr sz="2000" spc="-125" dirty="0">
                <a:latin typeface="Lato" panose="020F0502020204030203" pitchFamily="34" charset="0"/>
                <a:ea typeface="Lato" panose="020F0502020204030203" pitchFamily="34" charset="0"/>
                <a:cs typeface="Lato" panose="020F0502020204030203" pitchFamily="34" charset="0"/>
              </a:rPr>
              <a:t>&amp;</a:t>
            </a:r>
            <a:r>
              <a:rPr sz="2000" spc="185" dirty="0">
                <a:latin typeface="Lato" panose="020F0502020204030203" pitchFamily="34" charset="0"/>
                <a:ea typeface="Lato" panose="020F0502020204030203" pitchFamily="34" charset="0"/>
                <a:cs typeface="Lato" panose="020F0502020204030203" pitchFamily="34" charset="0"/>
              </a:rPr>
              <a:t>B</a:t>
            </a:r>
            <a:r>
              <a:rPr sz="2000" spc="-585" dirty="0">
                <a:latin typeface="Lato" panose="020F0502020204030203" pitchFamily="34" charset="0"/>
                <a:ea typeface="Lato" panose="020F0502020204030203" pitchFamily="34" charset="0"/>
                <a:cs typeface="Lato" panose="020F0502020204030203" pitchFamily="34" charset="0"/>
              </a:rPr>
              <a:t>++</a:t>
            </a:r>
            <a:r>
              <a:rPr sz="2000" spc="-215"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t</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ee</a:t>
            </a:r>
            <a:r>
              <a:rPr sz="2000" spc="-70" dirty="0">
                <a:latin typeface="Lato" panose="020F0502020204030203" pitchFamily="34" charset="0"/>
                <a:ea typeface="Lato" panose="020F0502020204030203" pitchFamily="34" charset="0"/>
                <a:cs typeface="Lato" panose="020F0502020204030203" pitchFamily="34" charset="0"/>
              </a:rPr>
              <a:t>s</a:t>
            </a:r>
            <a:r>
              <a:rPr sz="2000" spc="-215" dirty="0">
                <a:latin typeface="Lato" panose="020F0502020204030203" pitchFamily="34" charset="0"/>
                <a:ea typeface="Lato" panose="020F0502020204030203" pitchFamily="34" charset="0"/>
                <a:cs typeface="Lato" panose="020F0502020204030203" pitchFamily="34" charset="0"/>
              </a:rPr>
              <a:t> </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a:t>
            </a:r>
            <a:r>
              <a:rPr sz="2000" spc="150" dirty="0">
                <a:latin typeface="Lato" panose="020F0502020204030203" pitchFamily="34" charset="0"/>
                <a:ea typeface="Lato" panose="020F0502020204030203" pitchFamily="34" charset="0"/>
                <a:cs typeface="Lato" panose="020F0502020204030203" pitchFamily="34" charset="0"/>
              </a:rPr>
              <a:t>q</a:t>
            </a:r>
            <a:r>
              <a:rPr sz="2000" spc="114" dirty="0">
                <a:latin typeface="Lato" panose="020F0502020204030203" pitchFamily="34" charset="0"/>
                <a:ea typeface="Lato" panose="020F0502020204030203" pitchFamily="34" charset="0"/>
                <a:cs typeface="Lato" panose="020F0502020204030203" pitchFamily="34" charset="0"/>
              </a:rPr>
              <a:t>u</a:t>
            </a:r>
            <a:r>
              <a:rPr sz="2000" spc="-10" dirty="0">
                <a:latin typeface="Lato" panose="020F0502020204030203" pitchFamily="34" charset="0"/>
                <a:ea typeface="Lato" panose="020F0502020204030203" pitchFamily="34" charset="0"/>
                <a:cs typeface="Lato" panose="020F0502020204030203" pitchFamily="34" charset="0"/>
              </a:rPr>
              <a:t>i</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240" dirty="0">
                <a:latin typeface="Lato" panose="020F0502020204030203" pitchFamily="34" charset="0"/>
                <a:ea typeface="Lato" panose="020F0502020204030203" pitchFamily="34" charset="0"/>
                <a:cs typeface="Lato" panose="020F0502020204030203" pitchFamily="34" charset="0"/>
              </a:rPr>
              <a:t>m</a:t>
            </a:r>
            <a:r>
              <a:rPr sz="2000" spc="60" dirty="0">
                <a:latin typeface="Lato" panose="020F0502020204030203" pitchFamily="34" charset="0"/>
                <a:ea typeface="Lato" panose="020F0502020204030203" pitchFamily="34" charset="0"/>
                <a:cs typeface="Lato" panose="020F0502020204030203" pitchFamily="34" charset="0"/>
              </a:rPr>
              <a:t>o</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240" dirty="0">
                <a:latin typeface="Lato" panose="020F0502020204030203" pitchFamily="34" charset="0"/>
                <a:ea typeface="Lato" panose="020F0502020204030203" pitchFamily="34" charset="0"/>
                <a:cs typeface="Lato" panose="020F0502020204030203" pitchFamily="34" charset="0"/>
              </a:rPr>
              <a:t>m</a:t>
            </a:r>
            <a:r>
              <a:rPr sz="2000" spc="35" dirty="0">
                <a:latin typeface="Lato" panose="020F0502020204030203" pitchFamily="34" charset="0"/>
                <a:ea typeface="Lato" panose="020F0502020204030203" pitchFamily="34" charset="0"/>
                <a:cs typeface="Lato" panose="020F0502020204030203" pitchFamily="34" charset="0"/>
              </a:rPr>
              <a:t>e</a:t>
            </a:r>
            <a:r>
              <a:rPr sz="2000" spc="240" dirty="0">
                <a:latin typeface="Lato" panose="020F0502020204030203" pitchFamily="34" charset="0"/>
                <a:ea typeface="Lato" panose="020F0502020204030203" pitchFamily="34" charset="0"/>
                <a:cs typeface="Lato" panose="020F0502020204030203" pitchFamily="34" charset="0"/>
              </a:rPr>
              <a:t>m</a:t>
            </a:r>
            <a:r>
              <a:rPr sz="2000" spc="60" dirty="0">
                <a:latin typeface="Lato" panose="020F0502020204030203" pitchFamily="34" charset="0"/>
                <a:ea typeface="Lato" panose="020F0502020204030203" pitchFamily="34" charset="0"/>
                <a:cs typeface="Lato" panose="020F0502020204030203" pitchFamily="34" charset="0"/>
              </a:rPr>
              <a:t>o</a:t>
            </a:r>
            <a:r>
              <a:rPr sz="2000" spc="-20" dirty="0">
                <a:latin typeface="Lato" panose="020F0502020204030203" pitchFamily="34" charset="0"/>
                <a:ea typeface="Lato" panose="020F0502020204030203" pitchFamily="34" charset="0"/>
                <a:cs typeface="Lato" panose="020F0502020204030203" pitchFamily="34" charset="0"/>
              </a:rPr>
              <a:t>r</a:t>
            </a:r>
            <a:r>
              <a:rPr sz="2000" spc="-110" dirty="0">
                <a:latin typeface="Lato" panose="020F0502020204030203" pitchFamily="34" charset="0"/>
                <a:ea typeface="Lato" panose="020F0502020204030203" pitchFamily="34" charset="0"/>
                <a:cs typeface="Lato" panose="020F0502020204030203" pitchFamily="34" charset="0"/>
              </a:rPr>
              <a:t>y</a:t>
            </a:r>
            <a:r>
              <a:rPr sz="2000" spc="-215"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t</a:t>
            </a:r>
            <a:r>
              <a:rPr sz="2000" spc="125" dirty="0">
                <a:latin typeface="Lato" panose="020F0502020204030203" pitchFamily="34" charset="0"/>
                <a:ea typeface="Lato" panose="020F0502020204030203" pitchFamily="34" charset="0"/>
                <a:cs typeface="Lato" panose="020F0502020204030203" pitchFamily="34" charset="0"/>
              </a:rPr>
              <a:t>h</a:t>
            </a:r>
            <a:r>
              <a:rPr sz="2000" spc="-15" dirty="0">
                <a:latin typeface="Lato" panose="020F0502020204030203" pitchFamily="34" charset="0"/>
                <a:ea typeface="Lato" panose="020F0502020204030203" pitchFamily="34" charset="0"/>
                <a:cs typeface="Lato" panose="020F0502020204030203" pitchFamily="34" charset="0"/>
              </a:rPr>
              <a:t>a</a:t>
            </a:r>
            <a:r>
              <a:rPr sz="2000" spc="85" dirty="0">
                <a:latin typeface="Lato" panose="020F0502020204030203" pitchFamily="34" charset="0"/>
                <a:ea typeface="Lato" panose="020F0502020204030203" pitchFamily="34" charset="0"/>
                <a:cs typeface="Lato" panose="020F0502020204030203" pitchFamily="34" charset="0"/>
              </a:rPr>
              <a:t>n  </a:t>
            </a:r>
            <a:r>
              <a:rPr sz="2000" spc="35" dirty="0">
                <a:latin typeface="Lato" panose="020F0502020204030203" pitchFamily="34" charset="0"/>
                <a:ea typeface="Lato" panose="020F0502020204030203" pitchFamily="34" charset="0"/>
                <a:cs typeface="Lato" panose="020F0502020204030203" pitchFamily="34" charset="0"/>
              </a:rPr>
              <a:t>t</a:t>
            </a:r>
            <a:r>
              <a:rPr sz="2000" spc="-80" dirty="0">
                <a:latin typeface="Lato" panose="020F0502020204030203" pitchFamily="34" charset="0"/>
                <a:ea typeface="Lato" panose="020F0502020204030203" pitchFamily="34" charset="0"/>
                <a:cs typeface="Lato" panose="020F0502020204030203" pitchFamily="34" charset="0"/>
              </a:rPr>
              <a:t>r</a:t>
            </a:r>
            <a:r>
              <a:rPr sz="2000" spc="-15" dirty="0">
                <a:latin typeface="Lato" panose="020F0502020204030203" pitchFamily="34" charset="0"/>
                <a:ea typeface="Lato" panose="020F0502020204030203" pitchFamily="34" charset="0"/>
                <a:cs typeface="Lato" panose="020F0502020204030203" pitchFamily="34" charset="0"/>
              </a:rPr>
              <a:t>a</a:t>
            </a:r>
            <a:r>
              <a:rPr sz="2000" spc="150" dirty="0">
                <a:latin typeface="Lato" panose="020F0502020204030203" pitchFamily="34" charset="0"/>
                <a:ea typeface="Lato" panose="020F0502020204030203" pitchFamily="34" charset="0"/>
                <a:cs typeface="Lato" panose="020F0502020204030203" pitchFamily="34" charset="0"/>
              </a:rPr>
              <a:t>d</a:t>
            </a:r>
            <a:r>
              <a:rPr sz="2000" spc="-10" dirty="0">
                <a:latin typeface="Lato" panose="020F0502020204030203" pitchFamily="34" charset="0"/>
                <a:ea typeface="Lato" panose="020F0502020204030203" pitchFamily="34" charset="0"/>
                <a:cs typeface="Lato" panose="020F0502020204030203" pitchFamily="34" charset="0"/>
              </a:rPr>
              <a:t>i</a:t>
            </a:r>
            <a:r>
              <a:rPr sz="2000" spc="35" dirty="0">
                <a:latin typeface="Lato" panose="020F0502020204030203" pitchFamily="34" charset="0"/>
                <a:ea typeface="Lato" panose="020F0502020204030203" pitchFamily="34" charset="0"/>
                <a:cs typeface="Lato" panose="020F0502020204030203" pitchFamily="34" charset="0"/>
              </a:rPr>
              <a:t>t</a:t>
            </a:r>
            <a:r>
              <a:rPr sz="2000" spc="-10" dirty="0">
                <a:latin typeface="Lato" panose="020F0502020204030203" pitchFamily="34" charset="0"/>
                <a:ea typeface="Lato" panose="020F0502020204030203" pitchFamily="34" charset="0"/>
                <a:cs typeface="Lato" panose="020F0502020204030203" pitchFamily="34" charset="0"/>
              </a:rPr>
              <a:t>i</a:t>
            </a:r>
            <a:r>
              <a:rPr sz="2000" spc="60" dirty="0">
                <a:latin typeface="Lato" panose="020F0502020204030203" pitchFamily="34" charset="0"/>
                <a:ea typeface="Lato" panose="020F0502020204030203" pitchFamily="34" charset="0"/>
                <a:cs typeface="Lato" panose="020F0502020204030203" pitchFamily="34" charset="0"/>
              </a:rPr>
              <a:t>o</a:t>
            </a:r>
            <a:r>
              <a:rPr sz="2000" spc="125" dirty="0">
                <a:latin typeface="Lato" panose="020F0502020204030203" pitchFamily="34" charset="0"/>
                <a:ea typeface="Lato" panose="020F0502020204030203" pitchFamily="34" charset="0"/>
                <a:cs typeface="Lato" panose="020F0502020204030203" pitchFamily="34" charset="0"/>
              </a:rPr>
              <a:t>n</a:t>
            </a:r>
            <a:r>
              <a:rPr sz="2000" spc="-15" dirty="0">
                <a:latin typeface="Lato" panose="020F0502020204030203" pitchFamily="34" charset="0"/>
                <a:ea typeface="Lato" panose="020F0502020204030203" pitchFamily="34" charset="0"/>
                <a:cs typeface="Lato" panose="020F0502020204030203" pitchFamily="34" charset="0"/>
              </a:rPr>
              <a:t>a</a:t>
            </a:r>
            <a:r>
              <a:rPr sz="2000" spc="-10" dirty="0">
                <a:latin typeface="Lato" panose="020F0502020204030203" pitchFamily="34" charset="0"/>
                <a:ea typeface="Lato" panose="020F0502020204030203" pitchFamily="34" charset="0"/>
                <a:cs typeface="Lato" panose="020F0502020204030203" pitchFamily="34" charset="0"/>
              </a:rPr>
              <a:t>l</a:t>
            </a:r>
            <a:r>
              <a:rPr sz="2000" spc="-215" dirty="0">
                <a:latin typeface="Lato" panose="020F0502020204030203" pitchFamily="34" charset="0"/>
                <a:ea typeface="Lato" panose="020F0502020204030203" pitchFamily="34" charset="0"/>
                <a:cs typeface="Lato" panose="020F0502020204030203" pitchFamily="34" charset="0"/>
              </a:rPr>
              <a:t> </a:t>
            </a:r>
            <a:r>
              <a:rPr sz="2000" spc="185" dirty="0">
                <a:latin typeface="Lato" panose="020F0502020204030203" pitchFamily="34" charset="0"/>
                <a:ea typeface="Lato" panose="020F0502020204030203" pitchFamily="34" charset="0"/>
                <a:cs typeface="Lato" panose="020F0502020204030203" pitchFamily="34" charset="0"/>
              </a:rPr>
              <a:t>B</a:t>
            </a:r>
            <a:r>
              <a:rPr sz="2000" spc="-150" dirty="0">
                <a:latin typeface="Lato" panose="020F0502020204030203" pitchFamily="34" charset="0"/>
                <a:ea typeface="Lato" panose="020F0502020204030203" pitchFamily="34" charset="0"/>
                <a:cs typeface="Lato" panose="020F0502020204030203" pitchFamily="34" charset="0"/>
              </a:rPr>
              <a:t>-</a:t>
            </a:r>
            <a:r>
              <a:rPr sz="2000" spc="35" dirty="0">
                <a:latin typeface="Lato" panose="020F0502020204030203" pitchFamily="34" charset="0"/>
                <a:ea typeface="Lato" panose="020F0502020204030203" pitchFamily="34" charset="0"/>
                <a:cs typeface="Lato" panose="020F0502020204030203" pitchFamily="34" charset="0"/>
              </a:rPr>
              <a:t>t</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ee</a:t>
            </a:r>
            <a:r>
              <a:rPr sz="2000" spc="-70" dirty="0">
                <a:latin typeface="Lato" panose="020F0502020204030203" pitchFamily="34" charset="0"/>
                <a:ea typeface="Lato" panose="020F0502020204030203" pitchFamily="34" charset="0"/>
                <a:cs typeface="Lato" panose="020F0502020204030203" pitchFamily="34" charset="0"/>
              </a:rPr>
              <a:t>s</a:t>
            </a:r>
            <a:r>
              <a:rPr sz="2000" spc="-370" dirty="0">
                <a:latin typeface="Lato" panose="020F0502020204030203" pitchFamily="34" charset="0"/>
                <a:ea typeface="Lato" panose="020F0502020204030203" pitchFamily="34" charset="0"/>
                <a:cs typeface="Lato" panose="020F0502020204030203" pitchFamily="34" charset="0"/>
              </a:rPr>
              <a:t>,</a:t>
            </a:r>
            <a:r>
              <a:rPr sz="2000" spc="-215" dirty="0">
                <a:latin typeface="Lato" panose="020F0502020204030203" pitchFamily="34" charset="0"/>
                <a:ea typeface="Lato" panose="020F0502020204030203" pitchFamily="34" charset="0"/>
                <a:cs typeface="Lato" panose="020F0502020204030203" pitchFamily="34" charset="0"/>
              </a:rPr>
              <a:t> </a:t>
            </a:r>
            <a:r>
              <a:rPr sz="2000" spc="170" dirty="0">
                <a:latin typeface="Lato" panose="020F0502020204030203" pitchFamily="34" charset="0"/>
                <a:ea typeface="Lato" panose="020F0502020204030203" pitchFamily="34" charset="0"/>
                <a:cs typeface="Lato" panose="020F0502020204030203" pitchFamily="34" charset="0"/>
              </a:rPr>
              <a:t>w</a:t>
            </a:r>
            <a:r>
              <a:rPr sz="2000" spc="125" dirty="0">
                <a:latin typeface="Lato" panose="020F0502020204030203" pitchFamily="34" charset="0"/>
                <a:ea typeface="Lato" panose="020F0502020204030203" pitchFamily="34" charset="0"/>
                <a:cs typeface="Lato" panose="020F0502020204030203" pitchFamily="34" charset="0"/>
              </a:rPr>
              <a:t>h</a:t>
            </a:r>
            <a:r>
              <a:rPr sz="2000" spc="-10" dirty="0">
                <a:latin typeface="Lato" panose="020F0502020204030203" pitchFamily="34" charset="0"/>
                <a:ea typeface="Lato" panose="020F0502020204030203" pitchFamily="34" charset="0"/>
                <a:cs typeface="Lato" panose="020F0502020204030203" pitchFamily="34" charset="0"/>
              </a:rPr>
              <a:t>i</a:t>
            </a:r>
            <a:r>
              <a:rPr sz="2000" spc="95" dirty="0">
                <a:latin typeface="Lato" panose="020F0502020204030203" pitchFamily="34" charset="0"/>
                <a:ea typeface="Lato" panose="020F0502020204030203" pitchFamily="34" charset="0"/>
                <a:cs typeface="Lato" panose="020F0502020204030203" pitchFamily="34" charset="0"/>
              </a:rPr>
              <a:t>c</a:t>
            </a:r>
            <a:r>
              <a:rPr sz="2000" spc="125" dirty="0">
                <a:latin typeface="Lato" panose="020F0502020204030203" pitchFamily="34" charset="0"/>
                <a:ea typeface="Lato" panose="020F0502020204030203" pitchFamily="34" charset="0"/>
                <a:cs typeface="Lato" panose="020F0502020204030203" pitchFamily="34" charset="0"/>
              </a:rPr>
              <a:t>h</a:t>
            </a:r>
            <a:r>
              <a:rPr sz="2000" spc="-215" dirty="0">
                <a:latin typeface="Lato" panose="020F0502020204030203" pitchFamily="34" charset="0"/>
                <a:ea typeface="Lato" panose="020F0502020204030203" pitchFamily="34" charset="0"/>
                <a:cs typeface="Lato" panose="020F0502020204030203" pitchFamily="34" charset="0"/>
              </a:rPr>
              <a:t> </a:t>
            </a:r>
            <a:r>
              <a:rPr sz="2000" spc="114" dirty="0">
                <a:latin typeface="Lato" panose="020F0502020204030203" pitchFamily="34" charset="0"/>
                <a:ea typeface="Lato" panose="020F0502020204030203" pitchFamily="34" charset="0"/>
                <a:cs typeface="Lato" panose="020F0502020204030203" pitchFamily="34" charset="0"/>
              </a:rPr>
              <a:t>c</a:t>
            </a:r>
            <a:r>
              <a:rPr sz="2000" spc="-15" dirty="0">
                <a:latin typeface="Lato" panose="020F0502020204030203" pitchFamily="34" charset="0"/>
                <a:ea typeface="Lato" panose="020F0502020204030203" pitchFamily="34" charset="0"/>
                <a:cs typeface="Lato" panose="020F0502020204030203" pitchFamily="34" charset="0"/>
              </a:rPr>
              <a:t>a</a:t>
            </a:r>
            <a:r>
              <a:rPr sz="2000" spc="125" dirty="0">
                <a:latin typeface="Lato" panose="020F0502020204030203" pitchFamily="34" charset="0"/>
                <a:ea typeface="Lato" panose="020F0502020204030203" pitchFamily="34" charset="0"/>
                <a:cs typeface="Lato" panose="020F0502020204030203" pitchFamily="34" charset="0"/>
              </a:rPr>
              <a:t>n</a:t>
            </a:r>
            <a:r>
              <a:rPr sz="2000" spc="-215" dirty="0">
                <a:latin typeface="Lato" panose="020F0502020204030203" pitchFamily="34" charset="0"/>
                <a:ea typeface="Lato" panose="020F0502020204030203" pitchFamily="34" charset="0"/>
                <a:cs typeface="Lato" panose="020F0502020204030203" pitchFamily="34" charset="0"/>
              </a:rPr>
              <a:t> </a:t>
            </a:r>
            <a:r>
              <a:rPr sz="2000" spc="150" dirty="0">
                <a:latin typeface="Lato" panose="020F0502020204030203" pitchFamily="34" charset="0"/>
                <a:ea typeface="Lato" panose="020F0502020204030203" pitchFamily="34" charset="0"/>
                <a:cs typeface="Lato" panose="020F0502020204030203" pitchFamily="34" charset="0"/>
              </a:rPr>
              <a:t>b</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15" dirty="0">
                <a:latin typeface="Lato" panose="020F0502020204030203" pitchFamily="34" charset="0"/>
                <a:ea typeface="Lato" panose="020F0502020204030203" pitchFamily="34" charset="0"/>
                <a:cs typeface="Lato" panose="020F0502020204030203" pitchFamily="34" charset="0"/>
              </a:rPr>
              <a:t>a</a:t>
            </a:r>
            <a:r>
              <a:rPr sz="2000" spc="-215" dirty="0">
                <a:latin typeface="Lato" panose="020F0502020204030203" pitchFamily="34" charset="0"/>
                <a:ea typeface="Lato" panose="020F0502020204030203" pitchFamily="34" charset="0"/>
                <a:cs typeface="Lato" panose="020F0502020204030203" pitchFamily="34" charset="0"/>
              </a:rPr>
              <a:t> </a:t>
            </a:r>
            <a:r>
              <a:rPr sz="2000" spc="90" dirty="0">
                <a:latin typeface="Lato" panose="020F0502020204030203" pitchFamily="34" charset="0"/>
                <a:ea typeface="Lato" panose="020F0502020204030203" pitchFamily="34" charset="0"/>
                <a:cs typeface="Lato" panose="020F0502020204030203" pitchFamily="34" charset="0"/>
              </a:rPr>
              <a:t>c</a:t>
            </a:r>
            <a:r>
              <a:rPr sz="2000" spc="60" dirty="0">
                <a:latin typeface="Lato" panose="020F0502020204030203" pitchFamily="34" charset="0"/>
                <a:ea typeface="Lato" panose="020F0502020204030203" pitchFamily="34" charset="0"/>
                <a:cs typeface="Lato" panose="020F0502020204030203" pitchFamily="34" charset="0"/>
              </a:rPr>
              <a:t>o</a:t>
            </a:r>
            <a:r>
              <a:rPr sz="2000" spc="125" dirty="0">
                <a:latin typeface="Lato" panose="020F0502020204030203" pitchFamily="34" charset="0"/>
                <a:ea typeface="Lato" panose="020F0502020204030203" pitchFamily="34" charset="0"/>
                <a:cs typeface="Lato" panose="020F0502020204030203" pitchFamily="34" charset="0"/>
              </a:rPr>
              <a:t>n</a:t>
            </a:r>
            <a:r>
              <a:rPr sz="2000" spc="90" dirty="0">
                <a:latin typeface="Lato" panose="020F0502020204030203" pitchFamily="34" charset="0"/>
                <a:ea typeface="Lato" panose="020F0502020204030203" pitchFamily="34" charset="0"/>
                <a:cs typeface="Lato" panose="020F0502020204030203" pitchFamily="34" charset="0"/>
              </a:rPr>
              <a:t>c</a:t>
            </a:r>
            <a:r>
              <a:rPr sz="2000" spc="35" dirty="0">
                <a:latin typeface="Lato" panose="020F0502020204030203" pitchFamily="34" charset="0"/>
                <a:ea typeface="Lato" panose="020F0502020204030203" pitchFamily="34" charset="0"/>
                <a:cs typeface="Lato" panose="020F0502020204030203" pitchFamily="34" charset="0"/>
              </a:rPr>
              <a:t>e</a:t>
            </a:r>
            <a:r>
              <a:rPr sz="2000" spc="-75" dirty="0">
                <a:latin typeface="Lato" panose="020F0502020204030203" pitchFamily="34" charset="0"/>
                <a:ea typeface="Lato" panose="020F0502020204030203" pitchFamily="34" charset="0"/>
                <a:cs typeface="Lato" panose="020F0502020204030203" pitchFamily="34" charset="0"/>
              </a:rPr>
              <a:t>r</a:t>
            </a:r>
            <a:r>
              <a:rPr sz="2000" spc="125" dirty="0">
                <a:latin typeface="Lato" panose="020F0502020204030203" pitchFamily="34" charset="0"/>
                <a:ea typeface="Lato" panose="020F0502020204030203" pitchFamily="34" charset="0"/>
                <a:cs typeface="Lato" panose="020F0502020204030203" pitchFamily="34" charset="0"/>
              </a:rPr>
              <a:t>n</a:t>
            </a:r>
            <a:r>
              <a:rPr sz="2000" spc="-215" dirty="0">
                <a:latin typeface="Lato" panose="020F0502020204030203" pitchFamily="34" charset="0"/>
                <a:ea typeface="Lato" panose="020F0502020204030203" pitchFamily="34" charset="0"/>
                <a:cs typeface="Lato" panose="020F0502020204030203" pitchFamily="34" charset="0"/>
              </a:rPr>
              <a:t> </a:t>
            </a:r>
            <a:r>
              <a:rPr sz="2000" spc="-10" dirty="0">
                <a:latin typeface="Lato" panose="020F0502020204030203" pitchFamily="34" charset="0"/>
                <a:ea typeface="Lato" panose="020F0502020204030203" pitchFamily="34" charset="0"/>
                <a:cs typeface="Lato" panose="020F0502020204030203" pitchFamily="34" charset="0"/>
              </a:rPr>
              <a:t>i</a:t>
            </a:r>
            <a:r>
              <a:rPr sz="2000" spc="85" dirty="0">
                <a:latin typeface="Lato" panose="020F0502020204030203" pitchFamily="34" charset="0"/>
                <a:ea typeface="Lato" panose="020F0502020204030203" pitchFamily="34" charset="0"/>
                <a:cs typeface="Lato" panose="020F0502020204030203" pitchFamily="34" charset="0"/>
              </a:rPr>
              <a:t>n  </a:t>
            </a:r>
            <a:r>
              <a:rPr sz="2000" spc="-70" dirty="0">
                <a:latin typeface="Lato" panose="020F0502020204030203" pitchFamily="34" charset="0"/>
                <a:ea typeface="Lato" panose="020F0502020204030203" pitchFamily="34" charset="0"/>
                <a:cs typeface="Lato" panose="020F0502020204030203" pitchFamily="34" charset="0"/>
              </a:rPr>
              <a:t>s</a:t>
            </a:r>
            <a:r>
              <a:rPr sz="2000" spc="60" dirty="0">
                <a:latin typeface="Lato" panose="020F0502020204030203" pitchFamily="34" charset="0"/>
                <a:ea typeface="Lato" panose="020F0502020204030203" pitchFamily="34" charset="0"/>
                <a:cs typeface="Lato" panose="020F0502020204030203" pitchFamily="34" charset="0"/>
              </a:rPr>
              <a:t>o</a:t>
            </a:r>
            <a:r>
              <a:rPr sz="2000" spc="240" dirty="0">
                <a:latin typeface="Lato" panose="020F0502020204030203" pitchFamily="34" charset="0"/>
                <a:ea typeface="Lato" panose="020F0502020204030203" pitchFamily="34" charset="0"/>
                <a:cs typeface="Lato" panose="020F0502020204030203" pitchFamily="34" charset="0"/>
              </a:rPr>
              <a:t>m</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70" dirty="0">
                <a:latin typeface="Lato" panose="020F0502020204030203" pitchFamily="34" charset="0"/>
                <a:ea typeface="Lato" panose="020F0502020204030203" pitchFamily="34" charset="0"/>
                <a:cs typeface="Lato" panose="020F0502020204030203" pitchFamily="34" charset="0"/>
              </a:rPr>
              <a:t>s</a:t>
            </a:r>
            <a:r>
              <a:rPr sz="2000" spc="90" dirty="0">
                <a:latin typeface="Lato" panose="020F0502020204030203" pitchFamily="34" charset="0"/>
                <a:ea typeface="Lato" panose="020F0502020204030203" pitchFamily="34" charset="0"/>
                <a:cs typeface="Lato" panose="020F0502020204030203" pitchFamily="34" charset="0"/>
              </a:rPr>
              <a:t>c</a:t>
            </a:r>
            <a:r>
              <a:rPr sz="2000" spc="35" dirty="0">
                <a:latin typeface="Lato" panose="020F0502020204030203" pitchFamily="34" charset="0"/>
                <a:ea typeface="Lato" panose="020F0502020204030203" pitchFamily="34" charset="0"/>
                <a:cs typeface="Lato" panose="020F0502020204030203" pitchFamily="34" charset="0"/>
              </a:rPr>
              <a:t>e</a:t>
            </a:r>
            <a:r>
              <a:rPr sz="2000" spc="125" dirty="0">
                <a:latin typeface="Lato" panose="020F0502020204030203" pitchFamily="34" charset="0"/>
                <a:ea typeface="Lato" panose="020F0502020204030203" pitchFamily="34" charset="0"/>
                <a:cs typeface="Lato" panose="020F0502020204030203" pitchFamily="34" charset="0"/>
              </a:rPr>
              <a:t>n</a:t>
            </a:r>
            <a:r>
              <a:rPr sz="2000" spc="-15" dirty="0">
                <a:latin typeface="Lato" panose="020F0502020204030203" pitchFamily="34" charset="0"/>
                <a:ea typeface="Lato" panose="020F0502020204030203" pitchFamily="34" charset="0"/>
                <a:cs typeface="Lato" panose="020F0502020204030203" pitchFamily="34" charset="0"/>
              </a:rPr>
              <a:t>a</a:t>
            </a:r>
            <a:r>
              <a:rPr sz="2000" spc="-75" dirty="0">
                <a:latin typeface="Lato" panose="020F0502020204030203" pitchFamily="34" charset="0"/>
                <a:ea typeface="Lato" panose="020F0502020204030203" pitchFamily="34" charset="0"/>
                <a:cs typeface="Lato" panose="020F0502020204030203" pitchFamily="34" charset="0"/>
              </a:rPr>
              <a:t>r</a:t>
            </a:r>
            <a:r>
              <a:rPr sz="2000" spc="-10" dirty="0">
                <a:latin typeface="Lato" panose="020F0502020204030203" pitchFamily="34" charset="0"/>
                <a:ea typeface="Lato" panose="020F0502020204030203" pitchFamily="34" charset="0"/>
                <a:cs typeface="Lato" panose="020F0502020204030203" pitchFamily="34" charset="0"/>
              </a:rPr>
              <a:t>i</a:t>
            </a:r>
            <a:r>
              <a:rPr sz="2000" spc="60" dirty="0">
                <a:latin typeface="Lato" panose="020F0502020204030203" pitchFamily="34" charset="0"/>
                <a:ea typeface="Lato" panose="020F0502020204030203" pitchFamily="34" charset="0"/>
                <a:cs typeface="Lato" panose="020F0502020204030203" pitchFamily="34" charset="0"/>
              </a:rPr>
              <a:t>o</a:t>
            </a:r>
            <a:r>
              <a:rPr sz="2000" spc="-70" dirty="0">
                <a:latin typeface="Lato" panose="020F0502020204030203" pitchFamily="34" charset="0"/>
                <a:ea typeface="Lato" panose="020F0502020204030203" pitchFamily="34" charset="0"/>
                <a:cs typeface="Lato" panose="020F0502020204030203" pitchFamily="34" charset="0"/>
              </a:rPr>
              <a:t>s</a:t>
            </a:r>
            <a:r>
              <a:rPr sz="2000" spc="-370" dirty="0">
                <a:latin typeface="Lato" panose="020F0502020204030203" pitchFamily="34" charset="0"/>
                <a:ea typeface="Lato" panose="020F0502020204030203" pitchFamily="34" charset="0"/>
                <a:cs typeface="Lato" panose="020F0502020204030203" pitchFamily="34" charset="0"/>
              </a:rPr>
              <a:t>.</a:t>
            </a:r>
            <a:r>
              <a:rPr sz="2000" spc="-215" dirty="0">
                <a:latin typeface="Lato" panose="020F0502020204030203" pitchFamily="34" charset="0"/>
                <a:ea typeface="Lato" panose="020F0502020204030203" pitchFamily="34" charset="0"/>
                <a:cs typeface="Lato" panose="020F0502020204030203" pitchFamily="34" charset="0"/>
              </a:rPr>
              <a:t> </a:t>
            </a:r>
            <a:r>
              <a:rPr lang="en-IN" sz="2000" spc="-215" dirty="0">
                <a:latin typeface="Lato" panose="020F0502020204030203" pitchFamily="34" charset="0"/>
                <a:ea typeface="Lato" panose="020F0502020204030203" pitchFamily="34" charset="0"/>
                <a:cs typeface="Lato" panose="020F0502020204030203" pitchFamily="34" charset="0"/>
              </a:rPr>
              <a:t> </a:t>
            </a:r>
            <a:r>
              <a:rPr sz="2000" spc="-155" dirty="0">
                <a:latin typeface="Lato" panose="020F0502020204030203" pitchFamily="34" charset="0"/>
                <a:ea typeface="Lato" panose="020F0502020204030203" pitchFamily="34" charset="0"/>
                <a:cs typeface="Lato" panose="020F0502020204030203" pitchFamily="34" charset="0"/>
              </a:rPr>
              <a:t>S</a:t>
            </a:r>
            <a:r>
              <a:rPr sz="2000" spc="35" dirty="0">
                <a:latin typeface="Lato" panose="020F0502020204030203" pitchFamily="34" charset="0"/>
                <a:ea typeface="Lato" panose="020F0502020204030203" pitchFamily="34" charset="0"/>
                <a:cs typeface="Lato" panose="020F0502020204030203" pitchFamily="34" charset="0"/>
              </a:rPr>
              <a:t>e</a:t>
            </a:r>
            <a:r>
              <a:rPr sz="2000" spc="90" dirty="0">
                <a:latin typeface="Lato" panose="020F0502020204030203" pitchFamily="34" charset="0"/>
                <a:ea typeface="Lato" panose="020F0502020204030203" pitchFamily="34" charset="0"/>
                <a:cs typeface="Lato" panose="020F0502020204030203" pitchFamily="34" charset="0"/>
              </a:rPr>
              <a:t>c</a:t>
            </a:r>
            <a:r>
              <a:rPr sz="2000" spc="60" dirty="0">
                <a:latin typeface="Lato" panose="020F0502020204030203" pitchFamily="34" charset="0"/>
                <a:ea typeface="Lato" panose="020F0502020204030203" pitchFamily="34" charset="0"/>
                <a:cs typeface="Lato" panose="020F0502020204030203" pitchFamily="34" charset="0"/>
              </a:rPr>
              <a:t>o</a:t>
            </a:r>
            <a:r>
              <a:rPr sz="2000" spc="125" dirty="0">
                <a:latin typeface="Lato" panose="020F0502020204030203" pitchFamily="34" charset="0"/>
                <a:ea typeface="Lato" panose="020F0502020204030203" pitchFamily="34" charset="0"/>
                <a:cs typeface="Lato" panose="020F0502020204030203" pitchFamily="34" charset="0"/>
              </a:rPr>
              <a:t>n</a:t>
            </a:r>
            <a:r>
              <a:rPr sz="2000" spc="150" dirty="0">
                <a:latin typeface="Lato" panose="020F0502020204030203" pitchFamily="34" charset="0"/>
                <a:ea typeface="Lato" panose="020F0502020204030203" pitchFamily="34" charset="0"/>
                <a:cs typeface="Lato" panose="020F0502020204030203" pitchFamily="34" charset="0"/>
              </a:rPr>
              <a:t>d</a:t>
            </a:r>
            <a:r>
              <a:rPr sz="2000" spc="-10" dirty="0">
                <a:latin typeface="Lato" panose="020F0502020204030203" pitchFamily="34" charset="0"/>
                <a:ea typeface="Lato" panose="020F0502020204030203" pitchFamily="34" charset="0"/>
                <a:cs typeface="Lato" panose="020F0502020204030203" pitchFamily="34" charset="0"/>
              </a:rPr>
              <a:t>l</a:t>
            </a:r>
            <a:r>
              <a:rPr sz="2000" spc="-195" dirty="0">
                <a:latin typeface="Lato" panose="020F0502020204030203" pitchFamily="34" charset="0"/>
                <a:ea typeface="Lato" panose="020F0502020204030203" pitchFamily="34" charset="0"/>
                <a:cs typeface="Lato" panose="020F0502020204030203" pitchFamily="34" charset="0"/>
              </a:rPr>
              <a:t>y</a:t>
            </a:r>
            <a:r>
              <a:rPr sz="2000" spc="-370" dirty="0">
                <a:latin typeface="Lato" panose="020F0502020204030203" pitchFamily="34" charset="0"/>
                <a:ea typeface="Lato" panose="020F0502020204030203" pitchFamily="34" charset="0"/>
                <a:cs typeface="Lato" panose="020F0502020204030203" pitchFamily="34" charset="0"/>
              </a:rPr>
              <a:t>,</a:t>
            </a:r>
            <a:r>
              <a:rPr sz="2000" spc="-215" dirty="0">
                <a:latin typeface="Lato" panose="020F0502020204030203" pitchFamily="34" charset="0"/>
                <a:ea typeface="Lato" panose="020F0502020204030203" pitchFamily="34" charset="0"/>
                <a:cs typeface="Lato" panose="020F0502020204030203" pitchFamily="34" charset="0"/>
              </a:rPr>
              <a:t> </a:t>
            </a:r>
            <a:r>
              <a:rPr sz="2000" spc="185" dirty="0">
                <a:latin typeface="Lato" panose="020F0502020204030203" pitchFamily="34" charset="0"/>
                <a:ea typeface="Lato" panose="020F0502020204030203" pitchFamily="34" charset="0"/>
                <a:cs typeface="Lato" panose="020F0502020204030203" pitchFamily="34" charset="0"/>
              </a:rPr>
              <a:t>B</a:t>
            </a:r>
            <a:r>
              <a:rPr sz="2000" spc="-125" dirty="0">
                <a:latin typeface="Lato" panose="020F0502020204030203" pitchFamily="34" charset="0"/>
                <a:ea typeface="Lato" panose="020F0502020204030203" pitchFamily="34" charset="0"/>
                <a:cs typeface="Lato" panose="020F0502020204030203" pitchFamily="34" charset="0"/>
              </a:rPr>
              <a:t>&amp;</a:t>
            </a:r>
            <a:r>
              <a:rPr sz="2000" spc="185" dirty="0">
                <a:latin typeface="Lato" panose="020F0502020204030203" pitchFamily="34" charset="0"/>
                <a:ea typeface="Lato" panose="020F0502020204030203" pitchFamily="34" charset="0"/>
                <a:cs typeface="Lato" panose="020F0502020204030203" pitchFamily="34" charset="0"/>
              </a:rPr>
              <a:t>B</a:t>
            </a:r>
            <a:r>
              <a:rPr sz="2000" spc="-585" dirty="0">
                <a:latin typeface="Lato" panose="020F0502020204030203" pitchFamily="34" charset="0"/>
                <a:ea typeface="Lato" panose="020F0502020204030203" pitchFamily="34" charset="0"/>
                <a:cs typeface="Lato" panose="020F0502020204030203" pitchFamily="34" charset="0"/>
              </a:rPr>
              <a:t>++</a:t>
            </a:r>
            <a:r>
              <a:rPr sz="2000" spc="-215"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t</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ee</a:t>
            </a:r>
            <a:r>
              <a:rPr sz="2000" spc="-70" dirty="0">
                <a:latin typeface="Lato" panose="020F0502020204030203" pitchFamily="34" charset="0"/>
                <a:ea typeface="Lato" panose="020F0502020204030203" pitchFamily="34" charset="0"/>
                <a:cs typeface="Lato" panose="020F0502020204030203" pitchFamily="34" charset="0"/>
              </a:rPr>
              <a:t>s</a:t>
            </a:r>
            <a:r>
              <a:rPr sz="2000" spc="-215" dirty="0">
                <a:latin typeface="Lato" panose="020F0502020204030203" pitchFamily="34" charset="0"/>
                <a:ea typeface="Lato" panose="020F0502020204030203" pitchFamily="34" charset="0"/>
                <a:cs typeface="Lato" panose="020F0502020204030203" pitchFamily="34" charset="0"/>
              </a:rPr>
              <a:t> </a:t>
            </a:r>
            <a:r>
              <a:rPr sz="2000" spc="114" dirty="0">
                <a:latin typeface="Lato" panose="020F0502020204030203" pitchFamily="34" charset="0"/>
                <a:ea typeface="Lato" panose="020F0502020204030203" pitchFamily="34" charset="0"/>
                <a:cs typeface="Lato" panose="020F0502020204030203" pitchFamily="34" charset="0"/>
              </a:rPr>
              <a:t>c</a:t>
            </a:r>
            <a:r>
              <a:rPr sz="2000" spc="-15" dirty="0">
                <a:latin typeface="Lato" panose="020F0502020204030203" pitchFamily="34" charset="0"/>
                <a:ea typeface="Lato" panose="020F0502020204030203" pitchFamily="34" charset="0"/>
                <a:cs typeface="Lato" panose="020F0502020204030203" pitchFamily="34" charset="0"/>
              </a:rPr>
              <a:t>a</a:t>
            </a:r>
            <a:r>
              <a:rPr sz="2000" spc="125" dirty="0">
                <a:latin typeface="Lato" panose="020F0502020204030203" pitchFamily="34" charset="0"/>
                <a:ea typeface="Lato" panose="020F0502020204030203" pitchFamily="34" charset="0"/>
                <a:cs typeface="Lato" panose="020F0502020204030203" pitchFamily="34" charset="0"/>
              </a:rPr>
              <a:t>n</a:t>
            </a:r>
            <a:r>
              <a:rPr sz="2000" spc="-215" dirty="0">
                <a:latin typeface="Lato" panose="020F0502020204030203" pitchFamily="34" charset="0"/>
                <a:ea typeface="Lato" panose="020F0502020204030203" pitchFamily="34" charset="0"/>
                <a:cs typeface="Lato" panose="020F0502020204030203" pitchFamily="34" charset="0"/>
              </a:rPr>
              <a:t> </a:t>
            </a:r>
            <a:r>
              <a:rPr sz="2000" spc="150" dirty="0">
                <a:latin typeface="Lato" panose="020F0502020204030203" pitchFamily="34" charset="0"/>
                <a:ea typeface="Lato" panose="020F0502020204030203" pitchFamily="34" charset="0"/>
                <a:cs typeface="Lato" panose="020F0502020204030203" pitchFamily="34" charset="0"/>
              </a:rPr>
              <a:t>b</a:t>
            </a:r>
            <a:r>
              <a:rPr sz="2000" spc="25" dirty="0">
                <a:latin typeface="Lato" panose="020F0502020204030203" pitchFamily="34" charset="0"/>
                <a:ea typeface="Lato" panose="020F0502020204030203" pitchFamily="34" charset="0"/>
                <a:cs typeface="Lato" panose="020F0502020204030203" pitchFamily="34" charset="0"/>
              </a:rPr>
              <a:t>e  </a:t>
            </a:r>
            <a:r>
              <a:rPr sz="2000" spc="60" dirty="0">
                <a:latin typeface="Lato" panose="020F0502020204030203" pitchFamily="34" charset="0"/>
                <a:ea typeface="Lato" panose="020F0502020204030203" pitchFamily="34" charset="0"/>
                <a:cs typeface="Lato" panose="020F0502020204030203" pitchFamily="34" charset="0"/>
              </a:rPr>
              <a:t>more </a:t>
            </a:r>
            <a:r>
              <a:rPr sz="2000" spc="65" dirty="0">
                <a:latin typeface="Lato" panose="020F0502020204030203" pitchFamily="34" charset="0"/>
                <a:ea typeface="Lato" panose="020F0502020204030203" pitchFamily="34" charset="0"/>
                <a:cs typeface="Lato" panose="020F0502020204030203" pitchFamily="34" charset="0"/>
              </a:rPr>
              <a:t>difﬁcult </a:t>
            </a:r>
            <a:r>
              <a:rPr sz="2000" spc="25" dirty="0">
                <a:latin typeface="Lato" panose="020F0502020204030203" pitchFamily="34" charset="0"/>
                <a:ea typeface="Lato" panose="020F0502020204030203" pitchFamily="34" charset="0"/>
                <a:cs typeface="Lato" panose="020F0502020204030203" pitchFamily="34" charset="0"/>
              </a:rPr>
              <a:t>to </a:t>
            </a:r>
            <a:r>
              <a:rPr sz="2000" spc="95" dirty="0">
                <a:latin typeface="Lato" panose="020F0502020204030203" pitchFamily="34" charset="0"/>
                <a:ea typeface="Lato" panose="020F0502020204030203" pitchFamily="34" charset="0"/>
                <a:cs typeface="Lato" panose="020F0502020204030203" pitchFamily="34" charset="0"/>
              </a:rPr>
              <a:t>implement </a:t>
            </a:r>
            <a:r>
              <a:rPr sz="2000" spc="65" dirty="0">
                <a:latin typeface="Lato" panose="020F0502020204030203" pitchFamily="34" charset="0"/>
                <a:ea typeface="Lato" panose="020F0502020204030203" pitchFamily="34" charset="0"/>
                <a:cs typeface="Lato" panose="020F0502020204030203" pitchFamily="34" charset="0"/>
              </a:rPr>
              <a:t>than </a:t>
            </a:r>
            <a:r>
              <a:rPr sz="2000" spc="25" dirty="0">
                <a:latin typeface="Lato" panose="020F0502020204030203" pitchFamily="34" charset="0"/>
                <a:ea typeface="Lato" panose="020F0502020204030203" pitchFamily="34" charset="0"/>
                <a:cs typeface="Lato" panose="020F0502020204030203" pitchFamily="34" charset="0"/>
              </a:rPr>
              <a:t>traditional </a:t>
            </a:r>
            <a:r>
              <a:rPr sz="2000" spc="5" dirty="0">
                <a:latin typeface="Lato" panose="020F0502020204030203" pitchFamily="34" charset="0"/>
                <a:ea typeface="Lato" panose="020F0502020204030203" pitchFamily="34" charset="0"/>
                <a:cs typeface="Lato" panose="020F0502020204030203" pitchFamily="34" charset="0"/>
              </a:rPr>
              <a:t>B- </a:t>
            </a:r>
            <a:r>
              <a:rPr sz="2000" spc="10"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t</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ee</a:t>
            </a:r>
            <a:r>
              <a:rPr sz="2000" spc="-70" dirty="0">
                <a:latin typeface="Lato" panose="020F0502020204030203" pitchFamily="34" charset="0"/>
                <a:ea typeface="Lato" panose="020F0502020204030203" pitchFamily="34" charset="0"/>
                <a:cs typeface="Lato" panose="020F0502020204030203" pitchFamily="34" charset="0"/>
              </a:rPr>
              <a:t>s</a:t>
            </a:r>
            <a:r>
              <a:rPr sz="2000" spc="-370" dirty="0">
                <a:latin typeface="Lato" panose="020F0502020204030203" pitchFamily="34" charset="0"/>
                <a:ea typeface="Lato" panose="020F0502020204030203" pitchFamily="34" charset="0"/>
                <a:cs typeface="Lato" panose="020F0502020204030203" pitchFamily="34" charset="0"/>
              </a:rPr>
              <a:t>.</a:t>
            </a:r>
            <a:r>
              <a:rPr sz="2000" spc="-215" dirty="0">
                <a:latin typeface="Lato" panose="020F0502020204030203" pitchFamily="34" charset="0"/>
                <a:ea typeface="Lato" panose="020F0502020204030203" pitchFamily="34" charset="0"/>
                <a:cs typeface="Lato" panose="020F0502020204030203" pitchFamily="34" charset="0"/>
              </a:rPr>
              <a:t> </a:t>
            </a:r>
            <a:endParaRPr sz="20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42181012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01"/>
        <p:cNvGrpSpPr/>
        <p:nvPr/>
      </p:nvGrpSpPr>
      <p:grpSpPr>
        <a:xfrm>
          <a:off x="0" y="0"/>
          <a:ext cx="0" cy="0"/>
          <a:chOff x="0" y="0"/>
          <a:chExt cx="0" cy="0"/>
        </a:xfrm>
      </p:grpSpPr>
      <p:sp>
        <p:nvSpPr>
          <p:cNvPr id="3" name="Title 2">
            <a:extLst>
              <a:ext uri="{FF2B5EF4-FFF2-40B4-BE49-F238E27FC236}">
                <a16:creationId xmlns:a16="http://schemas.microsoft.com/office/drawing/2014/main" id="{CF23E9B5-7CE4-E71C-7DCF-B76A06002565}"/>
              </a:ext>
            </a:extLst>
          </p:cNvPr>
          <p:cNvSpPr>
            <a:spLocks noGrp="1"/>
          </p:cNvSpPr>
          <p:nvPr>
            <p:ph type="title"/>
          </p:nvPr>
        </p:nvSpPr>
        <p:spPr>
          <a:xfrm>
            <a:off x="2162457" y="448568"/>
            <a:ext cx="5376000" cy="572700"/>
          </a:xfrm>
        </p:spPr>
        <p:txBody>
          <a:bodyPr/>
          <a:lstStyle/>
          <a:p>
            <a:r>
              <a:rPr lang="en-IN" dirty="0"/>
              <a:t>Application of B &amp; B+ Trees</a:t>
            </a:r>
          </a:p>
        </p:txBody>
      </p:sp>
      <p:pic>
        <p:nvPicPr>
          <p:cNvPr id="2" name="Picture 1">
            <a:extLst>
              <a:ext uri="{FF2B5EF4-FFF2-40B4-BE49-F238E27FC236}">
                <a16:creationId xmlns:a16="http://schemas.microsoft.com/office/drawing/2014/main" id="{87882F5E-414F-4A86-C378-C28722597F6D}"/>
              </a:ext>
            </a:extLst>
          </p:cNvPr>
          <p:cNvPicPr>
            <a:picLocks noChangeAspect="1"/>
          </p:cNvPicPr>
          <p:nvPr/>
        </p:nvPicPr>
        <p:blipFill>
          <a:blip r:embed="rId3"/>
          <a:stretch>
            <a:fillRect/>
          </a:stretch>
        </p:blipFill>
        <p:spPr>
          <a:xfrm>
            <a:off x="720000" y="1317603"/>
            <a:ext cx="2884914" cy="3090979"/>
          </a:xfrm>
          <a:prstGeom prst="rect">
            <a:avLst/>
          </a:prstGeom>
        </p:spPr>
      </p:pic>
      <p:sp>
        <p:nvSpPr>
          <p:cNvPr id="4" name="object 7">
            <a:extLst>
              <a:ext uri="{FF2B5EF4-FFF2-40B4-BE49-F238E27FC236}">
                <a16:creationId xmlns:a16="http://schemas.microsoft.com/office/drawing/2014/main" id="{177D874A-3A75-15FB-D86E-23F6EC40DFAF}"/>
              </a:ext>
            </a:extLst>
          </p:cNvPr>
          <p:cNvSpPr txBox="1"/>
          <p:nvPr/>
        </p:nvSpPr>
        <p:spPr>
          <a:xfrm>
            <a:off x="4021782" y="1724861"/>
            <a:ext cx="4697838" cy="2520305"/>
          </a:xfrm>
          <a:prstGeom prst="rect">
            <a:avLst/>
          </a:prstGeom>
        </p:spPr>
        <p:txBody>
          <a:bodyPr vert="horz" wrap="square" lIns="0" tIns="6985" rIns="0" bIns="0" rtlCol="0">
            <a:spAutoFit/>
          </a:bodyPr>
          <a:lstStyle/>
          <a:p>
            <a:pPr marL="12700" marR="5080">
              <a:lnSpc>
                <a:spcPct val="102299"/>
              </a:lnSpc>
              <a:spcBef>
                <a:spcPts val="55"/>
              </a:spcBef>
            </a:pPr>
            <a:r>
              <a:rPr sz="2000" spc="-90" dirty="0">
                <a:latin typeface="Lato" panose="020F0502020204030203" pitchFamily="34" charset="0"/>
                <a:ea typeface="Lato" panose="020F0502020204030203" pitchFamily="34" charset="0"/>
                <a:cs typeface="Lato" panose="020F0502020204030203" pitchFamily="34" charset="0"/>
              </a:rPr>
              <a:t>T</a:t>
            </a:r>
            <a:r>
              <a:rPr sz="2000" spc="125" dirty="0">
                <a:latin typeface="Lato" panose="020F0502020204030203" pitchFamily="34" charset="0"/>
                <a:ea typeface="Lato" panose="020F0502020204030203" pitchFamily="34" charset="0"/>
                <a:cs typeface="Lato" panose="020F0502020204030203" pitchFamily="34" charset="0"/>
              </a:rPr>
              <a:t>h</a:t>
            </a:r>
            <a:r>
              <a:rPr sz="2000" spc="35" dirty="0">
                <a:latin typeface="Lato" panose="020F0502020204030203" pitchFamily="34" charset="0"/>
                <a:ea typeface="Lato" panose="020F0502020204030203" pitchFamily="34" charset="0"/>
                <a:cs typeface="Lato" panose="020F0502020204030203" pitchFamily="34" charset="0"/>
              </a:rPr>
              <a:t>e</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15" dirty="0">
                <a:latin typeface="Lato" panose="020F0502020204030203" pitchFamily="34" charset="0"/>
                <a:ea typeface="Lato" panose="020F0502020204030203" pitchFamily="34" charset="0"/>
                <a:cs typeface="Lato" panose="020F0502020204030203" pitchFamily="34" charset="0"/>
              </a:rPr>
              <a:t>a</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240" dirty="0">
                <a:latin typeface="Lato" panose="020F0502020204030203" pitchFamily="34" charset="0"/>
                <a:ea typeface="Lato" panose="020F0502020204030203" pitchFamily="34" charset="0"/>
                <a:cs typeface="Lato" panose="020F0502020204030203" pitchFamily="34" charset="0"/>
              </a:rPr>
              <a:t>m</a:t>
            </a:r>
            <a:r>
              <a:rPr sz="2000" spc="-15" dirty="0">
                <a:latin typeface="Lato" panose="020F0502020204030203" pitchFamily="34" charset="0"/>
                <a:ea typeface="Lato" panose="020F0502020204030203" pitchFamily="34" charset="0"/>
                <a:cs typeface="Lato" panose="020F0502020204030203" pitchFamily="34" charset="0"/>
              </a:rPr>
              <a:t>a</a:t>
            </a:r>
            <a:r>
              <a:rPr sz="2000" spc="100" dirty="0">
                <a:latin typeface="Lato" panose="020F0502020204030203" pitchFamily="34" charset="0"/>
                <a:ea typeface="Lato" panose="020F0502020204030203" pitchFamily="34" charset="0"/>
                <a:cs typeface="Lato" panose="020F0502020204030203" pitchFamily="34" charset="0"/>
              </a:rPr>
              <a:t>n</a:t>
            </a:r>
            <a:r>
              <a:rPr sz="2000" spc="-110" dirty="0">
                <a:latin typeface="Lato" panose="020F0502020204030203" pitchFamily="34" charset="0"/>
                <a:ea typeface="Lato" panose="020F0502020204030203" pitchFamily="34" charset="0"/>
                <a:cs typeface="Lato" panose="020F0502020204030203" pitchFamily="34" charset="0"/>
              </a:rPr>
              <a:t>y</a:t>
            </a:r>
            <a:r>
              <a:rPr sz="2000" spc="-215" dirty="0">
                <a:latin typeface="Lato" panose="020F0502020204030203" pitchFamily="34" charset="0"/>
                <a:ea typeface="Lato" panose="020F0502020204030203" pitchFamily="34" charset="0"/>
                <a:cs typeface="Lato" panose="020F0502020204030203" pitchFamily="34" charset="0"/>
              </a:rPr>
              <a:t> </a:t>
            </a:r>
            <a:r>
              <a:rPr sz="2000" spc="-70" dirty="0">
                <a:latin typeface="Lato" panose="020F0502020204030203" pitchFamily="34" charset="0"/>
                <a:ea typeface="Lato" panose="020F0502020204030203" pitchFamily="34" charset="0"/>
                <a:cs typeface="Lato" panose="020F0502020204030203" pitchFamily="34" charset="0"/>
              </a:rPr>
              <a:t>s</a:t>
            </a:r>
            <a:r>
              <a:rPr sz="2000" spc="90" dirty="0">
                <a:latin typeface="Lato" panose="020F0502020204030203" pitchFamily="34" charset="0"/>
                <a:ea typeface="Lato" panose="020F0502020204030203" pitchFamily="34" charset="0"/>
                <a:cs typeface="Lato" panose="020F0502020204030203" pitchFamily="34" charset="0"/>
              </a:rPr>
              <a:t>c</a:t>
            </a:r>
            <a:r>
              <a:rPr sz="2000" spc="35" dirty="0">
                <a:latin typeface="Lato" panose="020F0502020204030203" pitchFamily="34" charset="0"/>
                <a:ea typeface="Lato" panose="020F0502020204030203" pitchFamily="34" charset="0"/>
                <a:cs typeface="Lato" panose="020F0502020204030203" pitchFamily="34" charset="0"/>
              </a:rPr>
              <a:t>e</a:t>
            </a:r>
            <a:r>
              <a:rPr sz="2000" spc="125" dirty="0">
                <a:latin typeface="Lato" panose="020F0502020204030203" pitchFamily="34" charset="0"/>
                <a:ea typeface="Lato" panose="020F0502020204030203" pitchFamily="34" charset="0"/>
                <a:cs typeface="Lato" panose="020F0502020204030203" pitchFamily="34" charset="0"/>
              </a:rPr>
              <a:t>n</a:t>
            </a:r>
            <a:r>
              <a:rPr sz="2000" spc="-15" dirty="0">
                <a:latin typeface="Lato" panose="020F0502020204030203" pitchFamily="34" charset="0"/>
                <a:ea typeface="Lato" panose="020F0502020204030203" pitchFamily="34" charset="0"/>
                <a:cs typeface="Lato" panose="020F0502020204030203" pitchFamily="34" charset="0"/>
              </a:rPr>
              <a:t>a</a:t>
            </a:r>
            <a:r>
              <a:rPr sz="2000" spc="-75" dirty="0">
                <a:latin typeface="Lato" panose="020F0502020204030203" pitchFamily="34" charset="0"/>
                <a:ea typeface="Lato" panose="020F0502020204030203" pitchFamily="34" charset="0"/>
                <a:cs typeface="Lato" panose="020F0502020204030203" pitchFamily="34" charset="0"/>
              </a:rPr>
              <a:t>r</a:t>
            </a:r>
            <a:r>
              <a:rPr sz="2000" spc="-10" dirty="0">
                <a:latin typeface="Lato" panose="020F0502020204030203" pitchFamily="34" charset="0"/>
                <a:ea typeface="Lato" panose="020F0502020204030203" pitchFamily="34" charset="0"/>
                <a:cs typeface="Lato" panose="020F0502020204030203" pitchFamily="34" charset="0"/>
              </a:rPr>
              <a:t>i</a:t>
            </a:r>
            <a:r>
              <a:rPr sz="2000" spc="60" dirty="0">
                <a:latin typeface="Lato" panose="020F0502020204030203" pitchFamily="34" charset="0"/>
                <a:ea typeface="Lato" panose="020F0502020204030203" pitchFamily="34" charset="0"/>
                <a:cs typeface="Lato" panose="020F0502020204030203" pitchFamily="34" charset="0"/>
              </a:rPr>
              <a:t>o</a:t>
            </a:r>
            <a:r>
              <a:rPr sz="2000" spc="-70" dirty="0">
                <a:latin typeface="Lato" panose="020F0502020204030203" pitchFamily="34" charset="0"/>
                <a:ea typeface="Lato" panose="020F0502020204030203" pitchFamily="34" charset="0"/>
                <a:cs typeface="Lato" panose="020F0502020204030203" pitchFamily="34" charset="0"/>
              </a:rPr>
              <a:t>s</a:t>
            </a:r>
            <a:r>
              <a:rPr sz="2000" spc="-215" dirty="0">
                <a:latin typeface="Lato" panose="020F0502020204030203" pitchFamily="34" charset="0"/>
                <a:ea typeface="Lato" panose="020F0502020204030203" pitchFamily="34" charset="0"/>
                <a:cs typeface="Lato" panose="020F0502020204030203" pitchFamily="34" charset="0"/>
              </a:rPr>
              <a:t> </a:t>
            </a:r>
            <a:r>
              <a:rPr sz="2000" spc="170" dirty="0">
                <a:latin typeface="Lato" panose="020F0502020204030203" pitchFamily="34" charset="0"/>
                <a:ea typeface="Lato" panose="020F0502020204030203" pitchFamily="34" charset="0"/>
                <a:cs typeface="Lato" panose="020F0502020204030203" pitchFamily="34" charset="0"/>
              </a:rPr>
              <a:t>w</a:t>
            </a:r>
            <a:r>
              <a:rPr sz="2000" spc="125" dirty="0">
                <a:latin typeface="Lato" panose="020F0502020204030203" pitchFamily="34" charset="0"/>
                <a:ea typeface="Lato" panose="020F0502020204030203" pitchFamily="34" charset="0"/>
                <a:cs typeface="Lato" panose="020F0502020204030203" pitchFamily="34" charset="0"/>
              </a:rPr>
              <a:t>h</a:t>
            </a:r>
            <a:r>
              <a:rPr sz="2000" spc="35" dirty="0">
                <a:latin typeface="Lato" panose="020F0502020204030203" pitchFamily="34" charset="0"/>
                <a:ea typeface="Lato" panose="020F0502020204030203" pitchFamily="34" charset="0"/>
                <a:cs typeface="Lato" panose="020F0502020204030203" pitchFamily="34" charset="0"/>
              </a:rPr>
              <a:t>e</a:t>
            </a:r>
            <a:r>
              <a:rPr sz="2000" spc="-90" dirty="0">
                <a:latin typeface="Lato" panose="020F0502020204030203" pitchFamily="34" charset="0"/>
                <a:ea typeface="Lato" panose="020F0502020204030203" pitchFamily="34" charset="0"/>
                <a:cs typeface="Lato" panose="020F0502020204030203" pitchFamily="34" charset="0"/>
              </a:rPr>
              <a:t>r</a:t>
            </a:r>
            <a:r>
              <a:rPr sz="2000" spc="25" dirty="0">
                <a:latin typeface="Lato" panose="020F0502020204030203" pitchFamily="34" charset="0"/>
                <a:ea typeface="Lato" panose="020F0502020204030203" pitchFamily="34" charset="0"/>
                <a:cs typeface="Lato" panose="020F0502020204030203" pitchFamily="34" charset="0"/>
              </a:rPr>
              <a:t>e  </a:t>
            </a:r>
            <a:r>
              <a:rPr sz="2000" spc="185" dirty="0">
                <a:latin typeface="Lato" panose="020F0502020204030203" pitchFamily="34" charset="0"/>
                <a:ea typeface="Lato" panose="020F0502020204030203" pitchFamily="34" charset="0"/>
                <a:cs typeface="Lato" panose="020F0502020204030203" pitchFamily="34" charset="0"/>
              </a:rPr>
              <a:t>B</a:t>
            </a:r>
            <a:r>
              <a:rPr sz="2000" spc="-125" dirty="0">
                <a:latin typeface="Lato" panose="020F0502020204030203" pitchFamily="34" charset="0"/>
                <a:ea typeface="Lato" panose="020F0502020204030203" pitchFamily="34" charset="0"/>
                <a:cs typeface="Lato" panose="020F0502020204030203" pitchFamily="34" charset="0"/>
              </a:rPr>
              <a:t>&amp;</a:t>
            </a:r>
            <a:r>
              <a:rPr sz="2000" spc="185" dirty="0">
                <a:latin typeface="Lato" panose="020F0502020204030203" pitchFamily="34" charset="0"/>
                <a:ea typeface="Lato" panose="020F0502020204030203" pitchFamily="34" charset="0"/>
                <a:cs typeface="Lato" panose="020F0502020204030203" pitchFamily="34" charset="0"/>
              </a:rPr>
              <a:t>B</a:t>
            </a:r>
            <a:r>
              <a:rPr sz="2000" spc="-585" dirty="0">
                <a:latin typeface="Lato" panose="020F0502020204030203" pitchFamily="34" charset="0"/>
                <a:ea typeface="Lato" panose="020F0502020204030203" pitchFamily="34" charset="0"/>
                <a:cs typeface="Lato" panose="020F0502020204030203" pitchFamily="34" charset="0"/>
              </a:rPr>
              <a:t>++</a:t>
            </a:r>
            <a:r>
              <a:rPr sz="2000" spc="-215"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t</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ee</a:t>
            </a:r>
            <a:r>
              <a:rPr sz="2000" spc="-70" dirty="0">
                <a:latin typeface="Lato" panose="020F0502020204030203" pitchFamily="34" charset="0"/>
                <a:ea typeface="Lato" panose="020F0502020204030203" pitchFamily="34" charset="0"/>
                <a:cs typeface="Lato" panose="020F0502020204030203" pitchFamily="34" charset="0"/>
              </a:rPr>
              <a:t>s</a:t>
            </a:r>
            <a:r>
              <a:rPr sz="2000" spc="-215" dirty="0">
                <a:latin typeface="Lato" panose="020F0502020204030203" pitchFamily="34" charset="0"/>
                <a:ea typeface="Lato" panose="020F0502020204030203" pitchFamily="34" charset="0"/>
                <a:cs typeface="Lato" panose="020F0502020204030203" pitchFamily="34" charset="0"/>
              </a:rPr>
              <a:t> </a:t>
            </a:r>
            <a:r>
              <a:rPr sz="2000" spc="114" dirty="0">
                <a:latin typeface="Lato" panose="020F0502020204030203" pitchFamily="34" charset="0"/>
                <a:ea typeface="Lato" panose="020F0502020204030203" pitchFamily="34" charset="0"/>
                <a:cs typeface="Lato" panose="020F0502020204030203" pitchFamily="34" charset="0"/>
              </a:rPr>
              <a:t>c</a:t>
            </a:r>
            <a:r>
              <a:rPr sz="2000" spc="-15" dirty="0">
                <a:latin typeface="Lato" panose="020F0502020204030203" pitchFamily="34" charset="0"/>
                <a:ea typeface="Lato" panose="020F0502020204030203" pitchFamily="34" charset="0"/>
                <a:cs typeface="Lato" panose="020F0502020204030203" pitchFamily="34" charset="0"/>
              </a:rPr>
              <a:t>a</a:t>
            </a:r>
            <a:r>
              <a:rPr sz="2000" spc="125" dirty="0">
                <a:latin typeface="Lato" panose="020F0502020204030203" pitchFamily="34" charset="0"/>
                <a:ea typeface="Lato" panose="020F0502020204030203" pitchFamily="34" charset="0"/>
                <a:cs typeface="Lato" panose="020F0502020204030203" pitchFamily="34" charset="0"/>
              </a:rPr>
              <a:t>n</a:t>
            </a:r>
            <a:r>
              <a:rPr sz="2000" spc="-215" dirty="0">
                <a:latin typeface="Lato" panose="020F0502020204030203" pitchFamily="34" charset="0"/>
                <a:ea typeface="Lato" panose="020F0502020204030203" pitchFamily="34" charset="0"/>
                <a:cs typeface="Lato" panose="020F0502020204030203" pitchFamily="34" charset="0"/>
              </a:rPr>
              <a:t> </a:t>
            </a:r>
            <a:r>
              <a:rPr sz="2000" spc="150" dirty="0">
                <a:latin typeface="Lato" panose="020F0502020204030203" pitchFamily="34" charset="0"/>
                <a:ea typeface="Lato" panose="020F0502020204030203" pitchFamily="34" charset="0"/>
                <a:cs typeface="Lato" panose="020F0502020204030203" pitchFamily="34" charset="0"/>
              </a:rPr>
              <a:t>b</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20" dirty="0">
                <a:latin typeface="Lato" panose="020F0502020204030203" pitchFamily="34" charset="0"/>
                <a:ea typeface="Lato" panose="020F0502020204030203" pitchFamily="34" charset="0"/>
                <a:cs typeface="Lato" panose="020F0502020204030203" pitchFamily="34" charset="0"/>
              </a:rPr>
              <a:t>us</a:t>
            </a:r>
            <a:r>
              <a:rPr sz="2000" spc="35" dirty="0">
                <a:latin typeface="Lato" panose="020F0502020204030203" pitchFamily="34" charset="0"/>
                <a:ea typeface="Lato" panose="020F0502020204030203" pitchFamily="34" charset="0"/>
                <a:cs typeface="Lato" panose="020F0502020204030203" pitchFamily="34" charset="0"/>
              </a:rPr>
              <a:t>e</a:t>
            </a:r>
            <a:r>
              <a:rPr sz="2000" spc="-25" dirty="0">
                <a:latin typeface="Lato" panose="020F0502020204030203" pitchFamily="34" charset="0"/>
                <a:ea typeface="Lato" panose="020F0502020204030203" pitchFamily="34" charset="0"/>
                <a:cs typeface="Lato" panose="020F0502020204030203" pitchFamily="34" charset="0"/>
              </a:rPr>
              <a:t>f</a:t>
            </a:r>
            <a:r>
              <a:rPr sz="2000" spc="-90" dirty="0">
                <a:latin typeface="Lato" panose="020F0502020204030203" pitchFamily="34" charset="0"/>
                <a:ea typeface="Lato" panose="020F0502020204030203" pitchFamily="34" charset="0"/>
                <a:cs typeface="Lato" panose="020F0502020204030203" pitchFamily="34" charset="0"/>
              </a:rPr>
              <a:t>ul.</a:t>
            </a:r>
            <a:endParaRPr lang="en-IN" sz="2000" spc="-215" dirty="0">
              <a:latin typeface="Lato" panose="020F0502020204030203" pitchFamily="34" charset="0"/>
              <a:ea typeface="Lato" panose="020F0502020204030203" pitchFamily="34" charset="0"/>
              <a:cs typeface="Lato" panose="020F0502020204030203" pitchFamily="34" charset="0"/>
            </a:endParaRPr>
          </a:p>
          <a:p>
            <a:pPr marL="12700" marR="5080">
              <a:lnSpc>
                <a:spcPct val="102299"/>
              </a:lnSpc>
              <a:spcBef>
                <a:spcPts val="55"/>
              </a:spcBef>
            </a:pPr>
            <a:r>
              <a:rPr sz="2000" spc="110" dirty="0">
                <a:latin typeface="Lato" panose="020F0502020204030203" pitchFamily="34" charset="0"/>
                <a:ea typeface="Lato" panose="020F0502020204030203" pitchFamily="34" charset="0"/>
                <a:cs typeface="Lato" panose="020F0502020204030203" pitchFamily="34" charset="0"/>
              </a:rPr>
              <a:t>F</a:t>
            </a:r>
            <a:r>
              <a:rPr sz="2000" spc="60" dirty="0">
                <a:latin typeface="Lato" panose="020F0502020204030203" pitchFamily="34" charset="0"/>
                <a:ea typeface="Lato" panose="020F0502020204030203" pitchFamily="34" charset="0"/>
                <a:cs typeface="Lato" panose="020F0502020204030203" pitchFamily="34" charset="0"/>
              </a:rPr>
              <a:t>o</a:t>
            </a:r>
            <a:r>
              <a:rPr sz="2000" spc="-50" dirty="0">
                <a:latin typeface="Lato" panose="020F0502020204030203" pitchFamily="34" charset="0"/>
                <a:ea typeface="Lato" panose="020F0502020204030203" pitchFamily="34" charset="0"/>
                <a:cs typeface="Lato" panose="020F0502020204030203" pitchFamily="34" charset="0"/>
              </a:rPr>
              <a:t>r  </a:t>
            </a:r>
            <a:r>
              <a:rPr sz="2000" spc="-5" dirty="0">
                <a:latin typeface="Lato" panose="020F0502020204030203" pitchFamily="34" charset="0"/>
                <a:ea typeface="Lato" panose="020F0502020204030203" pitchFamily="34" charset="0"/>
                <a:cs typeface="Lato" panose="020F0502020204030203" pitchFamily="34" charset="0"/>
              </a:rPr>
              <a:t>e</a:t>
            </a:r>
            <a:r>
              <a:rPr sz="2000" spc="-155" dirty="0">
                <a:latin typeface="Lato" panose="020F0502020204030203" pitchFamily="34" charset="0"/>
                <a:ea typeface="Lato" panose="020F0502020204030203" pitchFamily="34" charset="0"/>
                <a:cs typeface="Lato" panose="020F0502020204030203" pitchFamily="34" charset="0"/>
              </a:rPr>
              <a:t>x</a:t>
            </a:r>
            <a:r>
              <a:rPr sz="2000" spc="-15" dirty="0">
                <a:latin typeface="Lato" panose="020F0502020204030203" pitchFamily="34" charset="0"/>
                <a:ea typeface="Lato" panose="020F0502020204030203" pitchFamily="34" charset="0"/>
                <a:cs typeface="Lato" panose="020F0502020204030203" pitchFamily="34" charset="0"/>
              </a:rPr>
              <a:t>a</a:t>
            </a:r>
            <a:r>
              <a:rPr sz="2000" spc="240" dirty="0">
                <a:latin typeface="Lato" panose="020F0502020204030203" pitchFamily="34" charset="0"/>
                <a:ea typeface="Lato" panose="020F0502020204030203" pitchFamily="34" charset="0"/>
                <a:cs typeface="Lato" panose="020F0502020204030203" pitchFamily="34" charset="0"/>
              </a:rPr>
              <a:t>m</a:t>
            </a:r>
            <a:r>
              <a:rPr sz="2000" spc="150" dirty="0">
                <a:latin typeface="Lato" panose="020F0502020204030203" pitchFamily="34" charset="0"/>
                <a:ea typeface="Lato" panose="020F0502020204030203" pitchFamily="34" charset="0"/>
                <a:cs typeface="Lato" panose="020F0502020204030203" pitchFamily="34" charset="0"/>
              </a:rPr>
              <a:t>p</a:t>
            </a:r>
            <a:r>
              <a:rPr sz="2000" spc="-10" dirty="0">
                <a:latin typeface="Lato" panose="020F0502020204030203" pitchFamily="34" charset="0"/>
                <a:ea typeface="Lato" panose="020F0502020204030203" pitchFamily="34" charset="0"/>
                <a:cs typeface="Lato" panose="020F0502020204030203" pitchFamily="34" charset="0"/>
              </a:rPr>
              <a:t>l</a:t>
            </a:r>
            <a:r>
              <a:rPr sz="2000" spc="35" dirty="0">
                <a:latin typeface="Lato" panose="020F0502020204030203" pitchFamily="34" charset="0"/>
                <a:ea typeface="Lato" panose="020F0502020204030203" pitchFamily="34" charset="0"/>
                <a:cs typeface="Lato" panose="020F0502020204030203" pitchFamily="34" charset="0"/>
              </a:rPr>
              <a:t>e</a:t>
            </a:r>
            <a:r>
              <a:rPr sz="2000" spc="-370" dirty="0">
                <a:latin typeface="Lato" panose="020F0502020204030203" pitchFamily="34" charset="0"/>
                <a:ea typeface="Lato" panose="020F0502020204030203" pitchFamily="34" charset="0"/>
                <a:cs typeface="Lato" panose="020F0502020204030203" pitchFamily="34" charset="0"/>
              </a:rPr>
              <a:t>,</a:t>
            </a:r>
            <a:r>
              <a:rPr sz="2000" spc="-215" dirty="0">
                <a:latin typeface="Lato" panose="020F0502020204030203" pitchFamily="34" charset="0"/>
                <a:ea typeface="Lato" panose="020F0502020204030203" pitchFamily="34" charset="0"/>
                <a:cs typeface="Lato" panose="020F0502020204030203" pitchFamily="34" charset="0"/>
              </a:rPr>
              <a:t> </a:t>
            </a:r>
            <a:r>
              <a:rPr sz="2000" spc="185" dirty="0">
                <a:latin typeface="Lato" panose="020F0502020204030203" pitchFamily="34" charset="0"/>
                <a:ea typeface="Lato" panose="020F0502020204030203" pitchFamily="34" charset="0"/>
                <a:cs typeface="Lato" panose="020F0502020204030203" pitchFamily="34" charset="0"/>
              </a:rPr>
              <a:t>B</a:t>
            </a:r>
            <a:r>
              <a:rPr sz="2000" spc="-125" dirty="0">
                <a:latin typeface="Lato" panose="020F0502020204030203" pitchFamily="34" charset="0"/>
                <a:ea typeface="Lato" panose="020F0502020204030203" pitchFamily="34" charset="0"/>
                <a:cs typeface="Lato" panose="020F0502020204030203" pitchFamily="34" charset="0"/>
              </a:rPr>
              <a:t>&amp;</a:t>
            </a:r>
            <a:r>
              <a:rPr sz="2000" spc="185" dirty="0">
                <a:latin typeface="Lato" panose="020F0502020204030203" pitchFamily="34" charset="0"/>
                <a:ea typeface="Lato" panose="020F0502020204030203" pitchFamily="34" charset="0"/>
                <a:cs typeface="Lato" panose="020F0502020204030203" pitchFamily="34" charset="0"/>
              </a:rPr>
              <a:t>B</a:t>
            </a:r>
            <a:r>
              <a:rPr sz="2000" spc="-585" dirty="0">
                <a:latin typeface="Lato" panose="020F0502020204030203" pitchFamily="34" charset="0"/>
                <a:ea typeface="Lato" panose="020F0502020204030203" pitchFamily="34" charset="0"/>
                <a:cs typeface="Lato" panose="020F0502020204030203" pitchFamily="34" charset="0"/>
              </a:rPr>
              <a:t>++</a:t>
            </a:r>
            <a:r>
              <a:rPr sz="2000" spc="-215" dirty="0">
                <a:latin typeface="Lato" panose="020F0502020204030203" pitchFamily="34" charset="0"/>
                <a:ea typeface="Lato" panose="020F0502020204030203" pitchFamily="34" charset="0"/>
                <a:cs typeface="Lato" panose="020F0502020204030203" pitchFamily="34" charset="0"/>
              </a:rPr>
              <a:t> </a:t>
            </a:r>
            <a:r>
              <a:rPr sz="2000" spc="35" dirty="0">
                <a:latin typeface="Lato" panose="020F0502020204030203" pitchFamily="34" charset="0"/>
                <a:ea typeface="Lato" panose="020F0502020204030203" pitchFamily="34" charset="0"/>
                <a:cs typeface="Lato" panose="020F0502020204030203" pitchFamily="34" charset="0"/>
              </a:rPr>
              <a:t>t</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ee</a:t>
            </a:r>
            <a:r>
              <a:rPr sz="2000" spc="-70" dirty="0">
                <a:latin typeface="Lato" panose="020F0502020204030203" pitchFamily="34" charset="0"/>
                <a:ea typeface="Lato" panose="020F0502020204030203" pitchFamily="34" charset="0"/>
                <a:cs typeface="Lato" panose="020F0502020204030203" pitchFamily="34" charset="0"/>
              </a:rPr>
              <a:t>s</a:t>
            </a:r>
            <a:r>
              <a:rPr sz="2000" spc="-215" dirty="0">
                <a:latin typeface="Lato" panose="020F0502020204030203" pitchFamily="34" charset="0"/>
                <a:ea typeface="Lato" panose="020F0502020204030203" pitchFamily="34" charset="0"/>
                <a:cs typeface="Lato" panose="020F0502020204030203" pitchFamily="34" charset="0"/>
              </a:rPr>
              <a:t> </a:t>
            </a:r>
            <a:r>
              <a:rPr sz="2000" spc="-15" dirty="0">
                <a:latin typeface="Lato" panose="020F0502020204030203" pitchFamily="34" charset="0"/>
                <a:ea typeface="Lato" panose="020F0502020204030203" pitchFamily="34" charset="0"/>
                <a:cs typeface="Lato" panose="020F0502020204030203" pitchFamily="34" charset="0"/>
              </a:rPr>
              <a:t>a</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140" dirty="0">
                <a:latin typeface="Lato" panose="020F0502020204030203" pitchFamily="34" charset="0"/>
                <a:ea typeface="Lato" panose="020F0502020204030203" pitchFamily="34" charset="0"/>
                <a:cs typeface="Lato" panose="020F0502020204030203" pitchFamily="34" charset="0"/>
              </a:rPr>
              <a:t>p</a:t>
            </a:r>
            <a:r>
              <a:rPr sz="2000" spc="-15" dirty="0">
                <a:latin typeface="Lato" panose="020F0502020204030203" pitchFamily="34" charset="0"/>
                <a:ea typeface="Lato" panose="020F0502020204030203" pitchFamily="34" charset="0"/>
                <a:cs typeface="Lato" panose="020F0502020204030203" pitchFamily="34" charset="0"/>
              </a:rPr>
              <a:t>a</a:t>
            </a:r>
            <a:r>
              <a:rPr sz="2000" spc="-2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t</a:t>
            </a:r>
            <a:r>
              <a:rPr sz="2000" spc="-10" dirty="0">
                <a:latin typeface="Lato" panose="020F0502020204030203" pitchFamily="34" charset="0"/>
                <a:ea typeface="Lato" panose="020F0502020204030203" pitchFamily="34" charset="0"/>
                <a:cs typeface="Lato" panose="020F0502020204030203" pitchFamily="34" charset="0"/>
              </a:rPr>
              <a:t>i</a:t>
            </a:r>
            <a:r>
              <a:rPr sz="2000" spc="114" dirty="0">
                <a:latin typeface="Lato" panose="020F0502020204030203" pitchFamily="34" charset="0"/>
                <a:ea typeface="Lato" panose="020F0502020204030203" pitchFamily="34" charset="0"/>
                <a:cs typeface="Lato" panose="020F0502020204030203" pitchFamily="34" charset="0"/>
              </a:rPr>
              <a:t>cu</a:t>
            </a:r>
            <a:r>
              <a:rPr sz="2000" spc="-10" dirty="0">
                <a:latin typeface="Lato" panose="020F0502020204030203" pitchFamily="34" charset="0"/>
                <a:ea typeface="Lato" panose="020F0502020204030203" pitchFamily="34" charset="0"/>
                <a:cs typeface="Lato" panose="020F0502020204030203" pitchFamily="34" charset="0"/>
              </a:rPr>
              <a:t>l</a:t>
            </a:r>
            <a:r>
              <a:rPr sz="2000" spc="-15" dirty="0">
                <a:latin typeface="Lato" panose="020F0502020204030203" pitchFamily="34" charset="0"/>
                <a:ea typeface="Lato" panose="020F0502020204030203" pitchFamily="34" charset="0"/>
                <a:cs typeface="Lato" panose="020F0502020204030203" pitchFamily="34" charset="0"/>
              </a:rPr>
              <a:t>a</a:t>
            </a:r>
            <a:r>
              <a:rPr sz="2000" spc="-75" dirty="0">
                <a:latin typeface="Lato" panose="020F0502020204030203" pitchFamily="34" charset="0"/>
                <a:ea typeface="Lato" panose="020F0502020204030203" pitchFamily="34" charset="0"/>
                <a:cs typeface="Lato" panose="020F0502020204030203" pitchFamily="34" charset="0"/>
              </a:rPr>
              <a:t>r</a:t>
            </a:r>
            <a:r>
              <a:rPr sz="2000" spc="-10" dirty="0">
                <a:latin typeface="Lato" panose="020F0502020204030203" pitchFamily="34" charset="0"/>
                <a:ea typeface="Lato" panose="020F0502020204030203" pitchFamily="34" charset="0"/>
                <a:cs typeface="Lato" panose="020F0502020204030203" pitchFamily="34" charset="0"/>
              </a:rPr>
              <a:t>l</a:t>
            </a:r>
            <a:r>
              <a:rPr sz="2000" spc="-80" dirty="0">
                <a:latin typeface="Lato" panose="020F0502020204030203" pitchFamily="34" charset="0"/>
                <a:ea typeface="Lato" panose="020F0502020204030203" pitchFamily="34" charset="0"/>
                <a:cs typeface="Lato" panose="020F0502020204030203" pitchFamily="34" charset="0"/>
              </a:rPr>
              <a:t>y  </a:t>
            </a:r>
            <a:r>
              <a:rPr sz="2000" spc="130" dirty="0">
                <a:latin typeface="Lato" panose="020F0502020204030203" pitchFamily="34" charset="0"/>
                <a:ea typeface="Lato" panose="020F0502020204030203" pitchFamily="34" charset="0"/>
                <a:cs typeface="Lato" panose="020F0502020204030203" pitchFamily="34" charset="0"/>
              </a:rPr>
              <a:t>w</a:t>
            </a:r>
            <a:r>
              <a:rPr sz="2000" spc="35" dirty="0">
                <a:latin typeface="Lato" panose="020F0502020204030203" pitchFamily="34" charset="0"/>
                <a:ea typeface="Lato" panose="020F0502020204030203" pitchFamily="34" charset="0"/>
                <a:cs typeface="Lato" panose="020F0502020204030203" pitchFamily="34" charset="0"/>
              </a:rPr>
              <a:t>e</a:t>
            </a:r>
            <a:r>
              <a:rPr sz="2000" spc="-10" dirty="0">
                <a:latin typeface="Lato" panose="020F0502020204030203" pitchFamily="34" charset="0"/>
                <a:ea typeface="Lato" panose="020F0502020204030203" pitchFamily="34" charset="0"/>
                <a:cs typeface="Lato" panose="020F0502020204030203" pitchFamily="34" charset="0"/>
              </a:rPr>
              <a:t>ll</a:t>
            </a:r>
            <a:r>
              <a:rPr sz="2000" spc="-170" dirty="0">
                <a:latin typeface="Lato" panose="020F0502020204030203" pitchFamily="34" charset="0"/>
                <a:ea typeface="Lato" panose="020F0502020204030203" pitchFamily="34" charset="0"/>
                <a:cs typeface="Lato" panose="020F0502020204030203" pitchFamily="34" charset="0"/>
              </a:rPr>
              <a:t>-</a:t>
            </a:r>
            <a:r>
              <a:rPr sz="2000" spc="-70" dirty="0">
                <a:latin typeface="Lato" panose="020F0502020204030203" pitchFamily="34" charset="0"/>
                <a:ea typeface="Lato" panose="020F0502020204030203" pitchFamily="34" charset="0"/>
                <a:cs typeface="Lato" panose="020F0502020204030203" pitchFamily="34" charset="0"/>
              </a:rPr>
              <a:t>s</a:t>
            </a:r>
            <a:r>
              <a:rPr sz="2000" spc="50" dirty="0">
                <a:latin typeface="Lato" panose="020F0502020204030203" pitchFamily="34" charset="0"/>
                <a:ea typeface="Lato" panose="020F0502020204030203" pitchFamily="34" charset="0"/>
                <a:cs typeface="Lato" panose="020F0502020204030203" pitchFamily="34" charset="0"/>
              </a:rPr>
              <a:t>ui</a:t>
            </a:r>
            <a:r>
              <a:rPr sz="2000" spc="-10" dirty="0">
                <a:latin typeface="Lato" panose="020F0502020204030203" pitchFamily="34" charset="0"/>
                <a:ea typeface="Lato" panose="020F0502020204030203" pitchFamily="34" charset="0"/>
                <a:cs typeface="Lato" panose="020F0502020204030203" pitchFamily="34" charset="0"/>
              </a:rPr>
              <a:t>t</a:t>
            </a:r>
            <a:r>
              <a:rPr sz="2000" spc="35" dirty="0">
                <a:latin typeface="Lato" panose="020F0502020204030203" pitchFamily="34" charset="0"/>
                <a:ea typeface="Lato" panose="020F0502020204030203" pitchFamily="34" charset="0"/>
                <a:cs typeface="Lato" panose="020F0502020204030203" pitchFamily="34" charset="0"/>
              </a:rPr>
              <a:t>e</a:t>
            </a:r>
            <a:r>
              <a:rPr sz="2000" spc="150" dirty="0">
                <a:latin typeface="Lato" panose="020F0502020204030203" pitchFamily="34" charset="0"/>
                <a:ea typeface="Lato" panose="020F0502020204030203" pitchFamily="34" charset="0"/>
                <a:cs typeface="Lato" panose="020F0502020204030203" pitchFamily="34" charset="0"/>
              </a:rPr>
              <a:t>d</a:t>
            </a:r>
            <a:r>
              <a:rPr sz="2000" spc="-215" dirty="0">
                <a:latin typeface="Lato" panose="020F0502020204030203" pitchFamily="34" charset="0"/>
                <a:ea typeface="Lato" panose="020F0502020204030203" pitchFamily="34" charset="0"/>
                <a:cs typeface="Lato" panose="020F0502020204030203" pitchFamily="34" charset="0"/>
              </a:rPr>
              <a:t> </a:t>
            </a:r>
            <a:r>
              <a:rPr sz="2000" spc="-15" dirty="0">
                <a:latin typeface="Lato" panose="020F0502020204030203" pitchFamily="34" charset="0"/>
                <a:ea typeface="Lato" panose="020F0502020204030203" pitchFamily="34" charset="0"/>
                <a:cs typeface="Lato" panose="020F0502020204030203" pitchFamily="34" charset="0"/>
              </a:rPr>
              <a:t>t</a:t>
            </a:r>
            <a:r>
              <a:rPr sz="2000" spc="60" dirty="0">
                <a:latin typeface="Lato" panose="020F0502020204030203" pitchFamily="34" charset="0"/>
                <a:ea typeface="Lato" panose="020F0502020204030203" pitchFamily="34" charset="0"/>
                <a:cs typeface="Lato" panose="020F0502020204030203" pitchFamily="34" charset="0"/>
              </a:rPr>
              <a:t>o</a:t>
            </a:r>
            <a:r>
              <a:rPr sz="2000" spc="-215" dirty="0">
                <a:latin typeface="Lato" panose="020F0502020204030203" pitchFamily="34" charset="0"/>
                <a:ea typeface="Lato" panose="020F0502020204030203" pitchFamily="34" charset="0"/>
                <a:cs typeface="Lato" panose="020F0502020204030203" pitchFamily="34" charset="0"/>
              </a:rPr>
              <a:t> </a:t>
            </a:r>
            <a:r>
              <a:rPr sz="2000" spc="-70" dirty="0">
                <a:latin typeface="Lato" panose="020F0502020204030203" pitchFamily="34" charset="0"/>
                <a:ea typeface="Lato" panose="020F0502020204030203" pitchFamily="34" charset="0"/>
                <a:cs typeface="Lato" panose="020F0502020204030203" pitchFamily="34" charset="0"/>
              </a:rPr>
              <a:t>s</a:t>
            </a:r>
            <a:r>
              <a:rPr sz="2000" spc="90" dirty="0">
                <a:latin typeface="Lato" panose="020F0502020204030203" pitchFamily="34" charset="0"/>
                <a:ea typeface="Lato" panose="020F0502020204030203" pitchFamily="34" charset="0"/>
                <a:cs typeface="Lato" panose="020F0502020204030203" pitchFamily="34" charset="0"/>
              </a:rPr>
              <a:t>c</a:t>
            </a:r>
            <a:r>
              <a:rPr sz="2000" spc="35" dirty="0">
                <a:latin typeface="Lato" panose="020F0502020204030203" pitchFamily="34" charset="0"/>
                <a:ea typeface="Lato" panose="020F0502020204030203" pitchFamily="34" charset="0"/>
                <a:cs typeface="Lato" panose="020F0502020204030203" pitchFamily="34" charset="0"/>
              </a:rPr>
              <a:t>e</a:t>
            </a:r>
            <a:r>
              <a:rPr sz="2000" spc="125" dirty="0">
                <a:latin typeface="Lato" panose="020F0502020204030203" pitchFamily="34" charset="0"/>
                <a:ea typeface="Lato" panose="020F0502020204030203" pitchFamily="34" charset="0"/>
                <a:cs typeface="Lato" panose="020F0502020204030203" pitchFamily="34" charset="0"/>
              </a:rPr>
              <a:t>n</a:t>
            </a:r>
            <a:r>
              <a:rPr sz="2000" spc="-15" dirty="0">
                <a:latin typeface="Lato" panose="020F0502020204030203" pitchFamily="34" charset="0"/>
                <a:ea typeface="Lato" panose="020F0502020204030203" pitchFamily="34" charset="0"/>
                <a:cs typeface="Lato" panose="020F0502020204030203" pitchFamily="34" charset="0"/>
              </a:rPr>
              <a:t>a</a:t>
            </a:r>
            <a:r>
              <a:rPr sz="2000" spc="-75" dirty="0">
                <a:latin typeface="Lato" panose="020F0502020204030203" pitchFamily="34" charset="0"/>
                <a:ea typeface="Lato" panose="020F0502020204030203" pitchFamily="34" charset="0"/>
                <a:cs typeface="Lato" panose="020F0502020204030203" pitchFamily="34" charset="0"/>
              </a:rPr>
              <a:t>r</a:t>
            </a:r>
            <a:r>
              <a:rPr sz="2000" spc="-10" dirty="0">
                <a:latin typeface="Lato" panose="020F0502020204030203" pitchFamily="34" charset="0"/>
                <a:ea typeface="Lato" panose="020F0502020204030203" pitchFamily="34" charset="0"/>
                <a:cs typeface="Lato" panose="020F0502020204030203" pitchFamily="34" charset="0"/>
              </a:rPr>
              <a:t>i</a:t>
            </a:r>
            <a:r>
              <a:rPr sz="2000" spc="60" dirty="0">
                <a:latin typeface="Lato" panose="020F0502020204030203" pitchFamily="34" charset="0"/>
                <a:ea typeface="Lato" panose="020F0502020204030203" pitchFamily="34" charset="0"/>
                <a:cs typeface="Lato" panose="020F0502020204030203" pitchFamily="34" charset="0"/>
              </a:rPr>
              <a:t>o</a:t>
            </a:r>
            <a:r>
              <a:rPr sz="2000" spc="-70" dirty="0">
                <a:latin typeface="Lato" panose="020F0502020204030203" pitchFamily="34" charset="0"/>
                <a:ea typeface="Lato" panose="020F0502020204030203" pitchFamily="34" charset="0"/>
                <a:cs typeface="Lato" panose="020F0502020204030203" pitchFamily="34" charset="0"/>
              </a:rPr>
              <a:t>s</a:t>
            </a:r>
            <a:r>
              <a:rPr sz="2000" spc="-215" dirty="0">
                <a:latin typeface="Lato" panose="020F0502020204030203" pitchFamily="34" charset="0"/>
                <a:ea typeface="Lato" panose="020F0502020204030203" pitchFamily="34" charset="0"/>
                <a:cs typeface="Lato" panose="020F0502020204030203" pitchFamily="34" charset="0"/>
              </a:rPr>
              <a:t> </a:t>
            </a:r>
            <a:r>
              <a:rPr sz="2000" spc="170" dirty="0">
                <a:latin typeface="Lato" panose="020F0502020204030203" pitchFamily="34" charset="0"/>
                <a:ea typeface="Lato" panose="020F0502020204030203" pitchFamily="34" charset="0"/>
                <a:cs typeface="Lato" panose="020F0502020204030203" pitchFamily="34" charset="0"/>
              </a:rPr>
              <a:t>w</a:t>
            </a:r>
            <a:r>
              <a:rPr sz="2000" spc="125" dirty="0">
                <a:latin typeface="Lato" panose="020F0502020204030203" pitchFamily="34" charset="0"/>
                <a:ea typeface="Lato" panose="020F0502020204030203" pitchFamily="34" charset="0"/>
                <a:cs typeface="Lato" panose="020F0502020204030203" pitchFamily="34" charset="0"/>
              </a:rPr>
              <a:t>h</a:t>
            </a:r>
            <a:r>
              <a:rPr sz="2000" spc="35" dirty="0">
                <a:latin typeface="Lato" panose="020F0502020204030203" pitchFamily="34" charset="0"/>
                <a:ea typeface="Lato" panose="020F0502020204030203" pitchFamily="34" charset="0"/>
                <a:cs typeface="Lato" panose="020F0502020204030203" pitchFamily="34" charset="0"/>
              </a:rPr>
              <a:t>e</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150" dirty="0">
                <a:latin typeface="Lato" panose="020F0502020204030203" pitchFamily="34" charset="0"/>
                <a:ea typeface="Lato" panose="020F0502020204030203" pitchFamily="34" charset="0"/>
                <a:cs typeface="Lato" panose="020F0502020204030203" pitchFamily="34" charset="0"/>
              </a:rPr>
              <a:t>d</a:t>
            </a:r>
            <a:r>
              <a:rPr sz="2000" spc="-15" dirty="0">
                <a:latin typeface="Lato" panose="020F0502020204030203" pitchFamily="34" charset="0"/>
                <a:ea typeface="Lato" panose="020F0502020204030203" pitchFamily="34" charset="0"/>
                <a:cs typeface="Lato" panose="020F0502020204030203" pitchFamily="34" charset="0"/>
              </a:rPr>
              <a:t>a</a:t>
            </a:r>
            <a:r>
              <a:rPr sz="2000" spc="35" dirty="0">
                <a:latin typeface="Lato" panose="020F0502020204030203" pitchFamily="34" charset="0"/>
                <a:ea typeface="Lato" panose="020F0502020204030203" pitchFamily="34" charset="0"/>
                <a:cs typeface="Lato" panose="020F0502020204030203" pitchFamily="34" charset="0"/>
              </a:rPr>
              <a:t>t</a:t>
            </a:r>
            <a:r>
              <a:rPr sz="2000" spc="-15" dirty="0">
                <a:latin typeface="Lato" panose="020F0502020204030203" pitchFamily="34" charset="0"/>
                <a:ea typeface="Lato" panose="020F0502020204030203" pitchFamily="34" charset="0"/>
                <a:cs typeface="Lato" panose="020F0502020204030203" pitchFamily="34" charset="0"/>
              </a:rPr>
              <a:t>a</a:t>
            </a:r>
            <a:r>
              <a:rPr sz="2000" spc="-215" dirty="0">
                <a:latin typeface="Lato" panose="020F0502020204030203" pitchFamily="34" charset="0"/>
                <a:ea typeface="Lato" panose="020F0502020204030203" pitchFamily="34" charset="0"/>
                <a:cs typeface="Lato" panose="020F0502020204030203" pitchFamily="34" charset="0"/>
              </a:rPr>
              <a:t> </a:t>
            </a:r>
            <a:r>
              <a:rPr sz="2000" spc="-10" dirty="0">
                <a:latin typeface="Lato" panose="020F0502020204030203" pitchFamily="34" charset="0"/>
                <a:ea typeface="Lato" panose="020F0502020204030203" pitchFamily="34" charset="0"/>
                <a:cs typeface="Lato" panose="020F0502020204030203" pitchFamily="34" charset="0"/>
              </a:rPr>
              <a:t>i</a:t>
            </a:r>
            <a:r>
              <a:rPr sz="2000" spc="-55" dirty="0">
                <a:latin typeface="Lato" panose="020F0502020204030203" pitchFamily="34" charset="0"/>
                <a:ea typeface="Lato" panose="020F0502020204030203" pitchFamily="34" charset="0"/>
                <a:cs typeface="Lato" panose="020F0502020204030203" pitchFamily="34" charset="0"/>
              </a:rPr>
              <a:t>s  </a:t>
            </a:r>
            <a:r>
              <a:rPr sz="2000" spc="170" dirty="0">
                <a:latin typeface="Lato" panose="020F0502020204030203" pitchFamily="34" charset="0"/>
                <a:ea typeface="Lato" panose="020F0502020204030203" pitchFamily="34" charset="0"/>
                <a:cs typeface="Lato" panose="020F0502020204030203" pitchFamily="34" charset="0"/>
              </a:rPr>
              <a:t>f</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a:t>
            </a:r>
            <a:r>
              <a:rPr sz="2000" spc="150" dirty="0">
                <a:latin typeface="Lato" panose="020F0502020204030203" pitchFamily="34" charset="0"/>
                <a:ea typeface="Lato" panose="020F0502020204030203" pitchFamily="34" charset="0"/>
                <a:cs typeface="Lato" panose="020F0502020204030203" pitchFamily="34" charset="0"/>
              </a:rPr>
              <a:t>q</a:t>
            </a:r>
            <a:r>
              <a:rPr sz="2000" spc="75" dirty="0">
                <a:latin typeface="Lato" panose="020F0502020204030203" pitchFamily="34" charset="0"/>
                <a:ea typeface="Lato" panose="020F0502020204030203" pitchFamily="34" charset="0"/>
                <a:cs typeface="Lato" panose="020F0502020204030203" pitchFamily="34" charset="0"/>
              </a:rPr>
              <a:t>ue</a:t>
            </a:r>
            <a:r>
              <a:rPr sz="2000" spc="125" dirty="0">
                <a:latin typeface="Lato" panose="020F0502020204030203" pitchFamily="34" charset="0"/>
                <a:ea typeface="Lato" panose="020F0502020204030203" pitchFamily="34" charset="0"/>
                <a:cs typeface="Lato" panose="020F0502020204030203" pitchFamily="34" charset="0"/>
              </a:rPr>
              <a:t>n</a:t>
            </a:r>
            <a:r>
              <a:rPr sz="2000" spc="35" dirty="0">
                <a:latin typeface="Lato" panose="020F0502020204030203" pitchFamily="34" charset="0"/>
                <a:ea typeface="Lato" panose="020F0502020204030203" pitchFamily="34" charset="0"/>
                <a:cs typeface="Lato" panose="020F0502020204030203" pitchFamily="34" charset="0"/>
              </a:rPr>
              <a:t>t</a:t>
            </a:r>
            <a:r>
              <a:rPr sz="2000" spc="-10" dirty="0">
                <a:latin typeface="Lato" panose="020F0502020204030203" pitchFamily="34" charset="0"/>
                <a:ea typeface="Lato" panose="020F0502020204030203" pitchFamily="34" charset="0"/>
                <a:cs typeface="Lato" panose="020F0502020204030203" pitchFamily="34" charset="0"/>
              </a:rPr>
              <a:t>l</a:t>
            </a:r>
            <a:r>
              <a:rPr sz="2000" spc="-110" dirty="0">
                <a:latin typeface="Lato" panose="020F0502020204030203" pitchFamily="34" charset="0"/>
                <a:ea typeface="Lato" panose="020F0502020204030203" pitchFamily="34" charset="0"/>
                <a:cs typeface="Lato" panose="020F0502020204030203" pitchFamily="34" charset="0"/>
              </a:rPr>
              <a:t>y</a:t>
            </a:r>
            <a:r>
              <a:rPr sz="2000" spc="-215" dirty="0">
                <a:latin typeface="Lato" panose="020F0502020204030203" pitchFamily="34" charset="0"/>
                <a:ea typeface="Lato" panose="020F0502020204030203" pitchFamily="34" charset="0"/>
                <a:cs typeface="Lato" panose="020F0502020204030203" pitchFamily="34" charset="0"/>
              </a:rPr>
              <a:t> </a:t>
            </a:r>
            <a:r>
              <a:rPr sz="2000" spc="130" dirty="0">
                <a:latin typeface="Lato" panose="020F0502020204030203" pitchFamily="34" charset="0"/>
                <a:ea typeface="Lato" panose="020F0502020204030203" pitchFamily="34" charset="0"/>
                <a:cs typeface="Lato" panose="020F0502020204030203" pitchFamily="34" charset="0"/>
              </a:rPr>
              <a:t>up</a:t>
            </a:r>
            <a:r>
              <a:rPr sz="2000" spc="150" dirty="0">
                <a:latin typeface="Lato" panose="020F0502020204030203" pitchFamily="34" charset="0"/>
                <a:ea typeface="Lato" panose="020F0502020204030203" pitchFamily="34" charset="0"/>
                <a:cs typeface="Lato" panose="020F0502020204030203" pitchFamily="34" charset="0"/>
              </a:rPr>
              <a:t>d</a:t>
            </a:r>
            <a:r>
              <a:rPr sz="2000" spc="-15" dirty="0">
                <a:latin typeface="Lato" panose="020F0502020204030203" pitchFamily="34" charset="0"/>
                <a:ea typeface="Lato" panose="020F0502020204030203" pitchFamily="34" charset="0"/>
                <a:cs typeface="Lato" panose="020F0502020204030203" pitchFamily="34" charset="0"/>
              </a:rPr>
              <a:t>at</a:t>
            </a:r>
            <a:r>
              <a:rPr sz="2000" spc="35" dirty="0">
                <a:latin typeface="Lato" panose="020F0502020204030203" pitchFamily="34" charset="0"/>
                <a:ea typeface="Lato" panose="020F0502020204030203" pitchFamily="34" charset="0"/>
                <a:cs typeface="Lato" panose="020F0502020204030203" pitchFamily="34" charset="0"/>
              </a:rPr>
              <a:t>e</a:t>
            </a:r>
            <a:r>
              <a:rPr sz="2000" spc="150" dirty="0">
                <a:latin typeface="Lato" panose="020F0502020204030203" pitchFamily="34" charset="0"/>
                <a:ea typeface="Lato" panose="020F0502020204030203" pitchFamily="34" charset="0"/>
                <a:cs typeface="Lato" panose="020F0502020204030203" pitchFamily="34" charset="0"/>
              </a:rPr>
              <a:t>d</a:t>
            </a:r>
            <a:r>
              <a:rPr sz="2000" spc="-215" dirty="0">
                <a:latin typeface="Lato" panose="020F0502020204030203" pitchFamily="34" charset="0"/>
                <a:ea typeface="Lato" panose="020F0502020204030203" pitchFamily="34" charset="0"/>
                <a:cs typeface="Lato" panose="020F0502020204030203" pitchFamily="34" charset="0"/>
              </a:rPr>
              <a:t> </a:t>
            </a:r>
            <a:r>
              <a:rPr sz="2000" spc="60" dirty="0">
                <a:latin typeface="Lato" panose="020F0502020204030203" pitchFamily="34" charset="0"/>
                <a:ea typeface="Lato" panose="020F0502020204030203" pitchFamily="34" charset="0"/>
                <a:cs typeface="Lato" panose="020F0502020204030203" pitchFamily="34" charset="0"/>
              </a:rPr>
              <a:t>o</a:t>
            </a:r>
            <a:r>
              <a:rPr sz="2000" spc="-55" dirty="0">
                <a:latin typeface="Lato" panose="020F0502020204030203" pitchFamily="34" charset="0"/>
                <a:ea typeface="Lato" panose="020F0502020204030203" pitchFamily="34" charset="0"/>
                <a:cs typeface="Lato" panose="020F0502020204030203" pitchFamily="34" charset="0"/>
              </a:rPr>
              <a:t>r</a:t>
            </a:r>
            <a:r>
              <a:rPr sz="2000" spc="-215" dirty="0">
                <a:latin typeface="Lato" panose="020F0502020204030203" pitchFamily="34" charset="0"/>
                <a:ea typeface="Lato" panose="020F0502020204030203" pitchFamily="34" charset="0"/>
                <a:cs typeface="Lato" panose="020F0502020204030203" pitchFamily="34" charset="0"/>
              </a:rPr>
              <a:t> </a:t>
            </a:r>
            <a:r>
              <a:rPr sz="2000" spc="150" dirty="0">
                <a:latin typeface="Lato" panose="020F0502020204030203" pitchFamily="34" charset="0"/>
                <a:ea typeface="Lato" panose="020F0502020204030203" pitchFamily="34" charset="0"/>
                <a:cs typeface="Lato" panose="020F0502020204030203" pitchFamily="34" charset="0"/>
              </a:rPr>
              <a:t>d</a:t>
            </a:r>
            <a:r>
              <a:rPr sz="2000" spc="35" dirty="0">
                <a:latin typeface="Lato" panose="020F0502020204030203" pitchFamily="34" charset="0"/>
                <a:ea typeface="Lato" panose="020F0502020204030203" pitchFamily="34" charset="0"/>
                <a:cs typeface="Lato" panose="020F0502020204030203" pitchFamily="34" charset="0"/>
              </a:rPr>
              <a:t>e</a:t>
            </a:r>
            <a:r>
              <a:rPr sz="2000" spc="-10" dirty="0">
                <a:latin typeface="Lato" panose="020F0502020204030203" pitchFamily="34" charset="0"/>
                <a:ea typeface="Lato" panose="020F0502020204030203" pitchFamily="34" charset="0"/>
                <a:cs typeface="Lato" panose="020F0502020204030203" pitchFamily="34" charset="0"/>
              </a:rPr>
              <a:t>l</a:t>
            </a:r>
            <a:r>
              <a:rPr sz="2000" spc="35" dirty="0">
                <a:latin typeface="Lato" panose="020F0502020204030203" pitchFamily="34" charset="0"/>
                <a:ea typeface="Lato" panose="020F0502020204030203" pitchFamily="34" charset="0"/>
                <a:cs typeface="Lato" panose="020F0502020204030203" pitchFamily="34" charset="0"/>
              </a:rPr>
              <a:t>e</a:t>
            </a:r>
            <a:r>
              <a:rPr sz="2000" spc="-15" dirty="0">
                <a:latin typeface="Lato" panose="020F0502020204030203" pitchFamily="34" charset="0"/>
                <a:ea typeface="Lato" panose="020F0502020204030203" pitchFamily="34" charset="0"/>
                <a:cs typeface="Lato" panose="020F0502020204030203" pitchFamily="34" charset="0"/>
              </a:rPr>
              <a:t>t</a:t>
            </a:r>
            <a:r>
              <a:rPr sz="2000" spc="35" dirty="0">
                <a:latin typeface="Lato" panose="020F0502020204030203" pitchFamily="34" charset="0"/>
                <a:ea typeface="Lato" panose="020F0502020204030203" pitchFamily="34" charset="0"/>
                <a:cs typeface="Lato" panose="020F0502020204030203" pitchFamily="34" charset="0"/>
              </a:rPr>
              <a:t>e</a:t>
            </a:r>
            <a:r>
              <a:rPr sz="2000" spc="150" dirty="0">
                <a:latin typeface="Lato" panose="020F0502020204030203" pitchFamily="34" charset="0"/>
                <a:ea typeface="Lato" panose="020F0502020204030203" pitchFamily="34" charset="0"/>
                <a:cs typeface="Lato" panose="020F0502020204030203" pitchFamily="34" charset="0"/>
              </a:rPr>
              <a:t>d</a:t>
            </a:r>
            <a:r>
              <a:rPr sz="2000" spc="-370" dirty="0">
                <a:latin typeface="Lato" panose="020F0502020204030203" pitchFamily="34" charset="0"/>
                <a:ea typeface="Lato" panose="020F0502020204030203" pitchFamily="34" charset="0"/>
                <a:cs typeface="Lato" panose="020F0502020204030203" pitchFamily="34" charset="0"/>
              </a:rPr>
              <a:t>.</a:t>
            </a:r>
            <a:r>
              <a:rPr sz="2000" spc="-215" dirty="0">
                <a:latin typeface="Lato" panose="020F0502020204030203" pitchFamily="34" charset="0"/>
                <a:ea typeface="Lato" panose="020F0502020204030203" pitchFamily="34" charset="0"/>
                <a:cs typeface="Lato" panose="020F0502020204030203" pitchFamily="34" charset="0"/>
              </a:rPr>
              <a:t> </a:t>
            </a:r>
            <a:endParaRPr lang="en-IN" sz="2000" spc="-215" dirty="0">
              <a:latin typeface="Lato" panose="020F0502020204030203" pitchFamily="34" charset="0"/>
              <a:ea typeface="Lato" panose="020F0502020204030203" pitchFamily="34" charset="0"/>
              <a:cs typeface="Lato" panose="020F0502020204030203" pitchFamily="34" charset="0"/>
            </a:endParaRPr>
          </a:p>
          <a:p>
            <a:pPr marL="12700" marR="5080">
              <a:lnSpc>
                <a:spcPct val="102299"/>
              </a:lnSpc>
              <a:spcBef>
                <a:spcPts val="55"/>
              </a:spcBef>
            </a:pPr>
            <a:r>
              <a:rPr sz="2000" spc="-90" dirty="0">
                <a:latin typeface="Lato" panose="020F0502020204030203" pitchFamily="34" charset="0"/>
                <a:ea typeface="Lato" panose="020F0502020204030203" pitchFamily="34" charset="0"/>
                <a:cs typeface="Lato" panose="020F0502020204030203" pitchFamily="34" charset="0"/>
              </a:rPr>
              <a:t>T</a:t>
            </a:r>
            <a:r>
              <a:rPr sz="2000" spc="125" dirty="0">
                <a:latin typeface="Lato" panose="020F0502020204030203" pitchFamily="34" charset="0"/>
                <a:ea typeface="Lato" panose="020F0502020204030203" pitchFamily="34" charset="0"/>
                <a:cs typeface="Lato" panose="020F0502020204030203" pitchFamily="34" charset="0"/>
              </a:rPr>
              <a:t>h</a:t>
            </a:r>
            <a:r>
              <a:rPr sz="2000" spc="10" dirty="0">
                <a:latin typeface="Lato" panose="020F0502020204030203" pitchFamily="34" charset="0"/>
                <a:ea typeface="Lato" panose="020F0502020204030203" pitchFamily="34" charset="0"/>
                <a:cs typeface="Lato" panose="020F0502020204030203" pitchFamily="34" charset="0"/>
              </a:rPr>
              <a:t>e</a:t>
            </a:r>
            <a:r>
              <a:rPr sz="2000" spc="-80" dirty="0">
                <a:latin typeface="Lato" panose="020F0502020204030203" pitchFamily="34" charset="0"/>
                <a:ea typeface="Lato" panose="020F0502020204030203" pitchFamily="34" charset="0"/>
                <a:cs typeface="Lato" panose="020F0502020204030203" pitchFamily="34" charset="0"/>
              </a:rPr>
              <a:t>y  </a:t>
            </a:r>
            <a:r>
              <a:rPr sz="2000" spc="-15" dirty="0">
                <a:latin typeface="Lato" panose="020F0502020204030203" pitchFamily="34" charset="0"/>
                <a:ea typeface="Lato" panose="020F0502020204030203" pitchFamily="34" charset="0"/>
                <a:cs typeface="Lato" panose="020F0502020204030203" pitchFamily="34" charset="0"/>
              </a:rPr>
              <a:t>a</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15" dirty="0">
                <a:latin typeface="Lato" panose="020F0502020204030203" pitchFamily="34" charset="0"/>
                <a:ea typeface="Lato" panose="020F0502020204030203" pitchFamily="34" charset="0"/>
                <a:cs typeface="Lato" panose="020F0502020204030203" pitchFamily="34" charset="0"/>
              </a:rPr>
              <a:t>a</a:t>
            </a:r>
            <a:r>
              <a:rPr sz="2000" spc="-10" dirty="0">
                <a:latin typeface="Lato" panose="020F0502020204030203" pitchFamily="34" charset="0"/>
                <a:ea typeface="Lato" panose="020F0502020204030203" pitchFamily="34" charset="0"/>
                <a:cs typeface="Lato" panose="020F0502020204030203" pitchFamily="34" charset="0"/>
              </a:rPr>
              <a:t>l</a:t>
            </a:r>
            <a:r>
              <a:rPr sz="2000" spc="-70" dirty="0">
                <a:latin typeface="Lato" panose="020F0502020204030203" pitchFamily="34" charset="0"/>
                <a:ea typeface="Lato" panose="020F0502020204030203" pitchFamily="34" charset="0"/>
                <a:cs typeface="Lato" panose="020F0502020204030203" pitchFamily="34" charset="0"/>
              </a:rPr>
              <a:t>s</a:t>
            </a:r>
            <a:r>
              <a:rPr sz="2000" spc="60" dirty="0">
                <a:latin typeface="Lato" panose="020F0502020204030203" pitchFamily="34" charset="0"/>
                <a:ea typeface="Lato" panose="020F0502020204030203" pitchFamily="34" charset="0"/>
                <a:cs typeface="Lato" panose="020F0502020204030203" pitchFamily="34" charset="0"/>
              </a:rPr>
              <a:t>o</a:t>
            </a:r>
            <a:r>
              <a:rPr sz="2000" spc="-215" dirty="0">
                <a:latin typeface="Lato" panose="020F0502020204030203" pitchFamily="34" charset="0"/>
                <a:ea typeface="Lato" panose="020F0502020204030203" pitchFamily="34" charset="0"/>
                <a:cs typeface="Lato" panose="020F0502020204030203" pitchFamily="34" charset="0"/>
              </a:rPr>
              <a:t> </a:t>
            </a:r>
            <a:r>
              <a:rPr sz="2000" spc="20" dirty="0">
                <a:latin typeface="Lato" panose="020F0502020204030203" pitchFamily="34" charset="0"/>
                <a:ea typeface="Lato" panose="020F0502020204030203" pitchFamily="34" charset="0"/>
                <a:cs typeface="Lato" panose="020F0502020204030203" pitchFamily="34" charset="0"/>
              </a:rPr>
              <a:t>us</a:t>
            </a:r>
            <a:r>
              <a:rPr sz="2000" spc="35" dirty="0">
                <a:latin typeface="Lato" panose="020F0502020204030203" pitchFamily="34" charset="0"/>
                <a:ea typeface="Lato" panose="020F0502020204030203" pitchFamily="34" charset="0"/>
                <a:cs typeface="Lato" panose="020F0502020204030203" pitchFamily="34" charset="0"/>
              </a:rPr>
              <a:t>e</a:t>
            </a:r>
            <a:r>
              <a:rPr sz="2000" spc="-25" dirty="0">
                <a:latin typeface="Lato" panose="020F0502020204030203" pitchFamily="34" charset="0"/>
                <a:ea typeface="Lato" panose="020F0502020204030203" pitchFamily="34" charset="0"/>
                <a:cs typeface="Lato" panose="020F0502020204030203" pitchFamily="34" charset="0"/>
              </a:rPr>
              <a:t>f</a:t>
            </a:r>
            <a:r>
              <a:rPr sz="2000" spc="50" dirty="0">
                <a:latin typeface="Lato" panose="020F0502020204030203" pitchFamily="34" charset="0"/>
                <a:ea typeface="Lato" panose="020F0502020204030203" pitchFamily="34" charset="0"/>
                <a:cs typeface="Lato" panose="020F0502020204030203" pitchFamily="34" charset="0"/>
              </a:rPr>
              <a:t>ul</a:t>
            </a:r>
            <a:r>
              <a:rPr sz="2000" spc="-215" dirty="0">
                <a:latin typeface="Lato" panose="020F0502020204030203" pitchFamily="34" charset="0"/>
                <a:ea typeface="Lato" panose="020F0502020204030203" pitchFamily="34" charset="0"/>
                <a:cs typeface="Lato" panose="020F0502020204030203" pitchFamily="34" charset="0"/>
              </a:rPr>
              <a:t> </a:t>
            </a:r>
            <a:r>
              <a:rPr sz="2000" spc="-10" dirty="0">
                <a:latin typeface="Lato" panose="020F0502020204030203" pitchFamily="34" charset="0"/>
                <a:ea typeface="Lato" panose="020F0502020204030203" pitchFamily="34" charset="0"/>
                <a:cs typeface="Lato" panose="020F0502020204030203" pitchFamily="34" charset="0"/>
              </a:rPr>
              <a:t>i</a:t>
            </a:r>
            <a:r>
              <a:rPr sz="2000" spc="125" dirty="0">
                <a:latin typeface="Lato" panose="020F0502020204030203" pitchFamily="34" charset="0"/>
                <a:ea typeface="Lato" panose="020F0502020204030203" pitchFamily="34" charset="0"/>
                <a:cs typeface="Lato" panose="020F0502020204030203" pitchFamily="34" charset="0"/>
              </a:rPr>
              <a:t>n</a:t>
            </a:r>
            <a:r>
              <a:rPr sz="2000" spc="-215" dirty="0">
                <a:latin typeface="Lato" panose="020F0502020204030203" pitchFamily="34" charset="0"/>
                <a:ea typeface="Lato" panose="020F0502020204030203" pitchFamily="34" charset="0"/>
                <a:cs typeface="Lato" panose="020F0502020204030203" pitchFamily="34" charset="0"/>
              </a:rPr>
              <a:t> </a:t>
            </a:r>
            <a:r>
              <a:rPr sz="2000" spc="-70" dirty="0">
                <a:latin typeface="Lato" panose="020F0502020204030203" pitchFamily="34" charset="0"/>
                <a:ea typeface="Lato" panose="020F0502020204030203" pitchFamily="34" charset="0"/>
                <a:cs typeface="Lato" panose="020F0502020204030203" pitchFamily="34" charset="0"/>
              </a:rPr>
              <a:t>s</a:t>
            </a:r>
            <a:r>
              <a:rPr sz="2000" spc="90" dirty="0">
                <a:latin typeface="Lato" panose="020F0502020204030203" pitchFamily="34" charset="0"/>
                <a:ea typeface="Lato" panose="020F0502020204030203" pitchFamily="34" charset="0"/>
                <a:cs typeface="Lato" panose="020F0502020204030203" pitchFamily="34" charset="0"/>
              </a:rPr>
              <a:t>c</a:t>
            </a:r>
            <a:r>
              <a:rPr sz="2000" spc="35" dirty="0">
                <a:latin typeface="Lato" panose="020F0502020204030203" pitchFamily="34" charset="0"/>
                <a:ea typeface="Lato" panose="020F0502020204030203" pitchFamily="34" charset="0"/>
                <a:cs typeface="Lato" panose="020F0502020204030203" pitchFamily="34" charset="0"/>
              </a:rPr>
              <a:t>e</a:t>
            </a:r>
            <a:r>
              <a:rPr sz="2000" spc="125" dirty="0">
                <a:latin typeface="Lato" panose="020F0502020204030203" pitchFamily="34" charset="0"/>
                <a:ea typeface="Lato" panose="020F0502020204030203" pitchFamily="34" charset="0"/>
                <a:cs typeface="Lato" panose="020F0502020204030203" pitchFamily="34" charset="0"/>
              </a:rPr>
              <a:t>n</a:t>
            </a:r>
            <a:r>
              <a:rPr sz="2000" spc="-15" dirty="0">
                <a:latin typeface="Lato" panose="020F0502020204030203" pitchFamily="34" charset="0"/>
                <a:ea typeface="Lato" panose="020F0502020204030203" pitchFamily="34" charset="0"/>
                <a:cs typeface="Lato" panose="020F0502020204030203" pitchFamily="34" charset="0"/>
              </a:rPr>
              <a:t>a</a:t>
            </a:r>
            <a:r>
              <a:rPr sz="2000" spc="-75" dirty="0">
                <a:latin typeface="Lato" panose="020F0502020204030203" pitchFamily="34" charset="0"/>
                <a:ea typeface="Lato" panose="020F0502020204030203" pitchFamily="34" charset="0"/>
                <a:cs typeface="Lato" panose="020F0502020204030203" pitchFamily="34" charset="0"/>
              </a:rPr>
              <a:t>r</a:t>
            </a:r>
            <a:r>
              <a:rPr sz="2000" spc="-10" dirty="0">
                <a:latin typeface="Lato" panose="020F0502020204030203" pitchFamily="34" charset="0"/>
                <a:ea typeface="Lato" panose="020F0502020204030203" pitchFamily="34" charset="0"/>
                <a:cs typeface="Lato" panose="020F0502020204030203" pitchFamily="34" charset="0"/>
              </a:rPr>
              <a:t>i</a:t>
            </a:r>
            <a:r>
              <a:rPr sz="2000" spc="60" dirty="0">
                <a:latin typeface="Lato" panose="020F0502020204030203" pitchFamily="34" charset="0"/>
                <a:ea typeface="Lato" panose="020F0502020204030203" pitchFamily="34" charset="0"/>
                <a:cs typeface="Lato" panose="020F0502020204030203" pitchFamily="34" charset="0"/>
              </a:rPr>
              <a:t>o</a:t>
            </a:r>
            <a:r>
              <a:rPr sz="2000" spc="-70" dirty="0">
                <a:latin typeface="Lato" panose="020F0502020204030203" pitchFamily="34" charset="0"/>
                <a:ea typeface="Lato" panose="020F0502020204030203" pitchFamily="34" charset="0"/>
                <a:cs typeface="Lato" panose="020F0502020204030203" pitchFamily="34" charset="0"/>
              </a:rPr>
              <a:t>s</a:t>
            </a:r>
            <a:r>
              <a:rPr sz="2000" spc="-215" dirty="0">
                <a:latin typeface="Lato" panose="020F0502020204030203" pitchFamily="34" charset="0"/>
                <a:ea typeface="Lato" panose="020F0502020204030203" pitchFamily="34" charset="0"/>
                <a:cs typeface="Lato" panose="020F0502020204030203" pitchFamily="34" charset="0"/>
              </a:rPr>
              <a:t> </a:t>
            </a:r>
            <a:r>
              <a:rPr sz="2000" spc="170" dirty="0">
                <a:latin typeface="Lato" panose="020F0502020204030203" pitchFamily="34" charset="0"/>
                <a:ea typeface="Lato" panose="020F0502020204030203" pitchFamily="34" charset="0"/>
                <a:cs typeface="Lato" panose="020F0502020204030203" pitchFamily="34" charset="0"/>
              </a:rPr>
              <a:t>w</a:t>
            </a:r>
            <a:r>
              <a:rPr sz="2000" spc="125" dirty="0">
                <a:latin typeface="Lato" panose="020F0502020204030203" pitchFamily="34" charset="0"/>
                <a:ea typeface="Lato" panose="020F0502020204030203" pitchFamily="34" charset="0"/>
                <a:cs typeface="Lato" panose="020F0502020204030203" pitchFamily="34" charset="0"/>
              </a:rPr>
              <a:t>h</a:t>
            </a:r>
            <a:r>
              <a:rPr sz="2000" spc="35" dirty="0">
                <a:latin typeface="Lato" panose="020F0502020204030203" pitchFamily="34" charset="0"/>
                <a:ea typeface="Lato" panose="020F0502020204030203" pitchFamily="34" charset="0"/>
                <a:cs typeface="Lato" panose="020F0502020204030203" pitchFamily="34" charset="0"/>
              </a:rPr>
              <a:t>e</a:t>
            </a:r>
            <a:r>
              <a:rPr sz="2000" spc="-90" dirty="0">
                <a:latin typeface="Lato" panose="020F0502020204030203" pitchFamily="34" charset="0"/>
                <a:ea typeface="Lato" panose="020F0502020204030203" pitchFamily="34" charset="0"/>
                <a:cs typeface="Lato" panose="020F0502020204030203" pitchFamily="34" charset="0"/>
              </a:rPr>
              <a:t>r</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150" dirty="0">
                <a:latin typeface="Lato" panose="020F0502020204030203" pitchFamily="34" charset="0"/>
                <a:ea typeface="Lato" panose="020F0502020204030203" pitchFamily="34" charset="0"/>
                <a:cs typeface="Lato" panose="020F0502020204030203" pitchFamily="34" charset="0"/>
              </a:rPr>
              <a:t>d</a:t>
            </a:r>
            <a:r>
              <a:rPr sz="2000" spc="-15" dirty="0">
                <a:latin typeface="Lato" panose="020F0502020204030203" pitchFamily="34" charset="0"/>
                <a:ea typeface="Lato" panose="020F0502020204030203" pitchFamily="34" charset="0"/>
                <a:cs typeface="Lato" panose="020F0502020204030203" pitchFamily="34" charset="0"/>
              </a:rPr>
              <a:t>a</a:t>
            </a:r>
            <a:r>
              <a:rPr sz="2000" spc="35" dirty="0">
                <a:latin typeface="Lato" panose="020F0502020204030203" pitchFamily="34" charset="0"/>
                <a:ea typeface="Lato" panose="020F0502020204030203" pitchFamily="34" charset="0"/>
                <a:cs typeface="Lato" panose="020F0502020204030203" pitchFamily="34" charset="0"/>
              </a:rPr>
              <a:t>t</a:t>
            </a:r>
            <a:r>
              <a:rPr sz="2000" spc="-10" dirty="0">
                <a:latin typeface="Lato" panose="020F0502020204030203" pitchFamily="34" charset="0"/>
                <a:ea typeface="Lato" panose="020F0502020204030203" pitchFamily="34" charset="0"/>
                <a:cs typeface="Lato" panose="020F0502020204030203" pitchFamily="34" charset="0"/>
              </a:rPr>
              <a:t>a  </a:t>
            </a:r>
            <a:r>
              <a:rPr sz="2000" spc="-30" dirty="0">
                <a:latin typeface="Lato" panose="020F0502020204030203" pitchFamily="34" charset="0"/>
                <a:ea typeface="Lato" panose="020F0502020204030203" pitchFamily="34" charset="0"/>
                <a:cs typeface="Lato" panose="020F0502020204030203" pitchFamily="34" charset="0"/>
              </a:rPr>
              <a:t>retrieval</a:t>
            </a:r>
            <a:r>
              <a:rPr sz="2000" spc="-215" dirty="0">
                <a:latin typeface="Lato" panose="020F0502020204030203" pitchFamily="34" charset="0"/>
                <a:ea typeface="Lato" panose="020F0502020204030203" pitchFamily="34" charset="0"/>
                <a:cs typeface="Lato" panose="020F0502020204030203" pitchFamily="34" charset="0"/>
              </a:rPr>
              <a:t> </a:t>
            </a:r>
            <a:r>
              <a:rPr sz="2000" spc="45" dirty="0">
                <a:latin typeface="Lato" panose="020F0502020204030203" pitchFamily="34" charset="0"/>
                <a:ea typeface="Lato" panose="020F0502020204030203" pitchFamily="34" charset="0"/>
                <a:cs typeface="Lato" panose="020F0502020204030203" pitchFamily="34" charset="0"/>
              </a:rPr>
              <a:t>efﬁciency</a:t>
            </a:r>
            <a:r>
              <a:rPr sz="2000" spc="-210" dirty="0">
                <a:latin typeface="Lato" panose="020F0502020204030203" pitchFamily="34" charset="0"/>
                <a:ea typeface="Lato" panose="020F0502020204030203" pitchFamily="34" charset="0"/>
                <a:cs typeface="Lato" panose="020F0502020204030203" pitchFamily="34" charset="0"/>
              </a:rPr>
              <a:t> </a:t>
            </a:r>
            <a:r>
              <a:rPr sz="2000" spc="-40" dirty="0">
                <a:latin typeface="Lato" panose="020F0502020204030203" pitchFamily="34" charset="0"/>
                <a:ea typeface="Lato" panose="020F0502020204030203" pitchFamily="34" charset="0"/>
                <a:cs typeface="Lato" panose="020F0502020204030203" pitchFamily="34" charset="0"/>
              </a:rPr>
              <a:t>is</a:t>
            </a:r>
            <a:r>
              <a:rPr sz="2000" spc="-215" dirty="0">
                <a:latin typeface="Lato" panose="020F0502020204030203" pitchFamily="34" charset="0"/>
                <a:ea typeface="Lato" panose="020F0502020204030203" pitchFamily="34" charset="0"/>
                <a:cs typeface="Lato" panose="020F0502020204030203" pitchFamily="34" charset="0"/>
              </a:rPr>
              <a:t> </a:t>
            </a:r>
            <a:r>
              <a:rPr sz="2000" spc="-25" dirty="0">
                <a:latin typeface="Lato" panose="020F0502020204030203" pitchFamily="34" charset="0"/>
                <a:ea typeface="Lato" panose="020F0502020204030203" pitchFamily="34" charset="0"/>
                <a:cs typeface="Lato" panose="020F0502020204030203" pitchFamily="34" charset="0"/>
              </a:rPr>
              <a:t>critical,</a:t>
            </a:r>
            <a:r>
              <a:rPr sz="2000" spc="-210" dirty="0">
                <a:latin typeface="Lato" panose="020F0502020204030203" pitchFamily="34" charset="0"/>
                <a:ea typeface="Lato" panose="020F0502020204030203" pitchFamily="34" charset="0"/>
                <a:cs typeface="Lato" panose="020F0502020204030203" pitchFamily="34" charset="0"/>
              </a:rPr>
              <a:t> </a:t>
            </a:r>
            <a:r>
              <a:rPr sz="2000" spc="65" dirty="0">
                <a:latin typeface="Lato" panose="020F0502020204030203" pitchFamily="34" charset="0"/>
                <a:ea typeface="Lato" panose="020F0502020204030203" pitchFamily="34" charset="0"/>
                <a:cs typeface="Lato" panose="020F0502020204030203" pitchFamily="34" charset="0"/>
              </a:rPr>
              <a:t>such</a:t>
            </a:r>
            <a:r>
              <a:rPr sz="2000" spc="-215" dirty="0">
                <a:latin typeface="Lato" panose="020F0502020204030203" pitchFamily="34" charset="0"/>
                <a:ea typeface="Lato" panose="020F0502020204030203" pitchFamily="34" charset="0"/>
                <a:cs typeface="Lato" panose="020F0502020204030203" pitchFamily="34" charset="0"/>
              </a:rPr>
              <a:t> </a:t>
            </a:r>
            <a:r>
              <a:rPr sz="2000" spc="-40" dirty="0">
                <a:latin typeface="Lato" panose="020F0502020204030203" pitchFamily="34" charset="0"/>
                <a:ea typeface="Lato" panose="020F0502020204030203" pitchFamily="34" charset="0"/>
                <a:cs typeface="Lato" panose="020F0502020204030203" pitchFamily="34" charset="0"/>
              </a:rPr>
              <a:t>as</a:t>
            </a:r>
            <a:r>
              <a:rPr sz="2000" spc="-210" dirty="0">
                <a:latin typeface="Lato" panose="020F0502020204030203" pitchFamily="34" charset="0"/>
                <a:ea typeface="Lato" panose="020F0502020204030203" pitchFamily="34" charset="0"/>
                <a:cs typeface="Lato" panose="020F0502020204030203" pitchFamily="34" charset="0"/>
              </a:rPr>
              <a:t> </a:t>
            </a:r>
            <a:r>
              <a:rPr sz="2000" spc="55" dirty="0">
                <a:latin typeface="Lato" panose="020F0502020204030203" pitchFamily="34" charset="0"/>
                <a:ea typeface="Lato" panose="020F0502020204030203" pitchFamily="34" charset="0"/>
                <a:cs typeface="Lato" panose="020F0502020204030203" pitchFamily="34" charset="0"/>
              </a:rPr>
              <a:t>in </a:t>
            </a:r>
            <a:r>
              <a:rPr sz="2000" spc="-844" dirty="0">
                <a:latin typeface="Lato" panose="020F0502020204030203" pitchFamily="34" charset="0"/>
                <a:ea typeface="Lato" panose="020F0502020204030203" pitchFamily="34" charset="0"/>
                <a:cs typeface="Lato" panose="020F0502020204030203" pitchFamily="34" charset="0"/>
              </a:rPr>
              <a:t> </a:t>
            </a:r>
            <a:r>
              <a:rPr sz="2000" spc="-90" dirty="0">
                <a:latin typeface="Lato" panose="020F0502020204030203" pitchFamily="34" charset="0"/>
                <a:ea typeface="Lato" panose="020F0502020204030203" pitchFamily="34" charset="0"/>
                <a:cs typeface="Lato" panose="020F0502020204030203" pitchFamily="34" charset="0"/>
              </a:rPr>
              <a:t>r</a:t>
            </a:r>
            <a:r>
              <a:rPr sz="2000" spc="-5" dirty="0">
                <a:latin typeface="Lato" panose="020F0502020204030203" pitchFamily="34" charset="0"/>
                <a:ea typeface="Lato" panose="020F0502020204030203" pitchFamily="34" charset="0"/>
                <a:cs typeface="Lato" panose="020F0502020204030203" pitchFamily="34" charset="0"/>
              </a:rPr>
              <a:t>e</a:t>
            </a:r>
            <a:r>
              <a:rPr sz="2000" spc="-15" dirty="0">
                <a:latin typeface="Lato" panose="020F0502020204030203" pitchFamily="34" charset="0"/>
                <a:ea typeface="Lato" panose="020F0502020204030203" pitchFamily="34" charset="0"/>
                <a:cs typeface="Lato" panose="020F0502020204030203" pitchFamily="34" charset="0"/>
              </a:rPr>
              <a:t>a</a:t>
            </a:r>
            <a:r>
              <a:rPr sz="2000" spc="-10" dirty="0">
                <a:latin typeface="Lato" panose="020F0502020204030203" pitchFamily="34" charset="0"/>
                <a:ea typeface="Lato" panose="020F0502020204030203" pitchFamily="34" charset="0"/>
                <a:cs typeface="Lato" panose="020F0502020204030203" pitchFamily="34" charset="0"/>
              </a:rPr>
              <a:t>l</a:t>
            </a:r>
            <a:r>
              <a:rPr sz="2000" spc="-150" dirty="0">
                <a:latin typeface="Lato" panose="020F0502020204030203" pitchFamily="34" charset="0"/>
                <a:ea typeface="Lato" panose="020F0502020204030203" pitchFamily="34" charset="0"/>
                <a:cs typeface="Lato" panose="020F0502020204030203" pitchFamily="34" charset="0"/>
              </a:rPr>
              <a:t>-</a:t>
            </a:r>
            <a:r>
              <a:rPr sz="2000" spc="35" dirty="0">
                <a:latin typeface="Lato" panose="020F0502020204030203" pitchFamily="34" charset="0"/>
                <a:ea typeface="Lato" panose="020F0502020204030203" pitchFamily="34" charset="0"/>
                <a:cs typeface="Lato" panose="020F0502020204030203" pitchFamily="34" charset="0"/>
              </a:rPr>
              <a:t>t</a:t>
            </a:r>
            <a:r>
              <a:rPr sz="2000" spc="-10" dirty="0">
                <a:latin typeface="Lato" panose="020F0502020204030203" pitchFamily="34" charset="0"/>
                <a:ea typeface="Lato" panose="020F0502020204030203" pitchFamily="34" charset="0"/>
                <a:cs typeface="Lato" panose="020F0502020204030203" pitchFamily="34" charset="0"/>
              </a:rPr>
              <a:t>i</a:t>
            </a:r>
            <a:r>
              <a:rPr sz="2000" spc="240" dirty="0">
                <a:latin typeface="Lato" panose="020F0502020204030203" pitchFamily="34" charset="0"/>
                <a:ea typeface="Lato" panose="020F0502020204030203" pitchFamily="34" charset="0"/>
                <a:cs typeface="Lato" panose="020F0502020204030203" pitchFamily="34" charset="0"/>
              </a:rPr>
              <a:t>m</a:t>
            </a:r>
            <a:r>
              <a:rPr sz="2000" spc="35" dirty="0">
                <a:latin typeface="Lato" panose="020F0502020204030203" pitchFamily="34" charset="0"/>
                <a:ea typeface="Lato" panose="020F0502020204030203" pitchFamily="34" charset="0"/>
                <a:cs typeface="Lato" panose="020F0502020204030203" pitchFamily="34" charset="0"/>
              </a:rPr>
              <a:t>e</a:t>
            </a:r>
            <a:r>
              <a:rPr sz="2000" spc="-215" dirty="0">
                <a:latin typeface="Lato" panose="020F0502020204030203" pitchFamily="34" charset="0"/>
                <a:ea typeface="Lato" panose="020F0502020204030203" pitchFamily="34" charset="0"/>
                <a:cs typeface="Lato" panose="020F0502020204030203" pitchFamily="34" charset="0"/>
              </a:rPr>
              <a:t> </a:t>
            </a:r>
            <a:r>
              <a:rPr sz="2000" spc="-95" dirty="0">
                <a:latin typeface="Lato" panose="020F0502020204030203" pitchFamily="34" charset="0"/>
                <a:ea typeface="Lato" panose="020F0502020204030203" pitchFamily="34" charset="0"/>
                <a:cs typeface="Lato" panose="020F0502020204030203" pitchFamily="34" charset="0"/>
              </a:rPr>
              <a:t>s</a:t>
            </a:r>
            <a:r>
              <a:rPr sz="2000" spc="-125" dirty="0">
                <a:latin typeface="Lato" panose="020F0502020204030203" pitchFamily="34" charset="0"/>
                <a:ea typeface="Lato" panose="020F0502020204030203" pitchFamily="34" charset="0"/>
                <a:cs typeface="Lato" panose="020F0502020204030203" pitchFamily="34" charset="0"/>
              </a:rPr>
              <a:t>y</a:t>
            </a:r>
            <a:r>
              <a:rPr sz="2000" spc="-70" dirty="0">
                <a:latin typeface="Lato" panose="020F0502020204030203" pitchFamily="34" charset="0"/>
                <a:ea typeface="Lato" panose="020F0502020204030203" pitchFamily="34" charset="0"/>
                <a:cs typeface="Lato" panose="020F0502020204030203" pitchFamily="34" charset="0"/>
              </a:rPr>
              <a:t>s</a:t>
            </a:r>
            <a:r>
              <a:rPr sz="2000" spc="-15" dirty="0">
                <a:latin typeface="Lato" panose="020F0502020204030203" pitchFamily="34" charset="0"/>
                <a:ea typeface="Lato" panose="020F0502020204030203" pitchFamily="34" charset="0"/>
                <a:cs typeface="Lato" panose="020F0502020204030203" pitchFamily="34" charset="0"/>
              </a:rPr>
              <a:t>t</a:t>
            </a:r>
            <a:r>
              <a:rPr sz="2000" spc="35" dirty="0">
                <a:latin typeface="Lato" panose="020F0502020204030203" pitchFamily="34" charset="0"/>
                <a:ea typeface="Lato" panose="020F0502020204030203" pitchFamily="34" charset="0"/>
                <a:cs typeface="Lato" panose="020F0502020204030203" pitchFamily="34" charset="0"/>
              </a:rPr>
              <a:t>e</a:t>
            </a:r>
            <a:r>
              <a:rPr sz="2000" spc="240" dirty="0">
                <a:latin typeface="Lato" panose="020F0502020204030203" pitchFamily="34" charset="0"/>
                <a:ea typeface="Lato" panose="020F0502020204030203" pitchFamily="34" charset="0"/>
                <a:cs typeface="Lato" panose="020F0502020204030203" pitchFamily="34" charset="0"/>
              </a:rPr>
              <a:t>m</a:t>
            </a:r>
            <a:r>
              <a:rPr sz="2000" spc="-70" dirty="0">
                <a:latin typeface="Lato" panose="020F0502020204030203" pitchFamily="34" charset="0"/>
                <a:ea typeface="Lato" panose="020F0502020204030203" pitchFamily="34" charset="0"/>
                <a:cs typeface="Lato" panose="020F0502020204030203" pitchFamily="34" charset="0"/>
              </a:rPr>
              <a:t>s</a:t>
            </a:r>
            <a:r>
              <a:rPr sz="2000" spc="-370" dirty="0">
                <a:latin typeface="Lato" panose="020F0502020204030203" pitchFamily="34" charset="0"/>
                <a:ea typeface="Lato" panose="020F0502020204030203" pitchFamily="34" charset="0"/>
                <a:cs typeface="Lato" panose="020F0502020204030203" pitchFamily="34" charset="0"/>
              </a:rPr>
              <a:t>.</a:t>
            </a:r>
            <a:r>
              <a:rPr sz="2000" spc="-215" dirty="0">
                <a:latin typeface="Lato" panose="020F0502020204030203" pitchFamily="34" charset="0"/>
                <a:ea typeface="Lato" panose="020F0502020204030203" pitchFamily="34" charset="0"/>
                <a:cs typeface="Lato" panose="020F0502020204030203" pitchFamily="34" charset="0"/>
              </a:rPr>
              <a:t> </a:t>
            </a:r>
            <a:endParaRPr sz="20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31684197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grpSp>
        <p:nvGrpSpPr>
          <p:cNvPr id="1077" name="Google Shape;1077;p43"/>
          <p:cNvGrpSpPr/>
          <p:nvPr/>
        </p:nvGrpSpPr>
        <p:grpSpPr>
          <a:xfrm flipH="1">
            <a:off x="298964" y="1222463"/>
            <a:ext cx="3843890" cy="3185760"/>
            <a:chOff x="5893995" y="1281808"/>
            <a:chExt cx="3843890" cy="3185760"/>
          </a:xfrm>
        </p:grpSpPr>
        <p:grpSp>
          <p:nvGrpSpPr>
            <p:cNvPr id="1078" name="Google Shape;1078;p43"/>
            <p:cNvGrpSpPr/>
            <p:nvPr/>
          </p:nvGrpSpPr>
          <p:grpSpPr>
            <a:xfrm>
              <a:off x="6033386" y="1281808"/>
              <a:ext cx="3704499" cy="3168582"/>
              <a:chOff x="2836393" y="291825"/>
              <a:chExt cx="1571968" cy="1344557"/>
            </a:xfrm>
          </p:grpSpPr>
          <p:sp>
            <p:nvSpPr>
              <p:cNvPr id="1079" name="Google Shape;1079;p43"/>
              <p:cNvSpPr/>
              <p:nvPr/>
            </p:nvSpPr>
            <p:spPr>
              <a:xfrm>
                <a:off x="2836393" y="291825"/>
                <a:ext cx="1440288" cy="1187101"/>
              </a:xfrm>
              <a:custGeom>
                <a:avLst/>
                <a:gdLst/>
                <a:ahLst/>
                <a:cxnLst/>
                <a:rect l="l" t="t" r="r" b="b"/>
                <a:pathLst>
                  <a:path w="42568" h="35085" extrusionOk="0">
                    <a:moveTo>
                      <a:pt x="28184" y="1"/>
                    </a:moveTo>
                    <a:cubicBezTo>
                      <a:pt x="27147" y="1"/>
                      <a:pt x="26108" y="74"/>
                      <a:pt x="25087" y="208"/>
                    </a:cubicBezTo>
                    <a:cubicBezTo>
                      <a:pt x="23049" y="477"/>
                      <a:pt x="21019" y="979"/>
                      <a:pt x="19130" y="1771"/>
                    </a:cubicBezTo>
                    <a:cubicBezTo>
                      <a:pt x="14857" y="3603"/>
                      <a:pt x="12530" y="8343"/>
                      <a:pt x="9049" y="11237"/>
                    </a:cubicBezTo>
                    <a:cubicBezTo>
                      <a:pt x="6750" y="13118"/>
                      <a:pt x="3920" y="13918"/>
                      <a:pt x="2357" y="16514"/>
                    </a:cubicBezTo>
                    <a:cubicBezTo>
                      <a:pt x="616" y="19344"/>
                      <a:pt x="1" y="22527"/>
                      <a:pt x="1182" y="25739"/>
                    </a:cubicBezTo>
                    <a:cubicBezTo>
                      <a:pt x="1239" y="25824"/>
                      <a:pt x="1267" y="25944"/>
                      <a:pt x="1296" y="26065"/>
                    </a:cubicBezTo>
                    <a:cubicBezTo>
                      <a:pt x="2654" y="29276"/>
                      <a:pt x="5484" y="31752"/>
                      <a:pt x="8695" y="33167"/>
                    </a:cubicBezTo>
                    <a:cubicBezTo>
                      <a:pt x="11999" y="34639"/>
                      <a:pt x="15685" y="35049"/>
                      <a:pt x="19279" y="35084"/>
                    </a:cubicBezTo>
                    <a:cubicBezTo>
                      <a:pt x="22519" y="35084"/>
                      <a:pt x="25822" y="34759"/>
                      <a:pt x="28624" y="33167"/>
                    </a:cubicBezTo>
                    <a:cubicBezTo>
                      <a:pt x="31807" y="31335"/>
                      <a:pt x="32097" y="28951"/>
                      <a:pt x="33307" y="25916"/>
                    </a:cubicBezTo>
                    <a:cubicBezTo>
                      <a:pt x="34340" y="23320"/>
                      <a:pt x="36936" y="21403"/>
                      <a:pt x="38641" y="19280"/>
                    </a:cubicBezTo>
                    <a:cubicBezTo>
                      <a:pt x="41032" y="16337"/>
                      <a:pt x="42567" y="12411"/>
                      <a:pt x="41683" y="8697"/>
                    </a:cubicBezTo>
                    <a:cubicBezTo>
                      <a:pt x="40884" y="5400"/>
                      <a:pt x="38231" y="2719"/>
                      <a:pt x="35104" y="1333"/>
                    </a:cubicBezTo>
                    <a:cubicBezTo>
                      <a:pt x="32933" y="387"/>
                      <a:pt x="30559" y="1"/>
                      <a:pt x="28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0" name="Google Shape;1080;p43"/>
              <p:cNvSpPr/>
              <p:nvPr/>
            </p:nvSpPr>
            <p:spPr>
              <a:xfrm>
                <a:off x="3954498" y="1210230"/>
                <a:ext cx="453863" cy="426152"/>
              </a:xfrm>
              <a:custGeom>
                <a:avLst/>
                <a:gdLst/>
                <a:ahLst/>
                <a:cxnLst/>
                <a:rect l="l" t="t" r="r" b="b"/>
                <a:pathLst>
                  <a:path w="13414" h="12595" extrusionOk="0">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1" name="Google Shape;1081;p43"/>
            <p:cNvGrpSpPr/>
            <p:nvPr/>
          </p:nvGrpSpPr>
          <p:grpSpPr>
            <a:xfrm>
              <a:off x="5893995" y="1464670"/>
              <a:ext cx="3539582" cy="2852211"/>
              <a:chOff x="2823538" y="2323833"/>
              <a:chExt cx="1501987" cy="1210307"/>
            </a:xfrm>
          </p:grpSpPr>
          <p:grpSp>
            <p:nvGrpSpPr>
              <p:cNvPr id="1082" name="Google Shape;1082;p43"/>
              <p:cNvGrpSpPr/>
              <p:nvPr/>
            </p:nvGrpSpPr>
            <p:grpSpPr>
              <a:xfrm>
                <a:off x="3030874" y="3205941"/>
                <a:ext cx="1190857" cy="328200"/>
                <a:chOff x="2909174" y="3294041"/>
                <a:chExt cx="1190857" cy="328200"/>
              </a:xfrm>
            </p:grpSpPr>
            <p:sp>
              <p:nvSpPr>
                <p:cNvPr id="1083" name="Google Shape;1083;p43"/>
                <p:cNvSpPr/>
                <p:nvPr/>
              </p:nvSpPr>
              <p:spPr>
                <a:xfrm>
                  <a:off x="2909174" y="3294041"/>
                  <a:ext cx="1190857" cy="29944"/>
                </a:xfrm>
                <a:custGeom>
                  <a:avLst/>
                  <a:gdLst/>
                  <a:ahLst/>
                  <a:cxnLst/>
                  <a:rect l="l" t="t" r="r" b="b"/>
                  <a:pathLst>
                    <a:path w="35196" h="885" extrusionOk="0">
                      <a:moveTo>
                        <a:pt x="1" y="0"/>
                      </a:moveTo>
                      <a:lnTo>
                        <a:pt x="1" y="885"/>
                      </a:lnTo>
                      <a:lnTo>
                        <a:pt x="35195" y="885"/>
                      </a:lnTo>
                      <a:lnTo>
                        <a:pt x="3519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43"/>
                <p:cNvSpPr/>
                <p:nvPr/>
              </p:nvSpPr>
              <p:spPr>
                <a:xfrm>
                  <a:off x="2909174" y="3379747"/>
                  <a:ext cx="1190857" cy="29944"/>
                </a:xfrm>
                <a:custGeom>
                  <a:avLst/>
                  <a:gdLst/>
                  <a:ahLst/>
                  <a:cxnLst/>
                  <a:rect l="l" t="t" r="r" b="b"/>
                  <a:pathLst>
                    <a:path w="35196" h="885" extrusionOk="0">
                      <a:moveTo>
                        <a:pt x="1" y="0"/>
                      </a:moveTo>
                      <a:lnTo>
                        <a:pt x="1" y="884"/>
                      </a:lnTo>
                      <a:lnTo>
                        <a:pt x="35195" y="884"/>
                      </a:lnTo>
                      <a:lnTo>
                        <a:pt x="3519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43"/>
                <p:cNvSpPr/>
                <p:nvPr/>
              </p:nvSpPr>
              <p:spPr>
                <a:xfrm>
                  <a:off x="2976913" y="3304090"/>
                  <a:ext cx="18000" cy="318151"/>
                </a:xfrm>
                <a:custGeom>
                  <a:avLst/>
                  <a:gdLst/>
                  <a:ahLst/>
                  <a:cxnLst/>
                  <a:rect l="l" t="t" r="r" b="b"/>
                  <a:pathLst>
                    <a:path w="532" h="9403" extrusionOk="0">
                      <a:moveTo>
                        <a:pt x="1" y="1"/>
                      </a:moveTo>
                      <a:lnTo>
                        <a:pt x="1" y="9402"/>
                      </a:lnTo>
                      <a:lnTo>
                        <a:pt x="531" y="9402"/>
                      </a:lnTo>
                      <a:lnTo>
                        <a:pt x="53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43"/>
                <p:cNvSpPr/>
                <p:nvPr/>
              </p:nvSpPr>
              <p:spPr>
                <a:xfrm>
                  <a:off x="4013372" y="3304090"/>
                  <a:ext cx="16782" cy="318151"/>
                </a:xfrm>
                <a:custGeom>
                  <a:avLst/>
                  <a:gdLst/>
                  <a:ahLst/>
                  <a:cxnLst/>
                  <a:rect l="l" t="t" r="r" b="b"/>
                  <a:pathLst>
                    <a:path w="496" h="9403" extrusionOk="0">
                      <a:moveTo>
                        <a:pt x="1" y="1"/>
                      </a:moveTo>
                      <a:lnTo>
                        <a:pt x="1" y="9402"/>
                      </a:lnTo>
                      <a:lnTo>
                        <a:pt x="496" y="9402"/>
                      </a:lnTo>
                      <a:lnTo>
                        <a:pt x="49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7" name="Google Shape;1087;p43"/>
              <p:cNvGrpSpPr/>
              <p:nvPr/>
            </p:nvGrpSpPr>
            <p:grpSpPr>
              <a:xfrm>
                <a:off x="2823538" y="2688399"/>
                <a:ext cx="399059" cy="92676"/>
                <a:chOff x="2532175" y="2448349"/>
                <a:chExt cx="399059" cy="92676"/>
              </a:xfrm>
            </p:grpSpPr>
            <p:sp>
              <p:nvSpPr>
                <p:cNvPr id="1088" name="Google Shape;1088;p43"/>
                <p:cNvSpPr/>
                <p:nvPr/>
              </p:nvSpPr>
              <p:spPr>
                <a:xfrm>
                  <a:off x="2532175" y="2454338"/>
                  <a:ext cx="25884" cy="71832"/>
                </a:xfrm>
                <a:custGeom>
                  <a:avLst/>
                  <a:gdLst/>
                  <a:ahLst/>
                  <a:cxnLst/>
                  <a:rect l="l" t="t" r="r" b="b"/>
                  <a:pathLst>
                    <a:path w="765" h="2123" extrusionOk="0">
                      <a:moveTo>
                        <a:pt x="680" y="0"/>
                      </a:moveTo>
                      <a:cubicBezTo>
                        <a:pt x="446" y="0"/>
                        <a:pt x="234" y="206"/>
                        <a:pt x="234" y="439"/>
                      </a:cubicBezTo>
                      <a:lnTo>
                        <a:pt x="234" y="708"/>
                      </a:lnTo>
                      <a:cubicBezTo>
                        <a:pt x="234" y="793"/>
                        <a:pt x="206" y="885"/>
                        <a:pt x="149" y="941"/>
                      </a:cubicBezTo>
                      <a:lnTo>
                        <a:pt x="29" y="1062"/>
                      </a:lnTo>
                      <a:cubicBezTo>
                        <a:pt x="0" y="1062"/>
                        <a:pt x="0" y="1118"/>
                        <a:pt x="29" y="1118"/>
                      </a:cubicBezTo>
                      <a:lnTo>
                        <a:pt x="92" y="1203"/>
                      </a:lnTo>
                      <a:cubicBezTo>
                        <a:pt x="177" y="1267"/>
                        <a:pt x="206" y="1352"/>
                        <a:pt x="206" y="1444"/>
                      </a:cubicBezTo>
                      <a:lnTo>
                        <a:pt x="206" y="1677"/>
                      </a:lnTo>
                      <a:cubicBezTo>
                        <a:pt x="206" y="1911"/>
                        <a:pt x="382" y="2123"/>
                        <a:pt x="651" y="2123"/>
                      </a:cubicBezTo>
                      <a:lnTo>
                        <a:pt x="708" y="2123"/>
                      </a:lnTo>
                      <a:cubicBezTo>
                        <a:pt x="736" y="2123"/>
                        <a:pt x="764" y="2087"/>
                        <a:pt x="764" y="2059"/>
                      </a:cubicBezTo>
                      <a:cubicBezTo>
                        <a:pt x="764" y="2003"/>
                        <a:pt x="736" y="2003"/>
                        <a:pt x="708" y="2003"/>
                      </a:cubicBezTo>
                      <a:lnTo>
                        <a:pt x="651" y="2003"/>
                      </a:lnTo>
                      <a:cubicBezTo>
                        <a:pt x="474" y="2003"/>
                        <a:pt x="326" y="1854"/>
                        <a:pt x="326" y="1677"/>
                      </a:cubicBezTo>
                      <a:lnTo>
                        <a:pt x="326" y="1444"/>
                      </a:lnTo>
                      <a:cubicBezTo>
                        <a:pt x="326" y="1323"/>
                        <a:pt x="269" y="1203"/>
                        <a:pt x="177" y="1118"/>
                      </a:cubicBezTo>
                      <a:lnTo>
                        <a:pt x="149" y="1090"/>
                      </a:lnTo>
                      <a:lnTo>
                        <a:pt x="234" y="1026"/>
                      </a:lnTo>
                      <a:cubicBezTo>
                        <a:pt x="298" y="941"/>
                        <a:pt x="354" y="821"/>
                        <a:pt x="354" y="708"/>
                      </a:cubicBezTo>
                      <a:lnTo>
                        <a:pt x="354" y="439"/>
                      </a:lnTo>
                      <a:cubicBezTo>
                        <a:pt x="354" y="262"/>
                        <a:pt x="503" y="114"/>
                        <a:pt x="680" y="114"/>
                      </a:cubicBezTo>
                      <a:cubicBezTo>
                        <a:pt x="708" y="114"/>
                        <a:pt x="736" y="85"/>
                        <a:pt x="736" y="57"/>
                      </a:cubicBezTo>
                      <a:cubicBezTo>
                        <a:pt x="736" y="29"/>
                        <a:pt x="708" y="0"/>
                        <a:pt x="6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43"/>
                <p:cNvSpPr/>
                <p:nvPr/>
              </p:nvSpPr>
              <p:spPr>
                <a:xfrm>
                  <a:off x="2642987" y="2454338"/>
                  <a:ext cx="25884" cy="71832"/>
                </a:xfrm>
                <a:custGeom>
                  <a:avLst/>
                  <a:gdLst/>
                  <a:ahLst/>
                  <a:cxnLst/>
                  <a:rect l="l" t="t" r="r" b="b"/>
                  <a:pathLst>
                    <a:path w="765" h="2123" extrusionOk="0">
                      <a:moveTo>
                        <a:pt x="86" y="0"/>
                      </a:moveTo>
                      <a:cubicBezTo>
                        <a:pt x="57" y="0"/>
                        <a:pt x="29" y="29"/>
                        <a:pt x="29" y="57"/>
                      </a:cubicBezTo>
                      <a:cubicBezTo>
                        <a:pt x="29" y="85"/>
                        <a:pt x="57" y="114"/>
                        <a:pt x="86" y="114"/>
                      </a:cubicBezTo>
                      <a:cubicBezTo>
                        <a:pt x="263" y="114"/>
                        <a:pt x="411" y="262"/>
                        <a:pt x="411" y="439"/>
                      </a:cubicBezTo>
                      <a:lnTo>
                        <a:pt x="411" y="708"/>
                      </a:lnTo>
                      <a:cubicBezTo>
                        <a:pt x="411" y="821"/>
                        <a:pt x="468" y="941"/>
                        <a:pt x="531" y="1026"/>
                      </a:cubicBezTo>
                      <a:lnTo>
                        <a:pt x="616" y="1090"/>
                      </a:lnTo>
                      <a:lnTo>
                        <a:pt x="588" y="1118"/>
                      </a:lnTo>
                      <a:cubicBezTo>
                        <a:pt x="496" y="1203"/>
                        <a:pt x="439" y="1323"/>
                        <a:pt x="439" y="1444"/>
                      </a:cubicBezTo>
                      <a:lnTo>
                        <a:pt x="439" y="1677"/>
                      </a:lnTo>
                      <a:cubicBezTo>
                        <a:pt x="439" y="1854"/>
                        <a:pt x="291" y="2003"/>
                        <a:pt x="114" y="2003"/>
                      </a:cubicBezTo>
                      <a:lnTo>
                        <a:pt x="57" y="2003"/>
                      </a:lnTo>
                      <a:cubicBezTo>
                        <a:pt x="29" y="2003"/>
                        <a:pt x="1" y="2003"/>
                        <a:pt x="1" y="2059"/>
                      </a:cubicBezTo>
                      <a:cubicBezTo>
                        <a:pt x="1" y="2087"/>
                        <a:pt x="29" y="2123"/>
                        <a:pt x="57" y="2123"/>
                      </a:cubicBezTo>
                      <a:lnTo>
                        <a:pt x="114" y="2123"/>
                      </a:lnTo>
                      <a:cubicBezTo>
                        <a:pt x="355" y="2123"/>
                        <a:pt x="560" y="1911"/>
                        <a:pt x="560" y="1677"/>
                      </a:cubicBezTo>
                      <a:lnTo>
                        <a:pt x="560" y="1444"/>
                      </a:lnTo>
                      <a:cubicBezTo>
                        <a:pt x="560" y="1352"/>
                        <a:pt x="588" y="1267"/>
                        <a:pt x="645" y="1203"/>
                      </a:cubicBezTo>
                      <a:lnTo>
                        <a:pt x="737" y="1118"/>
                      </a:lnTo>
                      <a:cubicBezTo>
                        <a:pt x="737" y="1118"/>
                        <a:pt x="765" y="1118"/>
                        <a:pt x="765" y="1090"/>
                      </a:cubicBezTo>
                      <a:cubicBezTo>
                        <a:pt x="765" y="1062"/>
                        <a:pt x="737" y="1062"/>
                        <a:pt x="737" y="1062"/>
                      </a:cubicBezTo>
                      <a:lnTo>
                        <a:pt x="616" y="941"/>
                      </a:lnTo>
                      <a:cubicBezTo>
                        <a:pt x="560" y="885"/>
                        <a:pt x="531" y="793"/>
                        <a:pt x="531" y="708"/>
                      </a:cubicBezTo>
                      <a:lnTo>
                        <a:pt x="531" y="439"/>
                      </a:lnTo>
                      <a:cubicBezTo>
                        <a:pt x="531" y="206"/>
                        <a:pt x="319" y="0"/>
                        <a:pt x="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3"/>
                <p:cNvSpPr/>
                <p:nvPr/>
              </p:nvSpPr>
              <p:spPr>
                <a:xfrm>
                  <a:off x="2567127" y="2523025"/>
                  <a:ext cx="10083" cy="18000"/>
                </a:xfrm>
                <a:custGeom>
                  <a:avLst/>
                  <a:gdLst/>
                  <a:ahLst/>
                  <a:cxnLst/>
                  <a:rect l="l" t="t" r="r" b="b"/>
                  <a:pathLst>
                    <a:path w="298" h="532" extrusionOk="0">
                      <a:moveTo>
                        <a:pt x="234" y="1"/>
                      </a:moveTo>
                      <a:cubicBezTo>
                        <a:pt x="205" y="1"/>
                        <a:pt x="177" y="1"/>
                        <a:pt x="149" y="29"/>
                      </a:cubicBezTo>
                      <a:lnTo>
                        <a:pt x="0" y="447"/>
                      </a:lnTo>
                      <a:cubicBezTo>
                        <a:pt x="0" y="475"/>
                        <a:pt x="0" y="531"/>
                        <a:pt x="29" y="531"/>
                      </a:cubicBezTo>
                      <a:lnTo>
                        <a:pt x="57" y="531"/>
                      </a:lnTo>
                      <a:cubicBezTo>
                        <a:pt x="85" y="531"/>
                        <a:pt x="85" y="531"/>
                        <a:pt x="121" y="503"/>
                      </a:cubicBezTo>
                      <a:lnTo>
                        <a:pt x="262" y="93"/>
                      </a:lnTo>
                      <a:cubicBezTo>
                        <a:pt x="297" y="57"/>
                        <a:pt x="262" y="1"/>
                        <a:pt x="2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3"/>
                <p:cNvSpPr/>
                <p:nvPr/>
              </p:nvSpPr>
              <p:spPr>
                <a:xfrm>
                  <a:off x="2829457" y="2523025"/>
                  <a:ext cx="9846" cy="18000"/>
                </a:xfrm>
                <a:custGeom>
                  <a:avLst/>
                  <a:gdLst/>
                  <a:ahLst/>
                  <a:cxnLst/>
                  <a:rect l="l" t="t" r="r" b="b"/>
                  <a:pathLst>
                    <a:path w="291" h="532" extrusionOk="0">
                      <a:moveTo>
                        <a:pt x="262" y="1"/>
                      </a:moveTo>
                      <a:cubicBezTo>
                        <a:pt x="234" y="1"/>
                        <a:pt x="206" y="1"/>
                        <a:pt x="178" y="29"/>
                      </a:cubicBezTo>
                      <a:lnTo>
                        <a:pt x="29" y="447"/>
                      </a:lnTo>
                      <a:cubicBezTo>
                        <a:pt x="1" y="475"/>
                        <a:pt x="29" y="531"/>
                        <a:pt x="57" y="531"/>
                      </a:cubicBezTo>
                      <a:lnTo>
                        <a:pt x="86" y="531"/>
                      </a:lnTo>
                      <a:cubicBezTo>
                        <a:pt x="86" y="531"/>
                        <a:pt x="114" y="531"/>
                        <a:pt x="149" y="503"/>
                      </a:cubicBezTo>
                      <a:lnTo>
                        <a:pt x="291" y="93"/>
                      </a:lnTo>
                      <a:cubicBezTo>
                        <a:pt x="291" y="57"/>
                        <a:pt x="291" y="1"/>
                        <a:pt x="26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3"/>
                <p:cNvSpPr/>
                <p:nvPr/>
              </p:nvSpPr>
              <p:spPr>
                <a:xfrm>
                  <a:off x="2887147" y="2523025"/>
                  <a:ext cx="10083" cy="18000"/>
                </a:xfrm>
                <a:custGeom>
                  <a:avLst/>
                  <a:gdLst/>
                  <a:ahLst/>
                  <a:cxnLst/>
                  <a:rect l="l" t="t" r="r" b="b"/>
                  <a:pathLst>
                    <a:path w="298" h="532" extrusionOk="0">
                      <a:moveTo>
                        <a:pt x="269" y="1"/>
                      </a:moveTo>
                      <a:cubicBezTo>
                        <a:pt x="241" y="1"/>
                        <a:pt x="213" y="1"/>
                        <a:pt x="178" y="29"/>
                      </a:cubicBezTo>
                      <a:lnTo>
                        <a:pt x="36" y="447"/>
                      </a:lnTo>
                      <a:cubicBezTo>
                        <a:pt x="1" y="475"/>
                        <a:pt x="36" y="531"/>
                        <a:pt x="64" y="531"/>
                      </a:cubicBezTo>
                      <a:lnTo>
                        <a:pt x="93" y="531"/>
                      </a:lnTo>
                      <a:cubicBezTo>
                        <a:pt x="93" y="531"/>
                        <a:pt x="121" y="531"/>
                        <a:pt x="121" y="503"/>
                      </a:cubicBezTo>
                      <a:lnTo>
                        <a:pt x="298" y="93"/>
                      </a:lnTo>
                      <a:cubicBezTo>
                        <a:pt x="298" y="57"/>
                        <a:pt x="298" y="1"/>
                        <a:pt x="2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43"/>
                <p:cNvSpPr/>
                <p:nvPr/>
              </p:nvSpPr>
              <p:spPr>
                <a:xfrm>
                  <a:off x="2897196" y="2523025"/>
                  <a:ext cx="10083" cy="18000"/>
                </a:xfrm>
                <a:custGeom>
                  <a:avLst/>
                  <a:gdLst/>
                  <a:ahLst/>
                  <a:cxnLst/>
                  <a:rect l="l" t="t" r="r" b="b"/>
                  <a:pathLst>
                    <a:path w="298" h="532" extrusionOk="0">
                      <a:moveTo>
                        <a:pt x="270" y="1"/>
                      </a:moveTo>
                      <a:cubicBezTo>
                        <a:pt x="234" y="1"/>
                        <a:pt x="178" y="1"/>
                        <a:pt x="178" y="29"/>
                      </a:cubicBezTo>
                      <a:lnTo>
                        <a:pt x="29" y="447"/>
                      </a:lnTo>
                      <a:cubicBezTo>
                        <a:pt x="1" y="475"/>
                        <a:pt x="29" y="531"/>
                        <a:pt x="57" y="531"/>
                      </a:cubicBezTo>
                      <a:cubicBezTo>
                        <a:pt x="93" y="531"/>
                        <a:pt x="121" y="531"/>
                        <a:pt x="121" y="503"/>
                      </a:cubicBezTo>
                      <a:lnTo>
                        <a:pt x="298" y="93"/>
                      </a:lnTo>
                      <a:cubicBezTo>
                        <a:pt x="298" y="57"/>
                        <a:pt x="298" y="1"/>
                        <a:pt x="2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43"/>
                <p:cNvSpPr/>
                <p:nvPr/>
              </p:nvSpPr>
              <p:spPr>
                <a:xfrm>
                  <a:off x="2591049" y="2470139"/>
                  <a:ext cx="37861" cy="38098"/>
                </a:xfrm>
                <a:custGeom>
                  <a:avLst/>
                  <a:gdLst/>
                  <a:ahLst/>
                  <a:cxnLst/>
                  <a:rect l="l" t="t" r="r" b="b"/>
                  <a:pathLst>
                    <a:path w="1119" h="1126" extrusionOk="0">
                      <a:moveTo>
                        <a:pt x="1" y="0"/>
                      </a:moveTo>
                      <a:lnTo>
                        <a:pt x="1" y="1125"/>
                      </a:lnTo>
                      <a:lnTo>
                        <a:pt x="1118" y="1125"/>
                      </a:lnTo>
                      <a:lnTo>
                        <a:pt x="11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43"/>
                <p:cNvSpPr/>
                <p:nvPr/>
              </p:nvSpPr>
              <p:spPr>
                <a:xfrm>
                  <a:off x="2693741" y="2448349"/>
                  <a:ext cx="17019" cy="87633"/>
                </a:xfrm>
                <a:custGeom>
                  <a:avLst/>
                  <a:gdLst/>
                  <a:ahLst/>
                  <a:cxnLst/>
                  <a:rect l="l" t="t" r="r" b="b"/>
                  <a:pathLst>
                    <a:path w="503" h="2590" extrusionOk="0">
                      <a:moveTo>
                        <a:pt x="475" y="1"/>
                      </a:moveTo>
                      <a:cubicBezTo>
                        <a:pt x="446" y="1"/>
                        <a:pt x="411" y="1"/>
                        <a:pt x="383" y="29"/>
                      </a:cubicBezTo>
                      <a:cubicBezTo>
                        <a:pt x="1" y="793"/>
                        <a:pt x="1" y="1769"/>
                        <a:pt x="383" y="2562"/>
                      </a:cubicBezTo>
                      <a:cubicBezTo>
                        <a:pt x="383" y="2590"/>
                        <a:pt x="411" y="2590"/>
                        <a:pt x="446" y="2590"/>
                      </a:cubicBezTo>
                      <a:lnTo>
                        <a:pt x="475" y="2590"/>
                      </a:lnTo>
                      <a:cubicBezTo>
                        <a:pt x="503" y="2562"/>
                        <a:pt x="503" y="2533"/>
                        <a:pt x="503" y="2505"/>
                      </a:cubicBezTo>
                      <a:cubicBezTo>
                        <a:pt x="121" y="1769"/>
                        <a:pt x="121" y="821"/>
                        <a:pt x="503" y="86"/>
                      </a:cubicBezTo>
                      <a:cubicBezTo>
                        <a:pt x="503" y="57"/>
                        <a:pt x="503" y="29"/>
                        <a:pt x="4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43"/>
                <p:cNvSpPr/>
                <p:nvPr/>
              </p:nvSpPr>
              <p:spPr>
                <a:xfrm>
                  <a:off x="2913234" y="2448349"/>
                  <a:ext cx="18000" cy="87633"/>
                </a:xfrm>
                <a:custGeom>
                  <a:avLst/>
                  <a:gdLst/>
                  <a:ahLst/>
                  <a:cxnLst/>
                  <a:rect l="l" t="t" r="r" b="b"/>
                  <a:pathLst>
                    <a:path w="532" h="2590" extrusionOk="0">
                      <a:moveTo>
                        <a:pt x="29" y="1"/>
                      </a:moveTo>
                      <a:cubicBezTo>
                        <a:pt x="1" y="29"/>
                        <a:pt x="1" y="57"/>
                        <a:pt x="29" y="86"/>
                      </a:cubicBezTo>
                      <a:cubicBezTo>
                        <a:pt x="411" y="821"/>
                        <a:pt x="411" y="1769"/>
                        <a:pt x="29" y="2505"/>
                      </a:cubicBezTo>
                      <a:cubicBezTo>
                        <a:pt x="29" y="2533"/>
                        <a:pt x="29" y="2562"/>
                        <a:pt x="57" y="2590"/>
                      </a:cubicBezTo>
                      <a:lnTo>
                        <a:pt x="86" y="2590"/>
                      </a:lnTo>
                      <a:cubicBezTo>
                        <a:pt x="114" y="2590"/>
                        <a:pt x="114" y="2590"/>
                        <a:pt x="149" y="2562"/>
                      </a:cubicBezTo>
                      <a:cubicBezTo>
                        <a:pt x="531" y="1769"/>
                        <a:pt x="531" y="793"/>
                        <a:pt x="114" y="29"/>
                      </a:cubicBezTo>
                      <a:cubicBezTo>
                        <a:pt x="114" y="1"/>
                        <a:pt x="57" y="1"/>
                        <a:pt x="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3"/>
                <p:cNvSpPr/>
                <p:nvPr/>
              </p:nvSpPr>
              <p:spPr>
                <a:xfrm>
                  <a:off x="2777519" y="2480188"/>
                  <a:ext cx="51023" cy="23955"/>
                </a:xfrm>
                <a:custGeom>
                  <a:avLst/>
                  <a:gdLst/>
                  <a:ahLst/>
                  <a:cxnLst/>
                  <a:rect l="l" t="t" r="r" b="b"/>
                  <a:pathLst>
                    <a:path w="1508" h="708" extrusionOk="0">
                      <a:moveTo>
                        <a:pt x="1" y="1"/>
                      </a:moveTo>
                      <a:lnTo>
                        <a:pt x="1" y="708"/>
                      </a:lnTo>
                      <a:lnTo>
                        <a:pt x="1507" y="708"/>
                      </a:lnTo>
                      <a:lnTo>
                        <a:pt x="15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3"/>
                <p:cNvSpPr/>
                <p:nvPr/>
              </p:nvSpPr>
              <p:spPr>
                <a:xfrm>
                  <a:off x="2850300" y="2480188"/>
                  <a:ext cx="34985" cy="23955"/>
                </a:xfrm>
                <a:custGeom>
                  <a:avLst/>
                  <a:gdLst/>
                  <a:ahLst/>
                  <a:cxnLst/>
                  <a:rect l="l" t="t" r="r" b="b"/>
                  <a:pathLst>
                    <a:path w="1034" h="708" extrusionOk="0">
                      <a:moveTo>
                        <a:pt x="0" y="1"/>
                      </a:moveTo>
                      <a:lnTo>
                        <a:pt x="0" y="708"/>
                      </a:lnTo>
                      <a:lnTo>
                        <a:pt x="1033" y="708"/>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3"/>
                <p:cNvSpPr/>
                <p:nvPr/>
              </p:nvSpPr>
              <p:spPr>
                <a:xfrm>
                  <a:off x="2880210" y="2479241"/>
                  <a:ext cx="34985" cy="3857"/>
                </a:xfrm>
                <a:custGeom>
                  <a:avLst/>
                  <a:gdLst/>
                  <a:ahLst/>
                  <a:cxnLst/>
                  <a:rect l="l" t="t" r="r" b="b"/>
                  <a:pathLst>
                    <a:path w="1034" h="114" extrusionOk="0">
                      <a:moveTo>
                        <a:pt x="64" y="0"/>
                      </a:moveTo>
                      <a:cubicBezTo>
                        <a:pt x="29" y="0"/>
                        <a:pt x="1" y="29"/>
                        <a:pt x="1" y="57"/>
                      </a:cubicBezTo>
                      <a:cubicBezTo>
                        <a:pt x="1" y="85"/>
                        <a:pt x="29" y="113"/>
                        <a:pt x="64" y="113"/>
                      </a:cubicBezTo>
                      <a:lnTo>
                        <a:pt x="977" y="113"/>
                      </a:lnTo>
                      <a:cubicBezTo>
                        <a:pt x="1033" y="113"/>
                        <a:pt x="1033" y="85"/>
                        <a:pt x="1033" y="57"/>
                      </a:cubicBezTo>
                      <a:cubicBezTo>
                        <a:pt x="1033" y="29"/>
                        <a:pt x="1033" y="0"/>
                        <a:pt x="9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3"/>
                <p:cNvSpPr/>
                <p:nvPr/>
              </p:nvSpPr>
              <p:spPr>
                <a:xfrm>
                  <a:off x="2894320" y="2490238"/>
                  <a:ext cx="20876" cy="3857"/>
                </a:xfrm>
                <a:custGeom>
                  <a:avLst/>
                  <a:gdLst/>
                  <a:ahLst/>
                  <a:cxnLst/>
                  <a:rect l="l" t="t" r="r" b="b"/>
                  <a:pathLst>
                    <a:path w="617" h="114" extrusionOk="0">
                      <a:moveTo>
                        <a:pt x="57" y="1"/>
                      </a:moveTo>
                      <a:cubicBezTo>
                        <a:pt x="29" y="1"/>
                        <a:pt x="1" y="29"/>
                        <a:pt x="1" y="57"/>
                      </a:cubicBezTo>
                      <a:cubicBezTo>
                        <a:pt x="1" y="114"/>
                        <a:pt x="29" y="114"/>
                        <a:pt x="57" y="114"/>
                      </a:cubicBezTo>
                      <a:lnTo>
                        <a:pt x="560" y="114"/>
                      </a:lnTo>
                      <a:cubicBezTo>
                        <a:pt x="616" y="114"/>
                        <a:pt x="616" y="114"/>
                        <a:pt x="616" y="57"/>
                      </a:cubicBezTo>
                      <a:cubicBezTo>
                        <a:pt x="616" y="29"/>
                        <a:pt x="616" y="1"/>
                        <a:pt x="5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3"/>
                <p:cNvSpPr/>
                <p:nvPr/>
              </p:nvSpPr>
              <p:spPr>
                <a:xfrm>
                  <a:off x="2752615" y="2459109"/>
                  <a:ext cx="4128" cy="74978"/>
                </a:xfrm>
                <a:custGeom>
                  <a:avLst/>
                  <a:gdLst/>
                  <a:ahLst/>
                  <a:cxnLst/>
                  <a:rect l="l" t="t" r="r" b="b"/>
                  <a:pathLst>
                    <a:path w="122" h="2216" extrusionOk="0">
                      <a:moveTo>
                        <a:pt x="57" y="1"/>
                      </a:moveTo>
                      <a:cubicBezTo>
                        <a:pt x="29" y="1"/>
                        <a:pt x="1" y="36"/>
                        <a:pt x="1" y="65"/>
                      </a:cubicBezTo>
                      <a:lnTo>
                        <a:pt x="1" y="2159"/>
                      </a:lnTo>
                      <a:cubicBezTo>
                        <a:pt x="1" y="2187"/>
                        <a:pt x="29" y="2215"/>
                        <a:pt x="57" y="2215"/>
                      </a:cubicBezTo>
                      <a:cubicBezTo>
                        <a:pt x="86" y="2215"/>
                        <a:pt x="121" y="2187"/>
                        <a:pt x="121" y="2159"/>
                      </a:cubicBezTo>
                      <a:lnTo>
                        <a:pt x="121" y="65"/>
                      </a:lnTo>
                      <a:cubicBezTo>
                        <a:pt x="121" y="36"/>
                        <a:pt x="86" y="1"/>
                        <a:pt x="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2" name="Google Shape;1102;p43"/>
              <p:cNvGrpSpPr/>
              <p:nvPr/>
            </p:nvGrpSpPr>
            <p:grpSpPr>
              <a:xfrm>
                <a:off x="3309241" y="2588583"/>
                <a:ext cx="800705" cy="591511"/>
                <a:chOff x="3187541" y="2348533"/>
                <a:chExt cx="800705" cy="591511"/>
              </a:xfrm>
            </p:grpSpPr>
            <p:sp>
              <p:nvSpPr>
                <p:cNvPr id="1103" name="Google Shape;1103;p43"/>
                <p:cNvSpPr/>
                <p:nvPr/>
              </p:nvSpPr>
              <p:spPr>
                <a:xfrm>
                  <a:off x="3546607" y="2660533"/>
                  <a:ext cx="83809" cy="279511"/>
                </a:xfrm>
                <a:custGeom>
                  <a:avLst/>
                  <a:gdLst/>
                  <a:ahLst/>
                  <a:cxnLst/>
                  <a:rect l="l" t="t" r="r" b="b"/>
                  <a:pathLst>
                    <a:path w="2477" h="8261" extrusionOk="0">
                      <a:moveTo>
                        <a:pt x="797" y="0"/>
                      </a:moveTo>
                      <a:cubicBezTo>
                        <a:pt x="634" y="0"/>
                        <a:pt x="465" y="114"/>
                        <a:pt x="439" y="273"/>
                      </a:cubicBezTo>
                      <a:cubicBezTo>
                        <a:pt x="234" y="1094"/>
                        <a:pt x="1" y="2127"/>
                        <a:pt x="354" y="3103"/>
                      </a:cubicBezTo>
                      <a:cubicBezTo>
                        <a:pt x="467" y="3422"/>
                        <a:pt x="673" y="3719"/>
                        <a:pt x="849" y="3987"/>
                      </a:cubicBezTo>
                      <a:cubicBezTo>
                        <a:pt x="970" y="4221"/>
                        <a:pt x="1090" y="4398"/>
                        <a:pt x="1203" y="4603"/>
                      </a:cubicBezTo>
                      <a:cubicBezTo>
                        <a:pt x="1677" y="5664"/>
                        <a:pt x="1352" y="6930"/>
                        <a:pt x="411" y="7638"/>
                      </a:cubicBezTo>
                      <a:cubicBezTo>
                        <a:pt x="262" y="7758"/>
                        <a:pt x="234" y="7963"/>
                        <a:pt x="354" y="8112"/>
                      </a:cubicBezTo>
                      <a:cubicBezTo>
                        <a:pt x="411" y="8232"/>
                        <a:pt x="531" y="8260"/>
                        <a:pt x="644" y="8260"/>
                      </a:cubicBezTo>
                      <a:cubicBezTo>
                        <a:pt x="708" y="8260"/>
                        <a:pt x="793" y="8260"/>
                        <a:pt x="849" y="8197"/>
                      </a:cubicBezTo>
                      <a:cubicBezTo>
                        <a:pt x="2059" y="7312"/>
                        <a:pt x="2477" y="5664"/>
                        <a:pt x="1826" y="4306"/>
                      </a:cubicBezTo>
                      <a:cubicBezTo>
                        <a:pt x="1705" y="4072"/>
                        <a:pt x="1592" y="3839"/>
                        <a:pt x="1444" y="3634"/>
                      </a:cubicBezTo>
                      <a:cubicBezTo>
                        <a:pt x="1267" y="3365"/>
                        <a:pt x="1118" y="3103"/>
                        <a:pt x="998" y="2834"/>
                      </a:cubicBezTo>
                      <a:cubicBezTo>
                        <a:pt x="736" y="2099"/>
                        <a:pt x="941" y="1186"/>
                        <a:pt x="1118" y="450"/>
                      </a:cubicBezTo>
                      <a:cubicBezTo>
                        <a:pt x="1175" y="238"/>
                        <a:pt x="1062" y="61"/>
                        <a:pt x="849" y="5"/>
                      </a:cubicBezTo>
                      <a:cubicBezTo>
                        <a:pt x="832" y="2"/>
                        <a:pt x="814" y="0"/>
                        <a:pt x="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3"/>
                <p:cNvSpPr/>
                <p:nvPr/>
              </p:nvSpPr>
              <p:spPr>
                <a:xfrm>
                  <a:off x="3454675" y="2918937"/>
                  <a:ext cx="251394" cy="20166"/>
                </a:xfrm>
                <a:custGeom>
                  <a:avLst/>
                  <a:gdLst/>
                  <a:ahLst/>
                  <a:cxnLst/>
                  <a:rect l="l" t="t" r="r" b="b"/>
                  <a:pathLst>
                    <a:path w="7430" h="596" extrusionOk="0">
                      <a:moveTo>
                        <a:pt x="270" y="1"/>
                      </a:moveTo>
                      <a:cubicBezTo>
                        <a:pt x="121" y="1"/>
                        <a:pt x="1" y="121"/>
                        <a:pt x="1" y="270"/>
                      </a:cubicBezTo>
                      <a:lnTo>
                        <a:pt x="1" y="326"/>
                      </a:lnTo>
                      <a:cubicBezTo>
                        <a:pt x="1" y="475"/>
                        <a:pt x="121" y="595"/>
                        <a:pt x="270" y="595"/>
                      </a:cubicBezTo>
                      <a:lnTo>
                        <a:pt x="7167" y="595"/>
                      </a:lnTo>
                      <a:cubicBezTo>
                        <a:pt x="7316" y="595"/>
                        <a:pt x="7429" y="475"/>
                        <a:pt x="7429" y="326"/>
                      </a:cubicBezTo>
                      <a:lnTo>
                        <a:pt x="7429" y="270"/>
                      </a:lnTo>
                      <a:cubicBezTo>
                        <a:pt x="7429" y="121"/>
                        <a:pt x="7316" y="1"/>
                        <a:pt x="7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3"/>
                <p:cNvSpPr/>
                <p:nvPr/>
              </p:nvSpPr>
              <p:spPr>
                <a:xfrm>
                  <a:off x="3187541" y="2348533"/>
                  <a:ext cx="800705" cy="480660"/>
                </a:xfrm>
                <a:custGeom>
                  <a:avLst/>
                  <a:gdLst/>
                  <a:ahLst/>
                  <a:cxnLst/>
                  <a:rect l="l" t="t" r="r" b="b"/>
                  <a:pathLst>
                    <a:path w="23665" h="14206" extrusionOk="0">
                      <a:moveTo>
                        <a:pt x="468" y="1"/>
                      </a:moveTo>
                      <a:cubicBezTo>
                        <a:pt x="234" y="1"/>
                        <a:pt x="1" y="206"/>
                        <a:pt x="1" y="475"/>
                      </a:cubicBezTo>
                      <a:lnTo>
                        <a:pt x="1" y="13739"/>
                      </a:lnTo>
                      <a:cubicBezTo>
                        <a:pt x="1" y="14001"/>
                        <a:pt x="234" y="14206"/>
                        <a:pt x="468" y="14206"/>
                      </a:cubicBezTo>
                      <a:lnTo>
                        <a:pt x="23198" y="14206"/>
                      </a:lnTo>
                      <a:cubicBezTo>
                        <a:pt x="23431" y="14206"/>
                        <a:pt x="23665" y="14001"/>
                        <a:pt x="23665" y="13739"/>
                      </a:cubicBezTo>
                      <a:lnTo>
                        <a:pt x="23665" y="475"/>
                      </a:lnTo>
                      <a:cubicBezTo>
                        <a:pt x="23665" y="206"/>
                        <a:pt x="23431" y="1"/>
                        <a:pt x="231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43"/>
                <p:cNvSpPr/>
                <p:nvPr/>
              </p:nvSpPr>
              <p:spPr>
                <a:xfrm>
                  <a:off x="3191399" y="2386362"/>
                  <a:ext cx="793025" cy="405986"/>
                </a:xfrm>
                <a:custGeom>
                  <a:avLst/>
                  <a:gdLst/>
                  <a:ahLst/>
                  <a:cxnLst/>
                  <a:rect l="l" t="t" r="r" b="b"/>
                  <a:pathLst>
                    <a:path w="23438" h="11999" extrusionOk="0">
                      <a:moveTo>
                        <a:pt x="0" y="0"/>
                      </a:moveTo>
                      <a:lnTo>
                        <a:pt x="0" y="11999"/>
                      </a:lnTo>
                      <a:lnTo>
                        <a:pt x="23438" y="11999"/>
                      </a:lnTo>
                      <a:lnTo>
                        <a:pt x="2343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3"/>
                <p:cNvSpPr/>
                <p:nvPr/>
              </p:nvSpPr>
              <p:spPr>
                <a:xfrm>
                  <a:off x="3264146" y="2426322"/>
                  <a:ext cx="87903" cy="12959"/>
                </a:xfrm>
                <a:custGeom>
                  <a:avLst/>
                  <a:gdLst/>
                  <a:ahLst/>
                  <a:cxnLst/>
                  <a:rect l="l" t="t" r="r" b="b"/>
                  <a:pathLst>
                    <a:path w="2598" h="383" extrusionOk="0">
                      <a:moveTo>
                        <a:pt x="1" y="1"/>
                      </a:moveTo>
                      <a:lnTo>
                        <a:pt x="1" y="383"/>
                      </a:lnTo>
                      <a:lnTo>
                        <a:pt x="2597" y="383"/>
                      </a:lnTo>
                      <a:lnTo>
                        <a:pt x="25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43"/>
                <p:cNvSpPr/>
                <p:nvPr/>
              </p:nvSpPr>
              <p:spPr>
                <a:xfrm>
                  <a:off x="3368055" y="2426322"/>
                  <a:ext cx="147453" cy="12959"/>
                </a:xfrm>
                <a:custGeom>
                  <a:avLst/>
                  <a:gdLst/>
                  <a:ahLst/>
                  <a:cxnLst/>
                  <a:rect l="l" t="t" r="r" b="b"/>
                  <a:pathLst>
                    <a:path w="4358" h="383" extrusionOk="0">
                      <a:moveTo>
                        <a:pt x="0" y="1"/>
                      </a:moveTo>
                      <a:lnTo>
                        <a:pt x="0" y="383"/>
                      </a:lnTo>
                      <a:lnTo>
                        <a:pt x="4358" y="383"/>
                      </a:lnTo>
                      <a:lnTo>
                        <a:pt x="43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3"/>
                <p:cNvSpPr/>
                <p:nvPr/>
              </p:nvSpPr>
              <p:spPr>
                <a:xfrm>
                  <a:off x="3532498" y="2426322"/>
                  <a:ext cx="172592" cy="12959"/>
                </a:xfrm>
                <a:custGeom>
                  <a:avLst/>
                  <a:gdLst/>
                  <a:ahLst/>
                  <a:cxnLst/>
                  <a:rect l="l" t="t" r="r" b="b"/>
                  <a:pathLst>
                    <a:path w="5101" h="383" extrusionOk="0">
                      <a:moveTo>
                        <a:pt x="0" y="1"/>
                      </a:moveTo>
                      <a:lnTo>
                        <a:pt x="0" y="383"/>
                      </a:lnTo>
                      <a:lnTo>
                        <a:pt x="5101" y="383"/>
                      </a:lnTo>
                      <a:lnTo>
                        <a:pt x="510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3"/>
                <p:cNvSpPr/>
                <p:nvPr/>
              </p:nvSpPr>
              <p:spPr>
                <a:xfrm>
                  <a:off x="3723027" y="2426322"/>
                  <a:ext cx="65843" cy="12959"/>
                </a:xfrm>
                <a:custGeom>
                  <a:avLst/>
                  <a:gdLst/>
                  <a:ahLst/>
                  <a:cxnLst/>
                  <a:rect l="l" t="t" r="r" b="b"/>
                  <a:pathLst>
                    <a:path w="1946" h="383" extrusionOk="0">
                      <a:moveTo>
                        <a:pt x="0" y="1"/>
                      </a:moveTo>
                      <a:lnTo>
                        <a:pt x="0" y="383"/>
                      </a:lnTo>
                      <a:lnTo>
                        <a:pt x="1946" y="383"/>
                      </a:lnTo>
                      <a:lnTo>
                        <a:pt x="194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3"/>
                <p:cNvSpPr/>
                <p:nvPr/>
              </p:nvSpPr>
              <p:spPr>
                <a:xfrm>
                  <a:off x="3503534" y="2458161"/>
                  <a:ext cx="20132" cy="12011"/>
                </a:xfrm>
                <a:custGeom>
                  <a:avLst/>
                  <a:gdLst/>
                  <a:ahLst/>
                  <a:cxnLst/>
                  <a:rect l="l" t="t" r="r" b="b"/>
                  <a:pathLst>
                    <a:path w="595" h="355" extrusionOk="0">
                      <a:moveTo>
                        <a:pt x="0" y="1"/>
                      </a:moveTo>
                      <a:lnTo>
                        <a:pt x="0" y="354"/>
                      </a:lnTo>
                      <a:lnTo>
                        <a:pt x="594" y="354"/>
                      </a:lnTo>
                      <a:lnTo>
                        <a:pt x="59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3"/>
                <p:cNvSpPr/>
                <p:nvPr/>
              </p:nvSpPr>
              <p:spPr>
                <a:xfrm>
                  <a:off x="3563356" y="2458161"/>
                  <a:ext cx="9135" cy="12011"/>
                </a:xfrm>
                <a:custGeom>
                  <a:avLst/>
                  <a:gdLst/>
                  <a:ahLst/>
                  <a:cxnLst/>
                  <a:rect l="l" t="t" r="r" b="b"/>
                  <a:pathLst>
                    <a:path w="270" h="355" extrusionOk="0">
                      <a:moveTo>
                        <a:pt x="1" y="1"/>
                      </a:moveTo>
                      <a:lnTo>
                        <a:pt x="1" y="354"/>
                      </a:lnTo>
                      <a:lnTo>
                        <a:pt x="270" y="354"/>
                      </a:lnTo>
                      <a:lnTo>
                        <a:pt x="2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3"/>
                <p:cNvSpPr/>
                <p:nvPr/>
              </p:nvSpPr>
              <p:spPr>
                <a:xfrm>
                  <a:off x="3581323" y="2458161"/>
                  <a:ext cx="157773" cy="12011"/>
                </a:xfrm>
                <a:custGeom>
                  <a:avLst/>
                  <a:gdLst/>
                  <a:ahLst/>
                  <a:cxnLst/>
                  <a:rect l="l" t="t" r="r" b="b"/>
                  <a:pathLst>
                    <a:path w="4663" h="355" extrusionOk="0">
                      <a:moveTo>
                        <a:pt x="0" y="1"/>
                      </a:moveTo>
                      <a:lnTo>
                        <a:pt x="0" y="354"/>
                      </a:lnTo>
                      <a:lnTo>
                        <a:pt x="4662" y="354"/>
                      </a:lnTo>
                      <a:lnTo>
                        <a:pt x="46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3"/>
                <p:cNvSpPr/>
                <p:nvPr/>
              </p:nvSpPr>
              <p:spPr>
                <a:xfrm>
                  <a:off x="3758927" y="2458161"/>
                  <a:ext cx="45982" cy="12011"/>
                </a:xfrm>
                <a:custGeom>
                  <a:avLst/>
                  <a:gdLst/>
                  <a:ahLst/>
                  <a:cxnLst/>
                  <a:rect l="l" t="t" r="r" b="b"/>
                  <a:pathLst>
                    <a:path w="1359" h="355" extrusionOk="0">
                      <a:moveTo>
                        <a:pt x="0" y="1"/>
                      </a:moveTo>
                      <a:lnTo>
                        <a:pt x="0" y="354"/>
                      </a:lnTo>
                      <a:lnTo>
                        <a:pt x="1359" y="354"/>
                      </a:lnTo>
                      <a:lnTo>
                        <a:pt x="135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43"/>
                <p:cNvSpPr/>
                <p:nvPr/>
              </p:nvSpPr>
              <p:spPr>
                <a:xfrm>
                  <a:off x="3532498" y="2458161"/>
                  <a:ext cx="18914" cy="12011"/>
                </a:xfrm>
                <a:custGeom>
                  <a:avLst/>
                  <a:gdLst/>
                  <a:ahLst/>
                  <a:cxnLst/>
                  <a:rect l="l" t="t" r="r" b="b"/>
                  <a:pathLst>
                    <a:path w="559" h="355" extrusionOk="0">
                      <a:moveTo>
                        <a:pt x="0" y="1"/>
                      </a:moveTo>
                      <a:lnTo>
                        <a:pt x="0" y="354"/>
                      </a:lnTo>
                      <a:lnTo>
                        <a:pt x="559" y="354"/>
                      </a:lnTo>
                      <a:lnTo>
                        <a:pt x="55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3"/>
                <p:cNvSpPr/>
                <p:nvPr/>
              </p:nvSpPr>
              <p:spPr>
                <a:xfrm>
                  <a:off x="3412786" y="2458161"/>
                  <a:ext cx="83809" cy="12011"/>
                </a:xfrm>
                <a:custGeom>
                  <a:avLst/>
                  <a:gdLst/>
                  <a:ahLst/>
                  <a:cxnLst/>
                  <a:rect l="l" t="t" r="r" b="b"/>
                  <a:pathLst>
                    <a:path w="2477" h="355" extrusionOk="0">
                      <a:moveTo>
                        <a:pt x="1" y="1"/>
                      </a:moveTo>
                      <a:lnTo>
                        <a:pt x="1" y="354"/>
                      </a:lnTo>
                      <a:lnTo>
                        <a:pt x="2477" y="354"/>
                      </a:lnTo>
                      <a:lnTo>
                        <a:pt x="24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43"/>
                <p:cNvSpPr/>
                <p:nvPr/>
              </p:nvSpPr>
              <p:spPr>
                <a:xfrm>
                  <a:off x="3292162" y="2458161"/>
                  <a:ext cx="110843" cy="12011"/>
                </a:xfrm>
                <a:custGeom>
                  <a:avLst/>
                  <a:gdLst/>
                  <a:ahLst/>
                  <a:cxnLst/>
                  <a:rect l="l" t="t" r="r" b="b"/>
                  <a:pathLst>
                    <a:path w="3276" h="355" extrusionOk="0">
                      <a:moveTo>
                        <a:pt x="0" y="1"/>
                      </a:moveTo>
                      <a:lnTo>
                        <a:pt x="0" y="354"/>
                      </a:lnTo>
                      <a:lnTo>
                        <a:pt x="3276" y="354"/>
                      </a:lnTo>
                      <a:lnTo>
                        <a:pt x="32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43"/>
                <p:cNvSpPr/>
                <p:nvPr/>
              </p:nvSpPr>
              <p:spPr>
                <a:xfrm>
                  <a:off x="3264146" y="2458161"/>
                  <a:ext cx="19184" cy="12011"/>
                </a:xfrm>
                <a:custGeom>
                  <a:avLst/>
                  <a:gdLst/>
                  <a:ahLst/>
                  <a:cxnLst/>
                  <a:rect l="l" t="t" r="r" b="b"/>
                  <a:pathLst>
                    <a:path w="567" h="355" extrusionOk="0">
                      <a:moveTo>
                        <a:pt x="1" y="1"/>
                      </a:moveTo>
                      <a:lnTo>
                        <a:pt x="1" y="354"/>
                      </a:lnTo>
                      <a:lnTo>
                        <a:pt x="567" y="354"/>
                      </a:lnTo>
                      <a:lnTo>
                        <a:pt x="56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43"/>
                <p:cNvSpPr/>
                <p:nvPr/>
              </p:nvSpPr>
              <p:spPr>
                <a:xfrm>
                  <a:off x="3264146" y="2489053"/>
                  <a:ext cx="16072" cy="13196"/>
                </a:xfrm>
                <a:custGeom>
                  <a:avLst/>
                  <a:gdLst/>
                  <a:ahLst/>
                  <a:cxnLst/>
                  <a:rect l="l" t="t" r="r" b="b"/>
                  <a:pathLst>
                    <a:path w="475" h="390" extrusionOk="0">
                      <a:moveTo>
                        <a:pt x="1" y="0"/>
                      </a:moveTo>
                      <a:lnTo>
                        <a:pt x="1" y="389"/>
                      </a:lnTo>
                      <a:lnTo>
                        <a:pt x="475" y="389"/>
                      </a:lnTo>
                      <a:lnTo>
                        <a:pt x="47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3"/>
                <p:cNvSpPr/>
                <p:nvPr/>
              </p:nvSpPr>
              <p:spPr>
                <a:xfrm>
                  <a:off x="3295275" y="2489053"/>
                  <a:ext cx="158483" cy="13196"/>
                </a:xfrm>
                <a:custGeom>
                  <a:avLst/>
                  <a:gdLst/>
                  <a:ahLst/>
                  <a:cxnLst/>
                  <a:rect l="l" t="t" r="r" b="b"/>
                  <a:pathLst>
                    <a:path w="4684" h="390" extrusionOk="0">
                      <a:moveTo>
                        <a:pt x="0" y="0"/>
                      </a:moveTo>
                      <a:lnTo>
                        <a:pt x="0" y="389"/>
                      </a:lnTo>
                      <a:lnTo>
                        <a:pt x="4684" y="389"/>
                      </a:lnTo>
                      <a:lnTo>
                        <a:pt x="46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3"/>
                <p:cNvSpPr/>
                <p:nvPr/>
              </p:nvSpPr>
              <p:spPr>
                <a:xfrm>
                  <a:off x="3470713" y="2489053"/>
                  <a:ext cx="251394" cy="13196"/>
                </a:xfrm>
                <a:custGeom>
                  <a:avLst/>
                  <a:gdLst/>
                  <a:ahLst/>
                  <a:cxnLst/>
                  <a:rect l="l" t="t" r="r" b="b"/>
                  <a:pathLst>
                    <a:path w="7430" h="390" extrusionOk="0">
                      <a:moveTo>
                        <a:pt x="1" y="0"/>
                      </a:moveTo>
                      <a:lnTo>
                        <a:pt x="1" y="389"/>
                      </a:lnTo>
                      <a:lnTo>
                        <a:pt x="7429" y="389"/>
                      </a:lnTo>
                      <a:lnTo>
                        <a:pt x="742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3"/>
                <p:cNvSpPr/>
                <p:nvPr/>
              </p:nvSpPr>
              <p:spPr>
                <a:xfrm>
                  <a:off x="3730911" y="2489053"/>
                  <a:ext cx="73997" cy="13196"/>
                </a:xfrm>
                <a:custGeom>
                  <a:avLst/>
                  <a:gdLst/>
                  <a:ahLst/>
                  <a:cxnLst/>
                  <a:rect l="l" t="t" r="r" b="b"/>
                  <a:pathLst>
                    <a:path w="2187" h="390" extrusionOk="0">
                      <a:moveTo>
                        <a:pt x="1" y="0"/>
                      </a:moveTo>
                      <a:lnTo>
                        <a:pt x="1" y="389"/>
                      </a:lnTo>
                      <a:lnTo>
                        <a:pt x="2187" y="389"/>
                      </a:lnTo>
                      <a:lnTo>
                        <a:pt x="218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3"/>
                <p:cNvSpPr/>
                <p:nvPr/>
              </p:nvSpPr>
              <p:spPr>
                <a:xfrm>
                  <a:off x="3594485" y="2521130"/>
                  <a:ext cx="192487" cy="12959"/>
                </a:xfrm>
                <a:custGeom>
                  <a:avLst/>
                  <a:gdLst/>
                  <a:ahLst/>
                  <a:cxnLst/>
                  <a:rect l="l" t="t" r="r" b="b"/>
                  <a:pathLst>
                    <a:path w="5689" h="383" extrusionOk="0">
                      <a:moveTo>
                        <a:pt x="0" y="0"/>
                      </a:moveTo>
                      <a:lnTo>
                        <a:pt x="0" y="382"/>
                      </a:lnTo>
                      <a:lnTo>
                        <a:pt x="5688" y="382"/>
                      </a:lnTo>
                      <a:lnTo>
                        <a:pt x="568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3"/>
                <p:cNvSpPr/>
                <p:nvPr/>
              </p:nvSpPr>
              <p:spPr>
                <a:xfrm>
                  <a:off x="3264146" y="2521130"/>
                  <a:ext cx="31162" cy="12959"/>
                </a:xfrm>
                <a:custGeom>
                  <a:avLst/>
                  <a:gdLst/>
                  <a:ahLst/>
                  <a:cxnLst/>
                  <a:rect l="l" t="t" r="r" b="b"/>
                  <a:pathLst>
                    <a:path w="921" h="383" extrusionOk="0">
                      <a:moveTo>
                        <a:pt x="1" y="0"/>
                      </a:moveTo>
                      <a:lnTo>
                        <a:pt x="1" y="382"/>
                      </a:lnTo>
                      <a:lnTo>
                        <a:pt x="920" y="382"/>
                      </a:lnTo>
                      <a:lnTo>
                        <a:pt x="9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3"/>
                <p:cNvSpPr/>
                <p:nvPr/>
              </p:nvSpPr>
              <p:spPr>
                <a:xfrm>
                  <a:off x="3308200" y="2521130"/>
                  <a:ext cx="150600" cy="12959"/>
                </a:xfrm>
                <a:custGeom>
                  <a:avLst/>
                  <a:gdLst/>
                  <a:ahLst/>
                  <a:cxnLst/>
                  <a:rect l="l" t="t" r="r" b="b"/>
                  <a:pathLst>
                    <a:path w="4451" h="383" extrusionOk="0">
                      <a:moveTo>
                        <a:pt x="0" y="0"/>
                      </a:moveTo>
                      <a:lnTo>
                        <a:pt x="0" y="382"/>
                      </a:lnTo>
                      <a:lnTo>
                        <a:pt x="4450" y="382"/>
                      </a:lnTo>
                      <a:lnTo>
                        <a:pt x="445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43"/>
                <p:cNvSpPr/>
                <p:nvPr/>
              </p:nvSpPr>
              <p:spPr>
                <a:xfrm>
                  <a:off x="3468819" y="2521130"/>
                  <a:ext cx="98629" cy="12959"/>
                </a:xfrm>
                <a:custGeom>
                  <a:avLst/>
                  <a:gdLst/>
                  <a:ahLst/>
                  <a:cxnLst/>
                  <a:rect l="l" t="t" r="r" b="b"/>
                  <a:pathLst>
                    <a:path w="2915" h="383" extrusionOk="0">
                      <a:moveTo>
                        <a:pt x="0" y="0"/>
                      </a:moveTo>
                      <a:lnTo>
                        <a:pt x="0" y="382"/>
                      </a:lnTo>
                      <a:lnTo>
                        <a:pt x="2915" y="382"/>
                      </a:lnTo>
                      <a:lnTo>
                        <a:pt x="29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3"/>
                <p:cNvSpPr/>
                <p:nvPr/>
              </p:nvSpPr>
              <p:spPr>
                <a:xfrm>
                  <a:off x="3368055" y="2552969"/>
                  <a:ext cx="29944" cy="12959"/>
                </a:xfrm>
                <a:custGeom>
                  <a:avLst/>
                  <a:gdLst/>
                  <a:ahLst/>
                  <a:cxnLst/>
                  <a:rect l="l" t="t" r="r" b="b"/>
                  <a:pathLst>
                    <a:path w="885" h="383" extrusionOk="0">
                      <a:moveTo>
                        <a:pt x="0" y="0"/>
                      </a:moveTo>
                      <a:lnTo>
                        <a:pt x="0" y="382"/>
                      </a:lnTo>
                      <a:lnTo>
                        <a:pt x="884" y="382"/>
                      </a:lnTo>
                      <a:lnTo>
                        <a:pt x="8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43"/>
                <p:cNvSpPr/>
                <p:nvPr/>
              </p:nvSpPr>
              <p:spPr>
                <a:xfrm>
                  <a:off x="3264146" y="2552969"/>
                  <a:ext cx="91016" cy="12959"/>
                </a:xfrm>
                <a:custGeom>
                  <a:avLst/>
                  <a:gdLst/>
                  <a:ahLst/>
                  <a:cxnLst/>
                  <a:rect l="l" t="t" r="r" b="b"/>
                  <a:pathLst>
                    <a:path w="2690" h="383" extrusionOk="0">
                      <a:moveTo>
                        <a:pt x="1" y="0"/>
                      </a:moveTo>
                      <a:lnTo>
                        <a:pt x="1" y="382"/>
                      </a:lnTo>
                      <a:lnTo>
                        <a:pt x="2689" y="382"/>
                      </a:lnTo>
                      <a:lnTo>
                        <a:pt x="268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43"/>
                <p:cNvSpPr/>
                <p:nvPr/>
              </p:nvSpPr>
              <p:spPr>
                <a:xfrm>
                  <a:off x="3407779" y="2552969"/>
                  <a:ext cx="28049" cy="12959"/>
                </a:xfrm>
                <a:custGeom>
                  <a:avLst/>
                  <a:gdLst/>
                  <a:ahLst/>
                  <a:cxnLst/>
                  <a:rect l="l" t="t" r="r" b="b"/>
                  <a:pathLst>
                    <a:path w="829" h="383" extrusionOk="0">
                      <a:moveTo>
                        <a:pt x="0" y="0"/>
                      </a:moveTo>
                      <a:lnTo>
                        <a:pt x="0" y="382"/>
                      </a:lnTo>
                      <a:lnTo>
                        <a:pt x="828" y="382"/>
                      </a:lnTo>
                      <a:lnTo>
                        <a:pt x="82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43"/>
                <p:cNvSpPr/>
                <p:nvPr/>
              </p:nvSpPr>
              <p:spPr>
                <a:xfrm>
                  <a:off x="3445844" y="2552969"/>
                  <a:ext cx="122584" cy="12959"/>
                </a:xfrm>
                <a:custGeom>
                  <a:avLst/>
                  <a:gdLst/>
                  <a:ahLst/>
                  <a:cxnLst/>
                  <a:rect l="l" t="t" r="r" b="b"/>
                  <a:pathLst>
                    <a:path w="3623" h="383" extrusionOk="0">
                      <a:moveTo>
                        <a:pt x="0" y="0"/>
                      </a:moveTo>
                      <a:lnTo>
                        <a:pt x="0" y="382"/>
                      </a:lnTo>
                      <a:lnTo>
                        <a:pt x="3622" y="382"/>
                      </a:lnTo>
                      <a:lnTo>
                        <a:pt x="36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3"/>
                <p:cNvSpPr/>
                <p:nvPr/>
              </p:nvSpPr>
              <p:spPr>
                <a:xfrm>
                  <a:off x="3585383" y="2552969"/>
                  <a:ext cx="55794" cy="12959"/>
                </a:xfrm>
                <a:custGeom>
                  <a:avLst/>
                  <a:gdLst/>
                  <a:ahLst/>
                  <a:cxnLst/>
                  <a:rect l="l" t="t" r="r" b="b"/>
                  <a:pathLst>
                    <a:path w="1649" h="383" extrusionOk="0">
                      <a:moveTo>
                        <a:pt x="1" y="0"/>
                      </a:moveTo>
                      <a:lnTo>
                        <a:pt x="1" y="382"/>
                      </a:lnTo>
                      <a:lnTo>
                        <a:pt x="1649" y="382"/>
                      </a:lnTo>
                      <a:lnTo>
                        <a:pt x="164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3"/>
                <p:cNvSpPr/>
                <p:nvPr/>
              </p:nvSpPr>
              <p:spPr>
                <a:xfrm>
                  <a:off x="3664153" y="2552969"/>
                  <a:ext cx="56978" cy="12959"/>
                </a:xfrm>
                <a:custGeom>
                  <a:avLst/>
                  <a:gdLst/>
                  <a:ahLst/>
                  <a:cxnLst/>
                  <a:rect l="l" t="t" r="r" b="b"/>
                  <a:pathLst>
                    <a:path w="1684" h="383" extrusionOk="0">
                      <a:moveTo>
                        <a:pt x="0" y="0"/>
                      </a:moveTo>
                      <a:lnTo>
                        <a:pt x="0" y="382"/>
                      </a:lnTo>
                      <a:lnTo>
                        <a:pt x="1684" y="382"/>
                      </a:lnTo>
                      <a:lnTo>
                        <a:pt x="16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3"/>
                <p:cNvSpPr/>
                <p:nvPr/>
              </p:nvSpPr>
              <p:spPr>
                <a:xfrm>
                  <a:off x="3748878" y="2552969"/>
                  <a:ext cx="38098" cy="12959"/>
                </a:xfrm>
                <a:custGeom>
                  <a:avLst/>
                  <a:gdLst/>
                  <a:ahLst/>
                  <a:cxnLst/>
                  <a:rect l="l" t="t" r="r" b="b"/>
                  <a:pathLst>
                    <a:path w="1126" h="383" extrusionOk="0">
                      <a:moveTo>
                        <a:pt x="0" y="0"/>
                      </a:moveTo>
                      <a:lnTo>
                        <a:pt x="0" y="382"/>
                      </a:lnTo>
                      <a:lnTo>
                        <a:pt x="1125" y="382"/>
                      </a:lnTo>
                      <a:lnTo>
                        <a:pt x="1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3"/>
                <p:cNvSpPr/>
                <p:nvPr/>
              </p:nvSpPr>
              <p:spPr>
                <a:xfrm>
                  <a:off x="3623211" y="2584809"/>
                  <a:ext cx="61072" cy="11978"/>
                </a:xfrm>
                <a:custGeom>
                  <a:avLst/>
                  <a:gdLst/>
                  <a:ahLst/>
                  <a:cxnLst/>
                  <a:rect l="l" t="t" r="r" b="b"/>
                  <a:pathLst>
                    <a:path w="1805" h="354" extrusionOk="0">
                      <a:moveTo>
                        <a:pt x="0" y="0"/>
                      </a:moveTo>
                      <a:lnTo>
                        <a:pt x="0" y="354"/>
                      </a:lnTo>
                      <a:lnTo>
                        <a:pt x="1804" y="354"/>
                      </a:lnTo>
                      <a:lnTo>
                        <a:pt x="180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43"/>
                <p:cNvSpPr/>
                <p:nvPr/>
              </p:nvSpPr>
              <p:spPr>
                <a:xfrm>
                  <a:off x="3264146" y="2584809"/>
                  <a:ext cx="33091" cy="11978"/>
                </a:xfrm>
                <a:custGeom>
                  <a:avLst/>
                  <a:gdLst/>
                  <a:ahLst/>
                  <a:cxnLst/>
                  <a:rect l="l" t="t" r="r" b="b"/>
                  <a:pathLst>
                    <a:path w="978" h="354" extrusionOk="0">
                      <a:moveTo>
                        <a:pt x="1" y="0"/>
                      </a:moveTo>
                      <a:lnTo>
                        <a:pt x="1" y="354"/>
                      </a:lnTo>
                      <a:lnTo>
                        <a:pt x="977" y="354"/>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3"/>
                <p:cNvSpPr/>
                <p:nvPr/>
              </p:nvSpPr>
              <p:spPr>
                <a:xfrm>
                  <a:off x="3320178" y="2584809"/>
                  <a:ext cx="154660" cy="11978"/>
                </a:xfrm>
                <a:custGeom>
                  <a:avLst/>
                  <a:gdLst/>
                  <a:ahLst/>
                  <a:cxnLst/>
                  <a:rect l="l" t="t" r="r" b="b"/>
                  <a:pathLst>
                    <a:path w="4571" h="354" extrusionOk="0">
                      <a:moveTo>
                        <a:pt x="0" y="0"/>
                      </a:moveTo>
                      <a:lnTo>
                        <a:pt x="0" y="354"/>
                      </a:lnTo>
                      <a:lnTo>
                        <a:pt x="4570" y="354"/>
                      </a:lnTo>
                      <a:lnTo>
                        <a:pt x="45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43"/>
                <p:cNvSpPr/>
                <p:nvPr/>
              </p:nvSpPr>
              <p:spPr>
                <a:xfrm>
                  <a:off x="3497545" y="2584809"/>
                  <a:ext cx="32109" cy="11978"/>
                </a:xfrm>
                <a:custGeom>
                  <a:avLst/>
                  <a:gdLst/>
                  <a:ahLst/>
                  <a:cxnLst/>
                  <a:rect l="l" t="t" r="r" b="b"/>
                  <a:pathLst>
                    <a:path w="949" h="354" extrusionOk="0">
                      <a:moveTo>
                        <a:pt x="0" y="0"/>
                      </a:moveTo>
                      <a:lnTo>
                        <a:pt x="0" y="354"/>
                      </a:lnTo>
                      <a:lnTo>
                        <a:pt x="948" y="354"/>
                      </a:lnTo>
                      <a:lnTo>
                        <a:pt x="9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43"/>
                <p:cNvSpPr/>
                <p:nvPr/>
              </p:nvSpPr>
              <p:spPr>
                <a:xfrm>
                  <a:off x="3544442" y="2584809"/>
                  <a:ext cx="50076" cy="11978"/>
                </a:xfrm>
                <a:custGeom>
                  <a:avLst/>
                  <a:gdLst/>
                  <a:ahLst/>
                  <a:cxnLst/>
                  <a:rect l="l" t="t" r="r" b="b"/>
                  <a:pathLst>
                    <a:path w="1480" h="354" extrusionOk="0">
                      <a:moveTo>
                        <a:pt x="1" y="0"/>
                      </a:moveTo>
                      <a:lnTo>
                        <a:pt x="1" y="354"/>
                      </a:lnTo>
                      <a:lnTo>
                        <a:pt x="1479" y="354"/>
                      </a:lnTo>
                      <a:lnTo>
                        <a:pt x="147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43"/>
                <p:cNvSpPr/>
                <p:nvPr/>
              </p:nvSpPr>
              <p:spPr>
                <a:xfrm>
                  <a:off x="3714162" y="2584809"/>
                  <a:ext cx="75689" cy="11978"/>
                </a:xfrm>
                <a:custGeom>
                  <a:avLst/>
                  <a:gdLst/>
                  <a:ahLst/>
                  <a:cxnLst/>
                  <a:rect l="l" t="t" r="r" b="b"/>
                  <a:pathLst>
                    <a:path w="2237" h="354" extrusionOk="0">
                      <a:moveTo>
                        <a:pt x="1" y="0"/>
                      </a:moveTo>
                      <a:lnTo>
                        <a:pt x="1" y="354"/>
                      </a:lnTo>
                      <a:lnTo>
                        <a:pt x="2236" y="354"/>
                      </a:lnTo>
                      <a:lnTo>
                        <a:pt x="2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3"/>
                <p:cNvSpPr/>
                <p:nvPr/>
              </p:nvSpPr>
              <p:spPr>
                <a:xfrm>
                  <a:off x="3264146" y="2612791"/>
                  <a:ext cx="87903" cy="12959"/>
                </a:xfrm>
                <a:custGeom>
                  <a:avLst/>
                  <a:gdLst/>
                  <a:ahLst/>
                  <a:cxnLst/>
                  <a:rect l="l" t="t" r="r" b="b"/>
                  <a:pathLst>
                    <a:path w="2598" h="383" extrusionOk="0">
                      <a:moveTo>
                        <a:pt x="1" y="1"/>
                      </a:moveTo>
                      <a:lnTo>
                        <a:pt x="1" y="383"/>
                      </a:lnTo>
                      <a:lnTo>
                        <a:pt x="2597" y="383"/>
                      </a:lnTo>
                      <a:lnTo>
                        <a:pt x="25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43"/>
                <p:cNvSpPr/>
                <p:nvPr/>
              </p:nvSpPr>
              <p:spPr>
                <a:xfrm>
                  <a:off x="3368055" y="2612791"/>
                  <a:ext cx="147453" cy="12959"/>
                </a:xfrm>
                <a:custGeom>
                  <a:avLst/>
                  <a:gdLst/>
                  <a:ahLst/>
                  <a:cxnLst/>
                  <a:rect l="l" t="t" r="r" b="b"/>
                  <a:pathLst>
                    <a:path w="4358" h="383" extrusionOk="0">
                      <a:moveTo>
                        <a:pt x="0" y="1"/>
                      </a:moveTo>
                      <a:lnTo>
                        <a:pt x="0" y="383"/>
                      </a:lnTo>
                      <a:lnTo>
                        <a:pt x="4358" y="383"/>
                      </a:lnTo>
                      <a:lnTo>
                        <a:pt x="43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43"/>
                <p:cNvSpPr/>
                <p:nvPr/>
              </p:nvSpPr>
              <p:spPr>
                <a:xfrm>
                  <a:off x="3532498" y="2612791"/>
                  <a:ext cx="172592" cy="12959"/>
                </a:xfrm>
                <a:custGeom>
                  <a:avLst/>
                  <a:gdLst/>
                  <a:ahLst/>
                  <a:cxnLst/>
                  <a:rect l="l" t="t" r="r" b="b"/>
                  <a:pathLst>
                    <a:path w="5101" h="383" extrusionOk="0">
                      <a:moveTo>
                        <a:pt x="0" y="1"/>
                      </a:moveTo>
                      <a:lnTo>
                        <a:pt x="0" y="383"/>
                      </a:lnTo>
                      <a:lnTo>
                        <a:pt x="5101" y="383"/>
                      </a:lnTo>
                      <a:lnTo>
                        <a:pt x="510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3"/>
                <p:cNvSpPr/>
                <p:nvPr/>
              </p:nvSpPr>
              <p:spPr>
                <a:xfrm>
                  <a:off x="3723027" y="2612791"/>
                  <a:ext cx="65843" cy="12959"/>
                </a:xfrm>
                <a:custGeom>
                  <a:avLst/>
                  <a:gdLst/>
                  <a:ahLst/>
                  <a:cxnLst/>
                  <a:rect l="l" t="t" r="r" b="b"/>
                  <a:pathLst>
                    <a:path w="1946" h="383" extrusionOk="0">
                      <a:moveTo>
                        <a:pt x="0" y="1"/>
                      </a:moveTo>
                      <a:lnTo>
                        <a:pt x="0" y="383"/>
                      </a:lnTo>
                      <a:lnTo>
                        <a:pt x="1946" y="383"/>
                      </a:lnTo>
                      <a:lnTo>
                        <a:pt x="194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3"/>
                <p:cNvSpPr/>
                <p:nvPr/>
              </p:nvSpPr>
              <p:spPr>
                <a:xfrm>
                  <a:off x="3503534" y="2644630"/>
                  <a:ext cx="20132" cy="13196"/>
                </a:xfrm>
                <a:custGeom>
                  <a:avLst/>
                  <a:gdLst/>
                  <a:ahLst/>
                  <a:cxnLst/>
                  <a:rect l="l" t="t" r="r" b="b"/>
                  <a:pathLst>
                    <a:path w="595" h="390" extrusionOk="0">
                      <a:moveTo>
                        <a:pt x="0" y="1"/>
                      </a:moveTo>
                      <a:lnTo>
                        <a:pt x="0" y="390"/>
                      </a:lnTo>
                      <a:lnTo>
                        <a:pt x="594" y="390"/>
                      </a:lnTo>
                      <a:lnTo>
                        <a:pt x="59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3"/>
                <p:cNvSpPr/>
                <p:nvPr/>
              </p:nvSpPr>
              <p:spPr>
                <a:xfrm>
                  <a:off x="3563356" y="2644630"/>
                  <a:ext cx="9135" cy="13196"/>
                </a:xfrm>
                <a:custGeom>
                  <a:avLst/>
                  <a:gdLst/>
                  <a:ahLst/>
                  <a:cxnLst/>
                  <a:rect l="l" t="t" r="r" b="b"/>
                  <a:pathLst>
                    <a:path w="270" h="390" extrusionOk="0">
                      <a:moveTo>
                        <a:pt x="1" y="1"/>
                      </a:moveTo>
                      <a:lnTo>
                        <a:pt x="1" y="390"/>
                      </a:lnTo>
                      <a:lnTo>
                        <a:pt x="270" y="390"/>
                      </a:lnTo>
                      <a:lnTo>
                        <a:pt x="2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3"/>
                <p:cNvSpPr/>
                <p:nvPr/>
              </p:nvSpPr>
              <p:spPr>
                <a:xfrm>
                  <a:off x="3581323" y="2644630"/>
                  <a:ext cx="157773" cy="13196"/>
                </a:xfrm>
                <a:custGeom>
                  <a:avLst/>
                  <a:gdLst/>
                  <a:ahLst/>
                  <a:cxnLst/>
                  <a:rect l="l" t="t" r="r" b="b"/>
                  <a:pathLst>
                    <a:path w="4663" h="390" extrusionOk="0">
                      <a:moveTo>
                        <a:pt x="0" y="1"/>
                      </a:moveTo>
                      <a:lnTo>
                        <a:pt x="0" y="390"/>
                      </a:lnTo>
                      <a:lnTo>
                        <a:pt x="4662" y="390"/>
                      </a:lnTo>
                      <a:lnTo>
                        <a:pt x="46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3"/>
                <p:cNvSpPr/>
                <p:nvPr/>
              </p:nvSpPr>
              <p:spPr>
                <a:xfrm>
                  <a:off x="3758927" y="2644630"/>
                  <a:ext cx="45982" cy="13196"/>
                </a:xfrm>
                <a:custGeom>
                  <a:avLst/>
                  <a:gdLst/>
                  <a:ahLst/>
                  <a:cxnLst/>
                  <a:rect l="l" t="t" r="r" b="b"/>
                  <a:pathLst>
                    <a:path w="1359" h="390" extrusionOk="0">
                      <a:moveTo>
                        <a:pt x="0" y="1"/>
                      </a:moveTo>
                      <a:lnTo>
                        <a:pt x="0" y="390"/>
                      </a:lnTo>
                      <a:lnTo>
                        <a:pt x="1359" y="390"/>
                      </a:lnTo>
                      <a:lnTo>
                        <a:pt x="135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3"/>
                <p:cNvSpPr/>
                <p:nvPr/>
              </p:nvSpPr>
              <p:spPr>
                <a:xfrm>
                  <a:off x="3532498" y="2644630"/>
                  <a:ext cx="18914" cy="13196"/>
                </a:xfrm>
                <a:custGeom>
                  <a:avLst/>
                  <a:gdLst/>
                  <a:ahLst/>
                  <a:cxnLst/>
                  <a:rect l="l" t="t" r="r" b="b"/>
                  <a:pathLst>
                    <a:path w="559" h="390" extrusionOk="0">
                      <a:moveTo>
                        <a:pt x="0" y="1"/>
                      </a:moveTo>
                      <a:lnTo>
                        <a:pt x="0" y="390"/>
                      </a:lnTo>
                      <a:lnTo>
                        <a:pt x="559" y="390"/>
                      </a:lnTo>
                      <a:lnTo>
                        <a:pt x="55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3"/>
                <p:cNvSpPr/>
                <p:nvPr/>
              </p:nvSpPr>
              <p:spPr>
                <a:xfrm>
                  <a:off x="3412786" y="2644630"/>
                  <a:ext cx="83809" cy="13196"/>
                </a:xfrm>
                <a:custGeom>
                  <a:avLst/>
                  <a:gdLst/>
                  <a:ahLst/>
                  <a:cxnLst/>
                  <a:rect l="l" t="t" r="r" b="b"/>
                  <a:pathLst>
                    <a:path w="2477" h="390" extrusionOk="0">
                      <a:moveTo>
                        <a:pt x="1" y="1"/>
                      </a:moveTo>
                      <a:lnTo>
                        <a:pt x="1" y="390"/>
                      </a:lnTo>
                      <a:lnTo>
                        <a:pt x="2477" y="390"/>
                      </a:lnTo>
                      <a:lnTo>
                        <a:pt x="24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43"/>
                <p:cNvSpPr/>
                <p:nvPr/>
              </p:nvSpPr>
              <p:spPr>
                <a:xfrm>
                  <a:off x="3292162" y="2644630"/>
                  <a:ext cx="110843" cy="13196"/>
                </a:xfrm>
                <a:custGeom>
                  <a:avLst/>
                  <a:gdLst/>
                  <a:ahLst/>
                  <a:cxnLst/>
                  <a:rect l="l" t="t" r="r" b="b"/>
                  <a:pathLst>
                    <a:path w="3276" h="390" extrusionOk="0">
                      <a:moveTo>
                        <a:pt x="0" y="1"/>
                      </a:moveTo>
                      <a:lnTo>
                        <a:pt x="0" y="390"/>
                      </a:lnTo>
                      <a:lnTo>
                        <a:pt x="3276" y="390"/>
                      </a:lnTo>
                      <a:lnTo>
                        <a:pt x="32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43"/>
                <p:cNvSpPr/>
                <p:nvPr/>
              </p:nvSpPr>
              <p:spPr>
                <a:xfrm>
                  <a:off x="3264146" y="2644630"/>
                  <a:ext cx="19184" cy="13196"/>
                </a:xfrm>
                <a:custGeom>
                  <a:avLst/>
                  <a:gdLst/>
                  <a:ahLst/>
                  <a:cxnLst/>
                  <a:rect l="l" t="t" r="r" b="b"/>
                  <a:pathLst>
                    <a:path w="567" h="390" extrusionOk="0">
                      <a:moveTo>
                        <a:pt x="1" y="1"/>
                      </a:moveTo>
                      <a:lnTo>
                        <a:pt x="1" y="390"/>
                      </a:lnTo>
                      <a:lnTo>
                        <a:pt x="567" y="390"/>
                      </a:lnTo>
                      <a:lnTo>
                        <a:pt x="56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3"/>
                <p:cNvSpPr/>
                <p:nvPr/>
              </p:nvSpPr>
              <p:spPr>
                <a:xfrm>
                  <a:off x="3264146" y="2676707"/>
                  <a:ext cx="16072" cy="12011"/>
                </a:xfrm>
                <a:custGeom>
                  <a:avLst/>
                  <a:gdLst/>
                  <a:ahLst/>
                  <a:cxnLst/>
                  <a:rect l="l" t="t" r="r" b="b"/>
                  <a:pathLst>
                    <a:path w="475" h="355" extrusionOk="0">
                      <a:moveTo>
                        <a:pt x="1" y="1"/>
                      </a:moveTo>
                      <a:lnTo>
                        <a:pt x="1" y="354"/>
                      </a:lnTo>
                      <a:lnTo>
                        <a:pt x="475" y="354"/>
                      </a:lnTo>
                      <a:lnTo>
                        <a:pt x="47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3"/>
                <p:cNvSpPr/>
                <p:nvPr/>
              </p:nvSpPr>
              <p:spPr>
                <a:xfrm>
                  <a:off x="3295275" y="2676707"/>
                  <a:ext cx="158483" cy="12011"/>
                </a:xfrm>
                <a:custGeom>
                  <a:avLst/>
                  <a:gdLst/>
                  <a:ahLst/>
                  <a:cxnLst/>
                  <a:rect l="l" t="t" r="r" b="b"/>
                  <a:pathLst>
                    <a:path w="4684" h="355" extrusionOk="0">
                      <a:moveTo>
                        <a:pt x="0" y="1"/>
                      </a:moveTo>
                      <a:lnTo>
                        <a:pt x="0" y="354"/>
                      </a:lnTo>
                      <a:lnTo>
                        <a:pt x="4684" y="354"/>
                      </a:lnTo>
                      <a:lnTo>
                        <a:pt x="468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3"/>
                <p:cNvSpPr/>
                <p:nvPr/>
              </p:nvSpPr>
              <p:spPr>
                <a:xfrm>
                  <a:off x="3470713" y="2676707"/>
                  <a:ext cx="251394" cy="12011"/>
                </a:xfrm>
                <a:custGeom>
                  <a:avLst/>
                  <a:gdLst/>
                  <a:ahLst/>
                  <a:cxnLst/>
                  <a:rect l="l" t="t" r="r" b="b"/>
                  <a:pathLst>
                    <a:path w="7430" h="355" extrusionOk="0">
                      <a:moveTo>
                        <a:pt x="1" y="1"/>
                      </a:moveTo>
                      <a:lnTo>
                        <a:pt x="1" y="354"/>
                      </a:lnTo>
                      <a:lnTo>
                        <a:pt x="7429" y="354"/>
                      </a:lnTo>
                      <a:lnTo>
                        <a:pt x="742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43"/>
                <p:cNvSpPr/>
                <p:nvPr/>
              </p:nvSpPr>
              <p:spPr>
                <a:xfrm>
                  <a:off x="3730911" y="2676707"/>
                  <a:ext cx="73997" cy="12011"/>
                </a:xfrm>
                <a:custGeom>
                  <a:avLst/>
                  <a:gdLst/>
                  <a:ahLst/>
                  <a:cxnLst/>
                  <a:rect l="l" t="t" r="r" b="b"/>
                  <a:pathLst>
                    <a:path w="2187" h="355" extrusionOk="0">
                      <a:moveTo>
                        <a:pt x="1" y="1"/>
                      </a:moveTo>
                      <a:lnTo>
                        <a:pt x="1" y="354"/>
                      </a:lnTo>
                      <a:lnTo>
                        <a:pt x="2187" y="354"/>
                      </a:lnTo>
                      <a:lnTo>
                        <a:pt x="218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43"/>
                <p:cNvSpPr/>
                <p:nvPr/>
              </p:nvSpPr>
              <p:spPr>
                <a:xfrm>
                  <a:off x="3594485" y="2707599"/>
                  <a:ext cx="192487" cy="12959"/>
                </a:xfrm>
                <a:custGeom>
                  <a:avLst/>
                  <a:gdLst/>
                  <a:ahLst/>
                  <a:cxnLst/>
                  <a:rect l="l" t="t" r="r" b="b"/>
                  <a:pathLst>
                    <a:path w="5689" h="383" extrusionOk="0">
                      <a:moveTo>
                        <a:pt x="0" y="0"/>
                      </a:moveTo>
                      <a:lnTo>
                        <a:pt x="0" y="382"/>
                      </a:lnTo>
                      <a:lnTo>
                        <a:pt x="5688" y="382"/>
                      </a:lnTo>
                      <a:lnTo>
                        <a:pt x="568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43"/>
                <p:cNvSpPr/>
                <p:nvPr/>
              </p:nvSpPr>
              <p:spPr>
                <a:xfrm>
                  <a:off x="3264146" y="2707599"/>
                  <a:ext cx="31162" cy="12959"/>
                </a:xfrm>
                <a:custGeom>
                  <a:avLst/>
                  <a:gdLst/>
                  <a:ahLst/>
                  <a:cxnLst/>
                  <a:rect l="l" t="t" r="r" b="b"/>
                  <a:pathLst>
                    <a:path w="921" h="383" extrusionOk="0">
                      <a:moveTo>
                        <a:pt x="1" y="0"/>
                      </a:moveTo>
                      <a:lnTo>
                        <a:pt x="1" y="382"/>
                      </a:lnTo>
                      <a:lnTo>
                        <a:pt x="920" y="382"/>
                      </a:lnTo>
                      <a:lnTo>
                        <a:pt x="9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43"/>
                <p:cNvSpPr/>
                <p:nvPr/>
              </p:nvSpPr>
              <p:spPr>
                <a:xfrm>
                  <a:off x="3308200" y="2707599"/>
                  <a:ext cx="150600" cy="12959"/>
                </a:xfrm>
                <a:custGeom>
                  <a:avLst/>
                  <a:gdLst/>
                  <a:ahLst/>
                  <a:cxnLst/>
                  <a:rect l="l" t="t" r="r" b="b"/>
                  <a:pathLst>
                    <a:path w="4451" h="383" extrusionOk="0">
                      <a:moveTo>
                        <a:pt x="0" y="0"/>
                      </a:moveTo>
                      <a:lnTo>
                        <a:pt x="0" y="382"/>
                      </a:lnTo>
                      <a:lnTo>
                        <a:pt x="4450" y="382"/>
                      </a:lnTo>
                      <a:lnTo>
                        <a:pt x="445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43"/>
                <p:cNvSpPr/>
                <p:nvPr/>
              </p:nvSpPr>
              <p:spPr>
                <a:xfrm>
                  <a:off x="3468819" y="2707599"/>
                  <a:ext cx="98629" cy="12959"/>
                </a:xfrm>
                <a:custGeom>
                  <a:avLst/>
                  <a:gdLst/>
                  <a:ahLst/>
                  <a:cxnLst/>
                  <a:rect l="l" t="t" r="r" b="b"/>
                  <a:pathLst>
                    <a:path w="2915" h="383" extrusionOk="0">
                      <a:moveTo>
                        <a:pt x="0" y="0"/>
                      </a:moveTo>
                      <a:lnTo>
                        <a:pt x="0" y="382"/>
                      </a:lnTo>
                      <a:lnTo>
                        <a:pt x="2915" y="382"/>
                      </a:lnTo>
                      <a:lnTo>
                        <a:pt x="29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43"/>
                <p:cNvSpPr/>
                <p:nvPr/>
              </p:nvSpPr>
              <p:spPr>
                <a:xfrm>
                  <a:off x="3368055" y="2739438"/>
                  <a:ext cx="29944" cy="12959"/>
                </a:xfrm>
                <a:custGeom>
                  <a:avLst/>
                  <a:gdLst/>
                  <a:ahLst/>
                  <a:cxnLst/>
                  <a:rect l="l" t="t" r="r" b="b"/>
                  <a:pathLst>
                    <a:path w="885" h="383" extrusionOk="0">
                      <a:moveTo>
                        <a:pt x="0" y="0"/>
                      </a:moveTo>
                      <a:lnTo>
                        <a:pt x="0" y="382"/>
                      </a:lnTo>
                      <a:lnTo>
                        <a:pt x="884" y="382"/>
                      </a:lnTo>
                      <a:lnTo>
                        <a:pt x="8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43"/>
                <p:cNvSpPr/>
                <p:nvPr/>
              </p:nvSpPr>
              <p:spPr>
                <a:xfrm>
                  <a:off x="3264146" y="2739438"/>
                  <a:ext cx="91016" cy="12959"/>
                </a:xfrm>
                <a:custGeom>
                  <a:avLst/>
                  <a:gdLst/>
                  <a:ahLst/>
                  <a:cxnLst/>
                  <a:rect l="l" t="t" r="r" b="b"/>
                  <a:pathLst>
                    <a:path w="2690" h="383" extrusionOk="0">
                      <a:moveTo>
                        <a:pt x="1" y="0"/>
                      </a:moveTo>
                      <a:lnTo>
                        <a:pt x="1" y="382"/>
                      </a:lnTo>
                      <a:lnTo>
                        <a:pt x="2689" y="382"/>
                      </a:lnTo>
                      <a:lnTo>
                        <a:pt x="268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43"/>
                <p:cNvSpPr/>
                <p:nvPr/>
              </p:nvSpPr>
              <p:spPr>
                <a:xfrm>
                  <a:off x="3407779" y="2739438"/>
                  <a:ext cx="28049" cy="12959"/>
                </a:xfrm>
                <a:custGeom>
                  <a:avLst/>
                  <a:gdLst/>
                  <a:ahLst/>
                  <a:cxnLst/>
                  <a:rect l="l" t="t" r="r" b="b"/>
                  <a:pathLst>
                    <a:path w="829" h="383" extrusionOk="0">
                      <a:moveTo>
                        <a:pt x="0" y="0"/>
                      </a:moveTo>
                      <a:lnTo>
                        <a:pt x="0" y="382"/>
                      </a:lnTo>
                      <a:lnTo>
                        <a:pt x="828" y="382"/>
                      </a:lnTo>
                      <a:lnTo>
                        <a:pt x="82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43"/>
                <p:cNvSpPr/>
                <p:nvPr/>
              </p:nvSpPr>
              <p:spPr>
                <a:xfrm>
                  <a:off x="3445844" y="2739438"/>
                  <a:ext cx="122584" cy="12959"/>
                </a:xfrm>
                <a:custGeom>
                  <a:avLst/>
                  <a:gdLst/>
                  <a:ahLst/>
                  <a:cxnLst/>
                  <a:rect l="l" t="t" r="r" b="b"/>
                  <a:pathLst>
                    <a:path w="3623" h="383" extrusionOk="0">
                      <a:moveTo>
                        <a:pt x="0" y="0"/>
                      </a:moveTo>
                      <a:lnTo>
                        <a:pt x="0" y="382"/>
                      </a:lnTo>
                      <a:lnTo>
                        <a:pt x="3622" y="382"/>
                      </a:lnTo>
                      <a:lnTo>
                        <a:pt x="36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43"/>
                <p:cNvSpPr/>
                <p:nvPr/>
              </p:nvSpPr>
              <p:spPr>
                <a:xfrm>
                  <a:off x="3585383" y="2739438"/>
                  <a:ext cx="55794" cy="12959"/>
                </a:xfrm>
                <a:custGeom>
                  <a:avLst/>
                  <a:gdLst/>
                  <a:ahLst/>
                  <a:cxnLst/>
                  <a:rect l="l" t="t" r="r" b="b"/>
                  <a:pathLst>
                    <a:path w="1649" h="383" extrusionOk="0">
                      <a:moveTo>
                        <a:pt x="1" y="0"/>
                      </a:moveTo>
                      <a:lnTo>
                        <a:pt x="1" y="382"/>
                      </a:lnTo>
                      <a:lnTo>
                        <a:pt x="1649" y="382"/>
                      </a:lnTo>
                      <a:lnTo>
                        <a:pt x="164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43"/>
                <p:cNvSpPr/>
                <p:nvPr/>
              </p:nvSpPr>
              <p:spPr>
                <a:xfrm>
                  <a:off x="3664153" y="2739438"/>
                  <a:ext cx="56978" cy="12959"/>
                </a:xfrm>
                <a:custGeom>
                  <a:avLst/>
                  <a:gdLst/>
                  <a:ahLst/>
                  <a:cxnLst/>
                  <a:rect l="l" t="t" r="r" b="b"/>
                  <a:pathLst>
                    <a:path w="1684" h="383" extrusionOk="0">
                      <a:moveTo>
                        <a:pt x="0" y="0"/>
                      </a:moveTo>
                      <a:lnTo>
                        <a:pt x="0" y="382"/>
                      </a:lnTo>
                      <a:lnTo>
                        <a:pt x="1684" y="382"/>
                      </a:lnTo>
                      <a:lnTo>
                        <a:pt x="16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43"/>
                <p:cNvSpPr/>
                <p:nvPr/>
              </p:nvSpPr>
              <p:spPr>
                <a:xfrm>
                  <a:off x="3748878" y="2739438"/>
                  <a:ext cx="38098" cy="12959"/>
                </a:xfrm>
                <a:custGeom>
                  <a:avLst/>
                  <a:gdLst/>
                  <a:ahLst/>
                  <a:cxnLst/>
                  <a:rect l="l" t="t" r="r" b="b"/>
                  <a:pathLst>
                    <a:path w="1126" h="383" extrusionOk="0">
                      <a:moveTo>
                        <a:pt x="0" y="0"/>
                      </a:moveTo>
                      <a:lnTo>
                        <a:pt x="0" y="382"/>
                      </a:lnTo>
                      <a:lnTo>
                        <a:pt x="1125" y="382"/>
                      </a:lnTo>
                      <a:lnTo>
                        <a:pt x="1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43"/>
                <p:cNvSpPr/>
                <p:nvPr/>
              </p:nvSpPr>
              <p:spPr>
                <a:xfrm>
                  <a:off x="3623211" y="2771515"/>
                  <a:ext cx="61072" cy="12959"/>
                </a:xfrm>
                <a:custGeom>
                  <a:avLst/>
                  <a:gdLst/>
                  <a:ahLst/>
                  <a:cxnLst/>
                  <a:rect l="l" t="t" r="r" b="b"/>
                  <a:pathLst>
                    <a:path w="1805" h="383" extrusionOk="0">
                      <a:moveTo>
                        <a:pt x="0" y="0"/>
                      </a:moveTo>
                      <a:lnTo>
                        <a:pt x="0" y="382"/>
                      </a:lnTo>
                      <a:lnTo>
                        <a:pt x="1804" y="382"/>
                      </a:lnTo>
                      <a:lnTo>
                        <a:pt x="180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43"/>
                <p:cNvSpPr/>
                <p:nvPr/>
              </p:nvSpPr>
              <p:spPr>
                <a:xfrm>
                  <a:off x="3264146" y="2771515"/>
                  <a:ext cx="33091" cy="12959"/>
                </a:xfrm>
                <a:custGeom>
                  <a:avLst/>
                  <a:gdLst/>
                  <a:ahLst/>
                  <a:cxnLst/>
                  <a:rect l="l" t="t" r="r" b="b"/>
                  <a:pathLst>
                    <a:path w="978" h="383" extrusionOk="0">
                      <a:moveTo>
                        <a:pt x="1" y="0"/>
                      </a:moveTo>
                      <a:lnTo>
                        <a:pt x="1" y="382"/>
                      </a:lnTo>
                      <a:lnTo>
                        <a:pt x="977" y="382"/>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43"/>
                <p:cNvSpPr/>
                <p:nvPr/>
              </p:nvSpPr>
              <p:spPr>
                <a:xfrm>
                  <a:off x="3320178" y="2771515"/>
                  <a:ext cx="154660" cy="12959"/>
                </a:xfrm>
                <a:custGeom>
                  <a:avLst/>
                  <a:gdLst/>
                  <a:ahLst/>
                  <a:cxnLst/>
                  <a:rect l="l" t="t" r="r" b="b"/>
                  <a:pathLst>
                    <a:path w="4571" h="383" extrusionOk="0">
                      <a:moveTo>
                        <a:pt x="0" y="0"/>
                      </a:moveTo>
                      <a:lnTo>
                        <a:pt x="0" y="382"/>
                      </a:lnTo>
                      <a:lnTo>
                        <a:pt x="4570" y="382"/>
                      </a:lnTo>
                      <a:lnTo>
                        <a:pt x="45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3"/>
                <p:cNvSpPr/>
                <p:nvPr/>
              </p:nvSpPr>
              <p:spPr>
                <a:xfrm>
                  <a:off x="3497545" y="2771515"/>
                  <a:ext cx="32109" cy="12959"/>
                </a:xfrm>
                <a:custGeom>
                  <a:avLst/>
                  <a:gdLst/>
                  <a:ahLst/>
                  <a:cxnLst/>
                  <a:rect l="l" t="t" r="r" b="b"/>
                  <a:pathLst>
                    <a:path w="949" h="383" extrusionOk="0">
                      <a:moveTo>
                        <a:pt x="0" y="0"/>
                      </a:moveTo>
                      <a:lnTo>
                        <a:pt x="0" y="382"/>
                      </a:lnTo>
                      <a:lnTo>
                        <a:pt x="948" y="382"/>
                      </a:lnTo>
                      <a:lnTo>
                        <a:pt x="9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43"/>
                <p:cNvSpPr/>
                <p:nvPr/>
              </p:nvSpPr>
              <p:spPr>
                <a:xfrm>
                  <a:off x="3544442" y="2771515"/>
                  <a:ext cx="50076" cy="12959"/>
                </a:xfrm>
                <a:custGeom>
                  <a:avLst/>
                  <a:gdLst/>
                  <a:ahLst/>
                  <a:cxnLst/>
                  <a:rect l="l" t="t" r="r" b="b"/>
                  <a:pathLst>
                    <a:path w="1480" h="383" extrusionOk="0">
                      <a:moveTo>
                        <a:pt x="1" y="0"/>
                      </a:moveTo>
                      <a:lnTo>
                        <a:pt x="1" y="382"/>
                      </a:lnTo>
                      <a:lnTo>
                        <a:pt x="1479" y="382"/>
                      </a:lnTo>
                      <a:lnTo>
                        <a:pt x="147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3"/>
                <p:cNvSpPr/>
                <p:nvPr/>
              </p:nvSpPr>
              <p:spPr>
                <a:xfrm>
                  <a:off x="3714162" y="2771515"/>
                  <a:ext cx="75689" cy="12959"/>
                </a:xfrm>
                <a:custGeom>
                  <a:avLst/>
                  <a:gdLst/>
                  <a:ahLst/>
                  <a:cxnLst/>
                  <a:rect l="l" t="t" r="r" b="b"/>
                  <a:pathLst>
                    <a:path w="2237" h="383" extrusionOk="0">
                      <a:moveTo>
                        <a:pt x="1" y="0"/>
                      </a:moveTo>
                      <a:lnTo>
                        <a:pt x="1" y="382"/>
                      </a:lnTo>
                      <a:lnTo>
                        <a:pt x="2236" y="382"/>
                      </a:lnTo>
                      <a:lnTo>
                        <a:pt x="2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3" name="Google Shape;1173;p43"/>
              <p:cNvGrpSpPr/>
              <p:nvPr/>
            </p:nvGrpSpPr>
            <p:grpSpPr>
              <a:xfrm>
                <a:off x="3023938" y="2911749"/>
                <a:ext cx="215463" cy="293253"/>
                <a:chOff x="2902238" y="2671699"/>
                <a:chExt cx="215463" cy="293253"/>
              </a:xfrm>
            </p:grpSpPr>
            <p:sp>
              <p:nvSpPr>
                <p:cNvPr id="1174" name="Google Shape;1174;p43"/>
                <p:cNvSpPr/>
                <p:nvPr/>
              </p:nvSpPr>
              <p:spPr>
                <a:xfrm>
                  <a:off x="2935024" y="2671699"/>
                  <a:ext cx="84994" cy="134799"/>
                </a:xfrm>
                <a:custGeom>
                  <a:avLst/>
                  <a:gdLst/>
                  <a:ahLst/>
                  <a:cxnLst/>
                  <a:rect l="l" t="t" r="r" b="b"/>
                  <a:pathLst>
                    <a:path w="2512" h="3984" extrusionOk="0">
                      <a:moveTo>
                        <a:pt x="1" y="0"/>
                      </a:moveTo>
                      <a:cubicBezTo>
                        <a:pt x="36" y="57"/>
                        <a:pt x="1" y="382"/>
                        <a:pt x="1" y="474"/>
                      </a:cubicBezTo>
                      <a:cubicBezTo>
                        <a:pt x="36" y="651"/>
                        <a:pt x="36" y="828"/>
                        <a:pt x="93" y="969"/>
                      </a:cubicBezTo>
                      <a:cubicBezTo>
                        <a:pt x="149" y="1323"/>
                        <a:pt x="269" y="1648"/>
                        <a:pt x="418" y="1945"/>
                      </a:cubicBezTo>
                      <a:cubicBezTo>
                        <a:pt x="743" y="2561"/>
                        <a:pt x="1210" y="3127"/>
                        <a:pt x="1713" y="3566"/>
                      </a:cubicBezTo>
                      <a:cubicBezTo>
                        <a:pt x="1861" y="3714"/>
                        <a:pt x="2010" y="3834"/>
                        <a:pt x="2187" y="3919"/>
                      </a:cubicBezTo>
                      <a:cubicBezTo>
                        <a:pt x="2210" y="3919"/>
                        <a:pt x="2299" y="3984"/>
                        <a:pt x="2360" y="3984"/>
                      </a:cubicBezTo>
                      <a:cubicBezTo>
                        <a:pt x="2372" y="3984"/>
                        <a:pt x="2383" y="3982"/>
                        <a:pt x="2392" y="3976"/>
                      </a:cubicBezTo>
                      <a:cubicBezTo>
                        <a:pt x="2512" y="3863"/>
                        <a:pt x="2420" y="3332"/>
                        <a:pt x="2420" y="3212"/>
                      </a:cubicBezTo>
                      <a:cubicBezTo>
                        <a:pt x="2363" y="2886"/>
                        <a:pt x="2271" y="2596"/>
                        <a:pt x="2123" y="2327"/>
                      </a:cubicBezTo>
                      <a:cubicBezTo>
                        <a:pt x="1889" y="1854"/>
                        <a:pt x="1564" y="1358"/>
                        <a:pt x="1210" y="969"/>
                      </a:cubicBezTo>
                      <a:cubicBezTo>
                        <a:pt x="828" y="615"/>
                        <a:pt x="326" y="41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43"/>
                <p:cNvSpPr/>
                <p:nvPr/>
              </p:nvSpPr>
              <p:spPr>
                <a:xfrm>
                  <a:off x="2961112" y="2712606"/>
                  <a:ext cx="77821" cy="203484"/>
                </a:xfrm>
                <a:custGeom>
                  <a:avLst/>
                  <a:gdLst/>
                  <a:ahLst/>
                  <a:cxnLst/>
                  <a:rect l="l" t="t" r="r" b="b"/>
                  <a:pathLst>
                    <a:path w="2300" h="6014" extrusionOk="0">
                      <a:moveTo>
                        <a:pt x="29" y="1"/>
                      </a:moveTo>
                      <a:cubicBezTo>
                        <a:pt x="1" y="29"/>
                        <a:pt x="1" y="29"/>
                        <a:pt x="29" y="57"/>
                      </a:cubicBezTo>
                      <a:cubicBezTo>
                        <a:pt x="1387" y="1706"/>
                        <a:pt x="2180" y="3828"/>
                        <a:pt x="2236" y="5986"/>
                      </a:cubicBezTo>
                      <a:lnTo>
                        <a:pt x="2272" y="6014"/>
                      </a:lnTo>
                      <a:cubicBezTo>
                        <a:pt x="2300" y="6014"/>
                        <a:pt x="2300" y="5986"/>
                        <a:pt x="2300" y="5986"/>
                      </a:cubicBezTo>
                      <a:cubicBezTo>
                        <a:pt x="2236" y="3800"/>
                        <a:pt x="1444" y="1677"/>
                        <a:pt x="57" y="29"/>
                      </a:cubicBezTo>
                      <a:cubicBezTo>
                        <a:pt x="57" y="1"/>
                        <a:pt x="29"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43"/>
                <p:cNvSpPr/>
                <p:nvPr/>
              </p:nvSpPr>
              <p:spPr>
                <a:xfrm>
                  <a:off x="2902238" y="2798786"/>
                  <a:ext cx="124750" cy="41448"/>
                </a:xfrm>
                <a:custGeom>
                  <a:avLst/>
                  <a:gdLst/>
                  <a:ahLst/>
                  <a:cxnLst/>
                  <a:rect l="l" t="t" r="r" b="b"/>
                  <a:pathLst>
                    <a:path w="3687" h="1225" extrusionOk="0">
                      <a:moveTo>
                        <a:pt x="1741" y="1"/>
                      </a:moveTo>
                      <a:cubicBezTo>
                        <a:pt x="1564" y="1"/>
                        <a:pt x="1387" y="15"/>
                        <a:pt x="1210" y="43"/>
                      </a:cubicBezTo>
                      <a:cubicBezTo>
                        <a:pt x="793" y="107"/>
                        <a:pt x="411" y="192"/>
                        <a:pt x="0" y="312"/>
                      </a:cubicBezTo>
                      <a:cubicBezTo>
                        <a:pt x="206" y="666"/>
                        <a:pt x="559" y="899"/>
                        <a:pt x="941" y="1048"/>
                      </a:cubicBezTo>
                      <a:cubicBezTo>
                        <a:pt x="1267" y="1168"/>
                        <a:pt x="1620" y="1224"/>
                        <a:pt x="1946" y="1224"/>
                      </a:cubicBezTo>
                      <a:cubicBezTo>
                        <a:pt x="2384" y="1224"/>
                        <a:pt x="2822" y="1133"/>
                        <a:pt x="3255" y="1133"/>
                      </a:cubicBezTo>
                      <a:cubicBezTo>
                        <a:pt x="3318" y="1133"/>
                        <a:pt x="3382" y="1135"/>
                        <a:pt x="3446" y="1139"/>
                      </a:cubicBezTo>
                      <a:cubicBezTo>
                        <a:pt x="3538" y="1139"/>
                        <a:pt x="3622" y="1139"/>
                        <a:pt x="3686" y="1196"/>
                      </a:cubicBezTo>
                      <a:cubicBezTo>
                        <a:pt x="3594" y="927"/>
                        <a:pt x="3417" y="666"/>
                        <a:pt x="3212" y="460"/>
                      </a:cubicBezTo>
                      <a:cubicBezTo>
                        <a:pt x="2950" y="220"/>
                        <a:pt x="2625" y="107"/>
                        <a:pt x="2271" y="43"/>
                      </a:cubicBezTo>
                      <a:cubicBezTo>
                        <a:pt x="2094" y="15"/>
                        <a:pt x="1917" y="1"/>
                        <a:pt x="17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43"/>
                <p:cNvSpPr/>
                <p:nvPr/>
              </p:nvSpPr>
              <p:spPr>
                <a:xfrm>
                  <a:off x="2943179" y="2817362"/>
                  <a:ext cx="83809" cy="21925"/>
                </a:xfrm>
                <a:custGeom>
                  <a:avLst/>
                  <a:gdLst/>
                  <a:ahLst/>
                  <a:cxnLst/>
                  <a:rect l="l" t="t" r="r" b="b"/>
                  <a:pathLst>
                    <a:path w="2477" h="648" extrusionOk="0">
                      <a:moveTo>
                        <a:pt x="938" y="1"/>
                      </a:moveTo>
                      <a:cubicBezTo>
                        <a:pt x="641" y="1"/>
                        <a:pt x="333" y="35"/>
                        <a:pt x="28" y="60"/>
                      </a:cubicBezTo>
                      <a:cubicBezTo>
                        <a:pt x="28" y="60"/>
                        <a:pt x="0" y="60"/>
                        <a:pt x="0" y="88"/>
                      </a:cubicBezTo>
                      <a:lnTo>
                        <a:pt x="28" y="117"/>
                      </a:lnTo>
                      <a:cubicBezTo>
                        <a:pt x="330" y="97"/>
                        <a:pt x="635" y="61"/>
                        <a:pt x="929" y="61"/>
                      </a:cubicBezTo>
                      <a:cubicBezTo>
                        <a:pt x="1063" y="61"/>
                        <a:pt x="1195" y="68"/>
                        <a:pt x="1323" y="88"/>
                      </a:cubicBezTo>
                      <a:cubicBezTo>
                        <a:pt x="1769" y="145"/>
                        <a:pt x="2151" y="322"/>
                        <a:pt x="2412" y="619"/>
                      </a:cubicBezTo>
                      <a:lnTo>
                        <a:pt x="2448" y="647"/>
                      </a:lnTo>
                      <a:cubicBezTo>
                        <a:pt x="2448" y="647"/>
                        <a:pt x="2476" y="647"/>
                        <a:pt x="2476" y="619"/>
                      </a:cubicBezTo>
                      <a:lnTo>
                        <a:pt x="2476" y="590"/>
                      </a:lnTo>
                      <a:cubicBezTo>
                        <a:pt x="2179" y="293"/>
                        <a:pt x="1797" y="88"/>
                        <a:pt x="1323" y="25"/>
                      </a:cubicBezTo>
                      <a:cubicBezTo>
                        <a:pt x="1198" y="7"/>
                        <a:pt x="1069" y="1"/>
                        <a:pt x="9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43"/>
                <p:cNvSpPr/>
                <p:nvPr/>
              </p:nvSpPr>
              <p:spPr>
                <a:xfrm>
                  <a:off x="3041777" y="2741570"/>
                  <a:ext cx="60835" cy="126678"/>
                </a:xfrm>
                <a:custGeom>
                  <a:avLst/>
                  <a:gdLst/>
                  <a:ahLst/>
                  <a:cxnLst/>
                  <a:rect l="l" t="t" r="r" b="b"/>
                  <a:pathLst>
                    <a:path w="1798" h="3744" extrusionOk="0">
                      <a:moveTo>
                        <a:pt x="1387" y="1"/>
                      </a:moveTo>
                      <a:cubicBezTo>
                        <a:pt x="1267" y="319"/>
                        <a:pt x="1062" y="616"/>
                        <a:pt x="828" y="885"/>
                      </a:cubicBezTo>
                      <a:cubicBezTo>
                        <a:pt x="652" y="1062"/>
                        <a:pt x="531" y="1203"/>
                        <a:pt x="383" y="1416"/>
                      </a:cubicBezTo>
                      <a:cubicBezTo>
                        <a:pt x="270" y="1621"/>
                        <a:pt x="206" y="1883"/>
                        <a:pt x="149" y="2151"/>
                      </a:cubicBezTo>
                      <a:cubicBezTo>
                        <a:pt x="93" y="2413"/>
                        <a:pt x="64" y="2710"/>
                        <a:pt x="64" y="2972"/>
                      </a:cubicBezTo>
                      <a:cubicBezTo>
                        <a:pt x="29" y="3213"/>
                        <a:pt x="1" y="3474"/>
                        <a:pt x="149" y="3679"/>
                      </a:cubicBezTo>
                      <a:cubicBezTo>
                        <a:pt x="178" y="3715"/>
                        <a:pt x="206" y="3743"/>
                        <a:pt x="241" y="3743"/>
                      </a:cubicBezTo>
                      <a:cubicBezTo>
                        <a:pt x="270" y="3743"/>
                        <a:pt x="298" y="3715"/>
                        <a:pt x="326" y="3679"/>
                      </a:cubicBezTo>
                      <a:cubicBezTo>
                        <a:pt x="503" y="3503"/>
                        <a:pt x="623" y="3297"/>
                        <a:pt x="736" y="3064"/>
                      </a:cubicBezTo>
                      <a:cubicBezTo>
                        <a:pt x="857" y="2887"/>
                        <a:pt x="913" y="2710"/>
                        <a:pt x="1005" y="2533"/>
                      </a:cubicBezTo>
                      <a:cubicBezTo>
                        <a:pt x="1182" y="2300"/>
                        <a:pt x="1416" y="2059"/>
                        <a:pt x="1592" y="1826"/>
                      </a:cubicBezTo>
                      <a:cubicBezTo>
                        <a:pt x="1656" y="1734"/>
                        <a:pt x="1684" y="1649"/>
                        <a:pt x="1713" y="1557"/>
                      </a:cubicBezTo>
                      <a:cubicBezTo>
                        <a:pt x="1798" y="1295"/>
                        <a:pt x="1798" y="1027"/>
                        <a:pt x="1713" y="765"/>
                      </a:cubicBezTo>
                      <a:cubicBezTo>
                        <a:pt x="1656" y="496"/>
                        <a:pt x="1536" y="234"/>
                        <a:pt x="13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43"/>
                <p:cNvSpPr/>
                <p:nvPr/>
              </p:nvSpPr>
              <p:spPr>
                <a:xfrm>
                  <a:off x="3041777" y="2793508"/>
                  <a:ext cx="28049" cy="111588"/>
                </a:xfrm>
                <a:custGeom>
                  <a:avLst/>
                  <a:gdLst/>
                  <a:ahLst/>
                  <a:cxnLst/>
                  <a:rect l="l" t="t" r="r" b="b"/>
                  <a:pathLst>
                    <a:path w="829" h="3298" extrusionOk="0">
                      <a:moveTo>
                        <a:pt x="800" y="1"/>
                      </a:moveTo>
                      <a:cubicBezTo>
                        <a:pt x="793" y="1"/>
                        <a:pt x="786" y="8"/>
                        <a:pt x="772" y="22"/>
                      </a:cubicBezTo>
                      <a:cubicBezTo>
                        <a:pt x="475" y="496"/>
                        <a:pt x="298" y="1083"/>
                        <a:pt x="241" y="1649"/>
                      </a:cubicBezTo>
                      <a:cubicBezTo>
                        <a:pt x="206" y="1826"/>
                        <a:pt x="178" y="2003"/>
                        <a:pt x="149" y="2180"/>
                      </a:cubicBezTo>
                      <a:cubicBezTo>
                        <a:pt x="93" y="2534"/>
                        <a:pt x="1" y="2887"/>
                        <a:pt x="64" y="3269"/>
                      </a:cubicBezTo>
                      <a:cubicBezTo>
                        <a:pt x="64" y="3269"/>
                        <a:pt x="64" y="3298"/>
                        <a:pt x="93" y="3298"/>
                      </a:cubicBezTo>
                      <a:cubicBezTo>
                        <a:pt x="121" y="3298"/>
                        <a:pt x="121" y="3269"/>
                        <a:pt x="121" y="3269"/>
                      </a:cubicBezTo>
                      <a:cubicBezTo>
                        <a:pt x="64" y="2887"/>
                        <a:pt x="149" y="2534"/>
                        <a:pt x="206" y="2180"/>
                      </a:cubicBezTo>
                      <a:cubicBezTo>
                        <a:pt x="241" y="2003"/>
                        <a:pt x="270" y="1826"/>
                        <a:pt x="298" y="1649"/>
                      </a:cubicBezTo>
                      <a:cubicBezTo>
                        <a:pt x="354" y="1083"/>
                        <a:pt x="531" y="524"/>
                        <a:pt x="828" y="57"/>
                      </a:cubicBezTo>
                      <a:lnTo>
                        <a:pt x="828" y="22"/>
                      </a:lnTo>
                      <a:cubicBezTo>
                        <a:pt x="814" y="8"/>
                        <a:pt x="807" y="1"/>
                        <a:pt x="8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43"/>
                <p:cNvSpPr/>
                <p:nvPr/>
              </p:nvSpPr>
              <p:spPr>
                <a:xfrm>
                  <a:off x="2957052" y="2889974"/>
                  <a:ext cx="160649" cy="74978"/>
                </a:xfrm>
                <a:custGeom>
                  <a:avLst/>
                  <a:gdLst/>
                  <a:ahLst/>
                  <a:cxnLst/>
                  <a:rect l="l" t="t" r="r" b="b"/>
                  <a:pathLst>
                    <a:path w="4748" h="2216" extrusionOk="0">
                      <a:moveTo>
                        <a:pt x="0" y="1"/>
                      </a:moveTo>
                      <a:cubicBezTo>
                        <a:pt x="149" y="857"/>
                        <a:pt x="680" y="1741"/>
                        <a:pt x="1387" y="2187"/>
                      </a:cubicBezTo>
                      <a:cubicBezTo>
                        <a:pt x="1444" y="2215"/>
                        <a:pt x="1507" y="2215"/>
                        <a:pt x="1564" y="2215"/>
                      </a:cubicBezTo>
                      <a:lnTo>
                        <a:pt x="3184" y="2215"/>
                      </a:lnTo>
                      <a:cubicBezTo>
                        <a:pt x="3240" y="2215"/>
                        <a:pt x="3304" y="2215"/>
                        <a:pt x="3361" y="2187"/>
                      </a:cubicBezTo>
                      <a:cubicBezTo>
                        <a:pt x="4068" y="1741"/>
                        <a:pt x="4599" y="857"/>
                        <a:pt x="4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1" name="Google Shape;1181;p43"/>
              <p:cNvGrpSpPr/>
              <p:nvPr/>
            </p:nvGrpSpPr>
            <p:grpSpPr>
              <a:xfrm>
                <a:off x="4024710" y="3078323"/>
                <a:ext cx="232450" cy="127628"/>
                <a:chOff x="3903010" y="2838273"/>
                <a:chExt cx="232450" cy="127628"/>
              </a:xfrm>
            </p:grpSpPr>
            <p:sp>
              <p:nvSpPr>
                <p:cNvPr id="1182" name="Google Shape;1182;p43"/>
                <p:cNvSpPr/>
                <p:nvPr/>
              </p:nvSpPr>
              <p:spPr>
                <a:xfrm>
                  <a:off x="3903010" y="2948882"/>
                  <a:ext cx="213533" cy="17019"/>
                </a:xfrm>
                <a:custGeom>
                  <a:avLst/>
                  <a:gdLst/>
                  <a:ahLst/>
                  <a:cxnLst/>
                  <a:rect l="l" t="t" r="r" b="b"/>
                  <a:pathLst>
                    <a:path w="6311" h="503" extrusionOk="0">
                      <a:moveTo>
                        <a:pt x="0" y="0"/>
                      </a:moveTo>
                      <a:lnTo>
                        <a:pt x="0" y="502"/>
                      </a:lnTo>
                      <a:lnTo>
                        <a:pt x="6310" y="502"/>
                      </a:lnTo>
                      <a:lnTo>
                        <a:pt x="63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43"/>
                <p:cNvSpPr/>
                <p:nvPr/>
              </p:nvSpPr>
              <p:spPr>
                <a:xfrm>
                  <a:off x="4018627" y="2838273"/>
                  <a:ext cx="101742" cy="111588"/>
                </a:xfrm>
                <a:custGeom>
                  <a:avLst/>
                  <a:gdLst/>
                  <a:ahLst/>
                  <a:cxnLst/>
                  <a:rect l="l" t="t" r="r" b="b"/>
                  <a:pathLst>
                    <a:path w="3007" h="3298" extrusionOk="0">
                      <a:moveTo>
                        <a:pt x="0" y="1"/>
                      </a:moveTo>
                      <a:lnTo>
                        <a:pt x="594" y="3297"/>
                      </a:lnTo>
                      <a:lnTo>
                        <a:pt x="2363" y="3297"/>
                      </a:lnTo>
                      <a:lnTo>
                        <a:pt x="30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43"/>
                <p:cNvSpPr/>
                <p:nvPr/>
              </p:nvSpPr>
              <p:spPr>
                <a:xfrm>
                  <a:off x="4054527" y="2861856"/>
                  <a:ext cx="80933" cy="62155"/>
                </a:xfrm>
                <a:custGeom>
                  <a:avLst/>
                  <a:gdLst/>
                  <a:ahLst/>
                  <a:cxnLst/>
                  <a:rect l="l" t="t" r="r" b="b"/>
                  <a:pathLst>
                    <a:path w="2392" h="1837" extrusionOk="0">
                      <a:moveTo>
                        <a:pt x="1978" y="0"/>
                      </a:moveTo>
                      <a:cubicBezTo>
                        <a:pt x="1951" y="0"/>
                        <a:pt x="1921" y="4"/>
                        <a:pt x="1889" y="11"/>
                      </a:cubicBezTo>
                      <a:cubicBezTo>
                        <a:pt x="1564" y="40"/>
                        <a:pt x="1238" y="124"/>
                        <a:pt x="948" y="273"/>
                      </a:cubicBezTo>
                      <a:cubicBezTo>
                        <a:pt x="913" y="273"/>
                        <a:pt x="884" y="337"/>
                        <a:pt x="913" y="365"/>
                      </a:cubicBezTo>
                      <a:cubicBezTo>
                        <a:pt x="913" y="393"/>
                        <a:pt x="948" y="393"/>
                        <a:pt x="976" y="393"/>
                      </a:cubicBezTo>
                      <a:cubicBezTo>
                        <a:pt x="1266" y="245"/>
                        <a:pt x="1592" y="160"/>
                        <a:pt x="1917" y="124"/>
                      </a:cubicBezTo>
                      <a:cubicBezTo>
                        <a:pt x="1933" y="116"/>
                        <a:pt x="1950" y="113"/>
                        <a:pt x="1967" y="113"/>
                      </a:cubicBezTo>
                      <a:cubicBezTo>
                        <a:pt x="2010" y="113"/>
                        <a:pt x="2054" y="135"/>
                        <a:pt x="2094" y="160"/>
                      </a:cubicBezTo>
                      <a:cubicBezTo>
                        <a:pt x="2214" y="245"/>
                        <a:pt x="2214" y="365"/>
                        <a:pt x="2151" y="542"/>
                      </a:cubicBezTo>
                      <a:lnTo>
                        <a:pt x="1832" y="1511"/>
                      </a:lnTo>
                      <a:cubicBezTo>
                        <a:pt x="1797" y="1603"/>
                        <a:pt x="1712" y="1660"/>
                        <a:pt x="1620" y="1660"/>
                      </a:cubicBezTo>
                      <a:cubicBezTo>
                        <a:pt x="1426" y="1649"/>
                        <a:pt x="1237" y="1643"/>
                        <a:pt x="1048" y="1643"/>
                      </a:cubicBezTo>
                      <a:cubicBezTo>
                        <a:pt x="722" y="1643"/>
                        <a:pt x="400" y="1662"/>
                        <a:pt x="64" y="1716"/>
                      </a:cubicBezTo>
                      <a:cubicBezTo>
                        <a:pt x="28" y="1716"/>
                        <a:pt x="0" y="1752"/>
                        <a:pt x="0" y="1780"/>
                      </a:cubicBezTo>
                      <a:cubicBezTo>
                        <a:pt x="28" y="1808"/>
                        <a:pt x="28" y="1836"/>
                        <a:pt x="64" y="1836"/>
                      </a:cubicBezTo>
                      <a:lnTo>
                        <a:pt x="92" y="1836"/>
                      </a:lnTo>
                      <a:cubicBezTo>
                        <a:pt x="411" y="1783"/>
                        <a:pt x="726" y="1763"/>
                        <a:pt x="1050" y="1763"/>
                      </a:cubicBezTo>
                      <a:cubicBezTo>
                        <a:pt x="1237" y="1763"/>
                        <a:pt x="1426" y="1769"/>
                        <a:pt x="1620" y="1780"/>
                      </a:cubicBezTo>
                      <a:cubicBezTo>
                        <a:pt x="1769" y="1780"/>
                        <a:pt x="1889" y="1688"/>
                        <a:pt x="1946" y="1539"/>
                      </a:cubicBezTo>
                      <a:lnTo>
                        <a:pt x="2271" y="570"/>
                      </a:lnTo>
                      <a:cubicBezTo>
                        <a:pt x="2299" y="450"/>
                        <a:pt x="2391" y="188"/>
                        <a:pt x="2151" y="68"/>
                      </a:cubicBezTo>
                      <a:cubicBezTo>
                        <a:pt x="2109" y="26"/>
                        <a:pt x="2053" y="0"/>
                        <a:pt x="19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5" name="Google Shape;1185;p43"/>
              <p:cNvGrpSpPr/>
              <p:nvPr/>
            </p:nvGrpSpPr>
            <p:grpSpPr>
              <a:xfrm>
                <a:off x="3705154" y="2353574"/>
                <a:ext cx="430899" cy="135173"/>
                <a:chOff x="3583454" y="2026924"/>
                <a:chExt cx="430899" cy="135173"/>
              </a:xfrm>
            </p:grpSpPr>
            <p:sp>
              <p:nvSpPr>
                <p:cNvPr id="1186" name="Google Shape;1186;p43"/>
                <p:cNvSpPr/>
                <p:nvPr/>
              </p:nvSpPr>
              <p:spPr>
                <a:xfrm>
                  <a:off x="3754867" y="2128093"/>
                  <a:ext cx="32109" cy="30891"/>
                </a:xfrm>
                <a:custGeom>
                  <a:avLst/>
                  <a:gdLst/>
                  <a:ahLst/>
                  <a:cxnLst/>
                  <a:rect l="l" t="t" r="r" b="b"/>
                  <a:pathLst>
                    <a:path w="949" h="913" extrusionOk="0">
                      <a:moveTo>
                        <a:pt x="0" y="0"/>
                      </a:moveTo>
                      <a:lnTo>
                        <a:pt x="0" y="913"/>
                      </a:lnTo>
                      <a:lnTo>
                        <a:pt x="948" y="913"/>
                      </a:lnTo>
                      <a:lnTo>
                        <a:pt x="9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43"/>
                <p:cNvSpPr/>
                <p:nvPr/>
              </p:nvSpPr>
              <p:spPr>
                <a:xfrm>
                  <a:off x="3801763" y="2125217"/>
                  <a:ext cx="58941" cy="33767"/>
                </a:xfrm>
                <a:custGeom>
                  <a:avLst/>
                  <a:gdLst/>
                  <a:ahLst/>
                  <a:cxnLst/>
                  <a:rect l="l" t="t" r="r" b="b"/>
                  <a:pathLst>
                    <a:path w="1742" h="998" extrusionOk="0">
                      <a:moveTo>
                        <a:pt x="913" y="205"/>
                      </a:moveTo>
                      <a:lnTo>
                        <a:pt x="1444" y="885"/>
                      </a:lnTo>
                      <a:lnTo>
                        <a:pt x="326" y="885"/>
                      </a:lnTo>
                      <a:lnTo>
                        <a:pt x="913" y="205"/>
                      </a:lnTo>
                      <a:close/>
                      <a:moveTo>
                        <a:pt x="913" y="0"/>
                      </a:moveTo>
                      <a:lnTo>
                        <a:pt x="1" y="998"/>
                      </a:lnTo>
                      <a:lnTo>
                        <a:pt x="1741" y="998"/>
                      </a:lnTo>
                      <a:lnTo>
                        <a:pt x="9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43"/>
                <p:cNvSpPr/>
                <p:nvPr/>
              </p:nvSpPr>
              <p:spPr>
                <a:xfrm>
                  <a:off x="3871668" y="2125217"/>
                  <a:ext cx="34985" cy="35933"/>
                </a:xfrm>
                <a:custGeom>
                  <a:avLst/>
                  <a:gdLst/>
                  <a:ahLst/>
                  <a:cxnLst/>
                  <a:rect l="l" t="t" r="r" b="b"/>
                  <a:pathLst>
                    <a:path w="1034" h="1062" extrusionOk="0">
                      <a:moveTo>
                        <a:pt x="941" y="0"/>
                      </a:moveTo>
                      <a:lnTo>
                        <a:pt x="0" y="969"/>
                      </a:lnTo>
                      <a:lnTo>
                        <a:pt x="85" y="1061"/>
                      </a:lnTo>
                      <a:lnTo>
                        <a:pt x="1033" y="85"/>
                      </a:lnTo>
                      <a:lnTo>
                        <a:pt x="9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43"/>
                <p:cNvSpPr/>
                <p:nvPr/>
              </p:nvSpPr>
              <p:spPr>
                <a:xfrm>
                  <a:off x="3889635" y="2125217"/>
                  <a:ext cx="35933" cy="35933"/>
                </a:xfrm>
                <a:custGeom>
                  <a:avLst/>
                  <a:gdLst/>
                  <a:ahLst/>
                  <a:cxnLst/>
                  <a:rect l="l" t="t" r="r" b="b"/>
                  <a:pathLst>
                    <a:path w="1062" h="1062" extrusionOk="0">
                      <a:moveTo>
                        <a:pt x="941" y="0"/>
                      </a:moveTo>
                      <a:lnTo>
                        <a:pt x="0" y="969"/>
                      </a:lnTo>
                      <a:lnTo>
                        <a:pt x="120" y="1061"/>
                      </a:lnTo>
                      <a:lnTo>
                        <a:pt x="1061" y="85"/>
                      </a:lnTo>
                      <a:lnTo>
                        <a:pt x="9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43"/>
                <p:cNvSpPr/>
                <p:nvPr/>
              </p:nvSpPr>
              <p:spPr>
                <a:xfrm>
                  <a:off x="3937479" y="2123052"/>
                  <a:ext cx="10117" cy="34985"/>
                </a:xfrm>
                <a:custGeom>
                  <a:avLst/>
                  <a:gdLst/>
                  <a:ahLst/>
                  <a:cxnLst/>
                  <a:rect l="l" t="t" r="r" b="b"/>
                  <a:pathLst>
                    <a:path w="299" h="1034" extrusionOk="0">
                      <a:moveTo>
                        <a:pt x="1" y="1"/>
                      </a:moveTo>
                      <a:lnTo>
                        <a:pt x="1" y="93"/>
                      </a:lnTo>
                      <a:lnTo>
                        <a:pt x="29" y="93"/>
                      </a:lnTo>
                      <a:cubicBezTo>
                        <a:pt x="86" y="93"/>
                        <a:pt x="121" y="121"/>
                        <a:pt x="121" y="177"/>
                      </a:cubicBezTo>
                      <a:lnTo>
                        <a:pt x="121" y="418"/>
                      </a:lnTo>
                      <a:cubicBezTo>
                        <a:pt x="121" y="503"/>
                        <a:pt x="149" y="503"/>
                        <a:pt x="178" y="531"/>
                      </a:cubicBezTo>
                      <a:cubicBezTo>
                        <a:pt x="149" y="531"/>
                        <a:pt x="121" y="559"/>
                        <a:pt x="121" y="623"/>
                      </a:cubicBezTo>
                      <a:lnTo>
                        <a:pt x="121" y="857"/>
                      </a:lnTo>
                      <a:cubicBezTo>
                        <a:pt x="121" y="913"/>
                        <a:pt x="86" y="949"/>
                        <a:pt x="29" y="949"/>
                      </a:cubicBezTo>
                      <a:lnTo>
                        <a:pt x="1" y="949"/>
                      </a:lnTo>
                      <a:lnTo>
                        <a:pt x="1" y="1033"/>
                      </a:lnTo>
                      <a:lnTo>
                        <a:pt x="58" y="1033"/>
                      </a:lnTo>
                      <a:cubicBezTo>
                        <a:pt x="178" y="1033"/>
                        <a:pt x="234" y="977"/>
                        <a:pt x="234" y="885"/>
                      </a:cubicBezTo>
                      <a:lnTo>
                        <a:pt x="234" y="623"/>
                      </a:lnTo>
                      <a:cubicBezTo>
                        <a:pt x="234" y="595"/>
                        <a:pt x="234" y="559"/>
                        <a:pt x="263" y="559"/>
                      </a:cubicBezTo>
                      <a:lnTo>
                        <a:pt x="298" y="559"/>
                      </a:lnTo>
                      <a:lnTo>
                        <a:pt x="298" y="475"/>
                      </a:lnTo>
                      <a:lnTo>
                        <a:pt x="263" y="475"/>
                      </a:lnTo>
                      <a:cubicBezTo>
                        <a:pt x="234" y="475"/>
                        <a:pt x="234" y="475"/>
                        <a:pt x="234" y="418"/>
                      </a:cubicBezTo>
                      <a:lnTo>
                        <a:pt x="234" y="177"/>
                      </a:lnTo>
                      <a:cubicBezTo>
                        <a:pt x="234" y="64"/>
                        <a:pt x="178" y="1"/>
                        <a:pt x="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43"/>
                <p:cNvSpPr/>
                <p:nvPr/>
              </p:nvSpPr>
              <p:spPr>
                <a:xfrm>
                  <a:off x="3959506" y="2123052"/>
                  <a:ext cx="24936" cy="39046"/>
                </a:xfrm>
                <a:custGeom>
                  <a:avLst/>
                  <a:gdLst/>
                  <a:ahLst/>
                  <a:cxnLst/>
                  <a:rect l="l" t="t" r="r" b="b"/>
                  <a:pathLst>
                    <a:path w="737" h="1154" extrusionOk="0">
                      <a:moveTo>
                        <a:pt x="354" y="149"/>
                      </a:moveTo>
                      <a:cubicBezTo>
                        <a:pt x="468" y="149"/>
                        <a:pt x="588" y="326"/>
                        <a:pt x="588" y="559"/>
                      </a:cubicBezTo>
                      <a:cubicBezTo>
                        <a:pt x="588" y="828"/>
                        <a:pt x="468" y="1005"/>
                        <a:pt x="354" y="1005"/>
                      </a:cubicBezTo>
                      <a:cubicBezTo>
                        <a:pt x="263" y="1005"/>
                        <a:pt x="142" y="828"/>
                        <a:pt x="142" y="559"/>
                      </a:cubicBezTo>
                      <a:cubicBezTo>
                        <a:pt x="142" y="326"/>
                        <a:pt x="263" y="149"/>
                        <a:pt x="354" y="149"/>
                      </a:cubicBezTo>
                      <a:close/>
                      <a:moveTo>
                        <a:pt x="354" y="1"/>
                      </a:moveTo>
                      <a:cubicBezTo>
                        <a:pt x="142" y="1"/>
                        <a:pt x="1" y="269"/>
                        <a:pt x="1" y="559"/>
                      </a:cubicBezTo>
                      <a:cubicBezTo>
                        <a:pt x="1" y="885"/>
                        <a:pt x="142" y="1154"/>
                        <a:pt x="354" y="1154"/>
                      </a:cubicBezTo>
                      <a:cubicBezTo>
                        <a:pt x="560" y="1154"/>
                        <a:pt x="737" y="885"/>
                        <a:pt x="737" y="559"/>
                      </a:cubicBezTo>
                      <a:cubicBezTo>
                        <a:pt x="737" y="269"/>
                        <a:pt x="560" y="1"/>
                        <a:pt x="3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43"/>
                <p:cNvSpPr/>
                <p:nvPr/>
              </p:nvSpPr>
              <p:spPr>
                <a:xfrm>
                  <a:off x="3989451" y="2123052"/>
                  <a:ext cx="24903" cy="39046"/>
                </a:xfrm>
                <a:custGeom>
                  <a:avLst/>
                  <a:gdLst/>
                  <a:ahLst/>
                  <a:cxnLst/>
                  <a:rect l="l" t="t" r="r" b="b"/>
                  <a:pathLst>
                    <a:path w="736" h="1154" extrusionOk="0">
                      <a:moveTo>
                        <a:pt x="354" y="149"/>
                      </a:moveTo>
                      <a:cubicBezTo>
                        <a:pt x="467" y="149"/>
                        <a:pt x="587" y="326"/>
                        <a:pt x="587" y="559"/>
                      </a:cubicBezTo>
                      <a:cubicBezTo>
                        <a:pt x="587" y="828"/>
                        <a:pt x="467" y="1005"/>
                        <a:pt x="354" y="1005"/>
                      </a:cubicBezTo>
                      <a:cubicBezTo>
                        <a:pt x="262" y="1005"/>
                        <a:pt x="142" y="828"/>
                        <a:pt x="142" y="559"/>
                      </a:cubicBezTo>
                      <a:cubicBezTo>
                        <a:pt x="142" y="326"/>
                        <a:pt x="262" y="149"/>
                        <a:pt x="354" y="149"/>
                      </a:cubicBezTo>
                      <a:close/>
                      <a:moveTo>
                        <a:pt x="354" y="1"/>
                      </a:moveTo>
                      <a:cubicBezTo>
                        <a:pt x="142" y="1"/>
                        <a:pt x="0" y="269"/>
                        <a:pt x="0" y="559"/>
                      </a:cubicBezTo>
                      <a:cubicBezTo>
                        <a:pt x="0" y="885"/>
                        <a:pt x="142" y="1154"/>
                        <a:pt x="354" y="1154"/>
                      </a:cubicBezTo>
                      <a:cubicBezTo>
                        <a:pt x="559" y="1154"/>
                        <a:pt x="736" y="885"/>
                        <a:pt x="736" y="559"/>
                      </a:cubicBezTo>
                      <a:cubicBezTo>
                        <a:pt x="736" y="269"/>
                        <a:pt x="559" y="1"/>
                        <a:pt x="3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3"/>
                <p:cNvSpPr/>
                <p:nvPr/>
              </p:nvSpPr>
              <p:spPr>
                <a:xfrm>
                  <a:off x="3656235" y="2034537"/>
                  <a:ext cx="24936" cy="40670"/>
                </a:xfrm>
                <a:custGeom>
                  <a:avLst/>
                  <a:gdLst/>
                  <a:ahLst/>
                  <a:cxnLst/>
                  <a:rect l="l" t="t" r="r" b="b"/>
                  <a:pathLst>
                    <a:path w="737" h="1202" extrusionOk="0">
                      <a:moveTo>
                        <a:pt x="72" y="1"/>
                      </a:moveTo>
                      <a:cubicBezTo>
                        <a:pt x="57" y="1"/>
                        <a:pt x="43" y="10"/>
                        <a:pt x="29" y="27"/>
                      </a:cubicBezTo>
                      <a:cubicBezTo>
                        <a:pt x="1" y="56"/>
                        <a:pt x="1" y="84"/>
                        <a:pt x="29" y="112"/>
                      </a:cubicBezTo>
                      <a:lnTo>
                        <a:pt x="588" y="699"/>
                      </a:lnTo>
                      <a:lnTo>
                        <a:pt x="29" y="1088"/>
                      </a:lnTo>
                      <a:cubicBezTo>
                        <a:pt x="1" y="1117"/>
                        <a:pt x="1" y="1145"/>
                        <a:pt x="29" y="1173"/>
                      </a:cubicBezTo>
                      <a:lnTo>
                        <a:pt x="57" y="1202"/>
                      </a:lnTo>
                      <a:cubicBezTo>
                        <a:pt x="85" y="1202"/>
                        <a:pt x="85" y="1202"/>
                        <a:pt x="85" y="1173"/>
                      </a:cubicBezTo>
                      <a:lnTo>
                        <a:pt x="708" y="763"/>
                      </a:lnTo>
                      <a:cubicBezTo>
                        <a:pt x="708" y="735"/>
                        <a:pt x="736" y="735"/>
                        <a:pt x="736" y="699"/>
                      </a:cubicBezTo>
                      <a:cubicBezTo>
                        <a:pt x="736" y="699"/>
                        <a:pt x="736" y="671"/>
                        <a:pt x="708" y="671"/>
                      </a:cubicBezTo>
                      <a:lnTo>
                        <a:pt x="121" y="27"/>
                      </a:lnTo>
                      <a:cubicBezTo>
                        <a:pt x="103" y="10"/>
                        <a:pt x="87" y="1"/>
                        <a:pt x="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43"/>
                <p:cNvSpPr/>
                <p:nvPr/>
              </p:nvSpPr>
              <p:spPr>
                <a:xfrm>
                  <a:off x="3673221" y="2034537"/>
                  <a:ext cx="24936" cy="40670"/>
                </a:xfrm>
                <a:custGeom>
                  <a:avLst/>
                  <a:gdLst/>
                  <a:ahLst/>
                  <a:cxnLst/>
                  <a:rect l="l" t="t" r="r" b="b"/>
                  <a:pathLst>
                    <a:path w="737" h="1202" extrusionOk="0">
                      <a:moveTo>
                        <a:pt x="72" y="1"/>
                      </a:moveTo>
                      <a:cubicBezTo>
                        <a:pt x="57" y="1"/>
                        <a:pt x="43" y="10"/>
                        <a:pt x="29" y="27"/>
                      </a:cubicBezTo>
                      <a:cubicBezTo>
                        <a:pt x="1" y="56"/>
                        <a:pt x="1" y="84"/>
                        <a:pt x="29" y="112"/>
                      </a:cubicBezTo>
                      <a:lnTo>
                        <a:pt x="588" y="699"/>
                      </a:lnTo>
                      <a:lnTo>
                        <a:pt x="29" y="1088"/>
                      </a:lnTo>
                      <a:cubicBezTo>
                        <a:pt x="1" y="1117"/>
                        <a:pt x="1" y="1145"/>
                        <a:pt x="29" y="1173"/>
                      </a:cubicBezTo>
                      <a:lnTo>
                        <a:pt x="57" y="1202"/>
                      </a:lnTo>
                      <a:cubicBezTo>
                        <a:pt x="86" y="1202"/>
                        <a:pt x="86" y="1202"/>
                        <a:pt x="86" y="1173"/>
                      </a:cubicBezTo>
                      <a:lnTo>
                        <a:pt x="708" y="763"/>
                      </a:lnTo>
                      <a:cubicBezTo>
                        <a:pt x="708" y="735"/>
                        <a:pt x="737" y="735"/>
                        <a:pt x="737" y="699"/>
                      </a:cubicBezTo>
                      <a:cubicBezTo>
                        <a:pt x="737" y="699"/>
                        <a:pt x="737" y="671"/>
                        <a:pt x="708" y="671"/>
                      </a:cubicBezTo>
                      <a:lnTo>
                        <a:pt x="114" y="27"/>
                      </a:lnTo>
                      <a:cubicBezTo>
                        <a:pt x="100" y="10"/>
                        <a:pt x="86" y="1"/>
                        <a:pt x="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43"/>
                <p:cNvSpPr/>
                <p:nvPr/>
              </p:nvSpPr>
              <p:spPr>
                <a:xfrm>
                  <a:off x="3706989" y="2034233"/>
                  <a:ext cx="26121" cy="38098"/>
                </a:xfrm>
                <a:custGeom>
                  <a:avLst/>
                  <a:gdLst/>
                  <a:ahLst/>
                  <a:cxnLst/>
                  <a:rect l="l" t="t" r="r" b="b"/>
                  <a:pathLst>
                    <a:path w="772" h="1126" extrusionOk="0">
                      <a:moveTo>
                        <a:pt x="389" y="121"/>
                      </a:moveTo>
                      <a:cubicBezTo>
                        <a:pt x="531" y="121"/>
                        <a:pt x="651" y="326"/>
                        <a:pt x="651" y="567"/>
                      </a:cubicBezTo>
                      <a:cubicBezTo>
                        <a:pt x="651" y="800"/>
                        <a:pt x="531" y="1006"/>
                        <a:pt x="389" y="1006"/>
                      </a:cubicBezTo>
                      <a:cubicBezTo>
                        <a:pt x="241" y="1006"/>
                        <a:pt x="121" y="800"/>
                        <a:pt x="121" y="567"/>
                      </a:cubicBezTo>
                      <a:cubicBezTo>
                        <a:pt x="121" y="326"/>
                        <a:pt x="241" y="121"/>
                        <a:pt x="389" y="121"/>
                      </a:cubicBezTo>
                      <a:close/>
                      <a:moveTo>
                        <a:pt x="389" y="1"/>
                      </a:moveTo>
                      <a:cubicBezTo>
                        <a:pt x="177" y="1"/>
                        <a:pt x="0" y="270"/>
                        <a:pt x="0" y="567"/>
                      </a:cubicBezTo>
                      <a:cubicBezTo>
                        <a:pt x="0" y="885"/>
                        <a:pt x="177" y="1126"/>
                        <a:pt x="389" y="1126"/>
                      </a:cubicBezTo>
                      <a:cubicBezTo>
                        <a:pt x="595" y="1126"/>
                        <a:pt x="771" y="885"/>
                        <a:pt x="771" y="567"/>
                      </a:cubicBezTo>
                      <a:cubicBezTo>
                        <a:pt x="771" y="270"/>
                        <a:pt x="595" y="1"/>
                        <a:pt x="3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43"/>
                <p:cNvSpPr/>
                <p:nvPr/>
              </p:nvSpPr>
              <p:spPr>
                <a:xfrm>
                  <a:off x="3753885" y="2037346"/>
                  <a:ext cx="4128" cy="37861"/>
                </a:xfrm>
                <a:custGeom>
                  <a:avLst/>
                  <a:gdLst/>
                  <a:ahLst/>
                  <a:cxnLst/>
                  <a:rect l="l" t="t" r="r" b="b"/>
                  <a:pathLst>
                    <a:path w="122" h="1119" extrusionOk="0">
                      <a:moveTo>
                        <a:pt x="65" y="1"/>
                      </a:moveTo>
                      <a:cubicBezTo>
                        <a:pt x="29" y="1"/>
                        <a:pt x="1" y="29"/>
                        <a:pt x="1" y="58"/>
                      </a:cubicBezTo>
                      <a:lnTo>
                        <a:pt x="1" y="1062"/>
                      </a:lnTo>
                      <a:cubicBezTo>
                        <a:pt x="1" y="1090"/>
                        <a:pt x="29" y="1119"/>
                        <a:pt x="65" y="1119"/>
                      </a:cubicBezTo>
                      <a:cubicBezTo>
                        <a:pt x="93" y="1119"/>
                        <a:pt x="121" y="1090"/>
                        <a:pt x="121" y="1062"/>
                      </a:cubicBezTo>
                      <a:lnTo>
                        <a:pt x="121" y="58"/>
                      </a:lnTo>
                      <a:cubicBezTo>
                        <a:pt x="121" y="29"/>
                        <a:pt x="93" y="1"/>
                        <a:pt x="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43"/>
                <p:cNvSpPr/>
                <p:nvPr/>
              </p:nvSpPr>
              <p:spPr>
                <a:xfrm>
                  <a:off x="3771852" y="2041440"/>
                  <a:ext cx="20132" cy="31873"/>
                </a:xfrm>
                <a:custGeom>
                  <a:avLst/>
                  <a:gdLst/>
                  <a:ahLst/>
                  <a:cxnLst/>
                  <a:rect l="l" t="t" r="r" b="b"/>
                  <a:pathLst>
                    <a:path w="595" h="942" extrusionOk="0">
                      <a:moveTo>
                        <a:pt x="0" y="0"/>
                      </a:moveTo>
                      <a:lnTo>
                        <a:pt x="0" y="941"/>
                      </a:lnTo>
                      <a:lnTo>
                        <a:pt x="595" y="941"/>
                      </a:lnTo>
                      <a:lnTo>
                        <a:pt x="5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43"/>
                <p:cNvSpPr/>
                <p:nvPr/>
              </p:nvSpPr>
              <p:spPr>
                <a:xfrm>
                  <a:off x="3803929" y="2039274"/>
                  <a:ext cx="32820" cy="35933"/>
                </a:xfrm>
                <a:custGeom>
                  <a:avLst/>
                  <a:gdLst/>
                  <a:ahLst/>
                  <a:cxnLst/>
                  <a:rect l="l" t="t" r="r" b="b"/>
                  <a:pathLst>
                    <a:path w="970" h="1062" extrusionOk="0">
                      <a:moveTo>
                        <a:pt x="849" y="121"/>
                      </a:moveTo>
                      <a:lnTo>
                        <a:pt x="849" y="948"/>
                      </a:lnTo>
                      <a:lnTo>
                        <a:pt x="114" y="948"/>
                      </a:lnTo>
                      <a:lnTo>
                        <a:pt x="114" y="121"/>
                      </a:lnTo>
                      <a:close/>
                      <a:moveTo>
                        <a:pt x="57" y="1"/>
                      </a:moveTo>
                      <a:cubicBezTo>
                        <a:pt x="29" y="1"/>
                        <a:pt x="0" y="29"/>
                        <a:pt x="0" y="64"/>
                      </a:cubicBezTo>
                      <a:lnTo>
                        <a:pt x="0" y="1005"/>
                      </a:lnTo>
                      <a:cubicBezTo>
                        <a:pt x="0" y="1033"/>
                        <a:pt x="29" y="1062"/>
                        <a:pt x="57" y="1062"/>
                      </a:cubicBezTo>
                      <a:lnTo>
                        <a:pt x="913" y="1062"/>
                      </a:lnTo>
                      <a:cubicBezTo>
                        <a:pt x="941" y="1062"/>
                        <a:pt x="970" y="1033"/>
                        <a:pt x="970" y="1005"/>
                      </a:cubicBezTo>
                      <a:lnTo>
                        <a:pt x="970" y="64"/>
                      </a:lnTo>
                      <a:cubicBezTo>
                        <a:pt x="970" y="29"/>
                        <a:pt x="941" y="1"/>
                        <a:pt x="9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43"/>
                <p:cNvSpPr/>
                <p:nvPr/>
              </p:nvSpPr>
              <p:spPr>
                <a:xfrm>
                  <a:off x="3847746" y="2041440"/>
                  <a:ext cx="32820" cy="31873"/>
                </a:xfrm>
                <a:custGeom>
                  <a:avLst/>
                  <a:gdLst/>
                  <a:ahLst/>
                  <a:cxnLst/>
                  <a:rect l="l" t="t" r="r" b="b"/>
                  <a:pathLst>
                    <a:path w="970" h="942" extrusionOk="0">
                      <a:moveTo>
                        <a:pt x="0" y="0"/>
                      </a:moveTo>
                      <a:lnTo>
                        <a:pt x="0" y="941"/>
                      </a:lnTo>
                      <a:lnTo>
                        <a:pt x="969" y="941"/>
                      </a:lnTo>
                      <a:lnTo>
                        <a:pt x="9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43"/>
                <p:cNvSpPr/>
                <p:nvPr/>
              </p:nvSpPr>
              <p:spPr>
                <a:xfrm>
                  <a:off x="3892477" y="2026924"/>
                  <a:ext cx="25173" cy="64320"/>
                </a:xfrm>
                <a:custGeom>
                  <a:avLst/>
                  <a:gdLst/>
                  <a:ahLst/>
                  <a:cxnLst/>
                  <a:rect l="l" t="t" r="r" b="b"/>
                  <a:pathLst>
                    <a:path w="744" h="1901" extrusionOk="0">
                      <a:moveTo>
                        <a:pt x="349" y="0"/>
                      </a:moveTo>
                      <a:cubicBezTo>
                        <a:pt x="332" y="0"/>
                        <a:pt x="315" y="4"/>
                        <a:pt x="298" y="12"/>
                      </a:cubicBezTo>
                      <a:cubicBezTo>
                        <a:pt x="270" y="12"/>
                        <a:pt x="241" y="40"/>
                        <a:pt x="241" y="75"/>
                      </a:cubicBezTo>
                      <a:cubicBezTo>
                        <a:pt x="270" y="104"/>
                        <a:pt x="298" y="132"/>
                        <a:pt x="326" y="132"/>
                      </a:cubicBezTo>
                      <a:cubicBezTo>
                        <a:pt x="336" y="123"/>
                        <a:pt x="346" y="120"/>
                        <a:pt x="357" y="120"/>
                      </a:cubicBezTo>
                      <a:cubicBezTo>
                        <a:pt x="377" y="120"/>
                        <a:pt x="399" y="132"/>
                        <a:pt x="418" y="132"/>
                      </a:cubicBezTo>
                      <a:cubicBezTo>
                        <a:pt x="447" y="160"/>
                        <a:pt x="475" y="252"/>
                        <a:pt x="503" y="309"/>
                      </a:cubicBezTo>
                      <a:cubicBezTo>
                        <a:pt x="503" y="366"/>
                        <a:pt x="475" y="429"/>
                        <a:pt x="475" y="514"/>
                      </a:cubicBezTo>
                      <a:cubicBezTo>
                        <a:pt x="475" y="542"/>
                        <a:pt x="447" y="606"/>
                        <a:pt x="447" y="663"/>
                      </a:cubicBezTo>
                      <a:cubicBezTo>
                        <a:pt x="447" y="783"/>
                        <a:pt x="475" y="868"/>
                        <a:pt x="532" y="960"/>
                      </a:cubicBezTo>
                      <a:cubicBezTo>
                        <a:pt x="503" y="988"/>
                        <a:pt x="475" y="1016"/>
                        <a:pt x="447" y="1045"/>
                      </a:cubicBezTo>
                      <a:lnTo>
                        <a:pt x="447" y="1278"/>
                      </a:lnTo>
                      <a:lnTo>
                        <a:pt x="447" y="1313"/>
                      </a:lnTo>
                      <a:cubicBezTo>
                        <a:pt x="475" y="1455"/>
                        <a:pt x="447" y="1575"/>
                        <a:pt x="390" y="1667"/>
                      </a:cubicBezTo>
                      <a:cubicBezTo>
                        <a:pt x="344" y="1728"/>
                        <a:pt x="273" y="1775"/>
                        <a:pt x="202" y="1775"/>
                      </a:cubicBezTo>
                      <a:cubicBezTo>
                        <a:pt x="174" y="1775"/>
                        <a:pt x="147" y="1768"/>
                        <a:pt x="121" y="1752"/>
                      </a:cubicBezTo>
                      <a:cubicBezTo>
                        <a:pt x="107" y="1738"/>
                        <a:pt x="93" y="1731"/>
                        <a:pt x="79" y="1731"/>
                      </a:cubicBezTo>
                      <a:cubicBezTo>
                        <a:pt x="65" y="1731"/>
                        <a:pt x="50" y="1738"/>
                        <a:pt x="36" y="1752"/>
                      </a:cubicBezTo>
                      <a:cubicBezTo>
                        <a:pt x="1" y="1780"/>
                        <a:pt x="36" y="1809"/>
                        <a:pt x="65" y="1844"/>
                      </a:cubicBezTo>
                      <a:cubicBezTo>
                        <a:pt x="93" y="1872"/>
                        <a:pt x="150" y="1901"/>
                        <a:pt x="213" y="1901"/>
                      </a:cubicBezTo>
                      <a:cubicBezTo>
                        <a:pt x="326" y="1901"/>
                        <a:pt x="447" y="1809"/>
                        <a:pt x="503" y="1724"/>
                      </a:cubicBezTo>
                      <a:cubicBezTo>
                        <a:pt x="567" y="1604"/>
                        <a:pt x="595" y="1455"/>
                        <a:pt x="567" y="1278"/>
                      </a:cubicBezTo>
                      <a:lnTo>
                        <a:pt x="567" y="1250"/>
                      </a:lnTo>
                      <a:lnTo>
                        <a:pt x="567" y="1101"/>
                      </a:lnTo>
                      <a:cubicBezTo>
                        <a:pt x="567" y="1073"/>
                        <a:pt x="595" y="1045"/>
                        <a:pt x="623" y="1045"/>
                      </a:cubicBezTo>
                      <a:cubicBezTo>
                        <a:pt x="623" y="1016"/>
                        <a:pt x="652" y="1016"/>
                        <a:pt x="652" y="1016"/>
                      </a:cubicBezTo>
                      <a:cubicBezTo>
                        <a:pt x="660" y="1025"/>
                        <a:pt x="668" y="1028"/>
                        <a:pt x="677" y="1028"/>
                      </a:cubicBezTo>
                      <a:cubicBezTo>
                        <a:pt x="697" y="1028"/>
                        <a:pt x="719" y="1008"/>
                        <a:pt x="744" y="988"/>
                      </a:cubicBezTo>
                      <a:cubicBezTo>
                        <a:pt x="744" y="960"/>
                        <a:pt x="744" y="924"/>
                        <a:pt x="708" y="924"/>
                      </a:cubicBezTo>
                      <a:cubicBezTo>
                        <a:pt x="680" y="924"/>
                        <a:pt x="680" y="896"/>
                        <a:pt x="680" y="896"/>
                      </a:cubicBezTo>
                      <a:cubicBezTo>
                        <a:pt x="595" y="896"/>
                        <a:pt x="567" y="783"/>
                        <a:pt x="567" y="663"/>
                      </a:cubicBezTo>
                      <a:cubicBezTo>
                        <a:pt x="567" y="634"/>
                        <a:pt x="567" y="571"/>
                        <a:pt x="595" y="514"/>
                      </a:cubicBezTo>
                      <a:cubicBezTo>
                        <a:pt x="595" y="458"/>
                        <a:pt x="623" y="366"/>
                        <a:pt x="623" y="281"/>
                      </a:cubicBezTo>
                      <a:cubicBezTo>
                        <a:pt x="595" y="189"/>
                        <a:pt x="532" y="104"/>
                        <a:pt x="475" y="40"/>
                      </a:cubicBezTo>
                      <a:cubicBezTo>
                        <a:pt x="435" y="20"/>
                        <a:pt x="391" y="0"/>
                        <a:pt x="3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43"/>
                <p:cNvSpPr/>
                <p:nvPr/>
              </p:nvSpPr>
              <p:spPr>
                <a:xfrm>
                  <a:off x="3928411" y="2028278"/>
                  <a:ext cx="11030" cy="59854"/>
                </a:xfrm>
                <a:custGeom>
                  <a:avLst/>
                  <a:gdLst/>
                  <a:ahLst/>
                  <a:cxnLst/>
                  <a:rect l="l" t="t" r="r" b="b"/>
                  <a:pathLst>
                    <a:path w="326" h="1769" extrusionOk="0">
                      <a:moveTo>
                        <a:pt x="35" y="0"/>
                      </a:moveTo>
                      <a:cubicBezTo>
                        <a:pt x="0" y="35"/>
                        <a:pt x="0" y="64"/>
                        <a:pt x="0" y="92"/>
                      </a:cubicBezTo>
                      <a:cubicBezTo>
                        <a:pt x="212" y="594"/>
                        <a:pt x="212" y="1182"/>
                        <a:pt x="0" y="1684"/>
                      </a:cubicBezTo>
                      <a:cubicBezTo>
                        <a:pt x="0" y="1712"/>
                        <a:pt x="0" y="1769"/>
                        <a:pt x="35" y="1769"/>
                      </a:cubicBezTo>
                      <a:lnTo>
                        <a:pt x="64" y="1769"/>
                      </a:lnTo>
                      <a:cubicBezTo>
                        <a:pt x="92" y="1769"/>
                        <a:pt x="120" y="1769"/>
                        <a:pt x="120" y="1740"/>
                      </a:cubicBezTo>
                      <a:cubicBezTo>
                        <a:pt x="326" y="1210"/>
                        <a:pt x="326" y="594"/>
                        <a:pt x="120" y="64"/>
                      </a:cubicBezTo>
                      <a:cubicBezTo>
                        <a:pt x="92" y="35"/>
                        <a:pt x="64" y="0"/>
                        <a:pt x="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43"/>
                <p:cNvSpPr/>
                <p:nvPr/>
              </p:nvSpPr>
              <p:spPr>
                <a:xfrm>
                  <a:off x="3941573" y="2027296"/>
                  <a:ext cx="14854" cy="68990"/>
                </a:xfrm>
                <a:custGeom>
                  <a:avLst/>
                  <a:gdLst/>
                  <a:ahLst/>
                  <a:cxnLst/>
                  <a:rect l="l" t="t" r="r" b="b"/>
                  <a:pathLst>
                    <a:path w="439" h="2039" extrusionOk="0">
                      <a:moveTo>
                        <a:pt x="85" y="1"/>
                      </a:moveTo>
                      <a:cubicBezTo>
                        <a:pt x="57" y="29"/>
                        <a:pt x="28" y="64"/>
                        <a:pt x="57" y="93"/>
                      </a:cubicBezTo>
                      <a:cubicBezTo>
                        <a:pt x="319" y="680"/>
                        <a:pt x="290" y="1387"/>
                        <a:pt x="0" y="1946"/>
                      </a:cubicBezTo>
                      <a:cubicBezTo>
                        <a:pt x="0" y="1975"/>
                        <a:pt x="0" y="2038"/>
                        <a:pt x="28" y="2038"/>
                      </a:cubicBezTo>
                      <a:lnTo>
                        <a:pt x="57" y="2038"/>
                      </a:lnTo>
                      <a:cubicBezTo>
                        <a:pt x="85" y="2038"/>
                        <a:pt x="85" y="2038"/>
                        <a:pt x="113" y="2010"/>
                      </a:cubicBezTo>
                      <a:cubicBezTo>
                        <a:pt x="439" y="1416"/>
                        <a:pt x="439" y="652"/>
                        <a:pt x="142" y="29"/>
                      </a:cubicBezTo>
                      <a:cubicBezTo>
                        <a:pt x="142" y="1"/>
                        <a:pt x="113" y="1"/>
                        <a:pt x="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43"/>
                <p:cNvSpPr/>
                <p:nvPr/>
              </p:nvSpPr>
              <p:spPr>
                <a:xfrm>
                  <a:off x="3622264" y="2026924"/>
                  <a:ext cx="24903" cy="64320"/>
                </a:xfrm>
                <a:custGeom>
                  <a:avLst/>
                  <a:gdLst/>
                  <a:ahLst/>
                  <a:cxnLst/>
                  <a:rect l="l" t="t" r="r" b="b"/>
                  <a:pathLst>
                    <a:path w="736" h="1901" extrusionOk="0">
                      <a:moveTo>
                        <a:pt x="417" y="0"/>
                      </a:moveTo>
                      <a:cubicBezTo>
                        <a:pt x="367" y="0"/>
                        <a:pt x="309" y="20"/>
                        <a:pt x="269" y="40"/>
                      </a:cubicBezTo>
                      <a:cubicBezTo>
                        <a:pt x="205" y="104"/>
                        <a:pt x="149" y="189"/>
                        <a:pt x="149" y="281"/>
                      </a:cubicBezTo>
                      <a:cubicBezTo>
                        <a:pt x="120" y="366"/>
                        <a:pt x="149" y="458"/>
                        <a:pt x="149" y="514"/>
                      </a:cubicBezTo>
                      <a:cubicBezTo>
                        <a:pt x="177" y="571"/>
                        <a:pt x="177" y="634"/>
                        <a:pt x="177" y="663"/>
                      </a:cubicBezTo>
                      <a:cubicBezTo>
                        <a:pt x="177" y="783"/>
                        <a:pt x="149" y="896"/>
                        <a:pt x="64" y="896"/>
                      </a:cubicBezTo>
                      <a:lnTo>
                        <a:pt x="64" y="924"/>
                      </a:lnTo>
                      <a:cubicBezTo>
                        <a:pt x="28" y="924"/>
                        <a:pt x="0" y="960"/>
                        <a:pt x="0" y="988"/>
                      </a:cubicBezTo>
                      <a:cubicBezTo>
                        <a:pt x="20" y="1008"/>
                        <a:pt x="44" y="1028"/>
                        <a:pt x="66" y="1028"/>
                      </a:cubicBezTo>
                      <a:cubicBezTo>
                        <a:pt x="75" y="1028"/>
                        <a:pt x="84" y="1025"/>
                        <a:pt x="92" y="1016"/>
                      </a:cubicBezTo>
                      <a:cubicBezTo>
                        <a:pt x="120" y="1016"/>
                        <a:pt x="120" y="1016"/>
                        <a:pt x="120" y="1045"/>
                      </a:cubicBezTo>
                      <a:cubicBezTo>
                        <a:pt x="149" y="1045"/>
                        <a:pt x="177" y="1073"/>
                        <a:pt x="177" y="1101"/>
                      </a:cubicBezTo>
                      <a:cubicBezTo>
                        <a:pt x="205" y="1137"/>
                        <a:pt x="177" y="1193"/>
                        <a:pt x="177" y="1250"/>
                      </a:cubicBezTo>
                      <a:lnTo>
                        <a:pt x="177" y="1278"/>
                      </a:lnTo>
                      <a:cubicBezTo>
                        <a:pt x="149" y="1455"/>
                        <a:pt x="177" y="1604"/>
                        <a:pt x="269" y="1724"/>
                      </a:cubicBezTo>
                      <a:cubicBezTo>
                        <a:pt x="325" y="1809"/>
                        <a:pt x="446" y="1901"/>
                        <a:pt x="559" y="1901"/>
                      </a:cubicBezTo>
                      <a:cubicBezTo>
                        <a:pt x="594" y="1901"/>
                        <a:pt x="651" y="1872"/>
                        <a:pt x="707" y="1844"/>
                      </a:cubicBezTo>
                      <a:cubicBezTo>
                        <a:pt x="736" y="1809"/>
                        <a:pt x="736" y="1780"/>
                        <a:pt x="707" y="1752"/>
                      </a:cubicBezTo>
                      <a:cubicBezTo>
                        <a:pt x="707" y="1738"/>
                        <a:pt x="693" y="1731"/>
                        <a:pt x="676" y="1731"/>
                      </a:cubicBezTo>
                      <a:cubicBezTo>
                        <a:pt x="658" y="1731"/>
                        <a:pt x="637" y="1738"/>
                        <a:pt x="623" y="1752"/>
                      </a:cubicBezTo>
                      <a:cubicBezTo>
                        <a:pt x="597" y="1768"/>
                        <a:pt x="570" y="1775"/>
                        <a:pt x="542" y="1775"/>
                      </a:cubicBezTo>
                      <a:cubicBezTo>
                        <a:pt x="471" y="1775"/>
                        <a:pt x="400" y="1728"/>
                        <a:pt x="354" y="1667"/>
                      </a:cubicBezTo>
                      <a:cubicBezTo>
                        <a:pt x="297" y="1575"/>
                        <a:pt x="269" y="1455"/>
                        <a:pt x="297" y="1313"/>
                      </a:cubicBezTo>
                      <a:lnTo>
                        <a:pt x="297" y="1278"/>
                      </a:lnTo>
                      <a:cubicBezTo>
                        <a:pt x="297" y="1193"/>
                        <a:pt x="325" y="1137"/>
                        <a:pt x="297" y="1045"/>
                      </a:cubicBezTo>
                      <a:cubicBezTo>
                        <a:pt x="269" y="1016"/>
                        <a:pt x="241" y="988"/>
                        <a:pt x="205" y="960"/>
                      </a:cubicBezTo>
                      <a:cubicBezTo>
                        <a:pt x="269" y="868"/>
                        <a:pt x="297" y="783"/>
                        <a:pt x="297" y="663"/>
                      </a:cubicBezTo>
                      <a:cubicBezTo>
                        <a:pt x="297" y="606"/>
                        <a:pt x="297" y="542"/>
                        <a:pt x="269" y="514"/>
                      </a:cubicBezTo>
                      <a:cubicBezTo>
                        <a:pt x="269" y="429"/>
                        <a:pt x="241" y="366"/>
                        <a:pt x="269" y="309"/>
                      </a:cubicBezTo>
                      <a:cubicBezTo>
                        <a:pt x="269" y="252"/>
                        <a:pt x="297" y="160"/>
                        <a:pt x="354" y="132"/>
                      </a:cubicBezTo>
                      <a:cubicBezTo>
                        <a:pt x="373" y="132"/>
                        <a:pt x="395" y="120"/>
                        <a:pt x="416" y="120"/>
                      </a:cubicBezTo>
                      <a:cubicBezTo>
                        <a:pt x="426" y="120"/>
                        <a:pt x="436" y="123"/>
                        <a:pt x="446" y="132"/>
                      </a:cubicBezTo>
                      <a:cubicBezTo>
                        <a:pt x="474" y="132"/>
                        <a:pt x="502" y="104"/>
                        <a:pt x="502" y="75"/>
                      </a:cubicBezTo>
                      <a:cubicBezTo>
                        <a:pt x="502" y="40"/>
                        <a:pt x="502" y="12"/>
                        <a:pt x="474" y="12"/>
                      </a:cubicBezTo>
                      <a:cubicBezTo>
                        <a:pt x="457" y="4"/>
                        <a:pt x="438" y="0"/>
                        <a:pt x="41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3"/>
                <p:cNvSpPr/>
                <p:nvPr/>
              </p:nvSpPr>
              <p:spPr>
                <a:xfrm>
                  <a:off x="3600474" y="2028278"/>
                  <a:ext cx="11978" cy="59854"/>
                </a:xfrm>
                <a:custGeom>
                  <a:avLst/>
                  <a:gdLst/>
                  <a:ahLst/>
                  <a:cxnLst/>
                  <a:rect l="l" t="t" r="r" b="b"/>
                  <a:pathLst>
                    <a:path w="354" h="1769" extrusionOk="0">
                      <a:moveTo>
                        <a:pt x="290" y="0"/>
                      </a:moveTo>
                      <a:cubicBezTo>
                        <a:pt x="262" y="0"/>
                        <a:pt x="234" y="35"/>
                        <a:pt x="234" y="64"/>
                      </a:cubicBezTo>
                      <a:cubicBezTo>
                        <a:pt x="0" y="594"/>
                        <a:pt x="0" y="1210"/>
                        <a:pt x="205" y="1740"/>
                      </a:cubicBezTo>
                      <a:cubicBezTo>
                        <a:pt x="234" y="1769"/>
                        <a:pt x="234" y="1769"/>
                        <a:pt x="262" y="1769"/>
                      </a:cubicBezTo>
                      <a:lnTo>
                        <a:pt x="290" y="1769"/>
                      </a:lnTo>
                      <a:cubicBezTo>
                        <a:pt x="319" y="1769"/>
                        <a:pt x="319" y="1712"/>
                        <a:pt x="319" y="1684"/>
                      </a:cubicBezTo>
                      <a:cubicBezTo>
                        <a:pt x="113" y="1182"/>
                        <a:pt x="113" y="594"/>
                        <a:pt x="319" y="92"/>
                      </a:cubicBezTo>
                      <a:cubicBezTo>
                        <a:pt x="354" y="64"/>
                        <a:pt x="319" y="35"/>
                        <a:pt x="2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43"/>
                <p:cNvSpPr/>
                <p:nvPr/>
              </p:nvSpPr>
              <p:spPr>
                <a:xfrm>
                  <a:off x="3583454" y="2027296"/>
                  <a:ext cx="14887" cy="68990"/>
                </a:xfrm>
                <a:custGeom>
                  <a:avLst/>
                  <a:gdLst/>
                  <a:ahLst/>
                  <a:cxnLst/>
                  <a:rect l="l" t="t" r="r" b="b"/>
                  <a:pathLst>
                    <a:path w="440" h="2039" extrusionOk="0">
                      <a:moveTo>
                        <a:pt x="355" y="1"/>
                      </a:moveTo>
                      <a:cubicBezTo>
                        <a:pt x="326" y="1"/>
                        <a:pt x="291" y="1"/>
                        <a:pt x="291" y="29"/>
                      </a:cubicBezTo>
                      <a:cubicBezTo>
                        <a:pt x="1" y="652"/>
                        <a:pt x="29" y="1416"/>
                        <a:pt x="326" y="2010"/>
                      </a:cubicBezTo>
                      <a:cubicBezTo>
                        <a:pt x="355" y="2038"/>
                        <a:pt x="355" y="2038"/>
                        <a:pt x="383" y="2038"/>
                      </a:cubicBezTo>
                      <a:lnTo>
                        <a:pt x="411" y="2038"/>
                      </a:lnTo>
                      <a:cubicBezTo>
                        <a:pt x="440" y="2038"/>
                        <a:pt x="440" y="1975"/>
                        <a:pt x="440" y="1946"/>
                      </a:cubicBezTo>
                      <a:cubicBezTo>
                        <a:pt x="150" y="1387"/>
                        <a:pt x="114" y="680"/>
                        <a:pt x="383" y="93"/>
                      </a:cubicBezTo>
                      <a:cubicBezTo>
                        <a:pt x="411" y="64"/>
                        <a:pt x="383" y="29"/>
                        <a:pt x="3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6" name="Google Shape;1206;p43"/>
              <p:cNvGrpSpPr/>
              <p:nvPr/>
            </p:nvGrpSpPr>
            <p:grpSpPr>
              <a:xfrm>
                <a:off x="4013356" y="2847427"/>
                <a:ext cx="312169" cy="63373"/>
                <a:chOff x="4157006" y="2607377"/>
                <a:chExt cx="312169" cy="63373"/>
              </a:xfrm>
            </p:grpSpPr>
            <p:sp>
              <p:nvSpPr>
                <p:cNvPr id="1207" name="Google Shape;1207;p43"/>
                <p:cNvSpPr/>
                <p:nvPr/>
              </p:nvSpPr>
              <p:spPr>
                <a:xfrm>
                  <a:off x="4411214" y="2619017"/>
                  <a:ext cx="24903" cy="39790"/>
                </a:xfrm>
                <a:custGeom>
                  <a:avLst/>
                  <a:gdLst/>
                  <a:ahLst/>
                  <a:cxnLst/>
                  <a:rect l="l" t="t" r="r" b="b"/>
                  <a:pathLst>
                    <a:path w="736" h="1176" extrusionOk="0">
                      <a:moveTo>
                        <a:pt x="665" y="1"/>
                      </a:moveTo>
                      <a:cubicBezTo>
                        <a:pt x="651" y="1"/>
                        <a:pt x="637" y="8"/>
                        <a:pt x="623" y="22"/>
                      </a:cubicBezTo>
                      <a:lnTo>
                        <a:pt x="28" y="673"/>
                      </a:lnTo>
                      <a:cubicBezTo>
                        <a:pt x="28" y="673"/>
                        <a:pt x="0" y="673"/>
                        <a:pt x="28" y="701"/>
                      </a:cubicBezTo>
                      <a:lnTo>
                        <a:pt x="28" y="758"/>
                      </a:lnTo>
                      <a:lnTo>
                        <a:pt x="651" y="1175"/>
                      </a:lnTo>
                      <a:lnTo>
                        <a:pt x="679" y="1175"/>
                      </a:lnTo>
                      <a:cubicBezTo>
                        <a:pt x="679" y="1175"/>
                        <a:pt x="708" y="1175"/>
                        <a:pt x="708" y="1147"/>
                      </a:cubicBezTo>
                      <a:cubicBezTo>
                        <a:pt x="736" y="1111"/>
                        <a:pt x="736" y="1083"/>
                        <a:pt x="708" y="1083"/>
                      </a:cubicBezTo>
                      <a:lnTo>
                        <a:pt x="177" y="701"/>
                      </a:lnTo>
                      <a:lnTo>
                        <a:pt x="708" y="114"/>
                      </a:lnTo>
                      <a:cubicBezTo>
                        <a:pt x="736" y="86"/>
                        <a:pt x="736" y="50"/>
                        <a:pt x="708" y="22"/>
                      </a:cubicBezTo>
                      <a:cubicBezTo>
                        <a:pt x="693" y="8"/>
                        <a:pt x="679" y="1"/>
                        <a:pt x="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43"/>
                <p:cNvSpPr/>
                <p:nvPr/>
              </p:nvSpPr>
              <p:spPr>
                <a:xfrm>
                  <a:off x="4395176" y="2619017"/>
                  <a:ext cx="23955" cy="39790"/>
                </a:xfrm>
                <a:custGeom>
                  <a:avLst/>
                  <a:gdLst/>
                  <a:ahLst/>
                  <a:cxnLst/>
                  <a:rect l="l" t="t" r="r" b="b"/>
                  <a:pathLst>
                    <a:path w="708" h="1176" extrusionOk="0">
                      <a:moveTo>
                        <a:pt x="651" y="1"/>
                      </a:moveTo>
                      <a:cubicBezTo>
                        <a:pt x="637" y="1"/>
                        <a:pt x="623" y="8"/>
                        <a:pt x="623" y="22"/>
                      </a:cubicBezTo>
                      <a:lnTo>
                        <a:pt x="0" y="673"/>
                      </a:lnTo>
                      <a:lnTo>
                        <a:pt x="0" y="701"/>
                      </a:lnTo>
                      <a:cubicBezTo>
                        <a:pt x="0" y="729"/>
                        <a:pt x="0" y="729"/>
                        <a:pt x="35" y="758"/>
                      </a:cubicBezTo>
                      <a:lnTo>
                        <a:pt x="623" y="1175"/>
                      </a:lnTo>
                      <a:lnTo>
                        <a:pt x="651" y="1175"/>
                      </a:lnTo>
                      <a:cubicBezTo>
                        <a:pt x="679" y="1175"/>
                        <a:pt x="679" y="1175"/>
                        <a:pt x="708" y="1147"/>
                      </a:cubicBezTo>
                      <a:cubicBezTo>
                        <a:pt x="708" y="1111"/>
                        <a:pt x="708" y="1083"/>
                        <a:pt x="679" y="1083"/>
                      </a:cubicBezTo>
                      <a:lnTo>
                        <a:pt x="149" y="701"/>
                      </a:lnTo>
                      <a:lnTo>
                        <a:pt x="708" y="114"/>
                      </a:lnTo>
                      <a:cubicBezTo>
                        <a:pt x="708" y="86"/>
                        <a:pt x="708" y="50"/>
                        <a:pt x="679" y="22"/>
                      </a:cubicBezTo>
                      <a:cubicBezTo>
                        <a:pt x="679" y="8"/>
                        <a:pt x="665" y="1"/>
                        <a:pt x="6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3"/>
                <p:cNvSpPr/>
                <p:nvPr/>
              </p:nvSpPr>
              <p:spPr>
                <a:xfrm>
                  <a:off x="4360460" y="2620708"/>
                  <a:ext cx="25884" cy="37117"/>
                </a:xfrm>
                <a:custGeom>
                  <a:avLst/>
                  <a:gdLst/>
                  <a:ahLst/>
                  <a:cxnLst/>
                  <a:rect l="l" t="t" r="r" b="b"/>
                  <a:pathLst>
                    <a:path w="765" h="1097" extrusionOk="0">
                      <a:moveTo>
                        <a:pt x="382" y="120"/>
                      </a:moveTo>
                      <a:cubicBezTo>
                        <a:pt x="531" y="120"/>
                        <a:pt x="644" y="297"/>
                        <a:pt x="644" y="531"/>
                      </a:cubicBezTo>
                      <a:cubicBezTo>
                        <a:pt x="644" y="771"/>
                        <a:pt x="531" y="976"/>
                        <a:pt x="382" y="976"/>
                      </a:cubicBezTo>
                      <a:cubicBezTo>
                        <a:pt x="234" y="976"/>
                        <a:pt x="114" y="771"/>
                        <a:pt x="114" y="531"/>
                      </a:cubicBezTo>
                      <a:cubicBezTo>
                        <a:pt x="114" y="297"/>
                        <a:pt x="234" y="120"/>
                        <a:pt x="382" y="120"/>
                      </a:cubicBezTo>
                      <a:close/>
                      <a:moveTo>
                        <a:pt x="382" y="0"/>
                      </a:moveTo>
                      <a:cubicBezTo>
                        <a:pt x="177" y="0"/>
                        <a:pt x="0" y="241"/>
                        <a:pt x="0" y="531"/>
                      </a:cubicBezTo>
                      <a:cubicBezTo>
                        <a:pt x="0" y="856"/>
                        <a:pt x="177" y="1097"/>
                        <a:pt x="382" y="1097"/>
                      </a:cubicBezTo>
                      <a:cubicBezTo>
                        <a:pt x="587" y="1097"/>
                        <a:pt x="764" y="856"/>
                        <a:pt x="764" y="531"/>
                      </a:cubicBezTo>
                      <a:cubicBezTo>
                        <a:pt x="764" y="241"/>
                        <a:pt x="587" y="0"/>
                        <a:pt x="3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3"/>
                <p:cNvSpPr/>
                <p:nvPr/>
              </p:nvSpPr>
              <p:spPr>
                <a:xfrm>
                  <a:off x="4335320" y="2620708"/>
                  <a:ext cx="4094" cy="37117"/>
                </a:xfrm>
                <a:custGeom>
                  <a:avLst/>
                  <a:gdLst/>
                  <a:ahLst/>
                  <a:cxnLst/>
                  <a:rect l="l" t="t" r="r" b="b"/>
                  <a:pathLst>
                    <a:path w="121" h="1097" extrusionOk="0">
                      <a:moveTo>
                        <a:pt x="64" y="0"/>
                      </a:moveTo>
                      <a:cubicBezTo>
                        <a:pt x="36" y="0"/>
                        <a:pt x="1" y="0"/>
                        <a:pt x="1" y="64"/>
                      </a:cubicBezTo>
                      <a:lnTo>
                        <a:pt x="1" y="1033"/>
                      </a:lnTo>
                      <a:cubicBezTo>
                        <a:pt x="1" y="1061"/>
                        <a:pt x="36" y="1097"/>
                        <a:pt x="64" y="1097"/>
                      </a:cubicBezTo>
                      <a:cubicBezTo>
                        <a:pt x="92" y="1097"/>
                        <a:pt x="121" y="1061"/>
                        <a:pt x="121" y="1033"/>
                      </a:cubicBezTo>
                      <a:lnTo>
                        <a:pt x="121" y="64"/>
                      </a:lnTo>
                      <a:cubicBezTo>
                        <a:pt x="121" y="0"/>
                        <a:pt x="92" y="0"/>
                        <a:pt x="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3"/>
                <p:cNvSpPr/>
                <p:nvPr/>
              </p:nvSpPr>
              <p:spPr>
                <a:xfrm>
                  <a:off x="4302534" y="2623821"/>
                  <a:ext cx="19895" cy="30891"/>
                </a:xfrm>
                <a:custGeom>
                  <a:avLst/>
                  <a:gdLst/>
                  <a:ahLst/>
                  <a:cxnLst/>
                  <a:rect l="l" t="t" r="r" b="b"/>
                  <a:pathLst>
                    <a:path w="588" h="913" extrusionOk="0">
                      <a:moveTo>
                        <a:pt x="0" y="0"/>
                      </a:moveTo>
                      <a:lnTo>
                        <a:pt x="0" y="913"/>
                      </a:lnTo>
                      <a:lnTo>
                        <a:pt x="587" y="913"/>
                      </a:lnTo>
                      <a:lnTo>
                        <a:pt x="5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3"/>
                <p:cNvSpPr/>
                <p:nvPr/>
              </p:nvSpPr>
              <p:spPr>
                <a:xfrm>
                  <a:off x="4257532" y="2621893"/>
                  <a:ext cx="33057" cy="34749"/>
                </a:xfrm>
                <a:custGeom>
                  <a:avLst/>
                  <a:gdLst/>
                  <a:ahLst/>
                  <a:cxnLst/>
                  <a:rect l="l" t="t" r="r" b="b"/>
                  <a:pathLst>
                    <a:path w="977" h="1027" extrusionOk="0">
                      <a:moveTo>
                        <a:pt x="856" y="114"/>
                      </a:moveTo>
                      <a:lnTo>
                        <a:pt x="856" y="913"/>
                      </a:lnTo>
                      <a:lnTo>
                        <a:pt x="121" y="913"/>
                      </a:lnTo>
                      <a:lnTo>
                        <a:pt x="121" y="114"/>
                      </a:lnTo>
                      <a:close/>
                      <a:moveTo>
                        <a:pt x="64" y="1"/>
                      </a:moveTo>
                      <a:cubicBezTo>
                        <a:pt x="36" y="1"/>
                        <a:pt x="0" y="29"/>
                        <a:pt x="0" y="57"/>
                      </a:cubicBezTo>
                      <a:lnTo>
                        <a:pt x="0" y="970"/>
                      </a:lnTo>
                      <a:cubicBezTo>
                        <a:pt x="0" y="998"/>
                        <a:pt x="36" y="1026"/>
                        <a:pt x="64" y="1026"/>
                      </a:cubicBezTo>
                      <a:lnTo>
                        <a:pt x="920" y="1026"/>
                      </a:lnTo>
                      <a:cubicBezTo>
                        <a:pt x="948" y="1026"/>
                        <a:pt x="977" y="998"/>
                        <a:pt x="977" y="970"/>
                      </a:cubicBezTo>
                      <a:lnTo>
                        <a:pt x="977" y="57"/>
                      </a:lnTo>
                      <a:cubicBezTo>
                        <a:pt x="977" y="29"/>
                        <a:pt x="948" y="1"/>
                        <a:pt x="9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3"/>
                <p:cNvSpPr/>
                <p:nvPr/>
              </p:nvSpPr>
              <p:spPr>
                <a:xfrm>
                  <a:off x="4214696" y="2623821"/>
                  <a:ext cx="32076" cy="30891"/>
                </a:xfrm>
                <a:custGeom>
                  <a:avLst/>
                  <a:gdLst/>
                  <a:ahLst/>
                  <a:cxnLst/>
                  <a:rect l="l" t="t" r="r" b="b"/>
                  <a:pathLst>
                    <a:path w="948" h="913" extrusionOk="0">
                      <a:moveTo>
                        <a:pt x="0" y="0"/>
                      </a:moveTo>
                      <a:lnTo>
                        <a:pt x="0" y="913"/>
                      </a:lnTo>
                      <a:lnTo>
                        <a:pt x="948" y="913"/>
                      </a:lnTo>
                      <a:lnTo>
                        <a:pt x="9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3"/>
                <p:cNvSpPr/>
                <p:nvPr/>
              </p:nvSpPr>
              <p:spPr>
                <a:xfrm>
                  <a:off x="4178762" y="2607377"/>
                  <a:ext cx="23989" cy="63373"/>
                </a:xfrm>
                <a:custGeom>
                  <a:avLst/>
                  <a:gdLst/>
                  <a:ahLst/>
                  <a:cxnLst/>
                  <a:rect l="l" t="t" r="r" b="b"/>
                  <a:pathLst>
                    <a:path w="709" h="1873" extrusionOk="0">
                      <a:moveTo>
                        <a:pt x="392" y="0"/>
                      </a:moveTo>
                      <a:cubicBezTo>
                        <a:pt x="350" y="0"/>
                        <a:pt x="310" y="20"/>
                        <a:pt x="270" y="40"/>
                      </a:cubicBezTo>
                      <a:cubicBezTo>
                        <a:pt x="178" y="104"/>
                        <a:pt x="149" y="189"/>
                        <a:pt x="121" y="281"/>
                      </a:cubicBezTo>
                      <a:cubicBezTo>
                        <a:pt x="121" y="366"/>
                        <a:pt x="121" y="458"/>
                        <a:pt x="149" y="514"/>
                      </a:cubicBezTo>
                      <a:cubicBezTo>
                        <a:pt x="149" y="571"/>
                        <a:pt x="178" y="635"/>
                        <a:pt x="178" y="663"/>
                      </a:cubicBezTo>
                      <a:cubicBezTo>
                        <a:pt x="178" y="748"/>
                        <a:pt x="149" y="868"/>
                        <a:pt x="65" y="896"/>
                      </a:cubicBezTo>
                      <a:lnTo>
                        <a:pt x="29" y="896"/>
                      </a:lnTo>
                      <a:cubicBezTo>
                        <a:pt x="1" y="925"/>
                        <a:pt x="1" y="960"/>
                        <a:pt x="1" y="988"/>
                      </a:cubicBezTo>
                      <a:cubicBezTo>
                        <a:pt x="1" y="1017"/>
                        <a:pt x="29" y="1017"/>
                        <a:pt x="65" y="1017"/>
                      </a:cubicBezTo>
                      <a:lnTo>
                        <a:pt x="121" y="1017"/>
                      </a:lnTo>
                      <a:lnTo>
                        <a:pt x="178" y="1073"/>
                      </a:lnTo>
                      <a:lnTo>
                        <a:pt x="178" y="1250"/>
                      </a:lnTo>
                      <a:lnTo>
                        <a:pt x="149" y="1278"/>
                      </a:lnTo>
                      <a:cubicBezTo>
                        <a:pt x="149" y="1455"/>
                        <a:pt x="178" y="1604"/>
                        <a:pt x="241" y="1696"/>
                      </a:cubicBezTo>
                      <a:cubicBezTo>
                        <a:pt x="298" y="1809"/>
                        <a:pt x="418" y="1873"/>
                        <a:pt x="531" y="1873"/>
                      </a:cubicBezTo>
                      <a:cubicBezTo>
                        <a:pt x="595" y="1873"/>
                        <a:pt x="623" y="1844"/>
                        <a:pt x="680" y="1809"/>
                      </a:cubicBezTo>
                      <a:cubicBezTo>
                        <a:pt x="708" y="1809"/>
                        <a:pt x="708" y="1752"/>
                        <a:pt x="708" y="1752"/>
                      </a:cubicBezTo>
                      <a:cubicBezTo>
                        <a:pt x="688" y="1732"/>
                        <a:pt x="668" y="1712"/>
                        <a:pt x="648" y="1712"/>
                      </a:cubicBezTo>
                      <a:cubicBezTo>
                        <a:pt x="640" y="1712"/>
                        <a:pt x="632" y="1716"/>
                        <a:pt x="623" y="1724"/>
                      </a:cubicBezTo>
                      <a:cubicBezTo>
                        <a:pt x="598" y="1740"/>
                        <a:pt x="568" y="1747"/>
                        <a:pt x="537" y="1747"/>
                      </a:cubicBezTo>
                      <a:cubicBezTo>
                        <a:pt x="456" y="1747"/>
                        <a:pt x="367" y="1699"/>
                        <a:pt x="326" y="1632"/>
                      </a:cubicBezTo>
                      <a:cubicBezTo>
                        <a:pt x="270" y="1547"/>
                        <a:pt x="270" y="1427"/>
                        <a:pt x="270" y="1278"/>
                      </a:cubicBezTo>
                      <a:lnTo>
                        <a:pt x="298" y="1250"/>
                      </a:lnTo>
                      <a:cubicBezTo>
                        <a:pt x="298" y="1194"/>
                        <a:pt x="298" y="1102"/>
                        <a:pt x="270" y="1045"/>
                      </a:cubicBezTo>
                      <a:cubicBezTo>
                        <a:pt x="270" y="1017"/>
                        <a:pt x="241" y="960"/>
                        <a:pt x="206" y="925"/>
                      </a:cubicBezTo>
                      <a:cubicBezTo>
                        <a:pt x="270" y="868"/>
                        <a:pt x="298" y="748"/>
                        <a:pt x="298" y="663"/>
                      </a:cubicBezTo>
                      <a:cubicBezTo>
                        <a:pt x="298" y="606"/>
                        <a:pt x="270" y="543"/>
                        <a:pt x="270" y="514"/>
                      </a:cubicBezTo>
                      <a:cubicBezTo>
                        <a:pt x="241" y="430"/>
                        <a:pt x="241" y="366"/>
                        <a:pt x="241" y="309"/>
                      </a:cubicBezTo>
                      <a:cubicBezTo>
                        <a:pt x="241" y="253"/>
                        <a:pt x="298" y="161"/>
                        <a:pt x="326" y="132"/>
                      </a:cubicBezTo>
                      <a:lnTo>
                        <a:pt x="418" y="132"/>
                      </a:lnTo>
                      <a:cubicBezTo>
                        <a:pt x="447" y="132"/>
                        <a:pt x="475" y="132"/>
                        <a:pt x="475" y="104"/>
                      </a:cubicBezTo>
                      <a:cubicBezTo>
                        <a:pt x="503" y="40"/>
                        <a:pt x="475" y="12"/>
                        <a:pt x="447" y="12"/>
                      </a:cubicBezTo>
                      <a:cubicBezTo>
                        <a:pt x="428" y="4"/>
                        <a:pt x="410" y="0"/>
                        <a:pt x="3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3"/>
                <p:cNvSpPr/>
                <p:nvPr/>
              </p:nvSpPr>
              <p:spPr>
                <a:xfrm>
                  <a:off x="4157006" y="2609915"/>
                  <a:ext cx="10793" cy="58704"/>
                </a:xfrm>
                <a:custGeom>
                  <a:avLst/>
                  <a:gdLst/>
                  <a:ahLst/>
                  <a:cxnLst/>
                  <a:rect l="l" t="t" r="r" b="b"/>
                  <a:pathLst>
                    <a:path w="319" h="1735" extrusionOk="0">
                      <a:moveTo>
                        <a:pt x="290" y="1"/>
                      </a:moveTo>
                      <a:cubicBezTo>
                        <a:pt x="262" y="1"/>
                        <a:pt x="234" y="1"/>
                        <a:pt x="205" y="29"/>
                      </a:cubicBezTo>
                      <a:cubicBezTo>
                        <a:pt x="0" y="560"/>
                        <a:pt x="0" y="1175"/>
                        <a:pt x="205" y="1706"/>
                      </a:cubicBezTo>
                      <a:cubicBezTo>
                        <a:pt x="205" y="1706"/>
                        <a:pt x="234" y="1734"/>
                        <a:pt x="262" y="1734"/>
                      </a:cubicBezTo>
                      <a:lnTo>
                        <a:pt x="290" y="1734"/>
                      </a:lnTo>
                      <a:cubicBezTo>
                        <a:pt x="318" y="1706"/>
                        <a:pt x="318" y="1677"/>
                        <a:pt x="318" y="1649"/>
                      </a:cubicBezTo>
                      <a:cubicBezTo>
                        <a:pt x="113" y="1147"/>
                        <a:pt x="113" y="588"/>
                        <a:pt x="318" y="86"/>
                      </a:cubicBezTo>
                      <a:cubicBezTo>
                        <a:pt x="318" y="57"/>
                        <a:pt x="318" y="1"/>
                        <a:pt x="2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43"/>
                <p:cNvSpPr/>
                <p:nvPr/>
              </p:nvSpPr>
              <p:spPr>
                <a:xfrm>
                  <a:off x="4445185" y="2607377"/>
                  <a:ext cx="23989" cy="63373"/>
                </a:xfrm>
                <a:custGeom>
                  <a:avLst/>
                  <a:gdLst/>
                  <a:ahLst/>
                  <a:cxnLst/>
                  <a:rect l="l" t="t" r="r" b="b"/>
                  <a:pathLst>
                    <a:path w="709" h="1873" extrusionOk="0">
                      <a:moveTo>
                        <a:pt x="317" y="0"/>
                      </a:moveTo>
                      <a:cubicBezTo>
                        <a:pt x="299" y="0"/>
                        <a:pt x="281" y="4"/>
                        <a:pt x="262" y="12"/>
                      </a:cubicBezTo>
                      <a:cubicBezTo>
                        <a:pt x="234" y="12"/>
                        <a:pt x="206" y="40"/>
                        <a:pt x="234" y="104"/>
                      </a:cubicBezTo>
                      <a:cubicBezTo>
                        <a:pt x="234" y="132"/>
                        <a:pt x="262" y="132"/>
                        <a:pt x="291" y="132"/>
                      </a:cubicBezTo>
                      <a:lnTo>
                        <a:pt x="383" y="132"/>
                      </a:lnTo>
                      <a:cubicBezTo>
                        <a:pt x="411" y="161"/>
                        <a:pt x="468" y="253"/>
                        <a:pt x="468" y="309"/>
                      </a:cubicBezTo>
                      <a:cubicBezTo>
                        <a:pt x="468" y="366"/>
                        <a:pt x="468" y="430"/>
                        <a:pt x="439" y="514"/>
                      </a:cubicBezTo>
                      <a:cubicBezTo>
                        <a:pt x="439" y="543"/>
                        <a:pt x="439" y="606"/>
                        <a:pt x="411" y="663"/>
                      </a:cubicBezTo>
                      <a:cubicBezTo>
                        <a:pt x="411" y="748"/>
                        <a:pt x="439" y="868"/>
                        <a:pt x="503" y="925"/>
                      </a:cubicBezTo>
                      <a:cubicBezTo>
                        <a:pt x="468" y="960"/>
                        <a:pt x="439" y="1017"/>
                        <a:pt x="439" y="1045"/>
                      </a:cubicBezTo>
                      <a:cubicBezTo>
                        <a:pt x="411" y="1102"/>
                        <a:pt x="411" y="1194"/>
                        <a:pt x="439" y="1250"/>
                      </a:cubicBezTo>
                      <a:lnTo>
                        <a:pt x="439" y="1278"/>
                      </a:lnTo>
                      <a:cubicBezTo>
                        <a:pt x="439" y="1427"/>
                        <a:pt x="439" y="1547"/>
                        <a:pt x="383" y="1632"/>
                      </a:cubicBezTo>
                      <a:cubicBezTo>
                        <a:pt x="342" y="1699"/>
                        <a:pt x="253" y="1747"/>
                        <a:pt x="172" y="1747"/>
                      </a:cubicBezTo>
                      <a:cubicBezTo>
                        <a:pt x="141" y="1747"/>
                        <a:pt x="111" y="1740"/>
                        <a:pt x="86" y="1724"/>
                      </a:cubicBezTo>
                      <a:cubicBezTo>
                        <a:pt x="77" y="1716"/>
                        <a:pt x="69" y="1712"/>
                        <a:pt x="61" y="1712"/>
                      </a:cubicBezTo>
                      <a:cubicBezTo>
                        <a:pt x="43" y="1712"/>
                        <a:pt x="29" y="1732"/>
                        <a:pt x="29" y="1752"/>
                      </a:cubicBezTo>
                      <a:cubicBezTo>
                        <a:pt x="1" y="1752"/>
                        <a:pt x="1" y="1809"/>
                        <a:pt x="29" y="1809"/>
                      </a:cubicBezTo>
                      <a:cubicBezTo>
                        <a:pt x="86" y="1844"/>
                        <a:pt x="114" y="1873"/>
                        <a:pt x="178" y="1873"/>
                      </a:cubicBezTo>
                      <a:cubicBezTo>
                        <a:pt x="291" y="1873"/>
                        <a:pt x="411" y="1809"/>
                        <a:pt x="468" y="1696"/>
                      </a:cubicBezTo>
                      <a:cubicBezTo>
                        <a:pt x="560" y="1604"/>
                        <a:pt x="560" y="1455"/>
                        <a:pt x="560" y="1278"/>
                      </a:cubicBezTo>
                      <a:lnTo>
                        <a:pt x="560" y="1250"/>
                      </a:lnTo>
                      <a:cubicBezTo>
                        <a:pt x="531" y="1194"/>
                        <a:pt x="531" y="1137"/>
                        <a:pt x="560" y="1073"/>
                      </a:cubicBezTo>
                      <a:cubicBezTo>
                        <a:pt x="560" y="1045"/>
                        <a:pt x="588" y="1045"/>
                        <a:pt x="588" y="1017"/>
                      </a:cubicBezTo>
                      <a:lnTo>
                        <a:pt x="644" y="1017"/>
                      </a:lnTo>
                      <a:cubicBezTo>
                        <a:pt x="680" y="1017"/>
                        <a:pt x="708" y="1017"/>
                        <a:pt x="708" y="988"/>
                      </a:cubicBezTo>
                      <a:cubicBezTo>
                        <a:pt x="708" y="960"/>
                        <a:pt x="708" y="925"/>
                        <a:pt x="680" y="896"/>
                      </a:cubicBezTo>
                      <a:lnTo>
                        <a:pt x="644" y="896"/>
                      </a:lnTo>
                      <a:cubicBezTo>
                        <a:pt x="588" y="868"/>
                        <a:pt x="531" y="748"/>
                        <a:pt x="531" y="663"/>
                      </a:cubicBezTo>
                      <a:cubicBezTo>
                        <a:pt x="560" y="635"/>
                        <a:pt x="560" y="571"/>
                        <a:pt x="560" y="514"/>
                      </a:cubicBezTo>
                      <a:cubicBezTo>
                        <a:pt x="588" y="458"/>
                        <a:pt x="588" y="366"/>
                        <a:pt x="588" y="281"/>
                      </a:cubicBezTo>
                      <a:cubicBezTo>
                        <a:pt x="588" y="189"/>
                        <a:pt x="531" y="104"/>
                        <a:pt x="439" y="40"/>
                      </a:cubicBezTo>
                      <a:cubicBezTo>
                        <a:pt x="399" y="20"/>
                        <a:pt x="359" y="0"/>
                        <a:pt x="3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7" name="Google Shape;1217;p43"/>
              <p:cNvGrpSpPr/>
              <p:nvPr/>
            </p:nvGrpSpPr>
            <p:grpSpPr>
              <a:xfrm>
                <a:off x="3007131" y="2353586"/>
                <a:ext cx="269330" cy="224564"/>
                <a:chOff x="2715768" y="1997386"/>
                <a:chExt cx="269330" cy="224564"/>
              </a:xfrm>
            </p:grpSpPr>
            <p:sp>
              <p:nvSpPr>
                <p:cNvPr id="1218" name="Google Shape;1218;p43"/>
                <p:cNvSpPr/>
                <p:nvPr/>
              </p:nvSpPr>
              <p:spPr>
                <a:xfrm>
                  <a:off x="2868233" y="1997386"/>
                  <a:ext cx="116866" cy="116832"/>
                </a:xfrm>
                <a:custGeom>
                  <a:avLst/>
                  <a:gdLst/>
                  <a:ahLst/>
                  <a:cxnLst/>
                  <a:rect l="l" t="t" r="r" b="b"/>
                  <a:pathLst>
                    <a:path w="3454" h="3453" extrusionOk="0">
                      <a:moveTo>
                        <a:pt x="1729" y="947"/>
                      </a:moveTo>
                      <a:cubicBezTo>
                        <a:pt x="1938" y="947"/>
                        <a:pt x="2145" y="1036"/>
                        <a:pt x="2300" y="1210"/>
                      </a:cubicBezTo>
                      <a:cubicBezTo>
                        <a:pt x="2597" y="1536"/>
                        <a:pt x="2597" y="2038"/>
                        <a:pt x="2272" y="2328"/>
                      </a:cubicBezTo>
                      <a:cubicBezTo>
                        <a:pt x="2120" y="2466"/>
                        <a:pt x="1930" y="2534"/>
                        <a:pt x="1741" y="2534"/>
                      </a:cubicBezTo>
                      <a:cubicBezTo>
                        <a:pt x="1524" y="2534"/>
                        <a:pt x="1309" y="2445"/>
                        <a:pt x="1154" y="2271"/>
                      </a:cubicBezTo>
                      <a:cubicBezTo>
                        <a:pt x="857" y="1946"/>
                        <a:pt x="885" y="1444"/>
                        <a:pt x="1211" y="1154"/>
                      </a:cubicBezTo>
                      <a:cubicBezTo>
                        <a:pt x="1362" y="1015"/>
                        <a:pt x="1546" y="947"/>
                        <a:pt x="1729" y="947"/>
                      </a:cubicBezTo>
                      <a:close/>
                      <a:moveTo>
                        <a:pt x="1621" y="1"/>
                      </a:moveTo>
                      <a:cubicBezTo>
                        <a:pt x="1656" y="1"/>
                        <a:pt x="1656" y="29"/>
                        <a:pt x="1656" y="29"/>
                      </a:cubicBezTo>
                      <a:cubicBezTo>
                        <a:pt x="1684" y="177"/>
                        <a:pt x="1593" y="354"/>
                        <a:pt x="1444" y="383"/>
                      </a:cubicBezTo>
                      <a:cubicBezTo>
                        <a:pt x="1423" y="387"/>
                        <a:pt x="1402" y="389"/>
                        <a:pt x="1382" y="389"/>
                      </a:cubicBezTo>
                      <a:cubicBezTo>
                        <a:pt x="1235" y="389"/>
                        <a:pt x="1121" y="280"/>
                        <a:pt x="1090" y="149"/>
                      </a:cubicBezTo>
                      <a:lnTo>
                        <a:pt x="1090" y="121"/>
                      </a:lnTo>
                      <a:cubicBezTo>
                        <a:pt x="977" y="149"/>
                        <a:pt x="885" y="206"/>
                        <a:pt x="800" y="269"/>
                      </a:cubicBezTo>
                      <a:cubicBezTo>
                        <a:pt x="800" y="269"/>
                        <a:pt x="800" y="298"/>
                        <a:pt x="828" y="298"/>
                      </a:cubicBezTo>
                      <a:cubicBezTo>
                        <a:pt x="913" y="418"/>
                        <a:pt x="913" y="595"/>
                        <a:pt x="800" y="708"/>
                      </a:cubicBezTo>
                      <a:cubicBezTo>
                        <a:pt x="744" y="751"/>
                        <a:pt x="676" y="774"/>
                        <a:pt x="610" y="774"/>
                      </a:cubicBezTo>
                      <a:cubicBezTo>
                        <a:pt x="535" y="774"/>
                        <a:pt x="463" y="744"/>
                        <a:pt x="418" y="680"/>
                      </a:cubicBezTo>
                      <a:cubicBezTo>
                        <a:pt x="383" y="680"/>
                        <a:pt x="383" y="651"/>
                        <a:pt x="383" y="651"/>
                      </a:cubicBezTo>
                      <a:cubicBezTo>
                        <a:pt x="326" y="736"/>
                        <a:pt x="270" y="828"/>
                        <a:pt x="206" y="913"/>
                      </a:cubicBezTo>
                      <a:cubicBezTo>
                        <a:pt x="206" y="913"/>
                        <a:pt x="241" y="913"/>
                        <a:pt x="241" y="948"/>
                      </a:cubicBezTo>
                      <a:cubicBezTo>
                        <a:pt x="383" y="977"/>
                        <a:pt x="475" y="1154"/>
                        <a:pt x="418" y="1302"/>
                      </a:cubicBezTo>
                      <a:cubicBezTo>
                        <a:pt x="390" y="1415"/>
                        <a:pt x="272" y="1496"/>
                        <a:pt x="154" y="1496"/>
                      </a:cubicBezTo>
                      <a:cubicBezTo>
                        <a:pt x="124" y="1496"/>
                        <a:pt x="93" y="1491"/>
                        <a:pt x="64" y="1479"/>
                      </a:cubicBezTo>
                      <a:lnTo>
                        <a:pt x="29" y="1479"/>
                      </a:lnTo>
                      <a:cubicBezTo>
                        <a:pt x="29" y="1564"/>
                        <a:pt x="1" y="1684"/>
                        <a:pt x="29" y="1797"/>
                      </a:cubicBezTo>
                      <a:lnTo>
                        <a:pt x="64" y="1797"/>
                      </a:lnTo>
                      <a:cubicBezTo>
                        <a:pt x="89" y="1788"/>
                        <a:pt x="113" y="1783"/>
                        <a:pt x="138" y="1783"/>
                      </a:cubicBezTo>
                      <a:cubicBezTo>
                        <a:pt x="254" y="1783"/>
                        <a:pt x="359" y="1887"/>
                        <a:pt x="383" y="2010"/>
                      </a:cubicBezTo>
                      <a:cubicBezTo>
                        <a:pt x="418" y="2151"/>
                        <a:pt x="326" y="2300"/>
                        <a:pt x="178" y="2328"/>
                      </a:cubicBezTo>
                      <a:lnTo>
                        <a:pt x="149" y="2363"/>
                      </a:lnTo>
                      <a:cubicBezTo>
                        <a:pt x="178" y="2448"/>
                        <a:pt x="241" y="2569"/>
                        <a:pt x="298" y="2653"/>
                      </a:cubicBezTo>
                      <a:cubicBezTo>
                        <a:pt x="298" y="2653"/>
                        <a:pt x="298" y="2625"/>
                        <a:pt x="326" y="2625"/>
                      </a:cubicBezTo>
                      <a:cubicBezTo>
                        <a:pt x="378" y="2573"/>
                        <a:pt x="441" y="2550"/>
                        <a:pt x="502" y="2550"/>
                      </a:cubicBezTo>
                      <a:cubicBezTo>
                        <a:pt x="582" y="2550"/>
                        <a:pt x="660" y="2589"/>
                        <a:pt x="708" y="2653"/>
                      </a:cubicBezTo>
                      <a:cubicBezTo>
                        <a:pt x="828" y="2774"/>
                        <a:pt x="828" y="2951"/>
                        <a:pt x="708" y="3035"/>
                      </a:cubicBezTo>
                      <a:lnTo>
                        <a:pt x="680" y="3071"/>
                      </a:lnTo>
                      <a:cubicBezTo>
                        <a:pt x="772" y="3156"/>
                        <a:pt x="857" y="3212"/>
                        <a:pt x="949" y="3276"/>
                      </a:cubicBezTo>
                      <a:cubicBezTo>
                        <a:pt x="949" y="3248"/>
                        <a:pt x="949" y="3248"/>
                        <a:pt x="977" y="3212"/>
                      </a:cubicBezTo>
                      <a:cubicBezTo>
                        <a:pt x="1000" y="3100"/>
                        <a:pt x="1116" y="3018"/>
                        <a:pt x="1238" y="3018"/>
                      </a:cubicBezTo>
                      <a:cubicBezTo>
                        <a:pt x="1269" y="3018"/>
                        <a:pt x="1300" y="3024"/>
                        <a:pt x="1331" y="3035"/>
                      </a:cubicBezTo>
                      <a:cubicBezTo>
                        <a:pt x="1479" y="3099"/>
                        <a:pt x="1536" y="3248"/>
                        <a:pt x="1508" y="3389"/>
                      </a:cubicBezTo>
                      <a:cubicBezTo>
                        <a:pt x="1508" y="3425"/>
                        <a:pt x="1508" y="3425"/>
                        <a:pt x="1479" y="3453"/>
                      </a:cubicBezTo>
                      <a:lnTo>
                        <a:pt x="1833" y="3453"/>
                      </a:lnTo>
                      <a:cubicBezTo>
                        <a:pt x="1833" y="3453"/>
                        <a:pt x="1833" y="3425"/>
                        <a:pt x="1798" y="3425"/>
                      </a:cubicBezTo>
                      <a:cubicBezTo>
                        <a:pt x="1769" y="3276"/>
                        <a:pt x="1890" y="3127"/>
                        <a:pt x="2038" y="3071"/>
                      </a:cubicBezTo>
                      <a:cubicBezTo>
                        <a:pt x="2056" y="3067"/>
                        <a:pt x="2074" y="3065"/>
                        <a:pt x="2091" y="3065"/>
                      </a:cubicBezTo>
                      <a:cubicBezTo>
                        <a:pt x="2219" y="3065"/>
                        <a:pt x="2332" y="3173"/>
                        <a:pt x="2364" y="3304"/>
                      </a:cubicBezTo>
                      <a:lnTo>
                        <a:pt x="2364" y="3333"/>
                      </a:lnTo>
                      <a:cubicBezTo>
                        <a:pt x="2477" y="3304"/>
                        <a:pt x="2569" y="3248"/>
                        <a:pt x="2682" y="3184"/>
                      </a:cubicBezTo>
                      <a:cubicBezTo>
                        <a:pt x="2654" y="3184"/>
                        <a:pt x="2654" y="3184"/>
                        <a:pt x="2654" y="3156"/>
                      </a:cubicBezTo>
                      <a:cubicBezTo>
                        <a:pt x="2540" y="3035"/>
                        <a:pt x="2540" y="2859"/>
                        <a:pt x="2654" y="2774"/>
                      </a:cubicBezTo>
                      <a:cubicBezTo>
                        <a:pt x="2714" y="2714"/>
                        <a:pt x="2788" y="2683"/>
                        <a:pt x="2862" y="2683"/>
                      </a:cubicBezTo>
                      <a:cubicBezTo>
                        <a:pt x="2937" y="2683"/>
                        <a:pt x="3011" y="2714"/>
                        <a:pt x="3071" y="2774"/>
                      </a:cubicBezTo>
                      <a:cubicBezTo>
                        <a:pt x="3071" y="2802"/>
                        <a:pt x="3071" y="2802"/>
                        <a:pt x="3099" y="2830"/>
                      </a:cubicBezTo>
                      <a:cubicBezTo>
                        <a:pt x="3156" y="2717"/>
                        <a:pt x="3213" y="2625"/>
                        <a:pt x="3276" y="2540"/>
                      </a:cubicBezTo>
                      <a:cubicBezTo>
                        <a:pt x="3248" y="2540"/>
                        <a:pt x="3248" y="2540"/>
                        <a:pt x="3213" y="2505"/>
                      </a:cubicBezTo>
                      <a:cubicBezTo>
                        <a:pt x="3071" y="2477"/>
                        <a:pt x="2979" y="2300"/>
                        <a:pt x="3036" y="2151"/>
                      </a:cubicBezTo>
                      <a:cubicBezTo>
                        <a:pt x="3086" y="2039"/>
                        <a:pt x="3191" y="1957"/>
                        <a:pt x="3303" y="1957"/>
                      </a:cubicBezTo>
                      <a:cubicBezTo>
                        <a:pt x="3331" y="1957"/>
                        <a:pt x="3360" y="1963"/>
                        <a:pt x="3389" y="1974"/>
                      </a:cubicBezTo>
                      <a:cubicBezTo>
                        <a:pt x="3425" y="1974"/>
                        <a:pt x="3425" y="1974"/>
                        <a:pt x="3453" y="2010"/>
                      </a:cubicBezTo>
                      <a:lnTo>
                        <a:pt x="3453" y="1656"/>
                      </a:lnTo>
                      <a:cubicBezTo>
                        <a:pt x="3453" y="1656"/>
                        <a:pt x="3425" y="1656"/>
                        <a:pt x="3425" y="1684"/>
                      </a:cubicBezTo>
                      <a:cubicBezTo>
                        <a:pt x="3407" y="1687"/>
                        <a:pt x="3390" y="1688"/>
                        <a:pt x="3373" y="1688"/>
                      </a:cubicBezTo>
                      <a:cubicBezTo>
                        <a:pt x="3220" y="1688"/>
                        <a:pt x="3097" y="1578"/>
                        <a:pt x="3071" y="1444"/>
                      </a:cubicBezTo>
                      <a:cubicBezTo>
                        <a:pt x="3036" y="1302"/>
                        <a:pt x="3128" y="1154"/>
                        <a:pt x="3276" y="1125"/>
                      </a:cubicBezTo>
                      <a:cubicBezTo>
                        <a:pt x="3305" y="1090"/>
                        <a:pt x="3305" y="1090"/>
                        <a:pt x="3333" y="1090"/>
                      </a:cubicBezTo>
                      <a:cubicBezTo>
                        <a:pt x="3276" y="1005"/>
                        <a:pt x="3248" y="885"/>
                        <a:pt x="3156" y="800"/>
                      </a:cubicBezTo>
                      <a:lnTo>
                        <a:pt x="3156" y="828"/>
                      </a:lnTo>
                      <a:cubicBezTo>
                        <a:pt x="3104" y="880"/>
                        <a:pt x="3041" y="903"/>
                        <a:pt x="2978" y="903"/>
                      </a:cubicBezTo>
                      <a:cubicBezTo>
                        <a:pt x="2894" y="903"/>
                        <a:pt x="2810" y="864"/>
                        <a:pt x="2746" y="800"/>
                      </a:cubicBezTo>
                      <a:cubicBezTo>
                        <a:pt x="2625" y="680"/>
                        <a:pt x="2654" y="503"/>
                        <a:pt x="2774" y="418"/>
                      </a:cubicBezTo>
                      <a:cubicBezTo>
                        <a:pt x="2774" y="383"/>
                        <a:pt x="2774" y="383"/>
                        <a:pt x="2802" y="383"/>
                      </a:cubicBezTo>
                      <a:cubicBezTo>
                        <a:pt x="2717" y="326"/>
                        <a:pt x="2597" y="241"/>
                        <a:pt x="2505" y="206"/>
                      </a:cubicBezTo>
                      <a:lnTo>
                        <a:pt x="2505" y="241"/>
                      </a:lnTo>
                      <a:cubicBezTo>
                        <a:pt x="2460" y="354"/>
                        <a:pt x="2357" y="435"/>
                        <a:pt x="2242" y="435"/>
                      </a:cubicBezTo>
                      <a:cubicBezTo>
                        <a:pt x="2212" y="435"/>
                        <a:pt x="2182" y="429"/>
                        <a:pt x="2151" y="418"/>
                      </a:cubicBezTo>
                      <a:cubicBezTo>
                        <a:pt x="2010" y="354"/>
                        <a:pt x="1918" y="206"/>
                        <a:pt x="1946" y="64"/>
                      </a:cubicBezTo>
                      <a:cubicBezTo>
                        <a:pt x="1946" y="29"/>
                        <a:pt x="1975" y="29"/>
                        <a:pt x="1975" y="29"/>
                      </a:cubicBezTo>
                      <a:cubicBezTo>
                        <a:pt x="1861" y="1"/>
                        <a:pt x="1741" y="1"/>
                        <a:pt x="16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43"/>
                <p:cNvSpPr/>
                <p:nvPr/>
              </p:nvSpPr>
              <p:spPr>
                <a:xfrm>
                  <a:off x="2888365" y="2020360"/>
                  <a:ext cx="77821" cy="70884"/>
                </a:xfrm>
                <a:custGeom>
                  <a:avLst/>
                  <a:gdLst/>
                  <a:ahLst/>
                  <a:cxnLst/>
                  <a:rect l="l" t="t" r="r" b="b"/>
                  <a:pathLst>
                    <a:path w="2300" h="2095" extrusionOk="0">
                      <a:moveTo>
                        <a:pt x="1118" y="57"/>
                      </a:moveTo>
                      <a:cubicBezTo>
                        <a:pt x="1415" y="57"/>
                        <a:pt x="1677" y="178"/>
                        <a:pt x="1854" y="383"/>
                      </a:cubicBezTo>
                      <a:cubicBezTo>
                        <a:pt x="2236" y="800"/>
                        <a:pt x="2207" y="1416"/>
                        <a:pt x="1797" y="1798"/>
                      </a:cubicBezTo>
                      <a:cubicBezTo>
                        <a:pt x="1620" y="1946"/>
                        <a:pt x="1380" y="2038"/>
                        <a:pt x="1146" y="2038"/>
                      </a:cubicBezTo>
                      <a:cubicBezTo>
                        <a:pt x="884" y="2038"/>
                        <a:pt x="616" y="1918"/>
                        <a:pt x="410" y="1713"/>
                      </a:cubicBezTo>
                      <a:cubicBezTo>
                        <a:pt x="57" y="1295"/>
                        <a:pt x="85" y="680"/>
                        <a:pt x="467" y="326"/>
                      </a:cubicBezTo>
                      <a:cubicBezTo>
                        <a:pt x="644" y="149"/>
                        <a:pt x="884" y="57"/>
                        <a:pt x="1118" y="57"/>
                      </a:cubicBezTo>
                      <a:close/>
                      <a:moveTo>
                        <a:pt x="1118" y="1"/>
                      </a:moveTo>
                      <a:cubicBezTo>
                        <a:pt x="884" y="1"/>
                        <a:pt x="616" y="93"/>
                        <a:pt x="439" y="269"/>
                      </a:cubicBezTo>
                      <a:cubicBezTo>
                        <a:pt x="0" y="652"/>
                        <a:pt x="0" y="1331"/>
                        <a:pt x="382" y="1741"/>
                      </a:cubicBezTo>
                      <a:cubicBezTo>
                        <a:pt x="587" y="1974"/>
                        <a:pt x="849" y="2095"/>
                        <a:pt x="1146" y="2095"/>
                      </a:cubicBezTo>
                      <a:cubicBezTo>
                        <a:pt x="1415" y="2095"/>
                        <a:pt x="1648" y="2003"/>
                        <a:pt x="1854" y="1826"/>
                      </a:cubicBezTo>
                      <a:cubicBezTo>
                        <a:pt x="2264" y="1444"/>
                        <a:pt x="2299" y="800"/>
                        <a:pt x="1910" y="354"/>
                      </a:cubicBezTo>
                      <a:cubicBezTo>
                        <a:pt x="1705" y="149"/>
                        <a:pt x="1415" y="1"/>
                        <a:pt x="11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3"/>
                <p:cNvSpPr/>
                <p:nvPr/>
              </p:nvSpPr>
              <p:spPr>
                <a:xfrm>
                  <a:off x="2715768" y="2042387"/>
                  <a:ext cx="179562" cy="179562"/>
                </a:xfrm>
                <a:custGeom>
                  <a:avLst/>
                  <a:gdLst/>
                  <a:ahLst/>
                  <a:cxnLst/>
                  <a:rect l="l" t="t" r="r" b="b"/>
                  <a:pathLst>
                    <a:path w="5307" h="5307" extrusionOk="0">
                      <a:moveTo>
                        <a:pt x="2625" y="861"/>
                      </a:moveTo>
                      <a:cubicBezTo>
                        <a:pt x="3132" y="861"/>
                        <a:pt x="3636" y="1078"/>
                        <a:pt x="3976" y="1500"/>
                      </a:cubicBezTo>
                      <a:cubicBezTo>
                        <a:pt x="4627" y="2271"/>
                        <a:pt x="4535" y="3389"/>
                        <a:pt x="3799" y="4040"/>
                      </a:cubicBezTo>
                      <a:cubicBezTo>
                        <a:pt x="3475" y="4312"/>
                        <a:pt x="3075" y="4447"/>
                        <a:pt x="2675" y="4447"/>
                      </a:cubicBezTo>
                      <a:cubicBezTo>
                        <a:pt x="2168" y="4447"/>
                        <a:pt x="1659" y="4230"/>
                        <a:pt x="1295" y="3799"/>
                      </a:cubicBezTo>
                      <a:cubicBezTo>
                        <a:pt x="644" y="3064"/>
                        <a:pt x="736" y="1918"/>
                        <a:pt x="1472" y="1295"/>
                      </a:cubicBezTo>
                      <a:cubicBezTo>
                        <a:pt x="1801" y="1004"/>
                        <a:pt x="2214" y="861"/>
                        <a:pt x="2625" y="861"/>
                      </a:cubicBezTo>
                      <a:close/>
                      <a:moveTo>
                        <a:pt x="2590" y="1"/>
                      </a:moveTo>
                      <a:lnTo>
                        <a:pt x="2590" y="29"/>
                      </a:lnTo>
                      <a:cubicBezTo>
                        <a:pt x="2653" y="262"/>
                        <a:pt x="2476" y="503"/>
                        <a:pt x="2236" y="559"/>
                      </a:cubicBezTo>
                      <a:cubicBezTo>
                        <a:pt x="2217" y="562"/>
                        <a:pt x="2198" y="563"/>
                        <a:pt x="2179" y="563"/>
                      </a:cubicBezTo>
                      <a:cubicBezTo>
                        <a:pt x="1966" y="563"/>
                        <a:pt x="1767" y="420"/>
                        <a:pt x="1741" y="206"/>
                      </a:cubicBezTo>
                      <a:lnTo>
                        <a:pt x="1741" y="149"/>
                      </a:lnTo>
                      <a:cubicBezTo>
                        <a:pt x="1564" y="206"/>
                        <a:pt x="1415" y="262"/>
                        <a:pt x="1267" y="354"/>
                      </a:cubicBezTo>
                      <a:cubicBezTo>
                        <a:pt x="1267" y="383"/>
                        <a:pt x="1295" y="383"/>
                        <a:pt x="1295" y="383"/>
                      </a:cubicBezTo>
                      <a:cubicBezTo>
                        <a:pt x="1472" y="588"/>
                        <a:pt x="1444" y="856"/>
                        <a:pt x="1267" y="998"/>
                      </a:cubicBezTo>
                      <a:cubicBezTo>
                        <a:pt x="1188" y="1077"/>
                        <a:pt x="1086" y="1115"/>
                        <a:pt x="983" y="1115"/>
                      </a:cubicBezTo>
                      <a:cubicBezTo>
                        <a:pt x="855" y="1115"/>
                        <a:pt x="727" y="1055"/>
                        <a:pt x="644" y="941"/>
                      </a:cubicBezTo>
                      <a:cubicBezTo>
                        <a:pt x="616" y="941"/>
                        <a:pt x="616" y="941"/>
                        <a:pt x="616" y="913"/>
                      </a:cubicBezTo>
                      <a:cubicBezTo>
                        <a:pt x="503" y="1062"/>
                        <a:pt x="411" y="1175"/>
                        <a:pt x="326" y="1323"/>
                      </a:cubicBezTo>
                      <a:cubicBezTo>
                        <a:pt x="354" y="1323"/>
                        <a:pt x="354" y="1352"/>
                        <a:pt x="382" y="1352"/>
                      </a:cubicBezTo>
                      <a:cubicBezTo>
                        <a:pt x="588" y="1444"/>
                        <a:pt x="708" y="1677"/>
                        <a:pt x="644" y="1918"/>
                      </a:cubicBezTo>
                      <a:cubicBezTo>
                        <a:pt x="579" y="2098"/>
                        <a:pt x="425" y="2210"/>
                        <a:pt x="248" y="2210"/>
                      </a:cubicBezTo>
                      <a:cubicBezTo>
                        <a:pt x="195" y="2210"/>
                        <a:pt x="140" y="2200"/>
                        <a:pt x="85" y="2179"/>
                      </a:cubicBezTo>
                      <a:cubicBezTo>
                        <a:pt x="57" y="2179"/>
                        <a:pt x="57" y="2151"/>
                        <a:pt x="29" y="2151"/>
                      </a:cubicBezTo>
                      <a:cubicBezTo>
                        <a:pt x="0" y="2328"/>
                        <a:pt x="0" y="2505"/>
                        <a:pt x="0" y="2653"/>
                      </a:cubicBezTo>
                      <a:lnTo>
                        <a:pt x="57" y="2653"/>
                      </a:lnTo>
                      <a:cubicBezTo>
                        <a:pt x="77" y="2651"/>
                        <a:pt x="96" y="2650"/>
                        <a:pt x="116" y="2650"/>
                      </a:cubicBezTo>
                      <a:cubicBezTo>
                        <a:pt x="325" y="2650"/>
                        <a:pt x="508" y="2787"/>
                        <a:pt x="559" y="3007"/>
                      </a:cubicBezTo>
                      <a:cubicBezTo>
                        <a:pt x="588" y="3241"/>
                        <a:pt x="439" y="3474"/>
                        <a:pt x="206" y="3509"/>
                      </a:cubicBezTo>
                      <a:lnTo>
                        <a:pt x="149" y="3509"/>
                      </a:lnTo>
                      <a:cubicBezTo>
                        <a:pt x="206" y="3686"/>
                        <a:pt x="290" y="3828"/>
                        <a:pt x="382" y="4005"/>
                      </a:cubicBezTo>
                      <a:cubicBezTo>
                        <a:pt x="382" y="3976"/>
                        <a:pt x="411" y="3976"/>
                        <a:pt x="411" y="3948"/>
                      </a:cubicBezTo>
                      <a:cubicBezTo>
                        <a:pt x="488" y="3883"/>
                        <a:pt x="587" y="3852"/>
                        <a:pt x="688" y="3852"/>
                      </a:cubicBezTo>
                      <a:cubicBezTo>
                        <a:pt x="818" y="3852"/>
                        <a:pt x="949" y="3905"/>
                        <a:pt x="1033" y="4005"/>
                      </a:cubicBezTo>
                      <a:cubicBezTo>
                        <a:pt x="1175" y="4181"/>
                        <a:pt x="1175" y="4479"/>
                        <a:pt x="970" y="4627"/>
                      </a:cubicBezTo>
                      <a:lnTo>
                        <a:pt x="941" y="4655"/>
                      </a:lnTo>
                      <a:cubicBezTo>
                        <a:pt x="1062" y="4776"/>
                        <a:pt x="1210" y="4889"/>
                        <a:pt x="1352" y="4981"/>
                      </a:cubicBezTo>
                      <a:cubicBezTo>
                        <a:pt x="1352" y="4953"/>
                        <a:pt x="1387" y="4924"/>
                        <a:pt x="1387" y="4889"/>
                      </a:cubicBezTo>
                      <a:cubicBezTo>
                        <a:pt x="1431" y="4731"/>
                        <a:pt x="1597" y="4627"/>
                        <a:pt x="1781" y="4627"/>
                      </a:cubicBezTo>
                      <a:cubicBezTo>
                        <a:pt x="1835" y="4627"/>
                        <a:pt x="1891" y="4636"/>
                        <a:pt x="1946" y="4655"/>
                      </a:cubicBezTo>
                      <a:cubicBezTo>
                        <a:pt x="2151" y="4712"/>
                        <a:pt x="2271" y="4981"/>
                        <a:pt x="2208" y="5214"/>
                      </a:cubicBezTo>
                      <a:cubicBezTo>
                        <a:pt x="2208" y="5214"/>
                        <a:pt x="2179" y="5243"/>
                        <a:pt x="2179" y="5278"/>
                      </a:cubicBezTo>
                      <a:cubicBezTo>
                        <a:pt x="2356" y="5306"/>
                        <a:pt x="2533" y="5306"/>
                        <a:pt x="2710" y="5306"/>
                      </a:cubicBezTo>
                      <a:cubicBezTo>
                        <a:pt x="2682" y="5306"/>
                        <a:pt x="2682" y="5278"/>
                        <a:pt x="2682" y="5243"/>
                      </a:cubicBezTo>
                      <a:cubicBezTo>
                        <a:pt x="2625" y="5009"/>
                        <a:pt x="2802" y="4776"/>
                        <a:pt x="3035" y="4747"/>
                      </a:cubicBezTo>
                      <a:cubicBezTo>
                        <a:pt x="3058" y="4744"/>
                        <a:pt x="3081" y="4742"/>
                        <a:pt x="3104" y="4742"/>
                      </a:cubicBezTo>
                      <a:cubicBezTo>
                        <a:pt x="3314" y="4742"/>
                        <a:pt x="3512" y="4884"/>
                        <a:pt x="3538" y="5101"/>
                      </a:cubicBezTo>
                      <a:lnTo>
                        <a:pt x="3538" y="5158"/>
                      </a:lnTo>
                      <a:cubicBezTo>
                        <a:pt x="3714" y="5129"/>
                        <a:pt x="3863" y="5037"/>
                        <a:pt x="4005" y="4953"/>
                      </a:cubicBezTo>
                      <a:cubicBezTo>
                        <a:pt x="4005" y="4924"/>
                        <a:pt x="3976" y="4924"/>
                        <a:pt x="3976" y="4889"/>
                      </a:cubicBezTo>
                      <a:cubicBezTo>
                        <a:pt x="3799" y="4712"/>
                        <a:pt x="3828" y="4450"/>
                        <a:pt x="4005" y="4273"/>
                      </a:cubicBezTo>
                      <a:cubicBezTo>
                        <a:pt x="4081" y="4209"/>
                        <a:pt x="4181" y="4178"/>
                        <a:pt x="4282" y="4178"/>
                      </a:cubicBezTo>
                      <a:cubicBezTo>
                        <a:pt x="4412" y="4178"/>
                        <a:pt x="4543" y="4230"/>
                        <a:pt x="4627" y="4330"/>
                      </a:cubicBezTo>
                      <a:cubicBezTo>
                        <a:pt x="4655" y="4358"/>
                        <a:pt x="4655" y="4358"/>
                        <a:pt x="4684" y="4394"/>
                      </a:cubicBezTo>
                      <a:cubicBezTo>
                        <a:pt x="4776" y="4273"/>
                        <a:pt x="4889" y="4125"/>
                        <a:pt x="4981" y="3948"/>
                      </a:cubicBezTo>
                      <a:lnTo>
                        <a:pt x="4889" y="3948"/>
                      </a:lnTo>
                      <a:cubicBezTo>
                        <a:pt x="4684" y="3863"/>
                        <a:pt x="4570" y="3594"/>
                        <a:pt x="4627" y="3389"/>
                      </a:cubicBezTo>
                      <a:cubicBezTo>
                        <a:pt x="4693" y="3206"/>
                        <a:pt x="4855" y="3093"/>
                        <a:pt x="5034" y="3093"/>
                      </a:cubicBezTo>
                      <a:cubicBezTo>
                        <a:pt x="5084" y="3093"/>
                        <a:pt x="5135" y="3102"/>
                        <a:pt x="5186" y="3120"/>
                      </a:cubicBezTo>
                      <a:cubicBezTo>
                        <a:pt x="5214" y="3120"/>
                        <a:pt x="5243" y="3120"/>
                        <a:pt x="5243" y="3156"/>
                      </a:cubicBezTo>
                      <a:cubicBezTo>
                        <a:pt x="5278" y="2979"/>
                        <a:pt x="5306" y="2802"/>
                        <a:pt x="5306" y="2625"/>
                      </a:cubicBezTo>
                      <a:cubicBezTo>
                        <a:pt x="5278" y="2625"/>
                        <a:pt x="5243" y="2625"/>
                        <a:pt x="5214" y="2653"/>
                      </a:cubicBezTo>
                      <a:cubicBezTo>
                        <a:pt x="5195" y="2656"/>
                        <a:pt x="5177" y="2657"/>
                        <a:pt x="5158" y="2657"/>
                      </a:cubicBezTo>
                      <a:cubicBezTo>
                        <a:pt x="4948" y="2657"/>
                        <a:pt x="4770" y="2512"/>
                        <a:pt x="4712" y="2271"/>
                      </a:cubicBezTo>
                      <a:cubicBezTo>
                        <a:pt x="4684" y="2031"/>
                        <a:pt x="4832" y="1826"/>
                        <a:pt x="5066" y="1769"/>
                      </a:cubicBezTo>
                      <a:lnTo>
                        <a:pt x="5129" y="1769"/>
                      </a:lnTo>
                      <a:cubicBezTo>
                        <a:pt x="5066" y="1592"/>
                        <a:pt x="4981" y="1444"/>
                        <a:pt x="4889" y="1295"/>
                      </a:cubicBezTo>
                      <a:lnTo>
                        <a:pt x="4861" y="1323"/>
                      </a:lnTo>
                      <a:cubicBezTo>
                        <a:pt x="4779" y="1405"/>
                        <a:pt x="4674" y="1443"/>
                        <a:pt x="4569" y="1443"/>
                      </a:cubicBezTo>
                      <a:cubicBezTo>
                        <a:pt x="4447" y="1443"/>
                        <a:pt x="4325" y="1391"/>
                        <a:pt x="4245" y="1295"/>
                      </a:cubicBezTo>
                      <a:cubicBezTo>
                        <a:pt x="4096" y="1090"/>
                        <a:pt x="4096" y="821"/>
                        <a:pt x="4302" y="680"/>
                      </a:cubicBezTo>
                      <a:cubicBezTo>
                        <a:pt x="4302" y="644"/>
                        <a:pt x="4330" y="644"/>
                        <a:pt x="4330" y="616"/>
                      </a:cubicBezTo>
                      <a:cubicBezTo>
                        <a:pt x="4217" y="531"/>
                        <a:pt x="4068" y="411"/>
                        <a:pt x="3920" y="326"/>
                      </a:cubicBezTo>
                      <a:cubicBezTo>
                        <a:pt x="3891" y="354"/>
                        <a:pt x="3891" y="354"/>
                        <a:pt x="3891" y="383"/>
                      </a:cubicBezTo>
                      <a:cubicBezTo>
                        <a:pt x="3842" y="563"/>
                        <a:pt x="3675" y="675"/>
                        <a:pt x="3494" y="675"/>
                      </a:cubicBezTo>
                      <a:cubicBezTo>
                        <a:pt x="3441" y="675"/>
                        <a:pt x="3386" y="665"/>
                        <a:pt x="3332" y="644"/>
                      </a:cubicBezTo>
                      <a:cubicBezTo>
                        <a:pt x="3120" y="559"/>
                        <a:pt x="2979" y="326"/>
                        <a:pt x="3064" y="85"/>
                      </a:cubicBezTo>
                      <a:cubicBezTo>
                        <a:pt x="3064" y="57"/>
                        <a:pt x="3092" y="57"/>
                        <a:pt x="3092" y="29"/>
                      </a:cubicBezTo>
                      <a:cubicBezTo>
                        <a:pt x="2915" y="1"/>
                        <a:pt x="2738" y="1"/>
                        <a:pt x="25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3"/>
                <p:cNvSpPr/>
                <p:nvPr/>
              </p:nvSpPr>
              <p:spPr>
                <a:xfrm>
                  <a:off x="2726765" y="2063061"/>
                  <a:ext cx="156588" cy="138148"/>
                </a:xfrm>
                <a:custGeom>
                  <a:avLst/>
                  <a:gdLst/>
                  <a:ahLst/>
                  <a:cxnLst/>
                  <a:rect l="l" t="t" r="r" b="b"/>
                  <a:pathLst>
                    <a:path w="4628" h="4083" extrusionOk="0">
                      <a:moveTo>
                        <a:pt x="2326" y="675"/>
                      </a:moveTo>
                      <a:cubicBezTo>
                        <a:pt x="2813" y="675"/>
                        <a:pt x="3291" y="946"/>
                        <a:pt x="3538" y="1420"/>
                      </a:cubicBezTo>
                      <a:cubicBezTo>
                        <a:pt x="3856" y="2099"/>
                        <a:pt x="3623" y="2927"/>
                        <a:pt x="2944" y="3280"/>
                      </a:cubicBezTo>
                      <a:cubicBezTo>
                        <a:pt x="2749" y="3374"/>
                        <a:pt x="2545" y="3418"/>
                        <a:pt x="2345" y="3418"/>
                      </a:cubicBezTo>
                      <a:cubicBezTo>
                        <a:pt x="1847" y="3418"/>
                        <a:pt x="1371" y="3142"/>
                        <a:pt x="1119" y="2658"/>
                      </a:cubicBezTo>
                      <a:cubicBezTo>
                        <a:pt x="765" y="1979"/>
                        <a:pt x="1027" y="1158"/>
                        <a:pt x="1706" y="833"/>
                      </a:cubicBezTo>
                      <a:cubicBezTo>
                        <a:pt x="1902" y="726"/>
                        <a:pt x="2115" y="675"/>
                        <a:pt x="2326" y="675"/>
                      </a:cubicBezTo>
                      <a:close/>
                      <a:moveTo>
                        <a:pt x="2277" y="0"/>
                      </a:moveTo>
                      <a:cubicBezTo>
                        <a:pt x="1975" y="0"/>
                        <a:pt x="1669" y="68"/>
                        <a:pt x="1380" y="210"/>
                      </a:cubicBezTo>
                      <a:cubicBezTo>
                        <a:pt x="411" y="712"/>
                        <a:pt x="1" y="1950"/>
                        <a:pt x="531" y="2955"/>
                      </a:cubicBezTo>
                      <a:cubicBezTo>
                        <a:pt x="883" y="3668"/>
                        <a:pt x="1609" y="4082"/>
                        <a:pt x="2350" y="4082"/>
                      </a:cubicBezTo>
                      <a:cubicBezTo>
                        <a:pt x="2653" y="4082"/>
                        <a:pt x="2958" y="4013"/>
                        <a:pt x="3241" y="3868"/>
                      </a:cubicBezTo>
                      <a:cubicBezTo>
                        <a:pt x="4245" y="3365"/>
                        <a:pt x="4627" y="2127"/>
                        <a:pt x="4125" y="1130"/>
                      </a:cubicBezTo>
                      <a:cubicBezTo>
                        <a:pt x="3747" y="414"/>
                        <a:pt x="3025" y="0"/>
                        <a:pt x="22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3"/>
                <p:cNvSpPr/>
                <p:nvPr/>
              </p:nvSpPr>
              <p:spPr>
                <a:xfrm>
                  <a:off x="2748555" y="2076121"/>
                  <a:ext cx="113719" cy="111825"/>
                </a:xfrm>
                <a:custGeom>
                  <a:avLst/>
                  <a:gdLst/>
                  <a:ahLst/>
                  <a:cxnLst/>
                  <a:rect l="l" t="t" r="r" b="b"/>
                  <a:pathLst>
                    <a:path w="3361" h="3305" extrusionOk="0">
                      <a:moveTo>
                        <a:pt x="1656" y="65"/>
                      </a:moveTo>
                      <a:cubicBezTo>
                        <a:pt x="2243" y="65"/>
                        <a:pt x="2802" y="418"/>
                        <a:pt x="3071" y="949"/>
                      </a:cubicBezTo>
                      <a:cubicBezTo>
                        <a:pt x="3276" y="1331"/>
                        <a:pt x="3304" y="1770"/>
                        <a:pt x="3156" y="2159"/>
                      </a:cubicBezTo>
                      <a:cubicBezTo>
                        <a:pt x="3036" y="2569"/>
                        <a:pt x="2774" y="2894"/>
                        <a:pt x="2392" y="3071"/>
                      </a:cubicBezTo>
                      <a:cubicBezTo>
                        <a:pt x="2187" y="3184"/>
                        <a:pt x="1946" y="3248"/>
                        <a:pt x="1713" y="3248"/>
                      </a:cubicBezTo>
                      <a:cubicBezTo>
                        <a:pt x="1090" y="3248"/>
                        <a:pt x="559" y="2894"/>
                        <a:pt x="269" y="2364"/>
                      </a:cubicBezTo>
                      <a:cubicBezTo>
                        <a:pt x="93" y="1982"/>
                        <a:pt x="64" y="1536"/>
                        <a:pt x="177" y="1154"/>
                      </a:cubicBezTo>
                      <a:cubicBezTo>
                        <a:pt x="298" y="744"/>
                        <a:pt x="595" y="418"/>
                        <a:pt x="949" y="242"/>
                      </a:cubicBezTo>
                      <a:cubicBezTo>
                        <a:pt x="1182" y="121"/>
                        <a:pt x="1415" y="65"/>
                        <a:pt x="1656" y="65"/>
                      </a:cubicBezTo>
                      <a:close/>
                      <a:moveTo>
                        <a:pt x="1656" y="1"/>
                      </a:moveTo>
                      <a:cubicBezTo>
                        <a:pt x="1387" y="1"/>
                        <a:pt x="1154" y="65"/>
                        <a:pt x="913" y="178"/>
                      </a:cubicBezTo>
                      <a:cubicBezTo>
                        <a:pt x="531" y="390"/>
                        <a:pt x="269" y="708"/>
                        <a:pt x="121" y="1126"/>
                      </a:cubicBezTo>
                      <a:cubicBezTo>
                        <a:pt x="1" y="1536"/>
                        <a:pt x="29" y="2010"/>
                        <a:pt x="241" y="2392"/>
                      </a:cubicBezTo>
                      <a:cubicBezTo>
                        <a:pt x="503" y="2951"/>
                        <a:pt x="1062" y="3305"/>
                        <a:pt x="1713" y="3305"/>
                      </a:cubicBezTo>
                      <a:cubicBezTo>
                        <a:pt x="1946" y="3305"/>
                        <a:pt x="2187" y="3248"/>
                        <a:pt x="2420" y="3128"/>
                      </a:cubicBezTo>
                      <a:cubicBezTo>
                        <a:pt x="2802" y="2923"/>
                        <a:pt x="3099" y="2597"/>
                        <a:pt x="3212" y="2187"/>
                      </a:cubicBezTo>
                      <a:cubicBezTo>
                        <a:pt x="3361" y="1770"/>
                        <a:pt x="3333" y="1331"/>
                        <a:pt x="3127" y="921"/>
                      </a:cubicBezTo>
                      <a:cubicBezTo>
                        <a:pt x="2830" y="355"/>
                        <a:pt x="2271" y="1"/>
                        <a:pt x="16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3" name="Google Shape;1223;p43"/>
              <p:cNvSpPr/>
              <p:nvPr/>
            </p:nvSpPr>
            <p:spPr>
              <a:xfrm>
                <a:off x="4145832" y="2621269"/>
                <a:ext cx="174792" cy="149923"/>
              </a:xfrm>
              <a:custGeom>
                <a:avLst/>
                <a:gdLst/>
                <a:ahLst/>
                <a:cxnLst/>
                <a:rect l="l" t="t" r="r" b="b"/>
                <a:pathLst>
                  <a:path w="5166" h="4431" extrusionOk="0">
                    <a:moveTo>
                      <a:pt x="3247" y="0"/>
                    </a:moveTo>
                    <a:cubicBezTo>
                      <a:pt x="2927" y="0"/>
                      <a:pt x="2637" y="146"/>
                      <a:pt x="2449" y="393"/>
                    </a:cubicBezTo>
                    <a:cubicBezTo>
                      <a:pt x="2300" y="301"/>
                      <a:pt x="2123" y="244"/>
                      <a:pt x="1946" y="216"/>
                    </a:cubicBezTo>
                    <a:cubicBezTo>
                      <a:pt x="1926" y="215"/>
                      <a:pt x="1907" y="214"/>
                      <a:pt x="1887" y="214"/>
                    </a:cubicBezTo>
                    <a:cubicBezTo>
                      <a:pt x="1382" y="214"/>
                      <a:pt x="950" y="646"/>
                      <a:pt x="977" y="1157"/>
                    </a:cubicBezTo>
                    <a:cubicBezTo>
                      <a:pt x="447" y="1157"/>
                      <a:pt x="1" y="1688"/>
                      <a:pt x="241" y="2246"/>
                    </a:cubicBezTo>
                    <a:cubicBezTo>
                      <a:pt x="298" y="2423"/>
                      <a:pt x="418" y="2572"/>
                      <a:pt x="567" y="2628"/>
                    </a:cubicBezTo>
                    <a:cubicBezTo>
                      <a:pt x="704" y="2699"/>
                      <a:pt x="837" y="2729"/>
                      <a:pt x="963" y="2729"/>
                    </a:cubicBezTo>
                    <a:cubicBezTo>
                      <a:pt x="1104" y="2729"/>
                      <a:pt x="1236" y="2692"/>
                      <a:pt x="1359" y="2628"/>
                    </a:cubicBezTo>
                    <a:cubicBezTo>
                      <a:pt x="1387" y="3010"/>
                      <a:pt x="1685" y="3308"/>
                      <a:pt x="2095" y="3336"/>
                    </a:cubicBezTo>
                    <a:cubicBezTo>
                      <a:pt x="2243" y="3336"/>
                      <a:pt x="2364" y="3308"/>
                      <a:pt x="2477" y="3251"/>
                    </a:cubicBezTo>
                    <a:cubicBezTo>
                      <a:pt x="2505" y="3573"/>
                      <a:pt x="2747" y="3809"/>
                      <a:pt x="3062" y="3809"/>
                    </a:cubicBezTo>
                    <a:cubicBezTo>
                      <a:pt x="3148" y="3809"/>
                      <a:pt x="3239" y="3791"/>
                      <a:pt x="3333" y="3753"/>
                    </a:cubicBezTo>
                    <a:lnTo>
                      <a:pt x="3807" y="4397"/>
                    </a:lnTo>
                    <a:cubicBezTo>
                      <a:pt x="3818" y="4421"/>
                      <a:pt x="3832" y="4431"/>
                      <a:pt x="3846" y="4431"/>
                    </a:cubicBezTo>
                    <a:cubicBezTo>
                      <a:pt x="3870" y="4431"/>
                      <a:pt x="3892" y="4404"/>
                      <a:pt x="3892" y="4369"/>
                    </a:cubicBezTo>
                    <a:lnTo>
                      <a:pt x="3892" y="3484"/>
                    </a:lnTo>
                    <a:cubicBezTo>
                      <a:pt x="3971" y="3510"/>
                      <a:pt x="4051" y="3524"/>
                      <a:pt x="4130" y="3524"/>
                    </a:cubicBezTo>
                    <a:cubicBezTo>
                      <a:pt x="4228" y="3524"/>
                      <a:pt x="4325" y="3503"/>
                      <a:pt x="4422" y="3456"/>
                    </a:cubicBezTo>
                    <a:cubicBezTo>
                      <a:pt x="4543" y="3428"/>
                      <a:pt x="4635" y="3336"/>
                      <a:pt x="4691" y="3223"/>
                    </a:cubicBezTo>
                    <a:cubicBezTo>
                      <a:pt x="4776" y="3046"/>
                      <a:pt x="4811" y="2834"/>
                      <a:pt x="4748" y="2692"/>
                    </a:cubicBezTo>
                    <a:cubicBezTo>
                      <a:pt x="4953" y="2480"/>
                      <a:pt x="5101" y="2218"/>
                      <a:pt x="5130" y="1893"/>
                    </a:cubicBezTo>
                    <a:cubicBezTo>
                      <a:pt x="5165" y="1390"/>
                      <a:pt x="4811" y="952"/>
                      <a:pt x="4337" y="803"/>
                    </a:cubicBezTo>
                    <a:cubicBezTo>
                      <a:pt x="4281" y="358"/>
                      <a:pt x="3807" y="39"/>
                      <a:pt x="3333" y="4"/>
                    </a:cubicBezTo>
                    <a:cubicBezTo>
                      <a:pt x="3304" y="2"/>
                      <a:pt x="3276" y="0"/>
                      <a:pt x="32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3"/>
              <p:cNvSpPr/>
              <p:nvPr/>
            </p:nvSpPr>
            <p:spPr>
              <a:xfrm>
                <a:off x="4285642" y="2696317"/>
                <a:ext cx="20842" cy="16072"/>
              </a:xfrm>
              <a:custGeom>
                <a:avLst/>
                <a:gdLst/>
                <a:ahLst/>
                <a:cxnLst/>
                <a:rect l="l" t="t" r="r" b="b"/>
                <a:pathLst>
                  <a:path w="616" h="475" extrusionOk="0">
                    <a:moveTo>
                      <a:pt x="29" y="0"/>
                    </a:moveTo>
                    <a:lnTo>
                      <a:pt x="0" y="28"/>
                    </a:lnTo>
                    <a:cubicBezTo>
                      <a:pt x="0" y="57"/>
                      <a:pt x="29" y="57"/>
                      <a:pt x="29" y="57"/>
                    </a:cubicBezTo>
                    <a:cubicBezTo>
                      <a:pt x="262" y="85"/>
                      <a:pt x="467" y="234"/>
                      <a:pt x="559" y="439"/>
                    </a:cubicBezTo>
                    <a:lnTo>
                      <a:pt x="587" y="474"/>
                    </a:lnTo>
                    <a:lnTo>
                      <a:pt x="616" y="474"/>
                    </a:lnTo>
                    <a:lnTo>
                      <a:pt x="616" y="410"/>
                    </a:lnTo>
                    <a:cubicBezTo>
                      <a:pt x="531" y="177"/>
                      <a:pt x="290" y="28"/>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3"/>
              <p:cNvSpPr/>
              <p:nvPr/>
            </p:nvSpPr>
            <p:spPr>
              <a:xfrm>
                <a:off x="4190834" y="2681226"/>
                <a:ext cx="29978" cy="27068"/>
              </a:xfrm>
              <a:custGeom>
                <a:avLst/>
                <a:gdLst/>
                <a:ahLst/>
                <a:cxnLst/>
                <a:rect l="l" t="t" r="r" b="b"/>
                <a:pathLst>
                  <a:path w="886" h="800" extrusionOk="0">
                    <a:moveTo>
                      <a:pt x="857" y="0"/>
                    </a:moveTo>
                    <a:cubicBezTo>
                      <a:pt x="411" y="0"/>
                      <a:pt x="29" y="326"/>
                      <a:pt x="1" y="772"/>
                    </a:cubicBezTo>
                    <a:cubicBezTo>
                      <a:pt x="1" y="800"/>
                      <a:pt x="1" y="800"/>
                      <a:pt x="29" y="800"/>
                    </a:cubicBezTo>
                    <a:lnTo>
                      <a:pt x="57" y="800"/>
                    </a:lnTo>
                    <a:cubicBezTo>
                      <a:pt x="86" y="354"/>
                      <a:pt x="439" y="64"/>
                      <a:pt x="857" y="64"/>
                    </a:cubicBezTo>
                    <a:cubicBezTo>
                      <a:pt x="857" y="64"/>
                      <a:pt x="885" y="64"/>
                      <a:pt x="885" y="36"/>
                    </a:cubicBezTo>
                    <a:lnTo>
                      <a:pt x="8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3"/>
              <p:cNvSpPr/>
              <p:nvPr/>
            </p:nvSpPr>
            <p:spPr>
              <a:xfrm>
                <a:off x="4174796" y="2659436"/>
                <a:ext cx="18000" cy="6023"/>
              </a:xfrm>
              <a:custGeom>
                <a:avLst/>
                <a:gdLst/>
                <a:ahLst/>
                <a:cxnLst/>
                <a:rect l="l" t="t" r="r" b="b"/>
                <a:pathLst>
                  <a:path w="532" h="178" extrusionOk="0">
                    <a:moveTo>
                      <a:pt x="29" y="1"/>
                    </a:moveTo>
                    <a:cubicBezTo>
                      <a:pt x="29" y="29"/>
                      <a:pt x="1" y="29"/>
                      <a:pt x="1" y="57"/>
                    </a:cubicBezTo>
                    <a:lnTo>
                      <a:pt x="65" y="57"/>
                    </a:lnTo>
                    <a:cubicBezTo>
                      <a:pt x="206" y="57"/>
                      <a:pt x="355" y="86"/>
                      <a:pt x="475" y="177"/>
                    </a:cubicBezTo>
                    <a:lnTo>
                      <a:pt x="503" y="177"/>
                    </a:lnTo>
                    <a:cubicBezTo>
                      <a:pt x="531" y="149"/>
                      <a:pt x="531" y="114"/>
                      <a:pt x="503" y="114"/>
                    </a:cubicBezTo>
                    <a:cubicBezTo>
                      <a:pt x="355" y="29"/>
                      <a:pt x="206"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3"/>
              <p:cNvSpPr/>
              <p:nvPr/>
            </p:nvSpPr>
            <p:spPr>
              <a:xfrm>
                <a:off x="4205688" y="2639337"/>
                <a:ext cx="22060" cy="23955"/>
              </a:xfrm>
              <a:custGeom>
                <a:avLst/>
                <a:gdLst/>
                <a:ahLst/>
                <a:cxnLst/>
                <a:rect l="l" t="t" r="r" b="b"/>
                <a:pathLst>
                  <a:path w="652" h="708" extrusionOk="0">
                    <a:moveTo>
                      <a:pt x="36" y="0"/>
                    </a:moveTo>
                    <a:cubicBezTo>
                      <a:pt x="0" y="0"/>
                      <a:pt x="0" y="36"/>
                      <a:pt x="0" y="36"/>
                    </a:cubicBezTo>
                    <a:lnTo>
                      <a:pt x="0" y="64"/>
                    </a:lnTo>
                    <a:cubicBezTo>
                      <a:pt x="354" y="92"/>
                      <a:pt x="595" y="354"/>
                      <a:pt x="595" y="680"/>
                    </a:cubicBezTo>
                    <a:cubicBezTo>
                      <a:pt x="595" y="708"/>
                      <a:pt x="595" y="708"/>
                      <a:pt x="623" y="708"/>
                    </a:cubicBezTo>
                    <a:cubicBezTo>
                      <a:pt x="623" y="708"/>
                      <a:pt x="651" y="708"/>
                      <a:pt x="651" y="680"/>
                    </a:cubicBezTo>
                    <a:cubicBezTo>
                      <a:pt x="651" y="326"/>
                      <a:pt x="390" y="36"/>
                      <a:pt x="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3"/>
              <p:cNvSpPr/>
              <p:nvPr/>
            </p:nvSpPr>
            <p:spPr>
              <a:xfrm>
                <a:off x="4203759" y="2703253"/>
                <a:ext cx="22060" cy="18948"/>
              </a:xfrm>
              <a:custGeom>
                <a:avLst/>
                <a:gdLst/>
                <a:ahLst/>
                <a:cxnLst/>
                <a:rect l="l" t="t" r="r" b="b"/>
                <a:pathLst>
                  <a:path w="652" h="560" extrusionOk="0">
                    <a:moveTo>
                      <a:pt x="29" y="0"/>
                    </a:moveTo>
                    <a:cubicBezTo>
                      <a:pt x="1" y="0"/>
                      <a:pt x="1" y="29"/>
                      <a:pt x="1" y="29"/>
                    </a:cubicBezTo>
                    <a:cubicBezTo>
                      <a:pt x="1" y="177"/>
                      <a:pt x="93" y="326"/>
                      <a:pt x="206" y="446"/>
                    </a:cubicBezTo>
                    <a:cubicBezTo>
                      <a:pt x="298" y="531"/>
                      <a:pt x="447" y="559"/>
                      <a:pt x="560" y="559"/>
                    </a:cubicBezTo>
                    <a:lnTo>
                      <a:pt x="623" y="559"/>
                    </a:lnTo>
                    <a:cubicBezTo>
                      <a:pt x="652" y="559"/>
                      <a:pt x="652" y="559"/>
                      <a:pt x="652" y="531"/>
                    </a:cubicBezTo>
                    <a:cubicBezTo>
                      <a:pt x="652" y="503"/>
                      <a:pt x="652" y="503"/>
                      <a:pt x="623" y="503"/>
                    </a:cubicBezTo>
                    <a:cubicBezTo>
                      <a:pt x="597" y="508"/>
                      <a:pt x="572" y="510"/>
                      <a:pt x="548" y="510"/>
                    </a:cubicBezTo>
                    <a:cubicBezTo>
                      <a:pt x="433" y="510"/>
                      <a:pt x="333" y="458"/>
                      <a:pt x="234" y="382"/>
                    </a:cubicBezTo>
                    <a:cubicBezTo>
                      <a:pt x="121" y="297"/>
                      <a:pt x="57" y="177"/>
                      <a:pt x="57" y="29"/>
                    </a:cubicBez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3"/>
              <p:cNvSpPr/>
              <p:nvPr/>
            </p:nvSpPr>
            <p:spPr>
              <a:xfrm>
                <a:off x="4161870" y="2671413"/>
                <a:ext cx="15124" cy="23955"/>
              </a:xfrm>
              <a:custGeom>
                <a:avLst/>
                <a:gdLst/>
                <a:ahLst/>
                <a:cxnLst/>
                <a:rect l="l" t="t" r="r" b="b"/>
                <a:pathLst>
                  <a:path w="447" h="708" extrusionOk="0">
                    <a:moveTo>
                      <a:pt x="411" y="0"/>
                    </a:moveTo>
                    <a:cubicBezTo>
                      <a:pt x="149" y="85"/>
                      <a:pt x="1" y="382"/>
                      <a:pt x="93" y="679"/>
                    </a:cubicBezTo>
                    <a:cubicBezTo>
                      <a:pt x="93" y="679"/>
                      <a:pt x="93" y="708"/>
                      <a:pt x="121" y="708"/>
                    </a:cubicBezTo>
                    <a:lnTo>
                      <a:pt x="121" y="679"/>
                    </a:lnTo>
                    <a:cubicBezTo>
                      <a:pt x="149" y="679"/>
                      <a:pt x="149" y="679"/>
                      <a:pt x="149" y="644"/>
                    </a:cubicBezTo>
                    <a:cubicBezTo>
                      <a:pt x="57" y="411"/>
                      <a:pt x="178" y="149"/>
                      <a:pt x="447" y="57"/>
                    </a:cubicBezTo>
                    <a:lnTo>
                      <a:pt x="447" y="29"/>
                    </a:lnTo>
                    <a:cubicBezTo>
                      <a:pt x="447" y="0"/>
                      <a:pt x="447"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3"/>
              <p:cNvSpPr/>
              <p:nvPr/>
            </p:nvSpPr>
            <p:spPr>
              <a:xfrm>
                <a:off x="4277488" y="2717126"/>
                <a:ext cx="18000" cy="11030"/>
              </a:xfrm>
              <a:custGeom>
                <a:avLst/>
                <a:gdLst/>
                <a:ahLst/>
                <a:cxnLst/>
                <a:rect l="l" t="t" r="r" b="b"/>
                <a:pathLst>
                  <a:path w="532" h="326" extrusionOk="0">
                    <a:moveTo>
                      <a:pt x="531" y="1"/>
                    </a:moveTo>
                    <a:cubicBezTo>
                      <a:pt x="503" y="1"/>
                      <a:pt x="503" y="36"/>
                      <a:pt x="475" y="36"/>
                    </a:cubicBezTo>
                    <a:cubicBezTo>
                      <a:pt x="428" y="182"/>
                      <a:pt x="300" y="284"/>
                      <a:pt x="142" y="284"/>
                    </a:cubicBezTo>
                    <a:cubicBezTo>
                      <a:pt x="108" y="284"/>
                      <a:pt x="72" y="279"/>
                      <a:pt x="36" y="269"/>
                    </a:cubicBezTo>
                    <a:lnTo>
                      <a:pt x="1" y="269"/>
                    </a:lnTo>
                    <a:cubicBezTo>
                      <a:pt x="1" y="298"/>
                      <a:pt x="1" y="298"/>
                      <a:pt x="36" y="326"/>
                    </a:cubicBezTo>
                    <a:lnTo>
                      <a:pt x="149" y="326"/>
                    </a:lnTo>
                    <a:cubicBezTo>
                      <a:pt x="326" y="326"/>
                      <a:pt x="475" y="241"/>
                      <a:pt x="531" y="64"/>
                    </a:cubicBezTo>
                    <a:lnTo>
                      <a:pt x="5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3"/>
              <p:cNvSpPr/>
              <p:nvPr/>
            </p:nvSpPr>
            <p:spPr>
              <a:xfrm>
                <a:off x="4262667" y="2646646"/>
                <a:ext cx="29944" cy="7816"/>
              </a:xfrm>
              <a:custGeom>
                <a:avLst/>
                <a:gdLst/>
                <a:ahLst/>
                <a:cxnLst/>
                <a:rect l="l" t="t" r="r" b="b"/>
                <a:pathLst>
                  <a:path w="885" h="231" extrusionOk="0">
                    <a:moveTo>
                      <a:pt x="631" y="1"/>
                    </a:moveTo>
                    <a:cubicBezTo>
                      <a:pt x="412" y="1"/>
                      <a:pt x="203" y="70"/>
                      <a:pt x="28" y="202"/>
                    </a:cubicBezTo>
                    <a:cubicBezTo>
                      <a:pt x="0" y="202"/>
                      <a:pt x="0" y="202"/>
                      <a:pt x="28" y="230"/>
                    </a:cubicBezTo>
                    <a:lnTo>
                      <a:pt x="57" y="230"/>
                    </a:lnTo>
                    <a:cubicBezTo>
                      <a:pt x="236" y="120"/>
                      <a:pt x="426" y="60"/>
                      <a:pt x="635" y="60"/>
                    </a:cubicBezTo>
                    <a:cubicBezTo>
                      <a:pt x="706" y="60"/>
                      <a:pt x="780" y="67"/>
                      <a:pt x="856" y="82"/>
                    </a:cubicBezTo>
                    <a:cubicBezTo>
                      <a:pt x="856" y="82"/>
                      <a:pt x="884" y="82"/>
                      <a:pt x="884" y="53"/>
                    </a:cubicBezTo>
                    <a:cubicBezTo>
                      <a:pt x="884" y="53"/>
                      <a:pt x="884" y="25"/>
                      <a:pt x="856" y="25"/>
                    </a:cubicBezTo>
                    <a:cubicBezTo>
                      <a:pt x="781" y="9"/>
                      <a:pt x="705" y="1"/>
                      <a:pt x="6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43"/>
              <p:cNvSpPr/>
              <p:nvPr/>
            </p:nvSpPr>
            <p:spPr>
              <a:xfrm>
                <a:off x="4296639" y="2663563"/>
                <a:ext cx="10827" cy="18880"/>
              </a:xfrm>
              <a:custGeom>
                <a:avLst/>
                <a:gdLst/>
                <a:ahLst/>
                <a:cxnLst/>
                <a:rect l="l" t="t" r="r" b="b"/>
                <a:pathLst>
                  <a:path w="320" h="558" extrusionOk="0">
                    <a:moveTo>
                      <a:pt x="29" y="1"/>
                    </a:moveTo>
                    <a:cubicBezTo>
                      <a:pt x="22" y="1"/>
                      <a:pt x="15" y="10"/>
                      <a:pt x="1" y="27"/>
                    </a:cubicBezTo>
                    <a:cubicBezTo>
                      <a:pt x="1" y="27"/>
                      <a:pt x="1" y="55"/>
                      <a:pt x="29" y="55"/>
                    </a:cubicBezTo>
                    <a:cubicBezTo>
                      <a:pt x="178" y="169"/>
                      <a:pt x="262" y="346"/>
                      <a:pt x="262" y="558"/>
                    </a:cubicBezTo>
                    <a:lnTo>
                      <a:pt x="291" y="558"/>
                    </a:lnTo>
                    <a:cubicBezTo>
                      <a:pt x="291" y="558"/>
                      <a:pt x="319" y="558"/>
                      <a:pt x="319" y="522"/>
                    </a:cubicBezTo>
                    <a:cubicBezTo>
                      <a:pt x="319" y="317"/>
                      <a:pt x="206" y="140"/>
                      <a:pt x="57" y="27"/>
                    </a:cubicBezTo>
                    <a:cubicBezTo>
                      <a:pt x="43" y="10"/>
                      <a:pt x="36"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43"/>
              <p:cNvSpPr/>
              <p:nvPr/>
            </p:nvSpPr>
            <p:spPr>
              <a:xfrm>
                <a:off x="4239659" y="2671853"/>
                <a:ext cx="23042" cy="28557"/>
              </a:xfrm>
              <a:custGeom>
                <a:avLst/>
                <a:gdLst/>
                <a:ahLst/>
                <a:cxnLst/>
                <a:rect l="l" t="t" r="r" b="b"/>
                <a:pathLst>
                  <a:path w="681" h="844" extrusionOk="0">
                    <a:moveTo>
                      <a:pt x="142" y="1"/>
                    </a:moveTo>
                    <a:cubicBezTo>
                      <a:pt x="104" y="1"/>
                      <a:pt x="66" y="6"/>
                      <a:pt x="29" y="16"/>
                    </a:cubicBezTo>
                    <a:cubicBezTo>
                      <a:pt x="1" y="16"/>
                      <a:pt x="1" y="16"/>
                      <a:pt x="1" y="44"/>
                    </a:cubicBezTo>
                    <a:lnTo>
                      <a:pt x="29" y="72"/>
                    </a:lnTo>
                    <a:cubicBezTo>
                      <a:pt x="72" y="61"/>
                      <a:pt x="113" y="55"/>
                      <a:pt x="153" y="55"/>
                    </a:cubicBezTo>
                    <a:cubicBezTo>
                      <a:pt x="305" y="55"/>
                      <a:pt x="436" y="137"/>
                      <a:pt x="532" y="277"/>
                    </a:cubicBezTo>
                    <a:cubicBezTo>
                      <a:pt x="624" y="426"/>
                      <a:pt x="624" y="631"/>
                      <a:pt x="503" y="780"/>
                    </a:cubicBezTo>
                    <a:cubicBezTo>
                      <a:pt x="475" y="808"/>
                      <a:pt x="475" y="808"/>
                      <a:pt x="503" y="843"/>
                    </a:cubicBezTo>
                    <a:lnTo>
                      <a:pt x="532" y="843"/>
                    </a:lnTo>
                    <a:lnTo>
                      <a:pt x="532" y="808"/>
                    </a:lnTo>
                    <a:cubicBezTo>
                      <a:pt x="680" y="666"/>
                      <a:pt x="680" y="398"/>
                      <a:pt x="560" y="221"/>
                    </a:cubicBezTo>
                    <a:cubicBezTo>
                      <a:pt x="490" y="99"/>
                      <a:pt x="316" y="1"/>
                      <a:pt x="1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43"/>
              <p:cNvSpPr/>
              <p:nvPr/>
            </p:nvSpPr>
            <p:spPr>
              <a:xfrm>
                <a:off x="4234651" y="2704200"/>
                <a:ext cx="6970" cy="17019"/>
              </a:xfrm>
              <a:custGeom>
                <a:avLst/>
                <a:gdLst/>
                <a:ahLst/>
                <a:cxnLst/>
                <a:rect l="l" t="t" r="r" b="b"/>
                <a:pathLst>
                  <a:path w="206" h="503" extrusionOk="0">
                    <a:moveTo>
                      <a:pt x="92" y="1"/>
                    </a:moveTo>
                    <a:cubicBezTo>
                      <a:pt x="29" y="64"/>
                      <a:pt x="0" y="177"/>
                      <a:pt x="0" y="269"/>
                    </a:cubicBezTo>
                    <a:cubicBezTo>
                      <a:pt x="29" y="383"/>
                      <a:pt x="92" y="475"/>
                      <a:pt x="177" y="503"/>
                    </a:cubicBezTo>
                    <a:lnTo>
                      <a:pt x="206" y="503"/>
                    </a:lnTo>
                    <a:lnTo>
                      <a:pt x="206" y="446"/>
                    </a:lnTo>
                    <a:cubicBezTo>
                      <a:pt x="121" y="418"/>
                      <a:pt x="64" y="354"/>
                      <a:pt x="64" y="269"/>
                    </a:cubicBezTo>
                    <a:cubicBezTo>
                      <a:pt x="64" y="177"/>
                      <a:pt x="92" y="93"/>
                      <a:pt x="149" y="29"/>
                    </a:cubicBezTo>
                    <a:lnTo>
                      <a:pt x="1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5" name="Google Shape;1235;p43"/>
              <p:cNvGrpSpPr/>
              <p:nvPr/>
            </p:nvGrpSpPr>
            <p:grpSpPr>
              <a:xfrm>
                <a:off x="3427734" y="2323833"/>
                <a:ext cx="175743" cy="194657"/>
                <a:chOff x="3306034" y="1949508"/>
                <a:chExt cx="175743" cy="194657"/>
              </a:xfrm>
            </p:grpSpPr>
            <p:sp>
              <p:nvSpPr>
                <p:cNvPr id="1236" name="Google Shape;1236;p43"/>
                <p:cNvSpPr/>
                <p:nvPr/>
              </p:nvSpPr>
              <p:spPr>
                <a:xfrm>
                  <a:off x="3335979" y="1979047"/>
                  <a:ext cx="113719" cy="156961"/>
                </a:xfrm>
                <a:custGeom>
                  <a:avLst/>
                  <a:gdLst/>
                  <a:ahLst/>
                  <a:cxnLst/>
                  <a:rect l="l" t="t" r="r" b="b"/>
                  <a:pathLst>
                    <a:path w="3361" h="4639" extrusionOk="0">
                      <a:moveTo>
                        <a:pt x="1704" y="1"/>
                      </a:moveTo>
                      <a:cubicBezTo>
                        <a:pt x="1639" y="1"/>
                        <a:pt x="1573" y="4"/>
                        <a:pt x="1507" y="12"/>
                      </a:cubicBezTo>
                      <a:cubicBezTo>
                        <a:pt x="708" y="104"/>
                        <a:pt x="92" y="748"/>
                        <a:pt x="35" y="1575"/>
                      </a:cubicBezTo>
                      <a:cubicBezTo>
                        <a:pt x="0" y="2134"/>
                        <a:pt x="269" y="2608"/>
                        <a:pt x="651" y="2934"/>
                      </a:cubicBezTo>
                      <a:cubicBezTo>
                        <a:pt x="884" y="3139"/>
                        <a:pt x="1061" y="3436"/>
                        <a:pt x="1097" y="3754"/>
                      </a:cubicBezTo>
                      <a:lnTo>
                        <a:pt x="1181" y="4405"/>
                      </a:lnTo>
                      <a:cubicBezTo>
                        <a:pt x="1181" y="4525"/>
                        <a:pt x="1302" y="4639"/>
                        <a:pt x="1450" y="4639"/>
                      </a:cubicBezTo>
                      <a:lnTo>
                        <a:pt x="1981" y="4639"/>
                      </a:lnTo>
                      <a:cubicBezTo>
                        <a:pt x="2122" y="4639"/>
                        <a:pt x="2243" y="4525"/>
                        <a:pt x="2243" y="4377"/>
                      </a:cubicBezTo>
                      <a:lnTo>
                        <a:pt x="2335" y="3754"/>
                      </a:lnTo>
                      <a:cubicBezTo>
                        <a:pt x="2363" y="3436"/>
                        <a:pt x="2511" y="3139"/>
                        <a:pt x="2745" y="2934"/>
                      </a:cubicBezTo>
                      <a:cubicBezTo>
                        <a:pt x="3127" y="2637"/>
                        <a:pt x="3360" y="2163"/>
                        <a:pt x="3360" y="1667"/>
                      </a:cubicBezTo>
                      <a:cubicBezTo>
                        <a:pt x="3334" y="729"/>
                        <a:pt x="2617" y="1"/>
                        <a:pt x="17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3"/>
                <p:cNvSpPr/>
                <p:nvPr/>
              </p:nvSpPr>
              <p:spPr>
                <a:xfrm>
                  <a:off x="3371879" y="2112055"/>
                  <a:ext cx="44053" cy="32109"/>
                </a:xfrm>
                <a:custGeom>
                  <a:avLst/>
                  <a:gdLst/>
                  <a:ahLst/>
                  <a:cxnLst/>
                  <a:rect l="l" t="t" r="r" b="b"/>
                  <a:pathLst>
                    <a:path w="1302" h="949" extrusionOk="0">
                      <a:moveTo>
                        <a:pt x="0" y="0"/>
                      </a:moveTo>
                      <a:lnTo>
                        <a:pt x="0" y="297"/>
                      </a:lnTo>
                      <a:cubicBezTo>
                        <a:pt x="0" y="651"/>
                        <a:pt x="297" y="948"/>
                        <a:pt x="651" y="948"/>
                      </a:cubicBezTo>
                      <a:cubicBezTo>
                        <a:pt x="1005" y="920"/>
                        <a:pt x="1302" y="651"/>
                        <a:pt x="1302" y="269"/>
                      </a:cubicBezTo>
                      <a:lnTo>
                        <a:pt x="1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3"/>
                <p:cNvSpPr/>
                <p:nvPr/>
              </p:nvSpPr>
              <p:spPr>
                <a:xfrm>
                  <a:off x="3363014" y="2022762"/>
                  <a:ext cx="58907" cy="95279"/>
                </a:xfrm>
                <a:custGeom>
                  <a:avLst/>
                  <a:gdLst/>
                  <a:ahLst/>
                  <a:cxnLst/>
                  <a:rect l="l" t="t" r="r" b="b"/>
                  <a:pathLst>
                    <a:path w="1741" h="2816" extrusionOk="0">
                      <a:moveTo>
                        <a:pt x="1210" y="163"/>
                      </a:moveTo>
                      <a:cubicBezTo>
                        <a:pt x="1238" y="198"/>
                        <a:pt x="1267" y="255"/>
                        <a:pt x="1267" y="283"/>
                      </a:cubicBezTo>
                      <a:cubicBezTo>
                        <a:pt x="1295" y="375"/>
                        <a:pt x="1295" y="432"/>
                        <a:pt x="1295" y="489"/>
                      </a:cubicBezTo>
                      <a:cubicBezTo>
                        <a:pt x="1267" y="552"/>
                        <a:pt x="1238" y="581"/>
                        <a:pt x="1182" y="581"/>
                      </a:cubicBezTo>
                      <a:cubicBezTo>
                        <a:pt x="1118" y="581"/>
                        <a:pt x="1090" y="552"/>
                        <a:pt x="1090" y="489"/>
                      </a:cubicBezTo>
                      <a:cubicBezTo>
                        <a:pt x="1062" y="460"/>
                        <a:pt x="1062" y="404"/>
                        <a:pt x="1090" y="340"/>
                      </a:cubicBezTo>
                      <a:cubicBezTo>
                        <a:pt x="1118" y="283"/>
                        <a:pt x="1147" y="227"/>
                        <a:pt x="1210" y="163"/>
                      </a:cubicBezTo>
                      <a:close/>
                      <a:moveTo>
                        <a:pt x="616" y="227"/>
                      </a:moveTo>
                      <a:cubicBezTo>
                        <a:pt x="680" y="255"/>
                        <a:pt x="708" y="340"/>
                        <a:pt x="736" y="404"/>
                      </a:cubicBezTo>
                      <a:cubicBezTo>
                        <a:pt x="736" y="489"/>
                        <a:pt x="736" y="552"/>
                        <a:pt x="680" y="609"/>
                      </a:cubicBezTo>
                      <a:cubicBezTo>
                        <a:pt x="663" y="642"/>
                        <a:pt x="625" y="656"/>
                        <a:pt x="584" y="656"/>
                      </a:cubicBezTo>
                      <a:cubicBezTo>
                        <a:pt x="556" y="656"/>
                        <a:pt x="526" y="649"/>
                        <a:pt x="503" y="637"/>
                      </a:cubicBezTo>
                      <a:cubicBezTo>
                        <a:pt x="474" y="609"/>
                        <a:pt x="474" y="581"/>
                        <a:pt x="439" y="517"/>
                      </a:cubicBezTo>
                      <a:cubicBezTo>
                        <a:pt x="439" y="432"/>
                        <a:pt x="503" y="283"/>
                        <a:pt x="616" y="227"/>
                      </a:cubicBezTo>
                      <a:close/>
                      <a:moveTo>
                        <a:pt x="995" y="0"/>
                      </a:moveTo>
                      <a:cubicBezTo>
                        <a:pt x="861" y="0"/>
                        <a:pt x="730" y="70"/>
                        <a:pt x="616" y="135"/>
                      </a:cubicBezTo>
                      <a:cubicBezTo>
                        <a:pt x="559" y="107"/>
                        <a:pt x="531" y="107"/>
                        <a:pt x="474" y="78"/>
                      </a:cubicBezTo>
                      <a:cubicBezTo>
                        <a:pt x="326" y="78"/>
                        <a:pt x="206" y="107"/>
                        <a:pt x="149" y="163"/>
                      </a:cubicBezTo>
                      <a:cubicBezTo>
                        <a:pt x="0" y="340"/>
                        <a:pt x="121" y="729"/>
                        <a:pt x="206" y="991"/>
                      </a:cubicBezTo>
                      <a:cubicBezTo>
                        <a:pt x="234" y="1047"/>
                        <a:pt x="262" y="1111"/>
                        <a:pt x="262" y="1168"/>
                      </a:cubicBezTo>
                      <a:cubicBezTo>
                        <a:pt x="382" y="1642"/>
                        <a:pt x="503" y="2109"/>
                        <a:pt x="588" y="2583"/>
                      </a:cubicBezTo>
                      <a:lnTo>
                        <a:pt x="616" y="2788"/>
                      </a:lnTo>
                      <a:cubicBezTo>
                        <a:pt x="651" y="2788"/>
                        <a:pt x="651" y="2816"/>
                        <a:pt x="651" y="2816"/>
                      </a:cubicBezTo>
                      <a:lnTo>
                        <a:pt x="680" y="2816"/>
                      </a:lnTo>
                      <a:cubicBezTo>
                        <a:pt x="680" y="2788"/>
                        <a:pt x="708" y="2788"/>
                        <a:pt x="680" y="2759"/>
                      </a:cubicBezTo>
                      <a:lnTo>
                        <a:pt x="651" y="2583"/>
                      </a:lnTo>
                      <a:cubicBezTo>
                        <a:pt x="559" y="2109"/>
                        <a:pt x="439" y="1613"/>
                        <a:pt x="326" y="1139"/>
                      </a:cubicBezTo>
                      <a:cubicBezTo>
                        <a:pt x="326" y="1111"/>
                        <a:pt x="298" y="1047"/>
                        <a:pt x="262" y="963"/>
                      </a:cubicBezTo>
                      <a:cubicBezTo>
                        <a:pt x="177" y="729"/>
                        <a:pt x="57" y="340"/>
                        <a:pt x="177" y="198"/>
                      </a:cubicBezTo>
                      <a:cubicBezTo>
                        <a:pt x="234" y="135"/>
                        <a:pt x="326" y="135"/>
                        <a:pt x="474" y="135"/>
                      </a:cubicBezTo>
                      <a:cubicBezTo>
                        <a:pt x="503" y="163"/>
                        <a:pt x="531" y="163"/>
                        <a:pt x="559" y="198"/>
                      </a:cubicBezTo>
                      <a:cubicBezTo>
                        <a:pt x="439" y="283"/>
                        <a:pt x="382" y="404"/>
                        <a:pt x="382" y="552"/>
                      </a:cubicBezTo>
                      <a:cubicBezTo>
                        <a:pt x="411" y="609"/>
                        <a:pt x="439" y="665"/>
                        <a:pt x="474" y="694"/>
                      </a:cubicBezTo>
                      <a:cubicBezTo>
                        <a:pt x="507" y="707"/>
                        <a:pt x="545" y="716"/>
                        <a:pt x="582" y="716"/>
                      </a:cubicBezTo>
                      <a:cubicBezTo>
                        <a:pt x="642" y="716"/>
                        <a:pt x="701" y="694"/>
                        <a:pt x="736" y="637"/>
                      </a:cubicBezTo>
                      <a:cubicBezTo>
                        <a:pt x="793" y="581"/>
                        <a:pt x="793" y="489"/>
                        <a:pt x="793" y="404"/>
                      </a:cubicBezTo>
                      <a:cubicBezTo>
                        <a:pt x="765" y="312"/>
                        <a:pt x="736" y="255"/>
                        <a:pt x="651" y="198"/>
                      </a:cubicBezTo>
                      <a:cubicBezTo>
                        <a:pt x="761" y="127"/>
                        <a:pt x="875" y="60"/>
                        <a:pt x="990" y="60"/>
                      </a:cubicBezTo>
                      <a:cubicBezTo>
                        <a:pt x="1023" y="60"/>
                        <a:pt x="1057" y="66"/>
                        <a:pt x="1090" y="78"/>
                      </a:cubicBezTo>
                      <a:cubicBezTo>
                        <a:pt x="1118" y="78"/>
                        <a:pt x="1147" y="107"/>
                        <a:pt x="1147" y="135"/>
                      </a:cubicBezTo>
                      <a:cubicBezTo>
                        <a:pt x="1090" y="163"/>
                        <a:pt x="1062" y="255"/>
                        <a:pt x="1033" y="312"/>
                      </a:cubicBezTo>
                      <a:cubicBezTo>
                        <a:pt x="1005" y="404"/>
                        <a:pt x="1005" y="460"/>
                        <a:pt x="1033" y="517"/>
                      </a:cubicBezTo>
                      <a:cubicBezTo>
                        <a:pt x="1033" y="581"/>
                        <a:pt x="1090" y="637"/>
                        <a:pt x="1147" y="637"/>
                      </a:cubicBezTo>
                      <a:cubicBezTo>
                        <a:pt x="1159" y="641"/>
                        <a:pt x="1171" y="643"/>
                        <a:pt x="1183" y="643"/>
                      </a:cubicBezTo>
                      <a:cubicBezTo>
                        <a:pt x="1260" y="643"/>
                        <a:pt x="1328" y="568"/>
                        <a:pt x="1359" y="489"/>
                      </a:cubicBezTo>
                      <a:cubicBezTo>
                        <a:pt x="1387" y="432"/>
                        <a:pt x="1359" y="375"/>
                        <a:pt x="1323" y="283"/>
                      </a:cubicBezTo>
                      <a:cubicBezTo>
                        <a:pt x="1295" y="227"/>
                        <a:pt x="1267" y="163"/>
                        <a:pt x="1238" y="135"/>
                      </a:cubicBezTo>
                      <a:cubicBezTo>
                        <a:pt x="1267" y="107"/>
                        <a:pt x="1295" y="78"/>
                        <a:pt x="1323" y="78"/>
                      </a:cubicBezTo>
                      <a:cubicBezTo>
                        <a:pt x="1351" y="72"/>
                        <a:pt x="1381" y="68"/>
                        <a:pt x="1410" y="68"/>
                      </a:cubicBezTo>
                      <a:cubicBezTo>
                        <a:pt x="1506" y="68"/>
                        <a:pt x="1599" y="106"/>
                        <a:pt x="1621" y="198"/>
                      </a:cubicBezTo>
                      <a:cubicBezTo>
                        <a:pt x="1677" y="255"/>
                        <a:pt x="1649" y="340"/>
                        <a:pt x="1649" y="432"/>
                      </a:cubicBezTo>
                      <a:cubicBezTo>
                        <a:pt x="1621" y="665"/>
                        <a:pt x="1564" y="906"/>
                        <a:pt x="1500" y="1111"/>
                      </a:cubicBezTo>
                      <a:cubicBezTo>
                        <a:pt x="1472" y="1288"/>
                        <a:pt x="1415" y="1465"/>
                        <a:pt x="1387" y="1613"/>
                      </a:cubicBezTo>
                      <a:lnTo>
                        <a:pt x="1182" y="2731"/>
                      </a:lnTo>
                      <a:cubicBezTo>
                        <a:pt x="1182" y="2759"/>
                        <a:pt x="1210" y="2759"/>
                        <a:pt x="1210" y="2759"/>
                      </a:cubicBezTo>
                      <a:lnTo>
                        <a:pt x="1238" y="2759"/>
                      </a:lnTo>
                      <a:lnTo>
                        <a:pt x="1444" y="1642"/>
                      </a:lnTo>
                      <a:cubicBezTo>
                        <a:pt x="1472" y="1465"/>
                        <a:pt x="1536" y="1288"/>
                        <a:pt x="1564" y="1139"/>
                      </a:cubicBezTo>
                      <a:cubicBezTo>
                        <a:pt x="1621" y="906"/>
                        <a:pt x="1677" y="665"/>
                        <a:pt x="1712" y="432"/>
                      </a:cubicBezTo>
                      <a:cubicBezTo>
                        <a:pt x="1712" y="340"/>
                        <a:pt x="1741" y="255"/>
                        <a:pt x="1677" y="163"/>
                      </a:cubicBezTo>
                      <a:cubicBezTo>
                        <a:pt x="1631" y="71"/>
                        <a:pt x="1506" y="12"/>
                        <a:pt x="1396" y="12"/>
                      </a:cubicBezTo>
                      <a:cubicBezTo>
                        <a:pt x="1370" y="12"/>
                        <a:pt x="1346" y="15"/>
                        <a:pt x="1323" y="22"/>
                      </a:cubicBezTo>
                      <a:cubicBezTo>
                        <a:pt x="1267" y="50"/>
                        <a:pt x="1238" y="50"/>
                        <a:pt x="1210" y="78"/>
                      </a:cubicBezTo>
                      <a:cubicBezTo>
                        <a:pt x="1182" y="50"/>
                        <a:pt x="1147" y="50"/>
                        <a:pt x="1118" y="22"/>
                      </a:cubicBezTo>
                      <a:cubicBezTo>
                        <a:pt x="1077" y="7"/>
                        <a:pt x="1036"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3"/>
                <p:cNvSpPr/>
                <p:nvPr/>
              </p:nvSpPr>
              <p:spPr>
                <a:xfrm>
                  <a:off x="3306034" y="2019413"/>
                  <a:ext cx="19184" cy="5041"/>
                </a:xfrm>
                <a:custGeom>
                  <a:avLst/>
                  <a:gdLst/>
                  <a:ahLst/>
                  <a:cxnLst/>
                  <a:rect l="l" t="t" r="r" b="b"/>
                  <a:pathLst>
                    <a:path w="567" h="149" extrusionOk="0">
                      <a:moveTo>
                        <a:pt x="36" y="0"/>
                      </a:moveTo>
                      <a:lnTo>
                        <a:pt x="1" y="29"/>
                      </a:lnTo>
                      <a:cubicBezTo>
                        <a:pt x="1" y="57"/>
                        <a:pt x="1" y="57"/>
                        <a:pt x="36" y="57"/>
                      </a:cubicBezTo>
                      <a:lnTo>
                        <a:pt x="531" y="149"/>
                      </a:lnTo>
                      <a:cubicBezTo>
                        <a:pt x="567" y="149"/>
                        <a:pt x="567" y="121"/>
                        <a:pt x="567" y="121"/>
                      </a:cubicBezTo>
                      <a:cubicBezTo>
                        <a:pt x="567" y="85"/>
                        <a:pt x="567" y="85"/>
                        <a:pt x="531" y="85"/>
                      </a:cubicBezTo>
                      <a:lnTo>
                        <a:pt x="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3"/>
                <p:cNvSpPr/>
                <p:nvPr/>
              </p:nvSpPr>
              <p:spPr>
                <a:xfrm>
                  <a:off x="3321125" y="1977761"/>
                  <a:ext cx="14887" cy="14617"/>
                </a:xfrm>
                <a:custGeom>
                  <a:avLst/>
                  <a:gdLst/>
                  <a:ahLst/>
                  <a:cxnLst/>
                  <a:rect l="l" t="t" r="r" b="b"/>
                  <a:pathLst>
                    <a:path w="440" h="432" extrusionOk="0">
                      <a:moveTo>
                        <a:pt x="29" y="0"/>
                      </a:moveTo>
                      <a:cubicBezTo>
                        <a:pt x="22" y="0"/>
                        <a:pt x="15" y="7"/>
                        <a:pt x="0" y="22"/>
                      </a:cubicBezTo>
                      <a:lnTo>
                        <a:pt x="0" y="50"/>
                      </a:lnTo>
                      <a:lnTo>
                        <a:pt x="411" y="404"/>
                      </a:lnTo>
                      <a:lnTo>
                        <a:pt x="411" y="432"/>
                      </a:lnTo>
                      <a:cubicBezTo>
                        <a:pt x="439" y="432"/>
                        <a:pt x="439" y="404"/>
                        <a:pt x="439" y="404"/>
                      </a:cubicBezTo>
                      <a:lnTo>
                        <a:pt x="439" y="375"/>
                      </a:lnTo>
                      <a:lnTo>
                        <a:pt x="57" y="22"/>
                      </a:lnTo>
                      <a:cubicBezTo>
                        <a:pt x="43" y="7"/>
                        <a:pt x="36"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3"/>
                <p:cNvSpPr/>
                <p:nvPr/>
              </p:nvSpPr>
              <p:spPr>
                <a:xfrm>
                  <a:off x="3374992" y="1950455"/>
                  <a:ext cx="5041" cy="19184"/>
                </a:xfrm>
                <a:custGeom>
                  <a:avLst/>
                  <a:gdLst/>
                  <a:ahLst/>
                  <a:cxnLst/>
                  <a:rect l="l" t="t" r="r" b="b"/>
                  <a:pathLst>
                    <a:path w="149" h="567" extrusionOk="0">
                      <a:moveTo>
                        <a:pt x="28" y="1"/>
                      </a:moveTo>
                      <a:cubicBezTo>
                        <a:pt x="28" y="36"/>
                        <a:pt x="0" y="36"/>
                        <a:pt x="0" y="65"/>
                      </a:cubicBezTo>
                      <a:cubicBezTo>
                        <a:pt x="28" y="121"/>
                        <a:pt x="28" y="213"/>
                        <a:pt x="57" y="298"/>
                      </a:cubicBezTo>
                      <a:cubicBezTo>
                        <a:pt x="57" y="390"/>
                        <a:pt x="85" y="447"/>
                        <a:pt x="85" y="532"/>
                      </a:cubicBezTo>
                      <a:lnTo>
                        <a:pt x="120" y="567"/>
                      </a:lnTo>
                      <a:cubicBezTo>
                        <a:pt x="149" y="532"/>
                        <a:pt x="149" y="532"/>
                        <a:pt x="149" y="503"/>
                      </a:cubicBezTo>
                      <a:cubicBezTo>
                        <a:pt x="149" y="447"/>
                        <a:pt x="120" y="355"/>
                        <a:pt x="120" y="270"/>
                      </a:cubicBezTo>
                      <a:cubicBezTo>
                        <a:pt x="85" y="178"/>
                        <a:pt x="85" y="93"/>
                        <a:pt x="57" y="36"/>
                      </a:cubicBezTo>
                      <a:cubicBezTo>
                        <a:pt x="57" y="36"/>
                        <a:pt x="57"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3"/>
                <p:cNvSpPr/>
                <p:nvPr/>
              </p:nvSpPr>
              <p:spPr>
                <a:xfrm>
                  <a:off x="3409944" y="1949508"/>
                  <a:ext cx="3857" cy="22060"/>
                </a:xfrm>
                <a:custGeom>
                  <a:avLst/>
                  <a:gdLst/>
                  <a:ahLst/>
                  <a:cxnLst/>
                  <a:rect l="l" t="t" r="r" b="b"/>
                  <a:pathLst>
                    <a:path w="114" h="652" extrusionOk="0">
                      <a:moveTo>
                        <a:pt x="85" y="1"/>
                      </a:moveTo>
                      <a:cubicBezTo>
                        <a:pt x="85" y="1"/>
                        <a:pt x="57" y="1"/>
                        <a:pt x="57" y="29"/>
                      </a:cubicBezTo>
                      <a:lnTo>
                        <a:pt x="0" y="623"/>
                      </a:lnTo>
                      <a:cubicBezTo>
                        <a:pt x="0" y="623"/>
                        <a:pt x="0" y="651"/>
                        <a:pt x="28" y="651"/>
                      </a:cubicBezTo>
                      <a:lnTo>
                        <a:pt x="57" y="623"/>
                      </a:lnTo>
                      <a:lnTo>
                        <a:pt x="113" y="29"/>
                      </a:lnTo>
                      <a:cubicBezTo>
                        <a:pt x="113" y="1"/>
                        <a:pt x="113" y="1"/>
                        <a:pt x="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3"/>
                <p:cNvSpPr/>
                <p:nvPr/>
              </p:nvSpPr>
              <p:spPr>
                <a:xfrm>
                  <a:off x="3447739" y="1987573"/>
                  <a:ext cx="19895" cy="13906"/>
                </a:xfrm>
                <a:custGeom>
                  <a:avLst/>
                  <a:gdLst/>
                  <a:ahLst/>
                  <a:cxnLst/>
                  <a:rect l="l" t="t" r="r" b="b"/>
                  <a:pathLst>
                    <a:path w="588" h="411" extrusionOk="0">
                      <a:moveTo>
                        <a:pt x="531" y="0"/>
                      </a:moveTo>
                      <a:lnTo>
                        <a:pt x="29" y="354"/>
                      </a:lnTo>
                      <a:cubicBezTo>
                        <a:pt x="1" y="354"/>
                        <a:pt x="1" y="382"/>
                        <a:pt x="29" y="382"/>
                      </a:cubicBezTo>
                      <a:lnTo>
                        <a:pt x="29" y="411"/>
                      </a:lnTo>
                      <a:lnTo>
                        <a:pt x="57" y="411"/>
                      </a:lnTo>
                      <a:lnTo>
                        <a:pt x="560" y="57"/>
                      </a:lnTo>
                      <a:cubicBezTo>
                        <a:pt x="560" y="29"/>
                        <a:pt x="588" y="29"/>
                        <a:pt x="5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3"/>
                <p:cNvSpPr/>
                <p:nvPr/>
              </p:nvSpPr>
              <p:spPr>
                <a:xfrm>
                  <a:off x="3461645" y="2026349"/>
                  <a:ext cx="20132" cy="3147"/>
                </a:xfrm>
                <a:custGeom>
                  <a:avLst/>
                  <a:gdLst/>
                  <a:ahLst/>
                  <a:cxnLst/>
                  <a:rect l="l" t="t" r="r" b="b"/>
                  <a:pathLst>
                    <a:path w="595" h="93" extrusionOk="0">
                      <a:moveTo>
                        <a:pt x="35" y="1"/>
                      </a:moveTo>
                      <a:cubicBezTo>
                        <a:pt x="0" y="1"/>
                        <a:pt x="0" y="1"/>
                        <a:pt x="0" y="29"/>
                      </a:cubicBezTo>
                      <a:cubicBezTo>
                        <a:pt x="0" y="29"/>
                        <a:pt x="0" y="57"/>
                        <a:pt x="35" y="57"/>
                      </a:cubicBezTo>
                      <a:lnTo>
                        <a:pt x="566" y="92"/>
                      </a:lnTo>
                      <a:cubicBezTo>
                        <a:pt x="594" y="92"/>
                        <a:pt x="594" y="57"/>
                        <a:pt x="594" y="57"/>
                      </a:cubicBezTo>
                      <a:cubicBezTo>
                        <a:pt x="594" y="29"/>
                        <a:pt x="594" y="29"/>
                        <a:pt x="566" y="29"/>
                      </a:cubicBezTo>
                      <a:lnTo>
                        <a:pt x="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3"/>
                <p:cNvSpPr/>
                <p:nvPr/>
              </p:nvSpPr>
              <p:spPr>
                <a:xfrm>
                  <a:off x="3346028" y="1991397"/>
                  <a:ext cx="36880" cy="56065"/>
                </a:xfrm>
                <a:custGeom>
                  <a:avLst/>
                  <a:gdLst/>
                  <a:ahLst/>
                  <a:cxnLst/>
                  <a:rect l="l" t="t" r="r" b="b"/>
                  <a:pathLst>
                    <a:path w="1090" h="1657" extrusionOk="0">
                      <a:moveTo>
                        <a:pt x="1033" y="1"/>
                      </a:moveTo>
                      <a:cubicBezTo>
                        <a:pt x="708" y="64"/>
                        <a:pt x="411" y="298"/>
                        <a:pt x="234" y="623"/>
                      </a:cubicBezTo>
                      <a:cubicBezTo>
                        <a:pt x="57" y="913"/>
                        <a:pt x="0" y="1302"/>
                        <a:pt x="120" y="1621"/>
                      </a:cubicBezTo>
                      <a:cubicBezTo>
                        <a:pt x="120" y="1621"/>
                        <a:pt x="120" y="1656"/>
                        <a:pt x="149" y="1656"/>
                      </a:cubicBezTo>
                      <a:cubicBezTo>
                        <a:pt x="149" y="1656"/>
                        <a:pt x="177" y="1621"/>
                        <a:pt x="149" y="1592"/>
                      </a:cubicBezTo>
                      <a:cubicBezTo>
                        <a:pt x="57" y="1302"/>
                        <a:pt x="120" y="913"/>
                        <a:pt x="269" y="652"/>
                      </a:cubicBezTo>
                      <a:cubicBezTo>
                        <a:pt x="446" y="354"/>
                        <a:pt x="736" y="121"/>
                        <a:pt x="1061" y="64"/>
                      </a:cubicBezTo>
                      <a:cubicBezTo>
                        <a:pt x="1061" y="29"/>
                        <a:pt x="1090" y="29"/>
                        <a:pt x="10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46" name="Google Shape;1246;p43"/>
            <p:cNvGrpSpPr/>
            <p:nvPr/>
          </p:nvGrpSpPr>
          <p:grpSpPr>
            <a:xfrm>
              <a:off x="6350422" y="1987208"/>
              <a:ext cx="2348411" cy="2480360"/>
              <a:chOff x="2970924" y="3808142"/>
              <a:chExt cx="996525" cy="1052516"/>
            </a:xfrm>
          </p:grpSpPr>
          <p:sp>
            <p:nvSpPr>
              <p:cNvPr id="1247" name="Google Shape;1247;p43"/>
              <p:cNvSpPr/>
              <p:nvPr/>
            </p:nvSpPr>
            <p:spPr>
              <a:xfrm>
                <a:off x="3598308" y="4002867"/>
                <a:ext cx="137675" cy="167957"/>
              </a:xfrm>
              <a:custGeom>
                <a:avLst/>
                <a:gdLst/>
                <a:ahLst/>
                <a:cxnLst/>
                <a:rect l="l" t="t" r="r" b="b"/>
                <a:pathLst>
                  <a:path w="4069" h="4964" extrusionOk="0">
                    <a:moveTo>
                      <a:pt x="3189" y="1"/>
                    </a:moveTo>
                    <a:cubicBezTo>
                      <a:pt x="2810" y="1"/>
                      <a:pt x="2319" y="494"/>
                      <a:pt x="2095" y="713"/>
                    </a:cubicBezTo>
                    <a:cubicBezTo>
                      <a:pt x="1918" y="925"/>
                      <a:pt x="1713" y="1159"/>
                      <a:pt x="1479" y="1364"/>
                    </a:cubicBezTo>
                    <a:cubicBezTo>
                      <a:pt x="1239" y="1569"/>
                      <a:pt x="977" y="1689"/>
                      <a:pt x="708" y="1866"/>
                    </a:cubicBezTo>
                    <a:cubicBezTo>
                      <a:pt x="503" y="2043"/>
                      <a:pt x="298" y="2220"/>
                      <a:pt x="177" y="2453"/>
                    </a:cubicBezTo>
                    <a:cubicBezTo>
                      <a:pt x="64" y="2659"/>
                      <a:pt x="29" y="2871"/>
                      <a:pt x="29" y="3104"/>
                    </a:cubicBezTo>
                    <a:cubicBezTo>
                      <a:pt x="1" y="3635"/>
                      <a:pt x="149" y="4222"/>
                      <a:pt x="595" y="4547"/>
                    </a:cubicBezTo>
                    <a:cubicBezTo>
                      <a:pt x="736" y="4668"/>
                      <a:pt x="913" y="4753"/>
                      <a:pt x="1090" y="4816"/>
                    </a:cubicBezTo>
                    <a:cubicBezTo>
                      <a:pt x="1361" y="4912"/>
                      <a:pt x="1659" y="4964"/>
                      <a:pt x="1949" y="4964"/>
                    </a:cubicBezTo>
                    <a:cubicBezTo>
                      <a:pt x="2197" y="4964"/>
                      <a:pt x="2439" y="4926"/>
                      <a:pt x="2653" y="4845"/>
                    </a:cubicBezTo>
                    <a:cubicBezTo>
                      <a:pt x="2894" y="4781"/>
                      <a:pt x="3099" y="4547"/>
                      <a:pt x="3276" y="4371"/>
                    </a:cubicBezTo>
                    <a:cubicBezTo>
                      <a:pt x="3453" y="4194"/>
                      <a:pt x="3630" y="3989"/>
                      <a:pt x="3743" y="3755"/>
                    </a:cubicBezTo>
                    <a:cubicBezTo>
                      <a:pt x="3891" y="3515"/>
                      <a:pt x="3983" y="3225"/>
                      <a:pt x="4040" y="2927"/>
                    </a:cubicBezTo>
                    <a:cubicBezTo>
                      <a:pt x="4068" y="2574"/>
                      <a:pt x="4068" y="2220"/>
                      <a:pt x="4068" y="1866"/>
                    </a:cubicBezTo>
                    <a:cubicBezTo>
                      <a:pt x="4040" y="1244"/>
                      <a:pt x="3835" y="685"/>
                      <a:pt x="3509" y="183"/>
                    </a:cubicBezTo>
                    <a:cubicBezTo>
                      <a:pt x="3423" y="53"/>
                      <a:pt x="3312" y="1"/>
                      <a:pt x="31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3"/>
              <p:cNvSpPr/>
              <p:nvPr/>
            </p:nvSpPr>
            <p:spPr>
              <a:xfrm>
                <a:off x="2972142" y="4023405"/>
                <a:ext cx="272169" cy="460562"/>
              </a:xfrm>
              <a:custGeom>
                <a:avLst/>
                <a:gdLst/>
                <a:ahLst/>
                <a:cxnLst/>
                <a:rect l="l" t="t" r="r" b="b"/>
                <a:pathLst>
                  <a:path w="8044" h="13612" extrusionOk="0">
                    <a:moveTo>
                      <a:pt x="532" y="1"/>
                    </a:moveTo>
                    <a:cubicBezTo>
                      <a:pt x="504" y="1"/>
                      <a:pt x="473" y="15"/>
                      <a:pt x="439" y="50"/>
                    </a:cubicBezTo>
                    <a:cubicBezTo>
                      <a:pt x="382" y="78"/>
                      <a:pt x="382" y="142"/>
                      <a:pt x="382" y="198"/>
                    </a:cubicBezTo>
                    <a:cubicBezTo>
                      <a:pt x="354" y="347"/>
                      <a:pt x="354" y="495"/>
                      <a:pt x="382" y="672"/>
                    </a:cubicBezTo>
                    <a:cubicBezTo>
                      <a:pt x="363" y="653"/>
                      <a:pt x="345" y="646"/>
                      <a:pt x="328" y="646"/>
                    </a:cubicBezTo>
                    <a:cubicBezTo>
                      <a:pt x="287" y="646"/>
                      <a:pt x="253" y="689"/>
                      <a:pt x="234" y="729"/>
                    </a:cubicBezTo>
                    <a:cubicBezTo>
                      <a:pt x="177" y="877"/>
                      <a:pt x="205" y="990"/>
                      <a:pt x="113" y="1111"/>
                    </a:cubicBezTo>
                    <a:cubicBezTo>
                      <a:pt x="28" y="1259"/>
                      <a:pt x="0" y="1408"/>
                      <a:pt x="28" y="1556"/>
                    </a:cubicBezTo>
                    <a:cubicBezTo>
                      <a:pt x="28" y="1670"/>
                      <a:pt x="85" y="1790"/>
                      <a:pt x="142" y="1910"/>
                    </a:cubicBezTo>
                    <a:cubicBezTo>
                      <a:pt x="318" y="2292"/>
                      <a:pt x="587" y="2794"/>
                      <a:pt x="941" y="3028"/>
                    </a:cubicBezTo>
                    <a:cubicBezTo>
                      <a:pt x="1323" y="3233"/>
                      <a:pt x="1769" y="3410"/>
                      <a:pt x="2087" y="3735"/>
                    </a:cubicBezTo>
                    <a:cubicBezTo>
                      <a:pt x="2179" y="3820"/>
                      <a:pt x="2207" y="3969"/>
                      <a:pt x="2264" y="4089"/>
                    </a:cubicBezTo>
                    <a:cubicBezTo>
                      <a:pt x="2858" y="5829"/>
                      <a:pt x="3148" y="7654"/>
                      <a:pt x="3594" y="9451"/>
                    </a:cubicBezTo>
                    <a:cubicBezTo>
                      <a:pt x="3827" y="10364"/>
                      <a:pt x="4096" y="11340"/>
                      <a:pt x="4478" y="12225"/>
                    </a:cubicBezTo>
                    <a:cubicBezTo>
                      <a:pt x="4627" y="12578"/>
                      <a:pt x="5037" y="13314"/>
                      <a:pt x="5391" y="13519"/>
                    </a:cubicBezTo>
                    <a:cubicBezTo>
                      <a:pt x="5481" y="13586"/>
                      <a:pt x="5552" y="13611"/>
                      <a:pt x="5618" y="13611"/>
                    </a:cubicBezTo>
                    <a:cubicBezTo>
                      <a:pt x="5789" y="13611"/>
                      <a:pt x="5916" y="13437"/>
                      <a:pt x="6218" y="13371"/>
                    </a:cubicBezTo>
                    <a:cubicBezTo>
                      <a:pt x="6600" y="13314"/>
                      <a:pt x="6862" y="13052"/>
                      <a:pt x="7131" y="12783"/>
                    </a:cubicBezTo>
                    <a:cubicBezTo>
                      <a:pt x="7513" y="12373"/>
                      <a:pt x="8015" y="11814"/>
                      <a:pt x="8015" y="11192"/>
                    </a:cubicBezTo>
                    <a:cubicBezTo>
                      <a:pt x="8044" y="10718"/>
                      <a:pt x="7867" y="10102"/>
                      <a:pt x="7633" y="9692"/>
                    </a:cubicBezTo>
                    <a:cubicBezTo>
                      <a:pt x="7605" y="9572"/>
                      <a:pt x="7541" y="9480"/>
                      <a:pt x="7485" y="9366"/>
                    </a:cubicBezTo>
                    <a:cubicBezTo>
                      <a:pt x="6898" y="8334"/>
                      <a:pt x="6042" y="7421"/>
                      <a:pt x="5511" y="6360"/>
                    </a:cubicBezTo>
                    <a:cubicBezTo>
                      <a:pt x="5391" y="6119"/>
                      <a:pt x="5270" y="5858"/>
                      <a:pt x="5157" y="5624"/>
                    </a:cubicBezTo>
                    <a:cubicBezTo>
                      <a:pt x="4832" y="4881"/>
                      <a:pt x="4506" y="4174"/>
                      <a:pt x="4153" y="3466"/>
                    </a:cubicBezTo>
                    <a:cubicBezTo>
                      <a:pt x="4068" y="3290"/>
                      <a:pt x="4004" y="3113"/>
                      <a:pt x="3919" y="2936"/>
                    </a:cubicBezTo>
                    <a:cubicBezTo>
                      <a:pt x="3856" y="2851"/>
                      <a:pt x="3827" y="2759"/>
                      <a:pt x="3799" y="2674"/>
                    </a:cubicBezTo>
                    <a:cubicBezTo>
                      <a:pt x="3771" y="2618"/>
                      <a:pt x="3771" y="2554"/>
                      <a:pt x="3742" y="2497"/>
                    </a:cubicBezTo>
                    <a:cubicBezTo>
                      <a:pt x="3622" y="2200"/>
                      <a:pt x="3389" y="1910"/>
                      <a:pt x="3148" y="1733"/>
                    </a:cubicBezTo>
                    <a:cubicBezTo>
                      <a:pt x="2971" y="1585"/>
                      <a:pt x="2766" y="1464"/>
                      <a:pt x="2589" y="1344"/>
                    </a:cubicBezTo>
                    <a:cubicBezTo>
                      <a:pt x="2384" y="1167"/>
                      <a:pt x="2151" y="1054"/>
                      <a:pt x="1946" y="877"/>
                    </a:cubicBezTo>
                    <a:cubicBezTo>
                      <a:pt x="1677" y="672"/>
                      <a:pt x="1443" y="495"/>
                      <a:pt x="1203" y="283"/>
                    </a:cubicBezTo>
                    <a:cubicBezTo>
                      <a:pt x="1157" y="260"/>
                      <a:pt x="1093" y="219"/>
                      <a:pt x="1036" y="219"/>
                    </a:cubicBezTo>
                    <a:cubicBezTo>
                      <a:pt x="1023" y="219"/>
                      <a:pt x="1010" y="221"/>
                      <a:pt x="998" y="226"/>
                    </a:cubicBezTo>
                    <a:cubicBezTo>
                      <a:pt x="941" y="255"/>
                      <a:pt x="913" y="318"/>
                      <a:pt x="913" y="375"/>
                    </a:cubicBezTo>
                    <a:cubicBezTo>
                      <a:pt x="849" y="608"/>
                      <a:pt x="998" y="785"/>
                      <a:pt x="1174" y="934"/>
                    </a:cubicBezTo>
                    <a:cubicBezTo>
                      <a:pt x="1380" y="1139"/>
                      <a:pt x="1620" y="1288"/>
                      <a:pt x="1769" y="1521"/>
                    </a:cubicBezTo>
                    <a:cubicBezTo>
                      <a:pt x="1928" y="1758"/>
                      <a:pt x="1846" y="1846"/>
                      <a:pt x="1695" y="1846"/>
                    </a:cubicBezTo>
                    <a:cubicBezTo>
                      <a:pt x="1544" y="1846"/>
                      <a:pt x="1323" y="1758"/>
                      <a:pt x="1203" y="1641"/>
                    </a:cubicBezTo>
                    <a:cubicBezTo>
                      <a:pt x="1090" y="1521"/>
                      <a:pt x="1026" y="1344"/>
                      <a:pt x="969" y="1203"/>
                    </a:cubicBezTo>
                    <a:cubicBezTo>
                      <a:pt x="849" y="962"/>
                      <a:pt x="821" y="700"/>
                      <a:pt x="764" y="432"/>
                    </a:cubicBezTo>
                    <a:cubicBezTo>
                      <a:pt x="741" y="361"/>
                      <a:pt x="673" y="1"/>
                      <a:pt x="532" y="1"/>
                    </a:cubicBezTo>
                    <a:close/>
                  </a:path>
                </a:pathLst>
              </a:custGeom>
              <a:solidFill>
                <a:srgbClr val="FCBA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3"/>
              <p:cNvSpPr/>
              <p:nvPr/>
            </p:nvSpPr>
            <p:spPr>
              <a:xfrm>
                <a:off x="2970924" y="4022187"/>
                <a:ext cx="274334" cy="462727"/>
              </a:xfrm>
              <a:custGeom>
                <a:avLst/>
                <a:gdLst/>
                <a:ahLst/>
                <a:cxnLst/>
                <a:rect l="l" t="t" r="r" b="b"/>
                <a:pathLst>
                  <a:path w="8108" h="13676" extrusionOk="0">
                    <a:moveTo>
                      <a:pt x="567" y="57"/>
                    </a:moveTo>
                    <a:cubicBezTo>
                      <a:pt x="652" y="57"/>
                      <a:pt x="708" y="319"/>
                      <a:pt x="743" y="439"/>
                    </a:cubicBezTo>
                    <a:cubicBezTo>
                      <a:pt x="743" y="439"/>
                      <a:pt x="743" y="468"/>
                      <a:pt x="772" y="468"/>
                    </a:cubicBezTo>
                    <a:cubicBezTo>
                      <a:pt x="772" y="560"/>
                      <a:pt x="800" y="644"/>
                      <a:pt x="828" y="736"/>
                    </a:cubicBezTo>
                    <a:cubicBezTo>
                      <a:pt x="857" y="913"/>
                      <a:pt x="885" y="1090"/>
                      <a:pt x="977" y="1267"/>
                    </a:cubicBezTo>
                    <a:cubicBezTo>
                      <a:pt x="1034" y="1416"/>
                      <a:pt x="1126" y="1557"/>
                      <a:pt x="1210" y="1706"/>
                    </a:cubicBezTo>
                    <a:cubicBezTo>
                      <a:pt x="1331" y="1826"/>
                      <a:pt x="1564" y="1911"/>
                      <a:pt x="1741" y="1911"/>
                    </a:cubicBezTo>
                    <a:cubicBezTo>
                      <a:pt x="1833" y="1911"/>
                      <a:pt x="1890" y="1882"/>
                      <a:pt x="1890" y="1854"/>
                    </a:cubicBezTo>
                    <a:cubicBezTo>
                      <a:pt x="1946" y="1769"/>
                      <a:pt x="1918" y="1677"/>
                      <a:pt x="1833" y="1557"/>
                    </a:cubicBezTo>
                    <a:cubicBezTo>
                      <a:pt x="1713" y="1380"/>
                      <a:pt x="1536" y="1239"/>
                      <a:pt x="1387" y="1090"/>
                    </a:cubicBezTo>
                    <a:cubicBezTo>
                      <a:pt x="1331" y="1062"/>
                      <a:pt x="1274" y="998"/>
                      <a:pt x="1210" y="942"/>
                    </a:cubicBezTo>
                    <a:cubicBezTo>
                      <a:pt x="1034" y="765"/>
                      <a:pt x="949" y="588"/>
                      <a:pt x="977" y="411"/>
                    </a:cubicBezTo>
                    <a:cubicBezTo>
                      <a:pt x="977" y="383"/>
                      <a:pt x="1005" y="319"/>
                      <a:pt x="1034" y="291"/>
                    </a:cubicBezTo>
                    <a:cubicBezTo>
                      <a:pt x="1097" y="291"/>
                      <a:pt x="1154" y="319"/>
                      <a:pt x="1210" y="354"/>
                    </a:cubicBezTo>
                    <a:lnTo>
                      <a:pt x="1946" y="942"/>
                    </a:lnTo>
                    <a:cubicBezTo>
                      <a:pt x="2066" y="1026"/>
                      <a:pt x="2187" y="1090"/>
                      <a:pt x="2300" y="1175"/>
                    </a:cubicBezTo>
                    <a:cubicBezTo>
                      <a:pt x="2392" y="1239"/>
                      <a:pt x="2512" y="1324"/>
                      <a:pt x="2625" y="1380"/>
                    </a:cubicBezTo>
                    <a:cubicBezTo>
                      <a:pt x="2717" y="1472"/>
                      <a:pt x="2802" y="1529"/>
                      <a:pt x="2866" y="1557"/>
                    </a:cubicBezTo>
                    <a:cubicBezTo>
                      <a:pt x="2979" y="1649"/>
                      <a:pt x="3071" y="1706"/>
                      <a:pt x="3156" y="1769"/>
                    </a:cubicBezTo>
                    <a:cubicBezTo>
                      <a:pt x="3425" y="1974"/>
                      <a:pt x="3630" y="2236"/>
                      <a:pt x="3750" y="2533"/>
                    </a:cubicBezTo>
                    <a:cubicBezTo>
                      <a:pt x="3778" y="2590"/>
                      <a:pt x="3807" y="2654"/>
                      <a:pt x="3807" y="2710"/>
                    </a:cubicBezTo>
                    <a:cubicBezTo>
                      <a:pt x="3835" y="2795"/>
                      <a:pt x="3863" y="2887"/>
                      <a:pt x="3927" y="2972"/>
                    </a:cubicBezTo>
                    <a:cubicBezTo>
                      <a:pt x="4012" y="3149"/>
                      <a:pt x="4104" y="3326"/>
                      <a:pt x="4160" y="3502"/>
                    </a:cubicBezTo>
                    <a:cubicBezTo>
                      <a:pt x="4366" y="3920"/>
                      <a:pt x="4542" y="4302"/>
                      <a:pt x="4719" y="4712"/>
                    </a:cubicBezTo>
                    <a:cubicBezTo>
                      <a:pt x="4868" y="5038"/>
                      <a:pt x="5016" y="5335"/>
                      <a:pt x="5165" y="5660"/>
                    </a:cubicBezTo>
                    <a:cubicBezTo>
                      <a:pt x="5306" y="5950"/>
                      <a:pt x="5427" y="6191"/>
                      <a:pt x="5519" y="6396"/>
                    </a:cubicBezTo>
                    <a:cubicBezTo>
                      <a:pt x="5809" y="7011"/>
                      <a:pt x="6226" y="7542"/>
                      <a:pt x="6608" y="8101"/>
                    </a:cubicBezTo>
                    <a:cubicBezTo>
                      <a:pt x="6898" y="8518"/>
                      <a:pt x="7224" y="8957"/>
                      <a:pt x="7492" y="9431"/>
                    </a:cubicBezTo>
                    <a:cubicBezTo>
                      <a:pt x="7549" y="9551"/>
                      <a:pt x="7606" y="9636"/>
                      <a:pt x="7669" y="9756"/>
                    </a:cubicBezTo>
                    <a:cubicBezTo>
                      <a:pt x="7846" y="10110"/>
                      <a:pt x="8051" y="10725"/>
                      <a:pt x="8023" y="11228"/>
                    </a:cubicBezTo>
                    <a:cubicBezTo>
                      <a:pt x="8023" y="11815"/>
                      <a:pt x="7549" y="12381"/>
                      <a:pt x="7139" y="12791"/>
                    </a:cubicBezTo>
                    <a:cubicBezTo>
                      <a:pt x="6898" y="13053"/>
                      <a:pt x="6608" y="13322"/>
                      <a:pt x="6254" y="13378"/>
                    </a:cubicBezTo>
                    <a:cubicBezTo>
                      <a:pt x="6106" y="13407"/>
                      <a:pt x="5986" y="13499"/>
                      <a:pt x="5901" y="13527"/>
                    </a:cubicBezTo>
                    <a:cubicBezTo>
                      <a:pt x="5809" y="13583"/>
                      <a:pt x="5724" y="13619"/>
                      <a:pt x="5660" y="13619"/>
                    </a:cubicBezTo>
                    <a:cubicBezTo>
                      <a:pt x="5575" y="13619"/>
                      <a:pt x="5519" y="13583"/>
                      <a:pt x="5427" y="13527"/>
                    </a:cubicBezTo>
                    <a:cubicBezTo>
                      <a:pt x="5101" y="13322"/>
                      <a:pt x="4691" y="12586"/>
                      <a:pt x="4542" y="12232"/>
                    </a:cubicBezTo>
                    <a:cubicBezTo>
                      <a:pt x="4160" y="11320"/>
                      <a:pt x="3892" y="10372"/>
                      <a:pt x="3658" y="9459"/>
                    </a:cubicBezTo>
                    <a:cubicBezTo>
                      <a:pt x="3481" y="8844"/>
                      <a:pt x="3361" y="8193"/>
                      <a:pt x="3220" y="7542"/>
                    </a:cubicBezTo>
                    <a:cubicBezTo>
                      <a:pt x="2951" y="6396"/>
                      <a:pt x="2717" y="5243"/>
                      <a:pt x="2335" y="4125"/>
                    </a:cubicBezTo>
                    <a:cubicBezTo>
                      <a:pt x="2272" y="4005"/>
                      <a:pt x="2243" y="3856"/>
                      <a:pt x="2123" y="3743"/>
                    </a:cubicBezTo>
                    <a:cubicBezTo>
                      <a:pt x="1918" y="3502"/>
                      <a:pt x="1628" y="3361"/>
                      <a:pt x="1359" y="3212"/>
                    </a:cubicBezTo>
                    <a:cubicBezTo>
                      <a:pt x="1239" y="3149"/>
                      <a:pt x="1126" y="3092"/>
                      <a:pt x="1005" y="3036"/>
                    </a:cubicBezTo>
                    <a:cubicBezTo>
                      <a:pt x="623" y="2795"/>
                      <a:pt x="326" y="2208"/>
                      <a:pt x="213" y="1946"/>
                    </a:cubicBezTo>
                    <a:cubicBezTo>
                      <a:pt x="149" y="1826"/>
                      <a:pt x="93" y="1706"/>
                      <a:pt x="93" y="1592"/>
                    </a:cubicBezTo>
                    <a:cubicBezTo>
                      <a:pt x="64" y="1444"/>
                      <a:pt x="93" y="1295"/>
                      <a:pt x="178" y="1175"/>
                    </a:cubicBezTo>
                    <a:cubicBezTo>
                      <a:pt x="241" y="1090"/>
                      <a:pt x="241" y="1026"/>
                      <a:pt x="241" y="970"/>
                    </a:cubicBezTo>
                    <a:cubicBezTo>
                      <a:pt x="270" y="913"/>
                      <a:pt x="270" y="850"/>
                      <a:pt x="298" y="793"/>
                    </a:cubicBezTo>
                    <a:cubicBezTo>
                      <a:pt x="326" y="736"/>
                      <a:pt x="354" y="708"/>
                      <a:pt x="390" y="708"/>
                    </a:cubicBezTo>
                    <a:cubicBezTo>
                      <a:pt x="404" y="722"/>
                      <a:pt x="411" y="729"/>
                      <a:pt x="415" y="729"/>
                    </a:cubicBezTo>
                    <a:cubicBezTo>
                      <a:pt x="418" y="729"/>
                      <a:pt x="418" y="722"/>
                      <a:pt x="418" y="708"/>
                    </a:cubicBezTo>
                    <a:cubicBezTo>
                      <a:pt x="446" y="708"/>
                      <a:pt x="446" y="708"/>
                      <a:pt x="446" y="673"/>
                    </a:cubicBezTo>
                    <a:cubicBezTo>
                      <a:pt x="418" y="531"/>
                      <a:pt x="418" y="383"/>
                      <a:pt x="446" y="234"/>
                    </a:cubicBezTo>
                    <a:cubicBezTo>
                      <a:pt x="446" y="178"/>
                      <a:pt x="446" y="142"/>
                      <a:pt x="475" y="114"/>
                    </a:cubicBezTo>
                    <a:cubicBezTo>
                      <a:pt x="503" y="86"/>
                      <a:pt x="531" y="57"/>
                      <a:pt x="567" y="57"/>
                    </a:cubicBezTo>
                    <a:close/>
                    <a:moveTo>
                      <a:pt x="567" y="1"/>
                    </a:moveTo>
                    <a:cubicBezTo>
                      <a:pt x="531" y="1"/>
                      <a:pt x="475" y="29"/>
                      <a:pt x="446" y="57"/>
                    </a:cubicBezTo>
                    <a:cubicBezTo>
                      <a:pt x="418" y="114"/>
                      <a:pt x="390" y="178"/>
                      <a:pt x="390" y="234"/>
                    </a:cubicBezTo>
                    <a:cubicBezTo>
                      <a:pt x="354" y="383"/>
                      <a:pt x="354" y="496"/>
                      <a:pt x="390" y="644"/>
                    </a:cubicBezTo>
                    <a:cubicBezTo>
                      <a:pt x="326" y="644"/>
                      <a:pt x="270" y="708"/>
                      <a:pt x="241" y="765"/>
                    </a:cubicBezTo>
                    <a:cubicBezTo>
                      <a:pt x="213" y="821"/>
                      <a:pt x="213" y="885"/>
                      <a:pt x="178" y="942"/>
                    </a:cubicBezTo>
                    <a:cubicBezTo>
                      <a:pt x="178" y="1026"/>
                      <a:pt x="178" y="1090"/>
                      <a:pt x="121" y="1147"/>
                    </a:cubicBezTo>
                    <a:cubicBezTo>
                      <a:pt x="36" y="1267"/>
                      <a:pt x="1" y="1444"/>
                      <a:pt x="36" y="1592"/>
                    </a:cubicBezTo>
                    <a:cubicBezTo>
                      <a:pt x="36" y="1706"/>
                      <a:pt x="93" y="1854"/>
                      <a:pt x="149" y="1974"/>
                    </a:cubicBezTo>
                    <a:cubicBezTo>
                      <a:pt x="298" y="2264"/>
                      <a:pt x="595" y="2859"/>
                      <a:pt x="977" y="3064"/>
                    </a:cubicBezTo>
                    <a:cubicBezTo>
                      <a:pt x="1097" y="3149"/>
                      <a:pt x="1210" y="3212"/>
                      <a:pt x="1331" y="3269"/>
                    </a:cubicBezTo>
                    <a:cubicBezTo>
                      <a:pt x="1592" y="3418"/>
                      <a:pt x="1890" y="3566"/>
                      <a:pt x="2095" y="3771"/>
                    </a:cubicBezTo>
                    <a:cubicBezTo>
                      <a:pt x="2187" y="3892"/>
                      <a:pt x="2215" y="4005"/>
                      <a:pt x="2272" y="4125"/>
                    </a:cubicBezTo>
                    <a:cubicBezTo>
                      <a:pt x="2654" y="5243"/>
                      <a:pt x="2894" y="6424"/>
                      <a:pt x="3156" y="7542"/>
                    </a:cubicBezTo>
                    <a:cubicBezTo>
                      <a:pt x="3304" y="8193"/>
                      <a:pt x="3425" y="8844"/>
                      <a:pt x="3602" y="9487"/>
                    </a:cubicBezTo>
                    <a:cubicBezTo>
                      <a:pt x="3835" y="10400"/>
                      <a:pt x="4104" y="11348"/>
                      <a:pt x="4486" y="12261"/>
                    </a:cubicBezTo>
                    <a:cubicBezTo>
                      <a:pt x="4634" y="12586"/>
                      <a:pt x="5045" y="13350"/>
                      <a:pt x="5398" y="13583"/>
                    </a:cubicBezTo>
                    <a:cubicBezTo>
                      <a:pt x="5483" y="13647"/>
                      <a:pt x="5575" y="13675"/>
                      <a:pt x="5660" y="13675"/>
                    </a:cubicBezTo>
                    <a:cubicBezTo>
                      <a:pt x="5752" y="13675"/>
                      <a:pt x="5837" y="13647"/>
                      <a:pt x="5929" y="13583"/>
                    </a:cubicBezTo>
                    <a:cubicBezTo>
                      <a:pt x="6014" y="13527"/>
                      <a:pt x="6106" y="13470"/>
                      <a:pt x="6283" y="13442"/>
                    </a:cubicBezTo>
                    <a:cubicBezTo>
                      <a:pt x="6636" y="13378"/>
                      <a:pt x="6934" y="13117"/>
                      <a:pt x="7195" y="12819"/>
                    </a:cubicBezTo>
                    <a:cubicBezTo>
                      <a:pt x="7606" y="12409"/>
                      <a:pt x="8080" y="11850"/>
                      <a:pt x="8080" y="11228"/>
                    </a:cubicBezTo>
                    <a:cubicBezTo>
                      <a:pt x="8108" y="10697"/>
                      <a:pt x="7903" y="10082"/>
                      <a:pt x="7698" y="9728"/>
                    </a:cubicBezTo>
                    <a:cubicBezTo>
                      <a:pt x="7669" y="9608"/>
                      <a:pt x="7606" y="9516"/>
                      <a:pt x="7549" y="9402"/>
                    </a:cubicBezTo>
                    <a:cubicBezTo>
                      <a:pt x="7287" y="8928"/>
                      <a:pt x="6962" y="8490"/>
                      <a:pt x="6636" y="8044"/>
                    </a:cubicBezTo>
                    <a:cubicBezTo>
                      <a:pt x="6254" y="7514"/>
                      <a:pt x="5872" y="6983"/>
                      <a:pt x="5575" y="6396"/>
                    </a:cubicBezTo>
                    <a:cubicBezTo>
                      <a:pt x="5455" y="6155"/>
                      <a:pt x="5342" y="5922"/>
                      <a:pt x="5222" y="5625"/>
                    </a:cubicBezTo>
                    <a:cubicBezTo>
                      <a:pt x="5073" y="5335"/>
                      <a:pt x="4924" y="5009"/>
                      <a:pt x="4776" y="4684"/>
                    </a:cubicBezTo>
                    <a:cubicBezTo>
                      <a:pt x="4599" y="4302"/>
                      <a:pt x="4422" y="3892"/>
                      <a:pt x="4217" y="3474"/>
                    </a:cubicBezTo>
                    <a:cubicBezTo>
                      <a:pt x="4132" y="3297"/>
                      <a:pt x="4068" y="3120"/>
                      <a:pt x="3984" y="2944"/>
                    </a:cubicBezTo>
                    <a:cubicBezTo>
                      <a:pt x="3927" y="2887"/>
                      <a:pt x="3892" y="2795"/>
                      <a:pt x="3863" y="2710"/>
                    </a:cubicBezTo>
                    <a:cubicBezTo>
                      <a:pt x="3835" y="2654"/>
                      <a:pt x="3835" y="2562"/>
                      <a:pt x="3807" y="2505"/>
                    </a:cubicBezTo>
                    <a:cubicBezTo>
                      <a:pt x="3686" y="2208"/>
                      <a:pt x="3453" y="1946"/>
                      <a:pt x="3184" y="1734"/>
                    </a:cubicBezTo>
                    <a:cubicBezTo>
                      <a:pt x="3099" y="1649"/>
                      <a:pt x="3007" y="1592"/>
                      <a:pt x="2894" y="1529"/>
                    </a:cubicBezTo>
                    <a:cubicBezTo>
                      <a:pt x="2830" y="1472"/>
                      <a:pt x="2746" y="1416"/>
                      <a:pt x="2654" y="1352"/>
                    </a:cubicBezTo>
                    <a:cubicBezTo>
                      <a:pt x="2540" y="1267"/>
                      <a:pt x="2448" y="1203"/>
                      <a:pt x="2335" y="1118"/>
                    </a:cubicBezTo>
                    <a:cubicBezTo>
                      <a:pt x="2215" y="1062"/>
                      <a:pt x="2095" y="970"/>
                      <a:pt x="1982" y="885"/>
                    </a:cubicBezTo>
                    <a:lnTo>
                      <a:pt x="1239" y="319"/>
                    </a:lnTo>
                    <a:cubicBezTo>
                      <a:pt x="1182" y="262"/>
                      <a:pt x="1154" y="234"/>
                      <a:pt x="1062" y="234"/>
                    </a:cubicBezTo>
                    <a:lnTo>
                      <a:pt x="1034" y="234"/>
                    </a:lnTo>
                    <a:cubicBezTo>
                      <a:pt x="977" y="262"/>
                      <a:pt x="949" y="319"/>
                      <a:pt x="920" y="411"/>
                    </a:cubicBezTo>
                    <a:cubicBezTo>
                      <a:pt x="885" y="588"/>
                      <a:pt x="977" y="793"/>
                      <a:pt x="1182" y="998"/>
                    </a:cubicBezTo>
                    <a:cubicBezTo>
                      <a:pt x="1239" y="1062"/>
                      <a:pt x="1302" y="1090"/>
                      <a:pt x="1359" y="1147"/>
                    </a:cubicBezTo>
                    <a:cubicBezTo>
                      <a:pt x="1508" y="1267"/>
                      <a:pt x="1684" y="1416"/>
                      <a:pt x="1769" y="1592"/>
                    </a:cubicBezTo>
                    <a:cubicBezTo>
                      <a:pt x="1861" y="1677"/>
                      <a:pt x="1861" y="1769"/>
                      <a:pt x="1861" y="1826"/>
                    </a:cubicBezTo>
                    <a:cubicBezTo>
                      <a:pt x="1833" y="1854"/>
                      <a:pt x="1769" y="1854"/>
                      <a:pt x="1741" y="1854"/>
                    </a:cubicBezTo>
                    <a:cubicBezTo>
                      <a:pt x="1592" y="1854"/>
                      <a:pt x="1359" y="1769"/>
                      <a:pt x="1274" y="1649"/>
                    </a:cubicBezTo>
                    <a:cubicBezTo>
                      <a:pt x="1154" y="1529"/>
                      <a:pt x="1097" y="1380"/>
                      <a:pt x="1034" y="1239"/>
                    </a:cubicBezTo>
                    <a:cubicBezTo>
                      <a:pt x="949" y="1062"/>
                      <a:pt x="920" y="885"/>
                      <a:pt x="885" y="736"/>
                    </a:cubicBezTo>
                    <a:cubicBezTo>
                      <a:pt x="857" y="644"/>
                      <a:pt x="828" y="560"/>
                      <a:pt x="828" y="468"/>
                    </a:cubicBezTo>
                    <a:cubicBezTo>
                      <a:pt x="800" y="439"/>
                      <a:pt x="800" y="439"/>
                      <a:pt x="800" y="411"/>
                    </a:cubicBezTo>
                    <a:cubicBezTo>
                      <a:pt x="772" y="262"/>
                      <a:pt x="708" y="1"/>
                      <a:pt x="5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3"/>
              <p:cNvSpPr/>
              <p:nvPr/>
            </p:nvSpPr>
            <p:spPr>
              <a:xfrm>
                <a:off x="2984086" y="4043030"/>
                <a:ext cx="21824" cy="48858"/>
              </a:xfrm>
              <a:custGeom>
                <a:avLst/>
                <a:gdLst/>
                <a:ahLst/>
                <a:cxnLst/>
                <a:rect l="l" t="t" r="r" b="b"/>
                <a:pathLst>
                  <a:path w="645" h="1444" extrusionOk="0">
                    <a:moveTo>
                      <a:pt x="29" y="0"/>
                    </a:moveTo>
                    <a:cubicBezTo>
                      <a:pt x="1" y="0"/>
                      <a:pt x="1" y="28"/>
                      <a:pt x="1" y="57"/>
                    </a:cubicBezTo>
                    <a:lnTo>
                      <a:pt x="114" y="531"/>
                    </a:lnTo>
                    <a:cubicBezTo>
                      <a:pt x="234" y="884"/>
                      <a:pt x="354" y="1210"/>
                      <a:pt x="616" y="1415"/>
                    </a:cubicBezTo>
                    <a:lnTo>
                      <a:pt x="616" y="1443"/>
                    </a:lnTo>
                    <a:lnTo>
                      <a:pt x="645" y="1415"/>
                    </a:lnTo>
                    <a:lnTo>
                      <a:pt x="645" y="1387"/>
                    </a:lnTo>
                    <a:cubicBezTo>
                      <a:pt x="383" y="1182"/>
                      <a:pt x="291" y="856"/>
                      <a:pt x="178" y="502"/>
                    </a:cubicBezTo>
                    <a:lnTo>
                      <a:pt x="57" y="28"/>
                    </a:ln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3"/>
              <p:cNvSpPr/>
              <p:nvPr/>
            </p:nvSpPr>
            <p:spPr>
              <a:xfrm>
                <a:off x="2975966" y="4060015"/>
                <a:ext cx="22060" cy="44798"/>
              </a:xfrm>
              <a:custGeom>
                <a:avLst/>
                <a:gdLst/>
                <a:ahLst/>
                <a:cxnLst/>
                <a:rect l="l" t="t" r="r" b="b"/>
                <a:pathLst>
                  <a:path w="652" h="1324" extrusionOk="0">
                    <a:moveTo>
                      <a:pt x="29" y="0"/>
                    </a:moveTo>
                    <a:cubicBezTo>
                      <a:pt x="0" y="0"/>
                      <a:pt x="0" y="0"/>
                      <a:pt x="0" y="29"/>
                    </a:cubicBezTo>
                    <a:cubicBezTo>
                      <a:pt x="92" y="439"/>
                      <a:pt x="269" y="856"/>
                      <a:pt x="531" y="1210"/>
                    </a:cubicBezTo>
                    <a:cubicBezTo>
                      <a:pt x="559" y="1267"/>
                      <a:pt x="594" y="1295"/>
                      <a:pt x="623" y="1323"/>
                    </a:cubicBezTo>
                    <a:cubicBezTo>
                      <a:pt x="651" y="1323"/>
                      <a:pt x="651" y="1323"/>
                      <a:pt x="651" y="1295"/>
                    </a:cubicBezTo>
                    <a:lnTo>
                      <a:pt x="651" y="1267"/>
                    </a:lnTo>
                    <a:cubicBezTo>
                      <a:pt x="623" y="1238"/>
                      <a:pt x="594" y="1210"/>
                      <a:pt x="594" y="1182"/>
                    </a:cubicBezTo>
                    <a:cubicBezTo>
                      <a:pt x="326" y="856"/>
                      <a:pt x="149" y="439"/>
                      <a:pt x="64" y="29"/>
                    </a:cubicBezTo>
                    <a:cubicBezTo>
                      <a:pt x="64"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3"/>
              <p:cNvSpPr/>
              <p:nvPr/>
            </p:nvSpPr>
            <p:spPr>
              <a:xfrm>
                <a:off x="3098756" y="4110769"/>
                <a:ext cx="1929" cy="13196"/>
              </a:xfrm>
              <a:custGeom>
                <a:avLst/>
                <a:gdLst/>
                <a:ahLst/>
                <a:cxnLst/>
                <a:rect l="l" t="t" r="r" b="b"/>
                <a:pathLst>
                  <a:path w="57" h="390" extrusionOk="0">
                    <a:moveTo>
                      <a:pt x="57" y="0"/>
                    </a:moveTo>
                    <a:lnTo>
                      <a:pt x="0" y="389"/>
                    </a:lnTo>
                    <a:cubicBezTo>
                      <a:pt x="29" y="269"/>
                      <a:pt x="57" y="149"/>
                      <a:pt x="5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3"/>
              <p:cNvSpPr/>
              <p:nvPr/>
            </p:nvSpPr>
            <p:spPr>
              <a:xfrm>
                <a:off x="3097809" y="4109788"/>
                <a:ext cx="3857" cy="15124"/>
              </a:xfrm>
              <a:custGeom>
                <a:avLst/>
                <a:gdLst/>
                <a:ahLst/>
                <a:cxnLst/>
                <a:rect l="l" t="t" r="r" b="b"/>
                <a:pathLst>
                  <a:path w="114" h="447" extrusionOk="0">
                    <a:moveTo>
                      <a:pt x="85" y="1"/>
                    </a:moveTo>
                    <a:cubicBezTo>
                      <a:pt x="57" y="1"/>
                      <a:pt x="57" y="29"/>
                      <a:pt x="57" y="29"/>
                    </a:cubicBezTo>
                    <a:cubicBezTo>
                      <a:pt x="57" y="149"/>
                      <a:pt x="28" y="298"/>
                      <a:pt x="0" y="418"/>
                    </a:cubicBezTo>
                    <a:cubicBezTo>
                      <a:pt x="0" y="418"/>
                      <a:pt x="0" y="447"/>
                      <a:pt x="28" y="447"/>
                    </a:cubicBezTo>
                    <a:cubicBezTo>
                      <a:pt x="28" y="447"/>
                      <a:pt x="57" y="447"/>
                      <a:pt x="57" y="418"/>
                    </a:cubicBezTo>
                    <a:cubicBezTo>
                      <a:pt x="85" y="298"/>
                      <a:pt x="113" y="178"/>
                      <a:pt x="113" y="29"/>
                    </a:cubicBezTo>
                    <a:lnTo>
                      <a:pt x="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3"/>
              <p:cNvSpPr/>
              <p:nvPr/>
            </p:nvSpPr>
            <p:spPr>
              <a:xfrm>
                <a:off x="3508542" y="4013085"/>
                <a:ext cx="133851" cy="156318"/>
              </a:xfrm>
              <a:custGeom>
                <a:avLst/>
                <a:gdLst/>
                <a:ahLst/>
                <a:cxnLst/>
                <a:rect l="l" t="t" r="r" b="b"/>
                <a:pathLst>
                  <a:path w="3956" h="4620" extrusionOk="0">
                    <a:moveTo>
                      <a:pt x="298" y="1"/>
                    </a:moveTo>
                    <a:lnTo>
                      <a:pt x="298" y="1"/>
                    </a:lnTo>
                    <a:cubicBezTo>
                      <a:pt x="326" y="1005"/>
                      <a:pt x="270" y="1946"/>
                      <a:pt x="206" y="2802"/>
                    </a:cubicBezTo>
                    <a:cubicBezTo>
                      <a:pt x="178" y="3213"/>
                      <a:pt x="149" y="3510"/>
                      <a:pt x="1" y="3863"/>
                    </a:cubicBezTo>
                    <a:cubicBezTo>
                      <a:pt x="680" y="4161"/>
                      <a:pt x="1154" y="4514"/>
                      <a:pt x="1861" y="4571"/>
                    </a:cubicBezTo>
                    <a:cubicBezTo>
                      <a:pt x="2087" y="4601"/>
                      <a:pt x="2339" y="4620"/>
                      <a:pt x="2597" y="4620"/>
                    </a:cubicBezTo>
                    <a:cubicBezTo>
                      <a:pt x="3074" y="4620"/>
                      <a:pt x="3570" y="4554"/>
                      <a:pt x="3955" y="4366"/>
                    </a:cubicBezTo>
                    <a:cubicBezTo>
                      <a:pt x="3481" y="3099"/>
                      <a:pt x="3602" y="1798"/>
                      <a:pt x="3566" y="531"/>
                    </a:cubicBezTo>
                    <a:cubicBezTo>
                      <a:pt x="3566" y="355"/>
                      <a:pt x="3566" y="178"/>
                      <a:pt x="3538" y="29"/>
                    </a:cubicBezTo>
                    <a:lnTo>
                      <a:pt x="298" y="1"/>
                    </a:lnTo>
                    <a:close/>
                  </a:path>
                </a:pathLst>
              </a:custGeom>
              <a:solidFill>
                <a:srgbClr val="FF4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3"/>
              <p:cNvSpPr/>
              <p:nvPr/>
            </p:nvSpPr>
            <p:spPr>
              <a:xfrm>
                <a:off x="3314189" y="4099874"/>
                <a:ext cx="514664" cy="610519"/>
              </a:xfrm>
              <a:custGeom>
                <a:avLst/>
                <a:gdLst/>
                <a:ahLst/>
                <a:cxnLst/>
                <a:rect l="l" t="t" r="r" b="b"/>
                <a:pathLst>
                  <a:path w="15211" h="18044" extrusionOk="0">
                    <a:moveTo>
                      <a:pt x="7102" y="0"/>
                    </a:moveTo>
                    <a:cubicBezTo>
                      <a:pt x="6984" y="0"/>
                      <a:pt x="6867" y="1"/>
                      <a:pt x="6749" y="4"/>
                    </a:cubicBezTo>
                    <a:cubicBezTo>
                      <a:pt x="5306" y="32"/>
                      <a:pt x="2059" y="824"/>
                      <a:pt x="1146" y="1978"/>
                    </a:cubicBezTo>
                    <a:cubicBezTo>
                      <a:pt x="0" y="3506"/>
                      <a:pt x="616" y="5748"/>
                      <a:pt x="1825" y="7043"/>
                    </a:cubicBezTo>
                    <a:cubicBezTo>
                      <a:pt x="1592" y="8281"/>
                      <a:pt x="1387" y="9491"/>
                      <a:pt x="1267" y="10729"/>
                    </a:cubicBezTo>
                    <a:cubicBezTo>
                      <a:pt x="1146" y="11818"/>
                      <a:pt x="1295" y="12971"/>
                      <a:pt x="913" y="14004"/>
                    </a:cubicBezTo>
                    <a:cubicBezTo>
                      <a:pt x="821" y="14181"/>
                      <a:pt x="736" y="14358"/>
                      <a:pt x="708" y="14563"/>
                    </a:cubicBezTo>
                    <a:cubicBezTo>
                      <a:pt x="679" y="14768"/>
                      <a:pt x="679" y="14945"/>
                      <a:pt x="708" y="15150"/>
                    </a:cubicBezTo>
                    <a:cubicBezTo>
                      <a:pt x="856" y="16155"/>
                      <a:pt x="1323" y="17187"/>
                      <a:pt x="2208" y="17654"/>
                    </a:cubicBezTo>
                    <a:cubicBezTo>
                      <a:pt x="2858" y="18043"/>
                      <a:pt x="3622" y="18043"/>
                      <a:pt x="4358" y="18043"/>
                    </a:cubicBezTo>
                    <a:cubicBezTo>
                      <a:pt x="7280" y="18008"/>
                      <a:pt x="10194" y="17718"/>
                      <a:pt x="13088" y="17393"/>
                    </a:cubicBezTo>
                    <a:cubicBezTo>
                      <a:pt x="13265" y="17393"/>
                      <a:pt x="13442" y="17364"/>
                      <a:pt x="13590" y="17336"/>
                    </a:cubicBezTo>
                    <a:cubicBezTo>
                      <a:pt x="13767" y="17301"/>
                      <a:pt x="13944" y="17272"/>
                      <a:pt x="14085" y="17187"/>
                    </a:cubicBezTo>
                    <a:cubicBezTo>
                      <a:pt x="14616" y="16982"/>
                      <a:pt x="15033" y="16452"/>
                      <a:pt x="15090" y="15886"/>
                    </a:cubicBezTo>
                    <a:cubicBezTo>
                      <a:pt x="15210" y="15037"/>
                      <a:pt x="14736" y="14266"/>
                      <a:pt x="14588" y="13445"/>
                    </a:cubicBezTo>
                    <a:cubicBezTo>
                      <a:pt x="14503" y="13056"/>
                      <a:pt x="14503" y="12646"/>
                      <a:pt x="14326" y="12292"/>
                    </a:cubicBezTo>
                    <a:cubicBezTo>
                      <a:pt x="14234" y="12115"/>
                      <a:pt x="14121" y="11967"/>
                      <a:pt x="14029" y="11818"/>
                    </a:cubicBezTo>
                    <a:cubicBezTo>
                      <a:pt x="13732" y="11231"/>
                      <a:pt x="13972" y="10700"/>
                      <a:pt x="13944" y="10113"/>
                    </a:cubicBezTo>
                    <a:cubicBezTo>
                      <a:pt x="13944" y="9554"/>
                      <a:pt x="13880" y="8988"/>
                      <a:pt x="13880" y="8401"/>
                    </a:cubicBezTo>
                    <a:cubicBezTo>
                      <a:pt x="13880" y="8047"/>
                      <a:pt x="13880" y="7665"/>
                      <a:pt x="13944" y="7283"/>
                    </a:cubicBezTo>
                    <a:cubicBezTo>
                      <a:pt x="14000" y="6901"/>
                      <a:pt x="14149" y="6512"/>
                      <a:pt x="14206" y="6130"/>
                    </a:cubicBezTo>
                    <a:cubicBezTo>
                      <a:pt x="14588" y="4213"/>
                      <a:pt x="13526" y="1829"/>
                      <a:pt x="11730" y="945"/>
                    </a:cubicBezTo>
                    <a:cubicBezTo>
                      <a:pt x="10333" y="233"/>
                      <a:pt x="8702" y="0"/>
                      <a:pt x="71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3"/>
              <p:cNvSpPr/>
              <p:nvPr/>
            </p:nvSpPr>
            <p:spPr>
              <a:xfrm>
                <a:off x="3063804" y="4101904"/>
                <a:ext cx="450750" cy="394009"/>
              </a:xfrm>
              <a:custGeom>
                <a:avLst/>
                <a:gdLst/>
                <a:ahLst/>
                <a:cxnLst/>
                <a:rect l="l" t="t" r="r" b="b"/>
                <a:pathLst>
                  <a:path w="13322" h="11645" extrusionOk="0">
                    <a:moveTo>
                      <a:pt x="13322" y="0"/>
                    </a:moveTo>
                    <a:lnTo>
                      <a:pt x="13322" y="0"/>
                    </a:lnTo>
                    <a:cubicBezTo>
                      <a:pt x="13088" y="29"/>
                      <a:pt x="12855" y="57"/>
                      <a:pt x="12614" y="85"/>
                    </a:cubicBezTo>
                    <a:cubicBezTo>
                      <a:pt x="11114" y="326"/>
                      <a:pt x="9699" y="941"/>
                      <a:pt x="8490" y="1889"/>
                    </a:cubicBezTo>
                    <a:cubicBezTo>
                      <a:pt x="7690" y="2505"/>
                      <a:pt x="6983" y="3240"/>
                      <a:pt x="6339" y="4012"/>
                    </a:cubicBezTo>
                    <a:cubicBezTo>
                      <a:pt x="5717" y="4747"/>
                      <a:pt x="5158" y="5745"/>
                      <a:pt x="4422" y="6339"/>
                    </a:cubicBezTo>
                    <a:cubicBezTo>
                      <a:pt x="4040" y="5780"/>
                      <a:pt x="3715" y="5186"/>
                      <a:pt x="3417" y="4599"/>
                    </a:cubicBezTo>
                    <a:cubicBezTo>
                      <a:pt x="3361" y="4450"/>
                      <a:pt x="3269" y="4273"/>
                      <a:pt x="3156" y="4153"/>
                    </a:cubicBezTo>
                    <a:cubicBezTo>
                      <a:pt x="3092" y="4040"/>
                      <a:pt x="2979" y="3976"/>
                      <a:pt x="2915" y="3863"/>
                    </a:cubicBezTo>
                    <a:cubicBezTo>
                      <a:pt x="2802" y="3714"/>
                      <a:pt x="2802" y="3509"/>
                      <a:pt x="2710" y="3332"/>
                    </a:cubicBezTo>
                    <a:cubicBezTo>
                      <a:pt x="2653" y="3156"/>
                      <a:pt x="2533" y="2979"/>
                      <a:pt x="2328" y="2979"/>
                    </a:cubicBezTo>
                    <a:cubicBezTo>
                      <a:pt x="1741" y="3538"/>
                      <a:pt x="765" y="3594"/>
                      <a:pt x="121" y="4096"/>
                    </a:cubicBezTo>
                    <a:cubicBezTo>
                      <a:pt x="57" y="4125"/>
                      <a:pt x="29" y="4153"/>
                      <a:pt x="29" y="4217"/>
                    </a:cubicBezTo>
                    <a:cubicBezTo>
                      <a:pt x="1" y="4245"/>
                      <a:pt x="1" y="4273"/>
                      <a:pt x="29" y="4330"/>
                    </a:cubicBezTo>
                    <a:cubicBezTo>
                      <a:pt x="149" y="4981"/>
                      <a:pt x="234" y="5660"/>
                      <a:pt x="354" y="6339"/>
                    </a:cubicBezTo>
                    <a:cubicBezTo>
                      <a:pt x="503" y="6983"/>
                      <a:pt x="531" y="7690"/>
                      <a:pt x="736" y="8313"/>
                    </a:cubicBezTo>
                    <a:cubicBezTo>
                      <a:pt x="941" y="9225"/>
                      <a:pt x="1267" y="10138"/>
                      <a:pt x="1918" y="10789"/>
                    </a:cubicBezTo>
                    <a:cubicBezTo>
                      <a:pt x="2179" y="11051"/>
                      <a:pt x="2682" y="11291"/>
                      <a:pt x="3035" y="11440"/>
                    </a:cubicBezTo>
                    <a:cubicBezTo>
                      <a:pt x="3509" y="11617"/>
                      <a:pt x="4040" y="11645"/>
                      <a:pt x="4542" y="11645"/>
                    </a:cubicBezTo>
                    <a:cubicBezTo>
                      <a:pt x="5603" y="11617"/>
                      <a:pt x="6629" y="11263"/>
                      <a:pt x="7429" y="10584"/>
                    </a:cubicBezTo>
                    <a:cubicBezTo>
                      <a:pt x="7754" y="10315"/>
                      <a:pt x="8044" y="9989"/>
                      <a:pt x="8341" y="9699"/>
                    </a:cubicBezTo>
                    <a:cubicBezTo>
                      <a:pt x="8872" y="9105"/>
                      <a:pt x="9402" y="8610"/>
                      <a:pt x="9756" y="7902"/>
                    </a:cubicBezTo>
                    <a:cubicBezTo>
                      <a:pt x="9990" y="7457"/>
                      <a:pt x="10258" y="6983"/>
                      <a:pt x="10520" y="6544"/>
                    </a:cubicBezTo>
                    <a:cubicBezTo>
                      <a:pt x="10665" y="6254"/>
                      <a:pt x="11513" y="4390"/>
                      <a:pt x="11967" y="4390"/>
                    </a:cubicBezTo>
                    <a:cubicBezTo>
                      <a:pt x="11978" y="4390"/>
                      <a:pt x="11988" y="4391"/>
                      <a:pt x="11999" y="4394"/>
                    </a:cubicBezTo>
                    <a:cubicBezTo>
                      <a:pt x="12204" y="4422"/>
                      <a:pt x="12409" y="4450"/>
                      <a:pt x="12642" y="4478"/>
                    </a:cubicBezTo>
                    <a:cubicBezTo>
                      <a:pt x="12642" y="3920"/>
                      <a:pt x="12678" y="3361"/>
                      <a:pt x="12706" y="2802"/>
                    </a:cubicBezTo>
                    <a:cubicBezTo>
                      <a:pt x="12734" y="2505"/>
                      <a:pt x="12734" y="2208"/>
                      <a:pt x="12734" y="1918"/>
                    </a:cubicBezTo>
                    <a:cubicBezTo>
                      <a:pt x="12734" y="1712"/>
                      <a:pt x="12642" y="1415"/>
                      <a:pt x="12678" y="1210"/>
                    </a:cubicBezTo>
                    <a:cubicBezTo>
                      <a:pt x="12791" y="764"/>
                      <a:pt x="13031" y="354"/>
                      <a:pt x="133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3"/>
              <p:cNvSpPr/>
              <p:nvPr/>
            </p:nvSpPr>
            <p:spPr>
              <a:xfrm>
                <a:off x="3615294" y="4107893"/>
                <a:ext cx="352155" cy="391031"/>
              </a:xfrm>
              <a:custGeom>
                <a:avLst/>
                <a:gdLst/>
                <a:ahLst/>
                <a:cxnLst/>
                <a:rect l="l" t="t" r="r" b="b"/>
                <a:pathLst>
                  <a:path w="10408" h="11557" extrusionOk="0">
                    <a:moveTo>
                      <a:pt x="1" y="0"/>
                    </a:moveTo>
                    <a:lnTo>
                      <a:pt x="1" y="4301"/>
                    </a:lnTo>
                    <a:cubicBezTo>
                      <a:pt x="206" y="4273"/>
                      <a:pt x="447" y="4245"/>
                      <a:pt x="652" y="4217"/>
                    </a:cubicBezTo>
                    <a:cubicBezTo>
                      <a:pt x="652" y="4216"/>
                      <a:pt x="652" y="4216"/>
                      <a:pt x="653" y="4216"/>
                    </a:cubicBezTo>
                    <a:cubicBezTo>
                      <a:pt x="781" y="4216"/>
                      <a:pt x="3242" y="8463"/>
                      <a:pt x="3538" y="8872"/>
                    </a:cubicBezTo>
                    <a:cubicBezTo>
                      <a:pt x="4422" y="10025"/>
                      <a:pt x="5483" y="11227"/>
                      <a:pt x="7019" y="11496"/>
                    </a:cubicBezTo>
                    <a:cubicBezTo>
                      <a:pt x="7216" y="11535"/>
                      <a:pt x="7428" y="11556"/>
                      <a:pt x="7646" y="11556"/>
                    </a:cubicBezTo>
                    <a:cubicBezTo>
                      <a:pt x="8572" y="11556"/>
                      <a:pt x="9590" y="11180"/>
                      <a:pt x="9877" y="10230"/>
                    </a:cubicBezTo>
                    <a:cubicBezTo>
                      <a:pt x="10407" y="8341"/>
                      <a:pt x="8370" y="5957"/>
                      <a:pt x="7280" y="4627"/>
                    </a:cubicBezTo>
                    <a:cubicBezTo>
                      <a:pt x="5894" y="2915"/>
                      <a:pt x="3715" y="439"/>
                      <a:pt x="1387" y="177"/>
                    </a:cubicBezTo>
                    <a:cubicBezTo>
                      <a:pt x="708" y="85"/>
                      <a:pt x="680" y="85"/>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3"/>
              <p:cNvSpPr/>
              <p:nvPr/>
            </p:nvSpPr>
            <p:spPr>
              <a:xfrm>
                <a:off x="3438908" y="3866644"/>
                <a:ext cx="165419" cy="192860"/>
              </a:xfrm>
              <a:custGeom>
                <a:avLst/>
                <a:gdLst/>
                <a:ahLst/>
                <a:cxnLst/>
                <a:rect l="l" t="t" r="r" b="b"/>
                <a:pathLst>
                  <a:path w="4889" h="5700" extrusionOk="0">
                    <a:moveTo>
                      <a:pt x="2467" y="1"/>
                    </a:moveTo>
                    <a:cubicBezTo>
                      <a:pt x="2339" y="1"/>
                      <a:pt x="2212" y="17"/>
                      <a:pt x="2087" y="56"/>
                    </a:cubicBezTo>
                    <a:cubicBezTo>
                      <a:pt x="1910" y="84"/>
                      <a:pt x="1733" y="176"/>
                      <a:pt x="1556" y="289"/>
                    </a:cubicBezTo>
                    <a:cubicBezTo>
                      <a:pt x="1443" y="353"/>
                      <a:pt x="1295" y="410"/>
                      <a:pt x="1174" y="530"/>
                    </a:cubicBezTo>
                    <a:cubicBezTo>
                      <a:pt x="884" y="792"/>
                      <a:pt x="672" y="1237"/>
                      <a:pt x="616" y="1619"/>
                    </a:cubicBezTo>
                    <a:cubicBezTo>
                      <a:pt x="531" y="1909"/>
                      <a:pt x="467" y="2235"/>
                      <a:pt x="439" y="2560"/>
                    </a:cubicBezTo>
                    <a:cubicBezTo>
                      <a:pt x="354" y="2794"/>
                      <a:pt x="234" y="3034"/>
                      <a:pt x="57" y="3239"/>
                    </a:cubicBezTo>
                    <a:cubicBezTo>
                      <a:pt x="0" y="3324"/>
                      <a:pt x="0" y="3445"/>
                      <a:pt x="85" y="3473"/>
                    </a:cubicBezTo>
                    <a:cubicBezTo>
                      <a:pt x="177" y="3501"/>
                      <a:pt x="262" y="3536"/>
                      <a:pt x="382" y="3536"/>
                    </a:cubicBezTo>
                    <a:cubicBezTo>
                      <a:pt x="354" y="3742"/>
                      <a:pt x="354" y="3947"/>
                      <a:pt x="382" y="4152"/>
                    </a:cubicBezTo>
                    <a:cubicBezTo>
                      <a:pt x="382" y="4626"/>
                      <a:pt x="467" y="5185"/>
                      <a:pt x="884" y="5482"/>
                    </a:cubicBezTo>
                    <a:cubicBezTo>
                      <a:pt x="1104" y="5635"/>
                      <a:pt x="1402" y="5699"/>
                      <a:pt x="1727" y="5699"/>
                    </a:cubicBezTo>
                    <a:cubicBezTo>
                      <a:pt x="2452" y="5699"/>
                      <a:pt x="3313" y="5383"/>
                      <a:pt x="3742" y="5036"/>
                    </a:cubicBezTo>
                    <a:cubicBezTo>
                      <a:pt x="4273" y="4598"/>
                      <a:pt x="4627" y="3947"/>
                      <a:pt x="4775" y="3268"/>
                    </a:cubicBezTo>
                    <a:cubicBezTo>
                      <a:pt x="4888" y="2652"/>
                      <a:pt x="4860" y="1973"/>
                      <a:pt x="4598" y="1414"/>
                    </a:cubicBezTo>
                    <a:cubicBezTo>
                      <a:pt x="4301" y="820"/>
                      <a:pt x="3856" y="438"/>
                      <a:pt x="3268" y="176"/>
                    </a:cubicBezTo>
                    <a:cubicBezTo>
                      <a:pt x="3009" y="75"/>
                      <a:pt x="2737" y="1"/>
                      <a:pt x="2467" y="1"/>
                    </a:cubicBezTo>
                    <a:close/>
                  </a:path>
                </a:pathLst>
              </a:custGeom>
              <a:solidFill>
                <a:srgbClr val="FCBA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3"/>
              <p:cNvSpPr/>
              <p:nvPr/>
            </p:nvSpPr>
            <p:spPr>
              <a:xfrm>
                <a:off x="3437690" y="3865392"/>
                <a:ext cx="167585" cy="194653"/>
              </a:xfrm>
              <a:custGeom>
                <a:avLst/>
                <a:gdLst/>
                <a:ahLst/>
                <a:cxnLst/>
                <a:rect l="l" t="t" r="r" b="b"/>
                <a:pathLst>
                  <a:path w="4953" h="5753" extrusionOk="0">
                    <a:moveTo>
                      <a:pt x="2512" y="65"/>
                    </a:moveTo>
                    <a:cubicBezTo>
                      <a:pt x="2746" y="65"/>
                      <a:pt x="3043" y="121"/>
                      <a:pt x="3304" y="241"/>
                    </a:cubicBezTo>
                    <a:cubicBezTo>
                      <a:pt x="3927" y="532"/>
                      <a:pt x="4337" y="921"/>
                      <a:pt x="4599" y="1451"/>
                    </a:cubicBezTo>
                    <a:cubicBezTo>
                      <a:pt x="4840" y="1982"/>
                      <a:pt x="4896" y="2626"/>
                      <a:pt x="4776" y="3276"/>
                    </a:cubicBezTo>
                    <a:cubicBezTo>
                      <a:pt x="4634" y="4012"/>
                      <a:pt x="4245" y="4635"/>
                      <a:pt x="3750" y="5073"/>
                    </a:cubicBezTo>
                    <a:cubicBezTo>
                      <a:pt x="3361" y="5370"/>
                      <a:pt x="2512" y="5696"/>
                      <a:pt x="1769" y="5696"/>
                    </a:cubicBezTo>
                    <a:cubicBezTo>
                      <a:pt x="1416" y="5696"/>
                      <a:pt x="1126" y="5632"/>
                      <a:pt x="949" y="5484"/>
                    </a:cubicBezTo>
                    <a:cubicBezTo>
                      <a:pt x="531" y="5194"/>
                      <a:pt x="446" y="4599"/>
                      <a:pt x="446" y="4189"/>
                    </a:cubicBezTo>
                    <a:cubicBezTo>
                      <a:pt x="446" y="3984"/>
                      <a:pt x="418" y="3779"/>
                      <a:pt x="446" y="3573"/>
                    </a:cubicBezTo>
                    <a:lnTo>
                      <a:pt x="418" y="3538"/>
                    </a:lnTo>
                    <a:cubicBezTo>
                      <a:pt x="326" y="3538"/>
                      <a:pt x="241" y="3510"/>
                      <a:pt x="149" y="3482"/>
                    </a:cubicBezTo>
                    <a:cubicBezTo>
                      <a:pt x="121" y="3453"/>
                      <a:pt x="93" y="3453"/>
                      <a:pt x="93" y="3397"/>
                    </a:cubicBezTo>
                    <a:cubicBezTo>
                      <a:pt x="64" y="3361"/>
                      <a:pt x="93" y="3333"/>
                      <a:pt x="121" y="3305"/>
                    </a:cubicBezTo>
                    <a:cubicBezTo>
                      <a:pt x="270" y="3128"/>
                      <a:pt x="390" y="2923"/>
                      <a:pt x="503" y="2597"/>
                    </a:cubicBezTo>
                    <a:cubicBezTo>
                      <a:pt x="531" y="2272"/>
                      <a:pt x="595" y="1982"/>
                      <a:pt x="680" y="1656"/>
                    </a:cubicBezTo>
                    <a:cubicBezTo>
                      <a:pt x="743" y="1303"/>
                      <a:pt x="949" y="857"/>
                      <a:pt x="1239" y="595"/>
                    </a:cubicBezTo>
                    <a:cubicBezTo>
                      <a:pt x="1331" y="475"/>
                      <a:pt x="1479" y="418"/>
                      <a:pt x="1628" y="326"/>
                    </a:cubicBezTo>
                    <a:cubicBezTo>
                      <a:pt x="1769" y="241"/>
                      <a:pt x="1946" y="149"/>
                      <a:pt x="2123" y="121"/>
                    </a:cubicBezTo>
                    <a:cubicBezTo>
                      <a:pt x="2243" y="65"/>
                      <a:pt x="2364" y="65"/>
                      <a:pt x="2512" y="65"/>
                    </a:cubicBezTo>
                    <a:close/>
                    <a:moveTo>
                      <a:pt x="2527" y="1"/>
                    </a:moveTo>
                    <a:cubicBezTo>
                      <a:pt x="2387" y="1"/>
                      <a:pt x="2251" y="21"/>
                      <a:pt x="2123" y="65"/>
                    </a:cubicBezTo>
                    <a:cubicBezTo>
                      <a:pt x="1918" y="93"/>
                      <a:pt x="1741" y="213"/>
                      <a:pt x="1592" y="298"/>
                    </a:cubicBezTo>
                    <a:cubicBezTo>
                      <a:pt x="1451" y="355"/>
                      <a:pt x="1302" y="447"/>
                      <a:pt x="1182" y="532"/>
                    </a:cubicBezTo>
                    <a:cubicBezTo>
                      <a:pt x="885" y="800"/>
                      <a:pt x="680" y="1303"/>
                      <a:pt x="623" y="1656"/>
                    </a:cubicBezTo>
                    <a:cubicBezTo>
                      <a:pt x="531" y="1946"/>
                      <a:pt x="475" y="2272"/>
                      <a:pt x="446" y="2569"/>
                    </a:cubicBezTo>
                    <a:cubicBezTo>
                      <a:pt x="326" y="2894"/>
                      <a:pt x="213" y="3100"/>
                      <a:pt x="64" y="3248"/>
                    </a:cubicBezTo>
                    <a:cubicBezTo>
                      <a:pt x="36" y="3305"/>
                      <a:pt x="1" y="3361"/>
                      <a:pt x="36" y="3425"/>
                    </a:cubicBezTo>
                    <a:cubicBezTo>
                      <a:pt x="36" y="3482"/>
                      <a:pt x="64" y="3510"/>
                      <a:pt x="121" y="3538"/>
                    </a:cubicBezTo>
                    <a:cubicBezTo>
                      <a:pt x="213" y="3573"/>
                      <a:pt x="298" y="3602"/>
                      <a:pt x="390" y="3602"/>
                    </a:cubicBezTo>
                    <a:cubicBezTo>
                      <a:pt x="354" y="3807"/>
                      <a:pt x="390" y="3984"/>
                      <a:pt x="390" y="4189"/>
                    </a:cubicBezTo>
                    <a:cubicBezTo>
                      <a:pt x="390" y="4599"/>
                      <a:pt x="475" y="5222"/>
                      <a:pt x="885" y="5519"/>
                    </a:cubicBezTo>
                    <a:cubicBezTo>
                      <a:pt x="1126" y="5696"/>
                      <a:pt x="1387" y="5752"/>
                      <a:pt x="1769" y="5752"/>
                    </a:cubicBezTo>
                    <a:cubicBezTo>
                      <a:pt x="2512" y="5752"/>
                      <a:pt x="3396" y="5427"/>
                      <a:pt x="3778" y="5102"/>
                    </a:cubicBezTo>
                    <a:cubicBezTo>
                      <a:pt x="4309" y="4691"/>
                      <a:pt x="4691" y="4040"/>
                      <a:pt x="4840" y="3305"/>
                    </a:cubicBezTo>
                    <a:cubicBezTo>
                      <a:pt x="4953" y="2626"/>
                      <a:pt x="4896" y="1982"/>
                      <a:pt x="4663" y="1451"/>
                    </a:cubicBezTo>
                    <a:cubicBezTo>
                      <a:pt x="4394" y="885"/>
                      <a:pt x="3955" y="475"/>
                      <a:pt x="3304" y="178"/>
                    </a:cubicBezTo>
                    <a:cubicBezTo>
                      <a:pt x="3042" y="65"/>
                      <a:pt x="2777" y="1"/>
                      <a:pt x="2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3"/>
              <p:cNvSpPr/>
              <p:nvPr/>
            </p:nvSpPr>
            <p:spPr>
              <a:xfrm>
                <a:off x="3451833" y="3999212"/>
                <a:ext cx="8865" cy="1624"/>
              </a:xfrm>
              <a:custGeom>
                <a:avLst/>
                <a:gdLst/>
                <a:ahLst/>
                <a:cxnLst/>
                <a:rect l="l" t="t" r="r" b="b"/>
                <a:pathLst>
                  <a:path w="262" h="48" extrusionOk="0">
                    <a:moveTo>
                      <a:pt x="0" y="1"/>
                    </a:moveTo>
                    <a:lnTo>
                      <a:pt x="0" y="1"/>
                    </a:lnTo>
                    <a:cubicBezTo>
                      <a:pt x="33" y="34"/>
                      <a:pt x="88" y="47"/>
                      <a:pt x="145" y="47"/>
                    </a:cubicBezTo>
                    <a:cubicBezTo>
                      <a:pt x="185" y="47"/>
                      <a:pt x="227" y="41"/>
                      <a:pt x="262" y="29"/>
                    </a:cubicBez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3"/>
              <p:cNvSpPr/>
              <p:nvPr/>
            </p:nvSpPr>
            <p:spPr>
              <a:xfrm>
                <a:off x="3449667" y="3998265"/>
                <a:ext cx="13196" cy="3857"/>
              </a:xfrm>
              <a:custGeom>
                <a:avLst/>
                <a:gdLst/>
                <a:ahLst/>
                <a:cxnLst/>
                <a:rect l="l" t="t" r="r" b="b"/>
                <a:pathLst>
                  <a:path w="390" h="114" extrusionOk="0">
                    <a:moveTo>
                      <a:pt x="36" y="0"/>
                    </a:moveTo>
                    <a:cubicBezTo>
                      <a:pt x="0" y="29"/>
                      <a:pt x="36" y="29"/>
                      <a:pt x="36" y="57"/>
                    </a:cubicBezTo>
                    <a:cubicBezTo>
                      <a:pt x="92" y="85"/>
                      <a:pt x="177" y="113"/>
                      <a:pt x="269" y="113"/>
                    </a:cubicBezTo>
                    <a:cubicBezTo>
                      <a:pt x="298" y="113"/>
                      <a:pt x="326" y="113"/>
                      <a:pt x="354" y="85"/>
                    </a:cubicBezTo>
                    <a:cubicBezTo>
                      <a:pt x="354" y="85"/>
                      <a:pt x="389" y="85"/>
                      <a:pt x="354" y="57"/>
                    </a:cubicBezTo>
                    <a:cubicBezTo>
                      <a:pt x="354" y="57"/>
                      <a:pt x="354" y="44"/>
                      <a:pt x="346" y="44"/>
                    </a:cubicBezTo>
                    <a:cubicBezTo>
                      <a:pt x="342" y="44"/>
                      <a:pt x="335" y="47"/>
                      <a:pt x="326" y="57"/>
                    </a:cubicBezTo>
                    <a:cubicBezTo>
                      <a:pt x="241" y="57"/>
                      <a:pt x="149" y="57"/>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3"/>
              <p:cNvSpPr/>
              <p:nvPr/>
            </p:nvSpPr>
            <p:spPr>
              <a:xfrm>
                <a:off x="3451832" y="3852195"/>
                <a:ext cx="279105" cy="301842"/>
              </a:xfrm>
              <a:custGeom>
                <a:avLst/>
                <a:gdLst/>
                <a:ahLst/>
                <a:cxnLst/>
                <a:rect l="l" t="t" r="r" b="b"/>
                <a:pathLst>
                  <a:path w="8249" h="8921" extrusionOk="0">
                    <a:moveTo>
                      <a:pt x="3292" y="1"/>
                    </a:moveTo>
                    <a:cubicBezTo>
                      <a:pt x="2650" y="1"/>
                      <a:pt x="1995" y="68"/>
                      <a:pt x="1415" y="334"/>
                    </a:cubicBezTo>
                    <a:cubicBezTo>
                      <a:pt x="736" y="603"/>
                      <a:pt x="177" y="1190"/>
                      <a:pt x="0" y="1869"/>
                    </a:cubicBezTo>
                    <a:cubicBezTo>
                      <a:pt x="0" y="1926"/>
                      <a:pt x="28" y="1983"/>
                      <a:pt x="85" y="1983"/>
                    </a:cubicBezTo>
                    <a:cubicBezTo>
                      <a:pt x="205" y="2018"/>
                      <a:pt x="382" y="2103"/>
                      <a:pt x="410" y="2103"/>
                    </a:cubicBezTo>
                    <a:cubicBezTo>
                      <a:pt x="587" y="2280"/>
                      <a:pt x="502" y="2372"/>
                      <a:pt x="559" y="2549"/>
                    </a:cubicBezTo>
                    <a:cubicBezTo>
                      <a:pt x="559" y="2605"/>
                      <a:pt x="587" y="2662"/>
                      <a:pt x="616" y="2725"/>
                    </a:cubicBezTo>
                    <a:cubicBezTo>
                      <a:pt x="764" y="2987"/>
                      <a:pt x="941" y="3164"/>
                      <a:pt x="969" y="3461"/>
                    </a:cubicBezTo>
                    <a:cubicBezTo>
                      <a:pt x="998" y="3815"/>
                      <a:pt x="821" y="4048"/>
                      <a:pt x="644" y="4346"/>
                    </a:cubicBezTo>
                    <a:cubicBezTo>
                      <a:pt x="439" y="4756"/>
                      <a:pt x="439" y="5230"/>
                      <a:pt x="736" y="5612"/>
                    </a:cubicBezTo>
                    <a:cubicBezTo>
                      <a:pt x="884" y="5845"/>
                      <a:pt x="1090" y="6022"/>
                      <a:pt x="1295" y="6227"/>
                    </a:cubicBezTo>
                    <a:cubicBezTo>
                      <a:pt x="1472" y="6440"/>
                      <a:pt x="1620" y="6673"/>
                      <a:pt x="1620" y="6970"/>
                    </a:cubicBezTo>
                    <a:cubicBezTo>
                      <a:pt x="1648" y="7112"/>
                      <a:pt x="1592" y="7288"/>
                      <a:pt x="1592" y="7465"/>
                    </a:cubicBezTo>
                    <a:cubicBezTo>
                      <a:pt x="1592" y="7883"/>
                      <a:pt x="1946" y="8236"/>
                      <a:pt x="2328" y="8442"/>
                    </a:cubicBezTo>
                    <a:cubicBezTo>
                      <a:pt x="2829" y="8745"/>
                      <a:pt x="3408" y="8920"/>
                      <a:pt x="3986" y="8920"/>
                    </a:cubicBezTo>
                    <a:cubicBezTo>
                      <a:pt x="4192" y="8920"/>
                      <a:pt x="4397" y="8898"/>
                      <a:pt x="4598" y="8852"/>
                    </a:cubicBezTo>
                    <a:cubicBezTo>
                      <a:pt x="5334" y="8675"/>
                      <a:pt x="5950" y="8173"/>
                      <a:pt x="6657" y="7854"/>
                    </a:cubicBezTo>
                    <a:cubicBezTo>
                      <a:pt x="7103" y="7642"/>
                      <a:pt x="7633" y="7437"/>
                      <a:pt x="7930" y="7027"/>
                    </a:cubicBezTo>
                    <a:cubicBezTo>
                      <a:pt x="8192" y="6645"/>
                      <a:pt x="8249" y="6050"/>
                      <a:pt x="8192" y="5584"/>
                    </a:cubicBezTo>
                    <a:cubicBezTo>
                      <a:pt x="8072" y="4933"/>
                      <a:pt x="7754" y="4346"/>
                      <a:pt x="7336" y="3843"/>
                    </a:cubicBezTo>
                    <a:cubicBezTo>
                      <a:pt x="6926" y="3313"/>
                      <a:pt x="6395" y="2839"/>
                      <a:pt x="6162" y="2223"/>
                    </a:cubicBezTo>
                    <a:cubicBezTo>
                      <a:pt x="5893" y="1629"/>
                      <a:pt x="5836" y="922"/>
                      <a:pt x="5362" y="483"/>
                    </a:cubicBezTo>
                    <a:cubicBezTo>
                      <a:pt x="4952" y="73"/>
                      <a:pt x="4301" y="9"/>
                      <a:pt x="3714" y="9"/>
                    </a:cubicBezTo>
                    <a:cubicBezTo>
                      <a:pt x="3575" y="4"/>
                      <a:pt x="3434" y="1"/>
                      <a:pt x="32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3" name="Google Shape;1263;p43"/>
              <p:cNvSpPr/>
              <p:nvPr/>
            </p:nvSpPr>
            <p:spPr>
              <a:xfrm>
                <a:off x="3558585" y="3808142"/>
                <a:ext cx="77990" cy="56572"/>
              </a:xfrm>
              <a:custGeom>
                <a:avLst/>
                <a:gdLst/>
                <a:ahLst/>
                <a:cxnLst/>
                <a:rect l="l" t="t" r="r" b="b"/>
                <a:pathLst>
                  <a:path w="2305" h="1672" extrusionOk="0">
                    <a:moveTo>
                      <a:pt x="1029" y="1"/>
                    </a:moveTo>
                    <a:cubicBezTo>
                      <a:pt x="874" y="1"/>
                      <a:pt x="724" y="26"/>
                      <a:pt x="587" y="101"/>
                    </a:cubicBezTo>
                    <a:cubicBezTo>
                      <a:pt x="29" y="490"/>
                      <a:pt x="0" y="1516"/>
                      <a:pt x="736" y="1665"/>
                    </a:cubicBezTo>
                    <a:cubicBezTo>
                      <a:pt x="769" y="1669"/>
                      <a:pt x="803" y="1672"/>
                      <a:pt x="838" y="1672"/>
                    </a:cubicBezTo>
                    <a:cubicBezTo>
                      <a:pt x="1474" y="1672"/>
                      <a:pt x="2305" y="897"/>
                      <a:pt x="1882" y="313"/>
                    </a:cubicBezTo>
                    <a:cubicBezTo>
                      <a:pt x="1733" y="101"/>
                      <a:pt x="1500" y="45"/>
                      <a:pt x="1267" y="16"/>
                    </a:cubicBezTo>
                    <a:cubicBezTo>
                      <a:pt x="1186" y="7"/>
                      <a:pt x="1107" y="1"/>
                      <a:pt x="10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3"/>
              <p:cNvSpPr/>
              <p:nvPr/>
            </p:nvSpPr>
            <p:spPr>
              <a:xfrm>
                <a:off x="3363014" y="4317336"/>
                <a:ext cx="32820" cy="96734"/>
              </a:xfrm>
              <a:custGeom>
                <a:avLst/>
                <a:gdLst/>
                <a:ahLst/>
                <a:cxnLst/>
                <a:rect l="l" t="t" r="r" b="b"/>
                <a:pathLst>
                  <a:path w="970" h="2859" extrusionOk="0">
                    <a:moveTo>
                      <a:pt x="941" y="0"/>
                    </a:moveTo>
                    <a:cubicBezTo>
                      <a:pt x="941" y="0"/>
                      <a:pt x="913" y="0"/>
                      <a:pt x="913" y="29"/>
                    </a:cubicBezTo>
                    <a:cubicBezTo>
                      <a:pt x="885" y="121"/>
                      <a:pt x="828" y="177"/>
                      <a:pt x="793" y="262"/>
                    </a:cubicBezTo>
                    <a:cubicBezTo>
                      <a:pt x="651" y="559"/>
                      <a:pt x="531" y="828"/>
                      <a:pt x="439" y="1182"/>
                    </a:cubicBezTo>
                    <a:cubicBezTo>
                      <a:pt x="382" y="1564"/>
                      <a:pt x="298" y="1769"/>
                      <a:pt x="234" y="1974"/>
                    </a:cubicBezTo>
                    <a:cubicBezTo>
                      <a:pt x="149" y="2208"/>
                      <a:pt x="85" y="2420"/>
                      <a:pt x="0" y="2830"/>
                    </a:cubicBezTo>
                    <a:cubicBezTo>
                      <a:pt x="0" y="2830"/>
                      <a:pt x="0" y="2858"/>
                      <a:pt x="29" y="2858"/>
                    </a:cubicBezTo>
                    <a:lnTo>
                      <a:pt x="57" y="2830"/>
                    </a:lnTo>
                    <a:cubicBezTo>
                      <a:pt x="149" y="2448"/>
                      <a:pt x="206" y="2208"/>
                      <a:pt x="298" y="2002"/>
                    </a:cubicBezTo>
                    <a:cubicBezTo>
                      <a:pt x="354" y="1797"/>
                      <a:pt x="439" y="1564"/>
                      <a:pt x="503" y="1182"/>
                    </a:cubicBezTo>
                    <a:cubicBezTo>
                      <a:pt x="588" y="856"/>
                      <a:pt x="708" y="588"/>
                      <a:pt x="856" y="297"/>
                    </a:cubicBezTo>
                    <a:cubicBezTo>
                      <a:pt x="885" y="205"/>
                      <a:pt x="913" y="121"/>
                      <a:pt x="970" y="57"/>
                    </a:cubicBezTo>
                    <a:cubicBezTo>
                      <a:pt x="970" y="29"/>
                      <a:pt x="970" y="29"/>
                      <a:pt x="9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3"/>
              <p:cNvSpPr/>
              <p:nvPr/>
            </p:nvSpPr>
            <p:spPr>
              <a:xfrm>
                <a:off x="3758927" y="4344134"/>
                <a:ext cx="27068" cy="119708"/>
              </a:xfrm>
              <a:custGeom>
                <a:avLst/>
                <a:gdLst/>
                <a:ahLst/>
                <a:cxnLst/>
                <a:rect l="l" t="t" r="r" b="b"/>
                <a:pathLst>
                  <a:path w="800" h="3538" extrusionOk="0">
                    <a:moveTo>
                      <a:pt x="29" y="1"/>
                    </a:moveTo>
                    <a:cubicBezTo>
                      <a:pt x="0" y="36"/>
                      <a:pt x="0" y="36"/>
                      <a:pt x="0" y="64"/>
                    </a:cubicBezTo>
                    <a:cubicBezTo>
                      <a:pt x="57" y="326"/>
                      <a:pt x="149" y="595"/>
                      <a:pt x="206" y="857"/>
                    </a:cubicBezTo>
                    <a:cubicBezTo>
                      <a:pt x="446" y="1741"/>
                      <a:pt x="680" y="2654"/>
                      <a:pt x="736" y="3510"/>
                    </a:cubicBezTo>
                    <a:cubicBezTo>
                      <a:pt x="736" y="3538"/>
                      <a:pt x="736" y="3538"/>
                      <a:pt x="764" y="3538"/>
                    </a:cubicBezTo>
                    <a:lnTo>
                      <a:pt x="800" y="3510"/>
                    </a:lnTo>
                    <a:cubicBezTo>
                      <a:pt x="736" y="2625"/>
                      <a:pt x="503" y="1713"/>
                      <a:pt x="269" y="857"/>
                    </a:cubicBezTo>
                    <a:cubicBezTo>
                      <a:pt x="206" y="567"/>
                      <a:pt x="121" y="298"/>
                      <a:pt x="57" y="36"/>
                    </a:cubicBezTo>
                    <a:cubicBezTo>
                      <a:pt x="57" y="36"/>
                      <a:pt x="57"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3"/>
              <p:cNvSpPr/>
              <p:nvPr/>
            </p:nvSpPr>
            <p:spPr>
              <a:xfrm>
                <a:off x="3582507" y="4119295"/>
                <a:ext cx="118524" cy="78362"/>
              </a:xfrm>
              <a:custGeom>
                <a:avLst/>
                <a:gdLst/>
                <a:ahLst/>
                <a:cxnLst/>
                <a:rect l="l" t="t" r="r" b="b"/>
                <a:pathLst>
                  <a:path w="3503" h="2316" extrusionOk="0">
                    <a:moveTo>
                      <a:pt x="2713" y="1"/>
                    </a:moveTo>
                    <a:cubicBezTo>
                      <a:pt x="2630" y="1"/>
                      <a:pt x="2549" y="15"/>
                      <a:pt x="2477" y="45"/>
                    </a:cubicBezTo>
                    <a:cubicBezTo>
                      <a:pt x="2088" y="222"/>
                      <a:pt x="1946" y="724"/>
                      <a:pt x="1621" y="986"/>
                    </a:cubicBezTo>
                    <a:cubicBezTo>
                      <a:pt x="1444" y="1106"/>
                      <a:pt x="1239" y="1163"/>
                      <a:pt x="998" y="1227"/>
                    </a:cubicBezTo>
                    <a:cubicBezTo>
                      <a:pt x="736" y="1283"/>
                      <a:pt x="354" y="1340"/>
                      <a:pt x="142" y="1552"/>
                    </a:cubicBezTo>
                    <a:cubicBezTo>
                      <a:pt x="1" y="1694"/>
                      <a:pt x="1" y="2019"/>
                      <a:pt x="178" y="2196"/>
                    </a:cubicBezTo>
                    <a:cubicBezTo>
                      <a:pt x="272" y="2277"/>
                      <a:pt x="412" y="2316"/>
                      <a:pt x="556" y="2316"/>
                    </a:cubicBezTo>
                    <a:cubicBezTo>
                      <a:pt x="626" y="2316"/>
                      <a:pt x="697" y="2306"/>
                      <a:pt x="765" y="2288"/>
                    </a:cubicBezTo>
                    <a:cubicBezTo>
                      <a:pt x="970" y="2260"/>
                      <a:pt x="1175" y="2196"/>
                      <a:pt x="1416" y="2196"/>
                    </a:cubicBezTo>
                    <a:cubicBezTo>
                      <a:pt x="1500" y="2196"/>
                      <a:pt x="1649" y="2224"/>
                      <a:pt x="1769" y="2224"/>
                    </a:cubicBezTo>
                    <a:cubicBezTo>
                      <a:pt x="1911" y="2224"/>
                      <a:pt x="2088" y="2224"/>
                      <a:pt x="2208" y="2139"/>
                    </a:cubicBezTo>
                    <a:cubicBezTo>
                      <a:pt x="2328" y="2047"/>
                      <a:pt x="2385" y="1934"/>
                      <a:pt x="2441" y="1814"/>
                    </a:cubicBezTo>
                    <a:cubicBezTo>
                      <a:pt x="2618" y="1580"/>
                      <a:pt x="2859" y="1432"/>
                      <a:pt x="3092" y="1255"/>
                    </a:cubicBezTo>
                    <a:cubicBezTo>
                      <a:pt x="3297" y="1078"/>
                      <a:pt x="3502" y="809"/>
                      <a:pt x="3446" y="519"/>
                    </a:cubicBezTo>
                    <a:cubicBezTo>
                      <a:pt x="3401" y="215"/>
                      <a:pt x="3038" y="1"/>
                      <a:pt x="27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3"/>
              <p:cNvSpPr/>
              <p:nvPr/>
            </p:nvSpPr>
            <p:spPr>
              <a:xfrm>
                <a:off x="3463777" y="4049425"/>
                <a:ext cx="230315" cy="142005"/>
              </a:xfrm>
              <a:custGeom>
                <a:avLst/>
                <a:gdLst/>
                <a:ahLst/>
                <a:cxnLst/>
                <a:rect l="l" t="t" r="r" b="b"/>
                <a:pathLst>
                  <a:path w="6807" h="4197" extrusionOk="0">
                    <a:moveTo>
                      <a:pt x="3225" y="1"/>
                    </a:moveTo>
                    <a:cubicBezTo>
                      <a:pt x="2550" y="1"/>
                      <a:pt x="1875" y="64"/>
                      <a:pt x="1210" y="193"/>
                    </a:cubicBezTo>
                    <a:cubicBezTo>
                      <a:pt x="970" y="221"/>
                      <a:pt x="737" y="285"/>
                      <a:pt x="531" y="434"/>
                    </a:cubicBezTo>
                    <a:cubicBezTo>
                      <a:pt x="178" y="639"/>
                      <a:pt x="1" y="1077"/>
                      <a:pt x="29" y="1495"/>
                    </a:cubicBezTo>
                    <a:cubicBezTo>
                      <a:pt x="29" y="1905"/>
                      <a:pt x="206" y="2287"/>
                      <a:pt x="439" y="2641"/>
                    </a:cubicBezTo>
                    <a:cubicBezTo>
                      <a:pt x="1171" y="3667"/>
                      <a:pt x="2335" y="4196"/>
                      <a:pt x="3548" y="4196"/>
                    </a:cubicBezTo>
                    <a:cubicBezTo>
                      <a:pt x="3907" y="4196"/>
                      <a:pt x="4270" y="4150"/>
                      <a:pt x="4627" y="4056"/>
                    </a:cubicBezTo>
                    <a:cubicBezTo>
                      <a:pt x="5809" y="3730"/>
                      <a:pt x="6806" y="2287"/>
                      <a:pt x="6750" y="1077"/>
                    </a:cubicBezTo>
                    <a:cubicBezTo>
                      <a:pt x="6750" y="901"/>
                      <a:pt x="6721" y="695"/>
                      <a:pt x="6573" y="575"/>
                    </a:cubicBezTo>
                    <a:cubicBezTo>
                      <a:pt x="6481" y="519"/>
                      <a:pt x="6368" y="462"/>
                      <a:pt x="6276" y="434"/>
                    </a:cubicBezTo>
                    <a:cubicBezTo>
                      <a:pt x="5281" y="148"/>
                      <a:pt x="4253" y="1"/>
                      <a:pt x="32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3"/>
              <p:cNvSpPr/>
              <p:nvPr/>
            </p:nvSpPr>
            <p:spPr>
              <a:xfrm>
                <a:off x="3473589" y="4131815"/>
                <a:ext cx="91964" cy="62764"/>
              </a:xfrm>
              <a:custGeom>
                <a:avLst/>
                <a:gdLst/>
                <a:ahLst/>
                <a:cxnLst/>
                <a:rect l="l" t="t" r="r" b="b"/>
                <a:pathLst>
                  <a:path w="2718" h="1855" extrusionOk="0">
                    <a:moveTo>
                      <a:pt x="36" y="1"/>
                    </a:moveTo>
                    <a:cubicBezTo>
                      <a:pt x="36" y="1"/>
                      <a:pt x="1" y="1"/>
                      <a:pt x="36" y="29"/>
                    </a:cubicBezTo>
                    <a:cubicBezTo>
                      <a:pt x="355" y="1267"/>
                      <a:pt x="1656" y="1798"/>
                      <a:pt x="2654" y="1854"/>
                    </a:cubicBezTo>
                    <a:lnTo>
                      <a:pt x="2689" y="1854"/>
                    </a:lnTo>
                    <a:cubicBezTo>
                      <a:pt x="2689" y="1854"/>
                      <a:pt x="2689" y="1826"/>
                      <a:pt x="2717" y="1826"/>
                    </a:cubicBezTo>
                    <a:cubicBezTo>
                      <a:pt x="2717" y="1798"/>
                      <a:pt x="2689" y="1798"/>
                      <a:pt x="2689" y="1798"/>
                    </a:cubicBezTo>
                    <a:cubicBezTo>
                      <a:pt x="1685" y="1741"/>
                      <a:pt x="390" y="1239"/>
                      <a:pt x="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3"/>
              <p:cNvSpPr/>
              <p:nvPr/>
            </p:nvSpPr>
            <p:spPr>
              <a:xfrm>
                <a:off x="3189470" y="4315408"/>
                <a:ext cx="24936" cy="84791"/>
              </a:xfrm>
              <a:custGeom>
                <a:avLst/>
                <a:gdLst/>
                <a:ahLst/>
                <a:cxnLst/>
                <a:rect l="l" t="t" r="r" b="b"/>
                <a:pathLst>
                  <a:path w="737" h="2506" extrusionOk="0">
                    <a:moveTo>
                      <a:pt x="708" y="1"/>
                    </a:moveTo>
                    <a:cubicBezTo>
                      <a:pt x="680" y="1"/>
                      <a:pt x="680" y="29"/>
                      <a:pt x="680" y="29"/>
                    </a:cubicBezTo>
                    <a:cubicBezTo>
                      <a:pt x="616" y="178"/>
                      <a:pt x="616" y="319"/>
                      <a:pt x="616" y="468"/>
                    </a:cubicBezTo>
                    <a:lnTo>
                      <a:pt x="616" y="560"/>
                    </a:lnTo>
                    <a:cubicBezTo>
                      <a:pt x="616" y="645"/>
                      <a:pt x="616" y="736"/>
                      <a:pt x="588" y="821"/>
                    </a:cubicBezTo>
                    <a:cubicBezTo>
                      <a:pt x="559" y="970"/>
                      <a:pt x="475" y="1119"/>
                      <a:pt x="383" y="1239"/>
                    </a:cubicBezTo>
                    <a:cubicBezTo>
                      <a:pt x="354" y="1295"/>
                      <a:pt x="326" y="1324"/>
                      <a:pt x="326" y="1352"/>
                    </a:cubicBezTo>
                    <a:cubicBezTo>
                      <a:pt x="121" y="1706"/>
                      <a:pt x="1" y="2088"/>
                      <a:pt x="1" y="2477"/>
                    </a:cubicBezTo>
                    <a:lnTo>
                      <a:pt x="29" y="2505"/>
                    </a:lnTo>
                    <a:cubicBezTo>
                      <a:pt x="57" y="2505"/>
                      <a:pt x="57" y="2477"/>
                      <a:pt x="57" y="2477"/>
                    </a:cubicBezTo>
                    <a:cubicBezTo>
                      <a:pt x="57" y="2088"/>
                      <a:pt x="177" y="1706"/>
                      <a:pt x="354" y="1380"/>
                    </a:cubicBezTo>
                    <a:cubicBezTo>
                      <a:pt x="383" y="1352"/>
                      <a:pt x="411" y="1324"/>
                      <a:pt x="439" y="1267"/>
                    </a:cubicBezTo>
                    <a:cubicBezTo>
                      <a:pt x="531" y="1147"/>
                      <a:pt x="616" y="998"/>
                      <a:pt x="651" y="821"/>
                    </a:cubicBezTo>
                    <a:cubicBezTo>
                      <a:pt x="680" y="736"/>
                      <a:pt x="680" y="645"/>
                      <a:pt x="680" y="560"/>
                    </a:cubicBezTo>
                    <a:lnTo>
                      <a:pt x="680" y="468"/>
                    </a:lnTo>
                    <a:cubicBezTo>
                      <a:pt x="680" y="319"/>
                      <a:pt x="680" y="178"/>
                      <a:pt x="736" y="57"/>
                    </a:cubicBezTo>
                    <a:cubicBezTo>
                      <a:pt x="736" y="29"/>
                      <a:pt x="708" y="29"/>
                      <a:pt x="7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3"/>
              <p:cNvSpPr/>
              <p:nvPr/>
            </p:nvSpPr>
            <p:spPr>
              <a:xfrm>
                <a:off x="3070740" y="4229499"/>
                <a:ext cx="92911" cy="46929"/>
              </a:xfrm>
              <a:custGeom>
                <a:avLst/>
                <a:gdLst/>
                <a:ahLst/>
                <a:cxnLst/>
                <a:rect l="l" t="t" r="r" b="b"/>
                <a:pathLst>
                  <a:path w="2746" h="1387" extrusionOk="0">
                    <a:moveTo>
                      <a:pt x="2746" y="0"/>
                    </a:moveTo>
                    <a:cubicBezTo>
                      <a:pt x="2710" y="0"/>
                      <a:pt x="2710" y="0"/>
                      <a:pt x="2682" y="28"/>
                    </a:cubicBezTo>
                    <a:cubicBezTo>
                      <a:pt x="2569" y="269"/>
                      <a:pt x="2272" y="382"/>
                      <a:pt x="1974" y="502"/>
                    </a:cubicBezTo>
                    <a:cubicBezTo>
                      <a:pt x="1649" y="623"/>
                      <a:pt x="1331" y="771"/>
                      <a:pt x="1005" y="913"/>
                    </a:cubicBezTo>
                    <a:cubicBezTo>
                      <a:pt x="680" y="1061"/>
                      <a:pt x="326" y="1210"/>
                      <a:pt x="1" y="1330"/>
                    </a:cubicBezTo>
                    <a:lnTo>
                      <a:pt x="1" y="1387"/>
                    </a:lnTo>
                    <a:lnTo>
                      <a:pt x="29" y="1387"/>
                    </a:lnTo>
                    <a:cubicBezTo>
                      <a:pt x="354" y="1266"/>
                      <a:pt x="680" y="1125"/>
                      <a:pt x="1005" y="976"/>
                    </a:cubicBezTo>
                    <a:cubicBezTo>
                      <a:pt x="1331" y="828"/>
                      <a:pt x="1684" y="679"/>
                      <a:pt x="2003" y="559"/>
                    </a:cubicBezTo>
                    <a:cubicBezTo>
                      <a:pt x="2300" y="446"/>
                      <a:pt x="2597" y="297"/>
                      <a:pt x="2746" y="64"/>
                    </a:cubicBezTo>
                    <a:lnTo>
                      <a:pt x="27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3"/>
              <p:cNvSpPr/>
              <p:nvPr/>
            </p:nvSpPr>
            <p:spPr>
              <a:xfrm>
                <a:off x="3193530" y="4372150"/>
                <a:ext cx="9846" cy="34004"/>
              </a:xfrm>
              <a:custGeom>
                <a:avLst/>
                <a:gdLst/>
                <a:ahLst/>
                <a:cxnLst/>
                <a:rect l="l" t="t" r="r" b="b"/>
                <a:pathLst>
                  <a:path w="291" h="1005" extrusionOk="0">
                    <a:moveTo>
                      <a:pt x="29" y="0"/>
                    </a:moveTo>
                    <a:cubicBezTo>
                      <a:pt x="1" y="0"/>
                      <a:pt x="1" y="29"/>
                      <a:pt x="1" y="29"/>
                    </a:cubicBezTo>
                    <a:cubicBezTo>
                      <a:pt x="86" y="354"/>
                      <a:pt x="206" y="651"/>
                      <a:pt x="234" y="977"/>
                    </a:cubicBezTo>
                    <a:cubicBezTo>
                      <a:pt x="234" y="977"/>
                      <a:pt x="234" y="1005"/>
                      <a:pt x="263" y="1005"/>
                    </a:cubicBezTo>
                    <a:cubicBezTo>
                      <a:pt x="291" y="1005"/>
                      <a:pt x="291" y="977"/>
                      <a:pt x="291" y="977"/>
                    </a:cubicBezTo>
                    <a:cubicBezTo>
                      <a:pt x="263" y="651"/>
                      <a:pt x="142" y="326"/>
                      <a:pt x="57" y="29"/>
                    </a:cubicBez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3"/>
              <p:cNvSpPr/>
              <p:nvPr/>
            </p:nvSpPr>
            <p:spPr>
              <a:xfrm>
                <a:off x="3168424" y="4472913"/>
                <a:ext cx="17019" cy="7951"/>
              </a:xfrm>
              <a:custGeom>
                <a:avLst/>
                <a:gdLst/>
                <a:ahLst/>
                <a:cxnLst/>
                <a:rect l="l" t="t" r="r" b="b"/>
                <a:pathLst>
                  <a:path w="503" h="235" extrusionOk="0">
                    <a:moveTo>
                      <a:pt x="64" y="1"/>
                    </a:moveTo>
                    <a:cubicBezTo>
                      <a:pt x="35" y="1"/>
                      <a:pt x="35" y="1"/>
                      <a:pt x="0" y="29"/>
                    </a:cubicBezTo>
                    <a:lnTo>
                      <a:pt x="35" y="57"/>
                    </a:lnTo>
                    <a:lnTo>
                      <a:pt x="474" y="234"/>
                    </a:lnTo>
                    <a:lnTo>
                      <a:pt x="502" y="206"/>
                    </a:lnTo>
                    <a:cubicBezTo>
                      <a:pt x="502" y="178"/>
                      <a:pt x="502" y="178"/>
                      <a:pt x="474" y="178"/>
                    </a:cubicBezTo>
                    <a:lnTo>
                      <a:pt x="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3"/>
              <p:cNvSpPr/>
              <p:nvPr/>
            </p:nvSpPr>
            <p:spPr>
              <a:xfrm>
                <a:off x="3070740" y="4236435"/>
                <a:ext cx="9135" cy="37117"/>
              </a:xfrm>
              <a:custGeom>
                <a:avLst/>
                <a:gdLst/>
                <a:ahLst/>
                <a:cxnLst/>
                <a:rect l="l" t="t" r="r" b="b"/>
                <a:pathLst>
                  <a:path w="270" h="1097" extrusionOk="0">
                    <a:moveTo>
                      <a:pt x="29" y="0"/>
                    </a:moveTo>
                    <a:cubicBezTo>
                      <a:pt x="1" y="0"/>
                      <a:pt x="1" y="36"/>
                      <a:pt x="1" y="36"/>
                    </a:cubicBezTo>
                    <a:cubicBezTo>
                      <a:pt x="93" y="389"/>
                      <a:pt x="178" y="708"/>
                      <a:pt x="206" y="1061"/>
                    </a:cubicBezTo>
                    <a:lnTo>
                      <a:pt x="234" y="1097"/>
                    </a:lnTo>
                    <a:cubicBezTo>
                      <a:pt x="270" y="1097"/>
                      <a:pt x="270" y="1061"/>
                      <a:pt x="270" y="1061"/>
                    </a:cubicBezTo>
                    <a:cubicBezTo>
                      <a:pt x="234" y="708"/>
                      <a:pt x="149" y="354"/>
                      <a:pt x="57" y="36"/>
                    </a:cubicBez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3"/>
              <p:cNvSpPr/>
              <p:nvPr/>
            </p:nvSpPr>
            <p:spPr>
              <a:xfrm>
                <a:off x="3079842" y="4231630"/>
                <a:ext cx="10793" cy="37861"/>
              </a:xfrm>
              <a:custGeom>
                <a:avLst/>
                <a:gdLst/>
                <a:ahLst/>
                <a:cxnLst/>
                <a:rect l="l" t="t" r="r" b="b"/>
                <a:pathLst>
                  <a:path w="319" h="1119" extrusionOk="0">
                    <a:moveTo>
                      <a:pt x="29" y="1"/>
                    </a:moveTo>
                    <a:cubicBezTo>
                      <a:pt x="1" y="1"/>
                      <a:pt x="1" y="1"/>
                      <a:pt x="1" y="29"/>
                    </a:cubicBezTo>
                    <a:cubicBezTo>
                      <a:pt x="114" y="383"/>
                      <a:pt x="206" y="736"/>
                      <a:pt x="262" y="1090"/>
                    </a:cubicBezTo>
                    <a:cubicBezTo>
                      <a:pt x="262" y="1118"/>
                      <a:pt x="262" y="1118"/>
                      <a:pt x="291" y="1118"/>
                    </a:cubicBezTo>
                    <a:cubicBezTo>
                      <a:pt x="291" y="1118"/>
                      <a:pt x="319" y="1118"/>
                      <a:pt x="319" y="1090"/>
                    </a:cubicBezTo>
                    <a:cubicBezTo>
                      <a:pt x="262" y="736"/>
                      <a:pt x="177" y="354"/>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3"/>
              <p:cNvSpPr/>
              <p:nvPr/>
            </p:nvSpPr>
            <p:spPr>
              <a:xfrm>
                <a:off x="3088707" y="4227130"/>
                <a:ext cx="11978" cy="38301"/>
              </a:xfrm>
              <a:custGeom>
                <a:avLst/>
                <a:gdLst/>
                <a:ahLst/>
                <a:cxnLst/>
                <a:rect l="l" t="t" r="r" b="b"/>
                <a:pathLst>
                  <a:path w="354" h="1132" extrusionOk="0">
                    <a:moveTo>
                      <a:pt x="36" y="1"/>
                    </a:moveTo>
                    <a:cubicBezTo>
                      <a:pt x="32" y="1"/>
                      <a:pt x="29" y="4"/>
                      <a:pt x="29" y="13"/>
                    </a:cubicBezTo>
                    <a:cubicBezTo>
                      <a:pt x="0" y="13"/>
                      <a:pt x="0" y="13"/>
                      <a:pt x="0" y="42"/>
                    </a:cubicBezTo>
                    <a:cubicBezTo>
                      <a:pt x="29" y="134"/>
                      <a:pt x="57" y="247"/>
                      <a:pt x="92" y="339"/>
                    </a:cubicBezTo>
                    <a:cubicBezTo>
                      <a:pt x="121" y="395"/>
                      <a:pt x="121" y="452"/>
                      <a:pt x="149" y="516"/>
                    </a:cubicBezTo>
                    <a:cubicBezTo>
                      <a:pt x="149" y="572"/>
                      <a:pt x="177" y="664"/>
                      <a:pt x="177" y="721"/>
                    </a:cubicBezTo>
                    <a:cubicBezTo>
                      <a:pt x="205" y="841"/>
                      <a:pt x="269" y="983"/>
                      <a:pt x="297" y="1103"/>
                    </a:cubicBezTo>
                    <a:lnTo>
                      <a:pt x="326" y="1131"/>
                    </a:lnTo>
                    <a:cubicBezTo>
                      <a:pt x="354" y="1103"/>
                      <a:pt x="354" y="1103"/>
                      <a:pt x="354" y="1075"/>
                    </a:cubicBezTo>
                    <a:cubicBezTo>
                      <a:pt x="326" y="954"/>
                      <a:pt x="269" y="841"/>
                      <a:pt x="234" y="693"/>
                    </a:cubicBezTo>
                    <a:cubicBezTo>
                      <a:pt x="234" y="629"/>
                      <a:pt x="205" y="572"/>
                      <a:pt x="205" y="516"/>
                    </a:cubicBezTo>
                    <a:cubicBezTo>
                      <a:pt x="177" y="452"/>
                      <a:pt x="177" y="395"/>
                      <a:pt x="149" y="339"/>
                    </a:cubicBezTo>
                    <a:cubicBezTo>
                      <a:pt x="121" y="219"/>
                      <a:pt x="92" y="134"/>
                      <a:pt x="57" y="13"/>
                    </a:cubicBezTo>
                    <a:cubicBezTo>
                      <a:pt x="57" y="13"/>
                      <a:pt x="44"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3"/>
              <p:cNvSpPr/>
              <p:nvPr/>
            </p:nvSpPr>
            <p:spPr>
              <a:xfrm>
                <a:off x="3095643" y="4223510"/>
                <a:ext cx="14143" cy="38098"/>
              </a:xfrm>
              <a:custGeom>
                <a:avLst/>
                <a:gdLst/>
                <a:ahLst/>
                <a:cxnLst/>
                <a:rect l="l" t="t" r="r" b="b"/>
                <a:pathLst>
                  <a:path w="418" h="1126" extrusionOk="0">
                    <a:moveTo>
                      <a:pt x="29" y="0"/>
                    </a:moveTo>
                    <a:cubicBezTo>
                      <a:pt x="29" y="0"/>
                      <a:pt x="0" y="0"/>
                      <a:pt x="0" y="28"/>
                    </a:cubicBezTo>
                    <a:cubicBezTo>
                      <a:pt x="0" y="64"/>
                      <a:pt x="29" y="120"/>
                      <a:pt x="29" y="149"/>
                    </a:cubicBezTo>
                    <a:cubicBezTo>
                      <a:pt x="121" y="326"/>
                      <a:pt x="177" y="502"/>
                      <a:pt x="241" y="679"/>
                    </a:cubicBezTo>
                    <a:cubicBezTo>
                      <a:pt x="269" y="828"/>
                      <a:pt x="298" y="976"/>
                      <a:pt x="354" y="1090"/>
                    </a:cubicBezTo>
                    <a:cubicBezTo>
                      <a:pt x="354" y="1125"/>
                      <a:pt x="382" y="1125"/>
                      <a:pt x="382" y="1125"/>
                    </a:cubicBezTo>
                    <a:lnTo>
                      <a:pt x="418" y="1125"/>
                    </a:lnTo>
                    <a:lnTo>
                      <a:pt x="418" y="1061"/>
                    </a:lnTo>
                    <a:cubicBezTo>
                      <a:pt x="354" y="948"/>
                      <a:pt x="326" y="800"/>
                      <a:pt x="298" y="679"/>
                    </a:cubicBezTo>
                    <a:cubicBezTo>
                      <a:pt x="241" y="474"/>
                      <a:pt x="177" y="297"/>
                      <a:pt x="92" y="120"/>
                    </a:cubicBezTo>
                    <a:cubicBezTo>
                      <a:pt x="64" y="92"/>
                      <a:pt x="64" y="64"/>
                      <a:pt x="64" y="28"/>
                    </a:cubicBezTo>
                    <a:cubicBezTo>
                      <a:pt x="64" y="28"/>
                      <a:pt x="64"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3"/>
              <p:cNvSpPr/>
              <p:nvPr/>
            </p:nvSpPr>
            <p:spPr>
              <a:xfrm>
                <a:off x="3110734" y="4218062"/>
                <a:ext cx="13906" cy="36339"/>
              </a:xfrm>
              <a:custGeom>
                <a:avLst/>
                <a:gdLst/>
                <a:ahLst/>
                <a:cxnLst/>
                <a:rect l="l" t="t" r="r" b="b"/>
                <a:pathLst>
                  <a:path w="411" h="1074" extrusionOk="0">
                    <a:moveTo>
                      <a:pt x="27" y="0"/>
                    </a:moveTo>
                    <a:cubicBezTo>
                      <a:pt x="19" y="0"/>
                      <a:pt x="10" y="3"/>
                      <a:pt x="0" y="13"/>
                    </a:cubicBezTo>
                    <a:lnTo>
                      <a:pt x="0" y="48"/>
                    </a:lnTo>
                    <a:lnTo>
                      <a:pt x="354" y="1045"/>
                    </a:lnTo>
                    <a:lnTo>
                      <a:pt x="354" y="1074"/>
                    </a:lnTo>
                    <a:lnTo>
                      <a:pt x="382" y="1074"/>
                    </a:lnTo>
                    <a:cubicBezTo>
                      <a:pt x="382" y="1074"/>
                      <a:pt x="410" y="1045"/>
                      <a:pt x="382" y="1045"/>
                    </a:cubicBezTo>
                    <a:lnTo>
                      <a:pt x="57" y="13"/>
                    </a:lnTo>
                    <a:cubicBezTo>
                      <a:pt x="57" y="13"/>
                      <a:pt x="44" y="0"/>
                      <a:pt x="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3"/>
              <p:cNvSpPr/>
              <p:nvPr/>
            </p:nvSpPr>
            <p:spPr>
              <a:xfrm>
                <a:off x="3116689" y="4215592"/>
                <a:ext cx="17053" cy="35933"/>
              </a:xfrm>
              <a:custGeom>
                <a:avLst/>
                <a:gdLst/>
                <a:ahLst/>
                <a:cxnLst/>
                <a:rect l="l" t="t" r="r" b="b"/>
                <a:pathLst>
                  <a:path w="504" h="1062" extrusionOk="0">
                    <a:moveTo>
                      <a:pt x="1" y="1"/>
                    </a:moveTo>
                    <a:lnTo>
                      <a:pt x="1" y="29"/>
                    </a:lnTo>
                    <a:cubicBezTo>
                      <a:pt x="114" y="206"/>
                      <a:pt x="206" y="354"/>
                      <a:pt x="263" y="531"/>
                    </a:cubicBezTo>
                    <a:cubicBezTo>
                      <a:pt x="291" y="588"/>
                      <a:pt x="291" y="652"/>
                      <a:pt x="326" y="708"/>
                    </a:cubicBezTo>
                    <a:cubicBezTo>
                      <a:pt x="355" y="828"/>
                      <a:pt x="383" y="942"/>
                      <a:pt x="440" y="1034"/>
                    </a:cubicBezTo>
                    <a:cubicBezTo>
                      <a:pt x="440" y="1062"/>
                      <a:pt x="468" y="1062"/>
                      <a:pt x="468" y="1062"/>
                    </a:cubicBezTo>
                    <a:cubicBezTo>
                      <a:pt x="503" y="1062"/>
                      <a:pt x="503" y="1034"/>
                      <a:pt x="503" y="1005"/>
                    </a:cubicBezTo>
                    <a:cubicBezTo>
                      <a:pt x="440" y="913"/>
                      <a:pt x="411" y="793"/>
                      <a:pt x="383" y="708"/>
                    </a:cubicBezTo>
                    <a:cubicBezTo>
                      <a:pt x="355" y="652"/>
                      <a:pt x="355" y="588"/>
                      <a:pt x="326" y="531"/>
                    </a:cubicBezTo>
                    <a:cubicBezTo>
                      <a:pt x="263" y="326"/>
                      <a:pt x="178" y="178"/>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3"/>
              <p:cNvSpPr/>
              <p:nvPr/>
            </p:nvSpPr>
            <p:spPr>
              <a:xfrm>
                <a:off x="3127720" y="4209603"/>
                <a:ext cx="21824" cy="34038"/>
              </a:xfrm>
              <a:custGeom>
                <a:avLst/>
                <a:gdLst/>
                <a:ahLst/>
                <a:cxnLst/>
                <a:rect l="l" t="t" r="r" b="b"/>
                <a:pathLst>
                  <a:path w="645" h="1006" extrusionOk="0">
                    <a:moveTo>
                      <a:pt x="29" y="1"/>
                    </a:moveTo>
                    <a:cubicBezTo>
                      <a:pt x="29" y="1"/>
                      <a:pt x="0" y="29"/>
                      <a:pt x="29" y="29"/>
                    </a:cubicBezTo>
                    <a:cubicBezTo>
                      <a:pt x="57" y="121"/>
                      <a:pt x="114" y="178"/>
                      <a:pt x="177" y="234"/>
                    </a:cubicBezTo>
                    <a:cubicBezTo>
                      <a:pt x="234" y="298"/>
                      <a:pt x="262" y="355"/>
                      <a:pt x="290" y="411"/>
                    </a:cubicBezTo>
                    <a:cubicBezTo>
                      <a:pt x="319" y="475"/>
                      <a:pt x="354" y="503"/>
                      <a:pt x="354" y="531"/>
                    </a:cubicBezTo>
                    <a:cubicBezTo>
                      <a:pt x="382" y="560"/>
                      <a:pt x="382" y="588"/>
                      <a:pt x="411" y="616"/>
                    </a:cubicBezTo>
                    <a:cubicBezTo>
                      <a:pt x="411" y="652"/>
                      <a:pt x="439" y="680"/>
                      <a:pt x="467" y="708"/>
                    </a:cubicBezTo>
                    <a:cubicBezTo>
                      <a:pt x="496" y="793"/>
                      <a:pt x="531" y="857"/>
                      <a:pt x="559" y="913"/>
                    </a:cubicBezTo>
                    <a:cubicBezTo>
                      <a:pt x="559" y="942"/>
                      <a:pt x="559" y="1005"/>
                      <a:pt x="616" y="1005"/>
                    </a:cubicBezTo>
                    <a:cubicBezTo>
                      <a:pt x="616" y="1005"/>
                      <a:pt x="644" y="1005"/>
                      <a:pt x="644" y="970"/>
                    </a:cubicBezTo>
                    <a:cubicBezTo>
                      <a:pt x="644" y="970"/>
                      <a:pt x="644" y="942"/>
                      <a:pt x="616" y="942"/>
                    </a:cubicBezTo>
                    <a:lnTo>
                      <a:pt x="616" y="913"/>
                    </a:lnTo>
                    <a:cubicBezTo>
                      <a:pt x="588" y="829"/>
                      <a:pt x="559" y="765"/>
                      <a:pt x="496" y="680"/>
                    </a:cubicBezTo>
                    <a:cubicBezTo>
                      <a:pt x="496" y="652"/>
                      <a:pt x="467" y="616"/>
                      <a:pt x="467" y="588"/>
                    </a:cubicBezTo>
                    <a:cubicBezTo>
                      <a:pt x="439" y="560"/>
                      <a:pt x="439" y="531"/>
                      <a:pt x="411" y="503"/>
                    </a:cubicBezTo>
                    <a:cubicBezTo>
                      <a:pt x="411" y="475"/>
                      <a:pt x="382" y="439"/>
                      <a:pt x="354" y="383"/>
                    </a:cubicBezTo>
                    <a:cubicBezTo>
                      <a:pt x="319" y="326"/>
                      <a:pt x="262" y="263"/>
                      <a:pt x="206" y="206"/>
                    </a:cubicBezTo>
                    <a:cubicBezTo>
                      <a:pt x="142" y="149"/>
                      <a:pt x="114" y="86"/>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3"/>
              <p:cNvSpPr/>
              <p:nvPr/>
            </p:nvSpPr>
            <p:spPr>
              <a:xfrm>
                <a:off x="3135603" y="4204596"/>
                <a:ext cx="20876" cy="34985"/>
              </a:xfrm>
              <a:custGeom>
                <a:avLst/>
                <a:gdLst/>
                <a:ahLst/>
                <a:cxnLst/>
                <a:rect l="l" t="t" r="r" b="b"/>
                <a:pathLst>
                  <a:path w="617" h="1034" extrusionOk="0">
                    <a:moveTo>
                      <a:pt x="29" y="0"/>
                    </a:moveTo>
                    <a:cubicBezTo>
                      <a:pt x="1" y="29"/>
                      <a:pt x="29" y="57"/>
                      <a:pt x="29" y="57"/>
                    </a:cubicBezTo>
                    <a:cubicBezTo>
                      <a:pt x="86" y="149"/>
                      <a:pt x="149" y="234"/>
                      <a:pt x="206" y="326"/>
                    </a:cubicBezTo>
                    <a:cubicBezTo>
                      <a:pt x="355" y="531"/>
                      <a:pt x="503" y="736"/>
                      <a:pt x="560" y="1005"/>
                    </a:cubicBezTo>
                    <a:lnTo>
                      <a:pt x="588" y="1033"/>
                    </a:lnTo>
                    <a:cubicBezTo>
                      <a:pt x="616" y="1005"/>
                      <a:pt x="616" y="1005"/>
                      <a:pt x="616" y="977"/>
                    </a:cubicBezTo>
                    <a:cubicBezTo>
                      <a:pt x="560" y="736"/>
                      <a:pt x="411" y="503"/>
                      <a:pt x="263" y="269"/>
                    </a:cubicBezTo>
                    <a:cubicBezTo>
                      <a:pt x="206" y="205"/>
                      <a:pt x="149" y="121"/>
                      <a:pt x="86" y="29"/>
                    </a:cubicBezTo>
                    <a:cubicBezTo>
                      <a:pt x="86" y="29"/>
                      <a:pt x="86"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3"/>
              <p:cNvSpPr/>
              <p:nvPr/>
            </p:nvSpPr>
            <p:spPr>
              <a:xfrm>
                <a:off x="3887706" y="4455928"/>
                <a:ext cx="25884" cy="13906"/>
              </a:xfrm>
              <a:custGeom>
                <a:avLst/>
                <a:gdLst/>
                <a:ahLst/>
                <a:cxnLst/>
                <a:rect l="l" t="t" r="r" b="b"/>
                <a:pathLst>
                  <a:path w="765" h="411" extrusionOk="0">
                    <a:moveTo>
                      <a:pt x="736" y="0"/>
                    </a:moveTo>
                    <a:cubicBezTo>
                      <a:pt x="736" y="0"/>
                      <a:pt x="708" y="0"/>
                      <a:pt x="708" y="29"/>
                    </a:cubicBezTo>
                    <a:cubicBezTo>
                      <a:pt x="581" y="204"/>
                      <a:pt x="366" y="338"/>
                      <a:pt x="161" y="338"/>
                    </a:cubicBezTo>
                    <a:cubicBezTo>
                      <a:pt x="126" y="338"/>
                      <a:pt x="91" y="334"/>
                      <a:pt x="57" y="326"/>
                    </a:cubicBezTo>
                    <a:cubicBezTo>
                      <a:pt x="29" y="326"/>
                      <a:pt x="0" y="354"/>
                      <a:pt x="0" y="354"/>
                    </a:cubicBezTo>
                    <a:cubicBezTo>
                      <a:pt x="0" y="382"/>
                      <a:pt x="29" y="382"/>
                      <a:pt x="29" y="382"/>
                    </a:cubicBezTo>
                    <a:cubicBezTo>
                      <a:pt x="57" y="382"/>
                      <a:pt x="85" y="411"/>
                      <a:pt x="142" y="411"/>
                    </a:cubicBezTo>
                    <a:cubicBezTo>
                      <a:pt x="382" y="411"/>
                      <a:pt x="616" y="269"/>
                      <a:pt x="764" y="57"/>
                    </a:cubicBezTo>
                    <a:cubicBezTo>
                      <a:pt x="764" y="29"/>
                      <a:pt x="764" y="29"/>
                      <a:pt x="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3"/>
              <p:cNvSpPr/>
              <p:nvPr/>
            </p:nvSpPr>
            <p:spPr>
              <a:xfrm>
                <a:off x="3562408" y="3847459"/>
                <a:ext cx="53899" cy="11030"/>
              </a:xfrm>
              <a:custGeom>
                <a:avLst/>
                <a:gdLst/>
                <a:ahLst/>
                <a:cxnLst/>
                <a:rect l="l" t="t" r="r" b="b"/>
                <a:pathLst>
                  <a:path w="1593" h="326" extrusionOk="0">
                    <a:moveTo>
                      <a:pt x="92" y="0"/>
                    </a:moveTo>
                    <a:cubicBezTo>
                      <a:pt x="64" y="0"/>
                      <a:pt x="29" y="36"/>
                      <a:pt x="29" y="64"/>
                    </a:cubicBezTo>
                    <a:cubicBezTo>
                      <a:pt x="0" y="92"/>
                      <a:pt x="29" y="121"/>
                      <a:pt x="64" y="121"/>
                    </a:cubicBezTo>
                    <a:cubicBezTo>
                      <a:pt x="382" y="213"/>
                      <a:pt x="736" y="326"/>
                      <a:pt x="1125" y="326"/>
                    </a:cubicBezTo>
                    <a:cubicBezTo>
                      <a:pt x="1267" y="326"/>
                      <a:pt x="1415" y="297"/>
                      <a:pt x="1564" y="269"/>
                    </a:cubicBezTo>
                    <a:cubicBezTo>
                      <a:pt x="1592" y="269"/>
                      <a:pt x="1592" y="213"/>
                      <a:pt x="1592" y="177"/>
                    </a:cubicBezTo>
                    <a:cubicBezTo>
                      <a:pt x="1592" y="149"/>
                      <a:pt x="1564" y="149"/>
                      <a:pt x="1507" y="149"/>
                    </a:cubicBezTo>
                    <a:cubicBezTo>
                      <a:pt x="1383" y="180"/>
                      <a:pt x="1256" y="193"/>
                      <a:pt x="1127" y="193"/>
                    </a:cubicBezTo>
                    <a:cubicBezTo>
                      <a:pt x="764" y="193"/>
                      <a:pt x="395" y="89"/>
                      <a:pt x="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3"/>
              <p:cNvSpPr/>
              <p:nvPr/>
            </p:nvSpPr>
            <p:spPr>
              <a:xfrm>
                <a:off x="3306034" y="4282858"/>
                <a:ext cx="553676" cy="577800"/>
              </a:xfrm>
              <a:custGeom>
                <a:avLst/>
                <a:gdLst/>
                <a:ahLst/>
                <a:cxnLst/>
                <a:rect l="l" t="t" r="r" b="b"/>
                <a:pathLst>
                  <a:path w="16364" h="17077" extrusionOk="0">
                    <a:moveTo>
                      <a:pt x="8076" y="0"/>
                    </a:moveTo>
                    <a:cubicBezTo>
                      <a:pt x="6531" y="0"/>
                      <a:pt x="5025" y="643"/>
                      <a:pt x="4012" y="1904"/>
                    </a:cubicBezTo>
                    <a:cubicBezTo>
                      <a:pt x="2335" y="3906"/>
                      <a:pt x="3220" y="6941"/>
                      <a:pt x="1239" y="9006"/>
                    </a:cubicBezTo>
                    <a:cubicBezTo>
                      <a:pt x="977" y="9240"/>
                      <a:pt x="708" y="9480"/>
                      <a:pt x="531" y="9770"/>
                    </a:cubicBezTo>
                    <a:cubicBezTo>
                      <a:pt x="213" y="10244"/>
                      <a:pt x="93" y="10832"/>
                      <a:pt x="64" y="11426"/>
                    </a:cubicBezTo>
                    <a:cubicBezTo>
                      <a:pt x="1" y="12487"/>
                      <a:pt x="64" y="13548"/>
                      <a:pt x="298" y="14581"/>
                    </a:cubicBezTo>
                    <a:cubicBezTo>
                      <a:pt x="680" y="16434"/>
                      <a:pt x="2335" y="16463"/>
                      <a:pt x="4012" y="16732"/>
                    </a:cubicBezTo>
                    <a:cubicBezTo>
                      <a:pt x="5249" y="16904"/>
                      <a:pt x="6492" y="17077"/>
                      <a:pt x="7731" y="17077"/>
                    </a:cubicBezTo>
                    <a:cubicBezTo>
                      <a:pt x="7965" y="17077"/>
                      <a:pt x="8199" y="17070"/>
                      <a:pt x="8433" y="17057"/>
                    </a:cubicBezTo>
                    <a:cubicBezTo>
                      <a:pt x="10230" y="16937"/>
                      <a:pt x="11971" y="16378"/>
                      <a:pt x="13683" y="15819"/>
                    </a:cubicBezTo>
                    <a:cubicBezTo>
                      <a:pt x="13767" y="15784"/>
                      <a:pt x="13888" y="15755"/>
                      <a:pt x="13973" y="15727"/>
                    </a:cubicBezTo>
                    <a:cubicBezTo>
                      <a:pt x="14390" y="15578"/>
                      <a:pt x="14772" y="15430"/>
                      <a:pt x="15097" y="15168"/>
                    </a:cubicBezTo>
                    <a:cubicBezTo>
                      <a:pt x="16364" y="14192"/>
                      <a:pt x="16364" y="11688"/>
                      <a:pt x="15685" y="10365"/>
                    </a:cubicBezTo>
                    <a:cubicBezTo>
                      <a:pt x="15479" y="9947"/>
                      <a:pt x="15126" y="9593"/>
                      <a:pt x="14829" y="9211"/>
                    </a:cubicBezTo>
                    <a:cubicBezTo>
                      <a:pt x="13654" y="7648"/>
                      <a:pt x="13711" y="5879"/>
                      <a:pt x="13442" y="4083"/>
                    </a:cubicBezTo>
                    <a:cubicBezTo>
                      <a:pt x="13209" y="2491"/>
                      <a:pt x="11942" y="1253"/>
                      <a:pt x="10556" y="574"/>
                    </a:cubicBezTo>
                    <a:cubicBezTo>
                      <a:pt x="9766" y="190"/>
                      <a:pt x="8915" y="0"/>
                      <a:pt x="80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3"/>
              <p:cNvSpPr/>
              <p:nvPr/>
            </p:nvSpPr>
            <p:spPr>
              <a:xfrm>
                <a:off x="3583450" y="4300352"/>
                <a:ext cx="20878" cy="548655"/>
              </a:xfrm>
              <a:custGeom>
                <a:avLst/>
                <a:gdLst/>
                <a:ahLst/>
                <a:cxnLst/>
                <a:rect l="l" t="t" r="r" b="b"/>
                <a:pathLst>
                  <a:path w="617" h="19370" extrusionOk="0">
                    <a:moveTo>
                      <a:pt x="29" y="0"/>
                    </a:moveTo>
                    <a:cubicBezTo>
                      <a:pt x="1" y="0"/>
                      <a:pt x="1" y="28"/>
                      <a:pt x="1" y="28"/>
                    </a:cubicBezTo>
                    <a:lnTo>
                      <a:pt x="560" y="19334"/>
                    </a:lnTo>
                    <a:lnTo>
                      <a:pt x="588" y="19370"/>
                    </a:lnTo>
                    <a:cubicBezTo>
                      <a:pt x="616" y="19334"/>
                      <a:pt x="616" y="19334"/>
                      <a:pt x="616" y="19306"/>
                    </a:cubicBezTo>
                    <a:lnTo>
                      <a:pt x="58" y="28"/>
                    </a:lnTo>
                    <a:cubicBezTo>
                      <a:pt x="58" y="28"/>
                      <a:pt x="58" y="0"/>
                      <a:pt x="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3"/>
              <p:cNvSpPr/>
              <p:nvPr/>
            </p:nvSpPr>
            <p:spPr>
              <a:xfrm>
                <a:off x="3328061" y="4302246"/>
                <a:ext cx="509623" cy="548668"/>
              </a:xfrm>
              <a:custGeom>
                <a:avLst/>
                <a:gdLst/>
                <a:ahLst/>
                <a:cxnLst/>
                <a:rect l="l" t="t" r="r" b="b"/>
                <a:pathLst>
                  <a:path w="15062" h="16216" extrusionOk="0">
                    <a:moveTo>
                      <a:pt x="7429" y="64"/>
                    </a:moveTo>
                    <a:cubicBezTo>
                      <a:pt x="8193" y="64"/>
                      <a:pt x="8992" y="241"/>
                      <a:pt x="9671" y="595"/>
                    </a:cubicBezTo>
                    <a:cubicBezTo>
                      <a:pt x="11143" y="1331"/>
                      <a:pt x="12147" y="2569"/>
                      <a:pt x="12324" y="3892"/>
                    </a:cubicBezTo>
                    <a:cubicBezTo>
                      <a:pt x="12381" y="4245"/>
                      <a:pt x="12409" y="4599"/>
                      <a:pt x="12437" y="4953"/>
                    </a:cubicBezTo>
                    <a:cubicBezTo>
                      <a:pt x="12586" y="6311"/>
                      <a:pt x="12734" y="7577"/>
                      <a:pt x="13590" y="8759"/>
                    </a:cubicBezTo>
                    <a:cubicBezTo>
                      <a:pt x="13675" y="8879"/>
                      <a:pt x="13767" y="8992"/>
                      <a:pt x="13852" y="9112"/>
                    </a:cubicBezTo>
                    <a:cubicBezTo>
                      <a:pt x="14029" y="9346"/>
                      <a:pt x="14241" y="9586"/>
                      <a:pt x="14383" y="9848"/>
                    </a:cubicBezTo>
                    <a:cubicBezTo>
                      <a:pt x="14977" y="11030"/>
                      <a:pt x="15005" y="13414"/>
                      <a:pt x="13852" y="14362"/>
                    </a:cubicBezTo>
                    <a:cubicBezTo>
                      <a:pt x="13534" y="14595"/>
                      <a:pt x="13180" y="14744"/>
                      <a:pt x="12826" y="14857"/>
                    </a:cubicBezTo>
                    <a:cubicBezTo>
                      <a:pt x="12734" y="14892"/>
                      <a:pt x="12650" y="14921"/>
                      <a:pt x="12558" y="14949"/>
                    </a:cubicBezTo>
                    <a:cubicBezTo>
                      <a:pt x="11022" y="15479"/>
                      <a:pt x="9402" y="16010"/>
                      <a:pt x="7754" y="16130"/>
                    </a:cubicBezTo>
                    <a:cubicBezTo>
                      <a:pt x="7549" y="16159"/>
                      <a:pt x="7308" y="16159"/>
                      <a:pt x="7075" y="16159"/>
                    </a:cubicBezTo>
                    <a:cubicBezTo>
                      <a:pt x="5957" y="16159"/>
                      <a:pt x="4804" y="15982"/>
                      <a:pt x="3715" y="15805"/>
                    </a:cubicBezTo>
                    <a:cubicBezTo>
                      <a:pt x="3566" y="15805"/>
                      <a:pt x="3418" y="15777"/>
                      <a:pt x="3276" y="15741"/>
                    </a:cubicBezTo>
                    <a:cubicBezTo>
                      <a:pt x="1861" y="15564"/>
                      <a:pt x="651" y="15387"/>
                      <a:pt x="326" y="13796"/>
                    </a:cubicBezTo>
                    <a:cubicBezTo>
                      <a:pt x="121" y="12826"/>
                      <a:pt x="57" y="11822"/>
                      <a:pt x="121" y="10853"/>
                    </a:cubicBezTo>
                    <a:cubicBezTo>
                      <a:pt x="149" y="10322"/>
                      <a:pt x="234" y="9763"/>
                      <a:pt x="531" y="9289"/>
                    </a:cubicBezTo>
                    <a:cubicBezTo>
                      <a:pt x="651" y="9084"/>
                      <a:pt x="828" y="8936"/>
                      <a:pt x="977" y="8759"/>
                    </a:cubicBezTo>
                    <a:cubicBezTo>
                      <a:pt x="1033" y="8702"/>
                      <a:pt x="1118" y="8638"/>
                      <a:pt x="1182" y="8554"/>
                    </a:cubicBezTo>
                    <a:cubicBezTo>
                      <a:pt x="2123" y="7521"/>
                      <a:pt x="2356" y="6226"/>
                      <a:pt x="2597" y="4988"/>
                    </a:cubicBezTo>
                    <a:cubicBezTo>
                      <a:pt x="2802" y="3835"/>
                      <a:pt x="3007" y="2746"/>
                      <a:pt x="3715" y="1833"/>
                    </a:cubicBezTo>
                    <a:cubicBezTo>
                      <a:pt x="4599" y="708"/>
                      <a:pt x="5957" y="64"/>
                      <a:pt x="7429" y="64"/>
                    </a:cubicBezTo>
                    <a:close/>
                    <a:moveTo>
                      <a:pt x="7429" y="1"/>
                    </a:moveTo>
                    <a:cubicBezTo>
                      <a:pt x="5957" y="1"/>
                      <a:pt x="4571" y="651"/>
                      <a:pt x="3658" y="1805"/>
                    </a:cubicBezTo>
                    <a:cubicBezTo>
                      <a:pt x="2951" y="2717"/>
                      <a:pt x="2745" y="3863"/>
                      <a:pt x="2533" y="4953"/>
                    </a:cubicBezTo>
                    <a:cubicBezTo>
                      <a:pt x="2300" y="6226"/>
                      <a:pt x="2066" y="7492"/>
                      <a:pt x="1118" y="8525"/>
                    </a:cubicBezTo>
                    <a:cubicBezTo>
                      <a:pt x="1062" y="8582"/>
                      <a:pt x="1005" y="8667"/>
                      <a:pt x="942" y="8730"/>
                    </a:cubicBezTo>
                    <a:cubicBezTo>
                      <a:pt x="765" y="8879"/>
                      <a:pt x="623" y="9056"/>
                      <a:pt x="475" y="9261"/>
                    </a:cubicBezTo>
                    <a:cubicBezTo>
                      <a:pt x="177" y="9728"/>
                      <a:pt x="93" y="10322"/>
                      <a:pt x="57" y="10824"/>
                    </a:cubicBezTo>
                    <a:cubicBezTo>
                      <a:pt x="1" y="11822"/>
                      <a:pt x="57" y="12855"/>
                      <a:pt x="269" y="13831"/>
                    </a:cubicBezTo>
                    <a:cubicBezTo>
                      <a:pt x="588" y="15451"/>
                      <a:pt x="1889" y="15628"/>
                      <a:pt x="3276" y="15805"/>
                    </a:cubicBezTo>
                    <a:cubicBezTo>
                      <a:pt x="3418" y="15833"/>
                      <a:pt x="3538" y="15861"/>
                      <a:pt x="3686" y="15861"/>
                    </a:cubicBezTo>
                    <a:cubicBezTo>
                      <a:pt x="4804" y="16038"/>
                      <a:pt x="5929" y="16215"/>
                      <a:pt x="7075" y="16215"/>
                    </a:cubicBezTo>
                    <a:cubicBezTo>
                      <a:pt x="7308" y="16215"/>
                      <a:pt x="7549" y="16215"/>
                      <a:pt x="7754" y="16187"/>
                    </a:cubicBezTo>
                    <a:cubicBezTo>
                      <a:pt x="9431" y="16067"/>
                      <a:pt x="11022" y="15536"/>
                      <a:pt x="12586" y="15005"/>
                    </a:cubicBezTo>
                    <a:cubicBezTo>
                      <a:pt x="12678" y="14977"/>
                      <a:pt x="12763" y="14949"/>
                      <a:pt x="12855" y="14921"/>
                    </a:cubicBezTo>
                    <a:cubicBezTo>
                      <a:pt x="13208" y="14800"/>
                      <a:pt x="13562" y="14652"/>
                      <a:pt x="13888" y="14390"/>
                    </a:cubicBezTo>
                    <a:cubicBezTo>
                      <a:pt x="15062" y="13442"/>
                      <a:pt x="15034" y="11001"/>
                      <a:pt x="14446" y="9820"/>
                    </a:cubicBezTo>
                    <a:cubicBezTo>
                      <a:pt x="14298" y="9551"/>
                      <a:pt x="14093" y="9289"/>
                      <a:pt x="13916" y="9056"/>
                    </a:cubicBezTo>
                    <a:cubicBezTo>
                      <a:pt x="13824" y="8964"/>
                      <a:pt x="13711" y="8844"/>
                      <a:pt x="13647" y="8730"/>
                    </a:cubicBezTo>
                    <a:cubicBezTo>
                      <a:pt x="12763" y="7577"/>
                      <a:pt x="12650" y="6283"/>
                      <a:pt x="12501" y="4953"/>
                    </a:cubicBezTo>
                    <a:cubicBezTo>
                      <a:pt x="12473" y="4599"/>
                      <a:pt x="12437" y="4245"/>
                      <a:pt x="12381" y="3892"/>
                    </a:cubicBezTo>
                    <a:cubicBezTo>
                      <a:pt x="12204" y="2540"/>
                      <a:pt x="11199" y="1302"/>
                      <a:pt x="9700" y="567"/>
                    </a:cubicBezTo>
                    <a:cubicBezTo>
                      <a:pt x="8992" y="213"/>
                      <a:pt x="8228" y="1"/>
                      <a:pt x="74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3"/>
              <p:cNvSpPr/>
              <p:nvPr/>
            </p:nvSpPr>
            <p:spPr>
              <a:xfrm>
                <a:off x="3734024" y="4439890"/>
                <a:ext cx="7951" cy="38098"/>
              </a:xfrm>
              <a:custGeom>
                <a:avLst/>
                <a:gdLst/>
                <a:ahLst/>
                <a:cxnLst/>
                <a:rect l="l" t="t" r="r" b="b"/>
                <a:pathLst>
                  <a:path w="235" h="1126" extrusionOk="0">
                    <a:moveTo>
                      <a:pt x="29" y="0"/>
                    </a:moveTo>
                    <a:cubicBezTo>
                      <a:pt x="1" y="0"/>
                      <a:pt x="1" y="36"/>
                      <a:pt x="1" y="36"/>
                    </a:cubicBezTo>
                    <a:cubicBezTo>
                      <a:pt x="121" y="390"/>
                      <a:pt x="178" y="743"/>
                      <a:pt x="149" y="1097"/>
                    </a:cubicBezTo>
                    <a:lnTo>
                      <a:pt x="178" y="1125"/>
                    </a:lnTo>
                    <a:cubicBezTo>
                      <a:pt x="206" y="1125"/>
                      <a:pt x="206" y="1097"/>
                      <a:pt x="206" y="1097"/>
                    </a:cubicBezTo>
                    <a:cubicBezTo>
                      <a:pt x="234" y="708"/>
                      <a:pt x="178" y="354"/>
                      <a:pt x="57" y="36"/>
                    </a:cubicBezTo>
                    <a:cubicBezTo>
                      <a:pt x="57" y="0"/>
                      <a:pt x="29" y="0"/>
                      <a:pt x="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3"/>
              <p:cNvSpPr/>
              <p:nvPr/>
            </p:nvSpPr>
            <p:spPr>
              <a:xfrm>
                <a:off x="3740960" y="4494940"/>
                <a:ext cx="31873" cy="91727"/>
              </a:xfrm>
              <a:custGeom>
                <a:avLst/>
                <a:gdLst/>
                <a:ahLst/>
                <a:cxnLst/>
                <a:rect l="l" t="t" r="r" b="b"/>
                <a:pathLst>
                  <a:path w="942" h="2711" extrusionOk="0">
                    <a:moveTo>
                      <a:pt x="57" y="1"/>
                    </a:moveTo>
                    <a:lnTo>
                      <a:pt x="29" y="29"/>
                    </a:lnTo>
                    <a:cubicBezTo>
                      <a:pt x="1" y="970"/>
                      <a:pt x="298" y="1946"/>
                      <a:pt x="913" y="2682"/>
                    </a:cubicBezTo>
                    <a:lnTo>
                      <a:pt x="913" y="2710"/>
                    </a:lnTo>
                    <a:lnTo>
                      <a:pt x="942" y="2710"/>
                    </a:lnTo>
                    <a:lnTo>
                      <a:pt x="942" y="2653"/>
                    </a:lnTo>
                    <a:cubicBezTo>
                      <a:pt x="355" y="1911"/>
                      <a:pt x="57" y="970"/>
                      <a:pt x="93" y="29"/>
                    </a:cubicBezTo>
                    <a:cubicBezTo>
                      <a:pt x="93" y="29"/>
                      <a:pt x="93" y="1"/>
                      <a:pt x="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3"/>
              <p:cNvSpPr/>
              <p:nvPr/>
            </p:nvSpPr>
            <p:spPr>
              <a:xfrm>
                <a:off x="3433866" y="4522720"/>
                <a:ext cx="9846" cy="38064"/>
              </a:xfrm>
              <a:custGeom>
                <a:avLst/>
                <a:gdLst/>
                <a:ahLst/>
                <a:cxnLst/>
                <a:rect l="l" t="t" r="r" b="b"/>
                <a:pathLst>
                  <a:path w="291" h="1125" extrusionOk="0">
                    <a:moveTo>
                      <a:pt x="262" y="0"/>
                    </a:moveTo>
                    <a:cubicBezTo>
                      <a:pt x="234" y="0"/>
                      <a:pt x="234" y="0"/>
                      <a:pt x="234" y="28"/>
                    </a:cubicBezTo>
                    <a:cubicBezTo>
                      <a:pt x="206" y="382"/>
                      <a:pt x="149" y="736"/>
                      <a:pt x="0" y="1061"/>
                    </a:cubicBezTo>
                    <a:lnTo>
                      <a:pt x="0" y="1125"/>
                    </a:lnTo>
                    <a:lnTo>
                      <a:pt x="29" y="1125"/>
                    </a:lnTo>
                    <a:cubicBezTo>
                      <a:pt x="29" y="1125"/>
                      <a:pt x="29" y="1090"/>
                      <a:pt x="57" y="1090"/>
                    </a:cubicBezTo>
                    <a:cubicBezTo>
                      <a:pt x="206" y="771"/>
                      <a:pt x="262" y="382"/>
                      <a:pt x="291" y="28"/>
                    </a:cubicBezTo>
                    <a:cubicBezTo>
                      <a:pt x="291" y="0"/>
                      <a:pt x="291" y="0"/>
                      <a:pt x="2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3"/>
              <p:cNvSpPr/>
              <p:nvPr/>
            </p:nvSpPr>
            <p:spPr>
              <a:xfrm>
                <a:off x="3446791" y="4559567"/>
                <a:ext cx="5075" cy="21113"/>
              </a:xfrm>
              <a:custGeom>
                <a:avLst/>
                <a:gdLst/>
                <a:ahLst/>
                <a:cxnLst/>
                <a:rect l="l" t="t" r="r" b="b"/>
                <a:pathLst>
                  <a:path w="150" h="624" extrusionOk="0">
                    <a:moveTo>
                      <a:pt x="121" y="1"/>
                    </a:moveTo>
                    <a:cubicBezTo>
                      <a:pt x="121" y="1"/>
                      <a:pt x="85" y="1"/>
                      <a:pt x="85" y="36"/>
                    </a:cubicBezTo>
                    <a:lnTo>
                      <a:pt x="1" y="595"/>
                    </a:lnTo>
                    <a:cubicBezTo>
                      <a:pt x="1" y="623"/>
                      <a:pt x="29" y="623"/>
                      <a:pt x="29" y="623"/>
                    </a:cubicBezTo>
                    <a:lnTo>
                      <a:pt x="57" y="623"/>
                    </a:lnTo>
                    <a:lnTo>
                      <a:pt x="149" y="36"/>
                    </a:lnTo>
                    <a:cubicBezTo>
                      <a:pt x="149" y="36"/>
                      <a:pt x="149" y="1"/>
                      <a:pt x="1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90" name="Google Shape;1290;p43"/>
          <p:cNvGrpSpPr/>
          <p:nvPr/>
        </p:nvGrpSpPr>
        <p:grpSpPr>
          <a:xfrm>
            <a:off x="3467140" y="4279075"/>
            <a:ext cx="360758" cy="258297"/>
            <a:chOff x="4992850" y="4345375"/>
            <a:chExt cx="607336" cy="638400"/>
          </a:xfrm>
        </p:grpSpPr>
        <p:sp>
          <p:nvSpPr>
            <p:cNvPr id="1291" name="Google Shape;1291;p43"/>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3"/>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3" name="Google Shape;1293;p43"/>
          <p:cNvGrpSpPr/>
          <p:nvPr/>
        </p:nvGrpSpPr>
        <p:grpSpPr>
          <a:xfrm>
            <a:off x="5001147" y="1017735"/>
            <a:ext cx="3429621" cy="3207869"/>
            <a:chOff x="3889166" y="370287"/>
            <a:chExt cx="1437755" cy="1344793"/>
          </a:xfrm>
        </p:grpSpPr>
        <p:sp>
          <p:nvSpPr>
            <p:cNvPr id="1294" name="Google Shape;1294;p43"/>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3"/>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3"/>
            <p:cNvSpPr/>
            <p:nvPr/>
          </p:nvSpPr>
          <p:spPr>
            <a:xfrm>
              <a:off x="5274407" y="370287"/>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3"/>
            <p:cNvSpPr/>
            <p:nvPr/>
          </p:nvSpPr>
          <p:spPr>
            <a:xfrm>
              <a:off x="5228494" y="370287"/>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Title 2">
            <a:extLst>
              <a:ext uri="{FF2B5EF4-FFF2-40B4-BE49-F238E27FC236}">
                <a16:creationId xmlns:a16="http://schemas.microsoft.com/office/drawing/2014/main" id="{4864779A-E605-DB10-083C-9CBD2DFFB1ED}"/>
              </a:ext>
            </a:extLst>
          </p:cNvPr>
          <p:cNvSpPr>
            <a:spLocks noGrp="1"/>
          </p:cNvSpPr>
          <p:nvPr>
            <p:ph type="title"/>
          </p:nvPr>
        </p:nvSpPr>
        <p:spPr>
          <a:xfrm>
            <a:off x="4121811" y="2036732"/>
            <a:ext cx="4621863" cy="1881562"/>
          </a:xfrm>
        </p:spPr>
        <p:txBody>
          <a:bodyPr/>
          <a:lstStyle/>
          <a:p>
            <a:pPr algn="r"/>
            <a:r>
              <a:rPr lang="en-IN" sz="6000" dirty="0" err="1"/>
              <a:t>Sequencial</a:t>
            </a:r>
            <a:br>
              <a:rPr lang="en-IN" sz="6000" dirty="0"/>
            </a:br>
            <a:r>
              <a:rPr lang="en-IN" sz="6000" dirty="0"/>
              <a:t>Tree</a:t>
            </a:r>
          </a:p>
        </p:txBody>
      </p:sp>
      <p:sp>
        <p:nvSpPr>
          <p:cNvPr id="7" name="Google Shape;910;p41">
            <a:extLst>
              <a:ext uri="{FF2B5EF4-FFF2-40B4-BE49-F238E27FC236}">
                <a16:creationId xmlns:a16="http://schemas.microsoft.com/office/drawing/2014/main" id="{2F8B6589-9292-4259-4783-BE57933A6E9D}"/>
              </a:ext>
            </a:extLst>
          </p:cNvPr>
          <p:cNvSpPr txBox="1">
            <a:spLocks/>
          </p:cNvSpPr>
          <p:nvPr/>
        </p:nvSpPr>
        <p:spPr>
          <a:xfrm>
            <a:off x="7570184" y="1249101"/>
            <a:ext cx="1178911" cy="9159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6000" b="1" dirty="0">
                <a:solidFill>
                  <a:schemeClr val="accent2"/>
                </a:solidFill>
                <a:latin typeface="Poppins" panose="00000500000000000000" pitchFamily="2" charset="0"/>
                <a:cs typeface="Poppins" panose="00000500000000000000" pitchFamily="2" charset="0"/>
              </a:rPr>
              <a:t>07</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339"/>
        <p:cNvGrpSpPr/>
        <p:nvPr/>
      </p:nvGrpSpPr>
      <p:grpSpPr>
        <a:xfrm>
          <a:off x="0" y="0"/>
          <a:ext cx="0" cy="0"/>
          <a:chOff x="0" y="0"/>
          <a:chExt cx="0" cy="0"/>
        </a:xfrm>
      </p:grpSpPr>
      <p:sp>
        <p:nvSpPr>
          <p:cNvPr id="1340" name="Google Shape;1340;p45"/>
          <p:cNvSpPr txBox="1">
            <a:spLocks noGrp="1"/>
          </p:cNvSpPr>
          <p:nvPr>
            <p:ph type="title"/>
          </p:nvPr>
        </p:nvSpPr>
        <p:spPr>
          <a:xfrm>
            <a:off x="563536" y="269148"/>
            <a:ext cx="416696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Sequential Tree</a:t>
            </a:r>
            <a:endParaRPr dirty="0"/>
          </a:p>
        </p:txBody>
      </p:sp>
      <p:sp>
        <p:nvSpPr>
          <p:cNvPr id="15" name="TextBox 14">
            <a:extLst>
              <a:ext uri="{FF2B5EF4-FFF2-40B4-BE49-F238E27FC236}">
                <a16:creationId xmlns:a16="http://schemas.microsoft.com/office/drawing/2014/main" id="{C123D484-FCA0-7713-3383-A718A5A1C7EF}"/>
              </a:ext>
            </a:extLst>
          </p:cNvPr>
          <p:cNvSpPr txBox="1"/>
          <p:nvPr/>
        </p:nvSpPr>
        <p:spPr>
          <a:xfrm>
            <a:off x="492169" y="1269761"/>
            <a:ext cx="4166960" cy="2246769"/>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Lato" panose="020F0502020204030203" pitchFamily="34" charset="0"/>
                <a:ea typeface="Lato" panose="020F0502020204030203" pitchFamily="34" charset="0"/>
                <a:cs typeface="Lato" panose="020F0502020204030203" pitchFamily="34" charset="0"/>
              </a:rPr>
              <a:t>A sequential tree is one in which the nodes are stored in a sequential order.</a:t>
            </a:r>
          </a:p>
          <a:p>
            <a:endParaRPr lang="en-US" sz="2000" dirty="0">
              <a:latin typeface="Lato" panose="020F0502020204030203" pitchFamily="34" charset="0"/>
              <a:ea typeface="Lato" panose="020F0502020204030203" pitchFamily="34" charset="0"/>
              <a:cs typeface="Lato" panose="020F0502020204030203" pitchFamily="34" charset="0"/>
            </a:endParaRPr>
          </a:p>
          <a:p>
            <a:pPr marL="342900" indent="-342900">
              <a:buFont typeface="Arial" panose="020B0604020202020204" pitchFamily="34" charset="0"/>
              <a:buChar char="•"/>
            </a:pPr>
            <a:r>
              <a:rPr lang="en-US" sz="2000" dirty="0">
                <a:latin typeface="Lato" panose="020F0502020204030203" pitchFamily="34" charset="0"/>
                <a:ea typeface="Lato" panose="020F0502020204030203" pitchFamily="34" charset="0"/>
                <a:cs typeface="Lato" panose="020F0502020204030203" pitchFamily="34" charset="0"/>
              </a:rPr>
              <a:t>This means that the nodes can be traversed in a linear order, similar to an array.</a:t>
            </a:r>
            <a:endParaRPr lang="en-IN" sz="2000" dirty="0">
              <a:latin typeface="Lato" panose="020F0502020204030203" pitchFamily="34" charset="0"/>
              <a:ea typeface="Lato" panose="020F0502020204030203" pitchFamily="34" charset="0"/>
              <a:cs typeface="Lato" panose="020F0502020204030203" pitchFamily="34" charset="0"/>
            </a:endParaRPr>
          </a:p>
        </p:txBody>
      </p:sp>
      <p:sp>
        <p:nvSpPr>
          <p:cNvPr id="2" name="TextBox 1">
            <a:extLst>
              <a:ext uri="{FF2B5EF4-FFF2-40B4-BE49-F238E27FC236}">
                <a16:creationId xmlns:a16="http://schemas.microsoft.com/office/drawing/2014/main" id="{CD4F98A2-4794-ABD3-BD27-DE155C052271}"/>
              </a:ext>
            </a:extLst>
          </p:cNvPr>
          <p:cNvSpPr txBox="1"/>
          <p:nvPr/>
        </p:nvSpPr>
        <p:spPr>
          <a:xfrm>
            <a:off x="4988936" y="841848"/>
            <a:ext cx="3906982" cy="492443"/>
          </a:xfrm>
          <a:prstGeom prst="rect">
            <a:avLst/>
          </a:prstGeom>
          <a:noFill/>
        </p:spPr>
        <p:txBody>
          <a:bodyPr wrap="square" rtlCol="0">
            <a:spAutoFit/>
          </a:bodyPr>
          <a:lstStyle/>
          <a:p>
            <a:r>
              <a:rPr lang="en-US" sz="2600" b="1" dirty="0">
                <a:latin typeface="Aharoni" panose="02010803020104030203" pitchFamily="2" charset="-79"/>
                <a:cs typeface="Aharoni" panose="02010803020104030203" pitchFamily="2" charset="-79"/>
              </a:rPr>
              <a:t>Binary Representation:</a:t>
            </a:r>
          </a:p>
        </p:txBody>
      </p:sp>
      <p:sp>
        <p:nvSpPr>
          <p:cNvPr id="3" name="Flowchart: Connector 2">
            <a:extLst>
              <a:ext uri="{FF2B5EF4-FFF2-40B4-BE49-F238E27FC236}">
                <a16:creationId xmlns:a16="http://schemas.microsoft.com/office/drawing/2014/main" id="{334FA5B2-C798-8589-A1D6-22A26C2207F7}"/>
              </a:ext>
            </a:extLst>
          </p:cNvPr>
          <p:cNvSpPr/>
          <p:nvPr/>
        </p:nvSpPr>
        <p:spPr>
          <a:xfrm>
            <a:off x="5856593" y="1636815"/>
            <a:ext cx="581891" cy="595745"/>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tx1"/>
              </a:solidFill>
              <a:highlight>
                <a:srgbClr val="00FFFF"/>
              </a:highlight>
            </a:endParaRPr>
          </a:p>
        </p:txBody>
      </p:sp>
      <p:sp>
        <p:nvSpPr>
          <p:cNvPr id="4" name="Flowchart: Connector 3">
            <a:extLst>
              <a:ext uri="{FF2B5EF4-FFF2-40B4-BE49-F238E27FC236}">
                <a16:creationId xmlns:a16="http://schemas.microsoft.com/office/drawing/2014/main" id="{36CF3E0D-7FE1-EB47-42C0-79ED19CD67B1}"/>
              </a:ext>
            </a:extLst>
          </p:cNvPr>
          <p:cNvSpPr/>
          <p:nvPr/>
        </p:nvSpPr>
        <p:spPr>
          <a:xfrm>
            <a:off x="5981838" y="2084790"/>
            <a:ext cx="581891" cy="595745"/>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tx1"/>
              </a:solidFill>
              <a:highlight>
                <a:srgbClr val="00FFFF"/>
              </a:highlight>
            </a:endParaRPr>
          </a:p>
        </p:txBody>
      </p:sp>
      <p:sp>
        <p:nvSpPr>
          <p:cNvPr id="5" name="Flowchart: Connector 4">
            <a:extLst>
              <a:ext uri="{FF2B5EF4-FFF2-40B4-BE49-F238E27FC236}">
                <a16:creationId xmlns:a16="http://schemas.microsoft.com/office/drawing/2014/main" id="{E4802425-B3B2-4AD7-6C21-C61674F43E93}"/>
              </a:ext>
            </a:extLst>
          </p:cNvPr>
          <p:cNvSpPr/>
          <p:nvPr/>
        </p:nvSpPr>
        <p:spPr>
          <a:xfrm>
            <a:off x="7015217" y="2035280"/>
            <a:ext cx="581891" cy="595745"/>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tx1"/>
              </a:solidFill>
              <a:highlight>
                <a:srgbClr val="00FFFF"/>
              </a:highlight>
            </a:endParaRPr>
          </a:p>
        </p:txBody>
      </p:sp>
      <p:sp>
        <p:nvSpPr>
          <p:cNvPr id="6" name="Flowchart: Connector 5">
            <a:extLst>
              <a:ext uri="{FF2B5EF4-FFF2-40B4-BE49-F238E27FC236}">
                <a16:creationId xmlns:a16="http://schemas.microsoft.com/office/drawing/2014/main" id="{75E1E038-6282-3C11-AED2-6DE3EF27B566}"/>
              </a:ext>
            </a:extLst>
          </p:cNvPr>
          <p:cNvSpPr/>
          <p:nvPr/>
        </p:nvSpPr>
        <p:spPr>
          <a:xfrm>
            <a:off x="5077542" y="2900119"/>
            <a:ext cx="581891" cy="595745"/>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tx1"/>
              </a:solidFill>
              <a:highlight>
                <a:srgbClr val="00FFFF"/>
              </a:highlight>
            </a:endParaRPr>
          </a:p>
        </p:txBody>
      </p:sp>
      <p:sp>
        <p:nvSpPr>
          <p:cNvPr id="7" name="Flowchart: Connector 6">
            <a:extLst>
              <a:ext uri="{FF2B5EF4-FFF2-40B4-BE49-F238E27FC236}">
                <a16:creationId xmlns:a16="http://schemas.microsoft.com/office/drawing/2014/main" id="{CB4D57EE-DC7C-5228-C111-6100BC9BD635}"/>
              </a:ext>
            </a:extLst>
          </p:cNvPr>
          <p:cNvSpPr/>
          <p:nvPr/>
        </p:nvSpPr>
        <p:spPr>
          <a:xfrm>
            <a:off x="6064965" y="3793736"/>
            <a:ext cx="581891" cy="595745"/>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Flowchart: Connector 7">
            <a:extLst>
              <a:ext uri="{FF2B5EF4-FFF2-40B4-BE49-F238E27FC236}">
                <a16:creationId xmlns:a16="http://schemas.microsoft.com/office/drawing/2014/main" id="{718B08D2-31A6-82DB-FC71-07EC94681CD0}"/>
              </a:ext>
            </a:extLst>
          </p:cNvPr>
          <p:cNvSpPr/>
          <p:nvPr/>
        </p:nvSpPr>
        <p:spPr>
          <a:xfrm>
            <a:off x="8101583" y="2900119"/>
            <a:ext cx="581891" cy="595745"/>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tx1"/>
              </a:solidFill>
              <a:highlight>
                <a:srgbClr val="00FFFF"/>
              </a:highlight>
            </a:endParaRPr>
          </a:p>
        </p:txBody>
      </p:sp>
      <p:sp>
        <p:nvSpPr>
          <p:cNvPr id="9" name="Flowchart: Connector 8">
            <a:extLst>
              <a:ext uri="{FF2B5EF4-FFF2-40B4-BE49-F238E27FC236}">
                <a16:creationId xmlns:a16="http://schemas.microsoft.com/office/drawing/2014/main" id="{8D79569B-1DEC-35CA-6A09-0E2076D7ECBE}"/>
              </a:ext>
            </a:extLst>
          </p:cNvPr>
          <p:cNvSpPr/>
          <p:nvPr/>
        </p:nvSpPr>
        <p:spPr>
          <a:xfrm>
            <a:off x="6589562" y="2845987"/>
            <a:ext cx="581891" cy="595745"/>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tx1"/>
              </a:solidFill>
              <a:highlight>
                <a:srgbClr val="00FFFF"/>
              </a:highlight>
            </a:endParaRPr>
          </a:p>
        </p:txBody>
      </p:sp>
      <p:cxnSp>
        <p:nvCxnSpPr>
          <p:cNvPr id="10" name="Straight Connector 9">
            <a:extLst>
              <a:ext uri="{FF2B5EF4-FFF2-40B4-BE49-F238E27FC236}">
                <a16:creationId xmlns:a16="http://schemas.microsoft.com/office/drawing/2014/main" id="{C0C7A5CF-537B-FA95-D91B-665663B02C45}"/>
              </a:ext>
            </a:extLst>
          </p:cNvPr>
          <p:cNvCxnSpPr>
            <a:cxnSpLocks/>
          </p:cNvCxnSpPr>
          <p:nvPr/>
        </p:nvCxnSpPr>
        <p:spPr>
          <a:xfrm flipH="1">
            <a:off x="6308081" y="1824015"/>
            <a:ext cx="170432" cy="282752"/>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8D852C49-07F0-FF4B-3B04-CB6C7496EC1D}"/>
              </a:ext>
            </a:extLst>
          </p:cNvPr>
          <p:cNvCxnSpPr>
            <a:cxnSpLocks/>
          </p:cNvCxnSpPr>
          <p:nvPr/>
        </p:nvCxnSpPr>
        <p:spPr>
          <a:xfrm flipH="1">
            <a:off x="5705059" y="2409398"/>
            <a:ext cx="492837" cy="394074"/>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AE1698F-7A19-5535-4999-ADA139788700}"/>
              </a:ext>
            </a:extLst>
          </p:cNvPr>
          <p:cNvCxnSpPr>
            <a:cxnSpLocks/>
          </p:cNvCxnSpPr>
          <p:nvPr/>
        </p:nvCxnSpPr>
        <p:spPr>
          <a:xfrm>
            <a:off x="5621932" y="3073724"/>
            <a:ext cx="575964" cy="472362"/>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E4F3F8E5-C367-04C7-9B6C-BF3AB427A3C6}"/>
              </a:ext>
            </a:extLst>
          </p:cNvPr>
          <p:cNvCxnSpPr>
            <a:cxnSpLocks/>
          </p:cNvCxnSpPr>
          <p:nvPr/>
        </p:nvCxnSpPr>
        <p:spPr>
          <a:xfrm>
            <a:off x="6784002" y="1812149"/>
            <a:ext cx="181665" cy="24127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3FEB5E4C-4C99-B7F6-9387-08CD4FF66098}"/>
              </a:ext>
            </a:extLst>
          </p:cNvPr>
          <p:cNvCxnSpPr>
            <a:cxnSpLocks/>
          </p:cNvCxnSpPr>
          <p:nvPr/>
        </p:nvCxnSpPr>
        <p:spPr>
          <a:xfrm flipH="1">
            <a:off x="7016641" y="2337149"/>
            <a:ext cx="14196" cy="389452"/>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0D44E793-F9E5-B315-DDEC-7C8A7390F7E9}"/>
              </a:ext>
            </a:extLst>
          </p:cNvPr>
          <p:cNvCxnSpPr>
            <a:cxnSpLocks/>
          </p:cNvCxnSpPr>
          <p:nvPr/>
        </p:nvCxnSpPr>
        <p:spPr>
          <a:xfrm>
            <a:off x="7180858" y="2363619"/>
            <a:ext cx="640033" cy="316916"/>
          </a:xfrm>
          <a:prstGeom prst="line">
            <a:avLst/>
          </a:prstGeom>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197A1237-79D2-19B0-698A-A81233978E93}"/>
              </a:ext>
            </a:extLst>
          </p:cNvPr>
          <p:cNvSpPr txBox="1"/>
          <p:nvPr/>
        </p:nvSpPr>
        <p:spPr>
          <a:xfrm>
            <a:off x="6478513" y="1524903"/>
            <a:ext cx="326243" cy="307777"/>
          </a:xfrm>
          <a:prstGeom prst="rect">
            <a:avLst/>
          </a:prstGeom>
          <a:solidFill>
            <a:schemeClr val="tx1"/>
          </a:solidFill>
        </p:spPr>
        <p:txBody>
          <a:bodyPr wrap="square" rtlCol="0">
            <a:spAutoFit/>
          </a:bodyPr>
          <a:lstStyle/>
          <a:p>
            <a:r>
              <a:rPr lang="en-US" dirty="0">
                <a:solidFill>
                  <a:schemeClr val="tx1"/>
                </a:solidFill>
                <a:highlight>
                  <a:srgbClr val="00FFFF"/>
                </a:highlight>
              </a:rPr>
              <a:t>A</a:t>
            </a:r>
          </a:p>
        </p:txBody>
      </p:sp>
      <p:sp>
        <p:nvSpPr>
          <p:cNvPr id="18" name="TextBox 17">
            <a:extLst>
              <a:ext uri="{FF2B5EF4-FFF2-40B4-BE49-F238E27FC236}">
                <a16:creationId xmlns:a16="http://schemas.microsoft.com/office/drawing/2014/main" id="{BBC63F23-6FD4-6A41-BC9B-0995344FD086}"/>
              </a:ext>
            </a:extLst>
          </p:cNvPr>
          <p:cNvSpPr txBox="1"/>
          <p:nvPr/>
        </p:nvSpPr>
        <p:spPr>
          <a:xfrm>
            <a:off x="6064965" y="2106293"/>
            <a:ext cx="328332" cy="307777"/>
          </a:xfrm>
          <a:prstGeom prst="rect">
            <a:avLst/>
          </a:prstGeom>
          <a:solidFill>
            <a:schemeClr val="tx1"/>
          </a:solidFill>
        </p:spPr>
        <p:txBody>
          <a:bodyPr wrap="square" rtlCol="0">
            <a:spAutoFit/>
          </a:bodyPr>
          <a:lstStyle/>
          <a:p>
            <a:r>
              <a:rPr lang="en-US" dirty="0">
                <a:solidFill>
                  <a:schemeClr val="tx1"/>
                </a:solidFill>
                <a:highlight>
                  <a:srgbClr val="00FFFF"/>
                </a:highlight>
              </a:rPr>
              <a:t>B</a:t>
            </a:r>
          </a:p>
        </p:txBody>
      </p:sp>
      <p:sp>
        <p:nvSpPr>
          <p:cNvPr id="19" name="TextBox 18">
            <a:extLst>
              <a:ext uri="{FF2B5EF4-FFF2-40B4-BE49-F238E27FC236}">
                <a16:creationId xmlns:a16="http://schemas.microsoft.com/office/drawing/2014/main" id="{57223928-6F19-DD68-20AA-379FBFCDE081}"/>
              </a:ext>
            </a:extLst>
          </p:cNvPr>
          <p:cNvSpPr txBox="1"/>
          <p:nvPr/>
        </p:nvSpPr>
        <p:spPr>
          <a:xfrm>
            <a:off x="6849575" y="2055842"/>
            <a:ext cx="331283" cy="307777"/>
          </a:xfrm>
          <a:prstGeom prst="rect">
            <a:avLst/>
          </a:prstGeom>
          <a:solidFill>
            <a:schemeClr val="tx1"/>
          </a:solidFill>
        </p:spPr>
        <p:txBody>
          <a:bodyPr wrap="square" rtlCol="0">
            <a:spAutoFit/>
          </a:bodyPr>
          <a:lstStyle/>
          <a:p>
            <a:r>
              <a:rPr lang="en-US" dirty="0">
                <a:solidFill>
                  <a:schemeClr val="tx1"/>
                </a:solidFill>
                <a:highlight>
                  <a:srgbClr val="00FFFF"/>
                </a:highlight>
              </a:rPr>
              <a:t>C</a:t>
            </a:r>
          </a:p>
        </p:txBody>
      </p:sp>
      <p:sp>
        <p:nvSpPr>
          <p:cNvPr id="20" name="TextBox 19">
            <a:extLst>
              <a:ext uri="{FF2B5EF4-FFF2-40B4-BE49-F238E27FC236}">
                <a16:creationId xmlns:a16="http://schemas.microsoft.com/office/drawing/2014/main" id="{5F7B48A7-56DA-CD18-8324-E96103B57373}"/>
              </a:ext>
            </a:extLst>
          </p:cNvPr>
          <p:cNvSpPr txBox="1"/>
          <p:nvPr/>
        </p:nvSpPr>
        <p:spPr>
          <a:xfrm>
            <a:off x="5421035" y="2773099"/>
            <a:ext cx="406621" cy="307777"/>
          </a:xfrm>
          <a:prstGeom prst="rect">
            <a:avLst/>
          </a:prstGeom>
          <a:solidFill>
            <a:schemeClr val="tx1"/>
          </a:solidFill>
        </p:spPr>
        <p:txBody>
          <a:bodyPr wrap="square" rtlCol="0">
            <a:spAutoFit/>
          </a:bodyPr>
          <a:lstStyle/>
          <a:p>
            <a:r>
              <a:rPr lang="en-US">
                <a:solidFill>
                  <a:schemeClr val="tx1"/>
                </a:solidFill>
                <a:highlight>
                  <a:srgbClr val="00FFFF"/>
                </a:highlight>
              </a:rPr>
              <a:t>D</a:t>
            </a:r>
            <a:endParaRPr lang="en-US" dirty="0">
              <a:solidFill>
                <a:schemeClr val="tx1"/>
              </a:solidFill>
              <a:highlight>
                <a:srgbClr val="00FFFF"/>
              </a:highlight>
            </a:endParaRPr>
          </a:p>
        </p:txBody>
      </p:sp>
      <p:sp>
        <p:nvSpPr>
          <p:cNvPr id="21" name="TextBox 20">
            <a:extLst>
              <a:ext uri="{FF2B5EF4-FFF2-40B4-BE49-F238E27FC236}">
                <a16:creationId xmlns:a16="http://schemas.microsoft.com/office/drawing/2014/main" id="{CCFAE9C0-C862-4E9F-1D9E-E525FD2AC664}"/>
              </a:ext>
            </a:extLst>
          </p:cNvPr>
          <p:cNvSpPr txBox="1"/>
          <p:nvPr/>
        </p:nvSpPr>
        <p:spPr>
          <a:xfrm>
            <a:off x="6876134" y="2680535"/>
            <a:ext cx="249382" cy="307777"/>
          </a:xfrm>
          <a:prstGeom prst="rect">
            <a:avLst/>
          </a:prstGeom>
          <a:solidFill>
            <a:schemeClr val="tx1"/>
          </a:solidFill>
        </p:spPr>
        <p:txBody>
          <a:bodyPr wrap="square" rtlCol="0">
            <a:spAutoFit/>
          </a:bodyPr>
          <a:lstStyle/>
          <a:p>
            <a:r>
              <a:rPr lang="en-US">
                <a:solidFill>
                  <a:schemeClr val="tx1"/>
                </a:solidFill>
                <a:highlight>
                  <a:srgbClr val="00FFFF"/>
                </a:highlight>
              </a:rPr>
              <a:t>E</a:t>
            </a:r>
            <a:endParaRPr lang="en-US" dirty="0">
              <a:solidFill>
                <a:schemeClr val="tx1"/>
              </a:solidFill>
              <a:highlight>
                <a:srgbClr val="00FFFF"/>
              </a:highlight>
            </a:endParaRPr>
          </a:p>
        </p:txBody>
      </p:sp>
      <p:sp>
        <p:nvSpPr>
          <p:cNvPr id="22" name="TextBox 21">
            <a:extLst>
              <a:ext uri="{FF2B5EF4-FFF2-40B4-BE49-F238E27FC236}">
                <a16:creationId xmlns:a16="http://schemas.microsoft.com/office/drawing/2014/main" id="{946304F5-14C2-3C8D-F64C-1B6034598D49}"/>
              </a:ext>
            </a:extLst>
          </p:cNvPr>
          <p:cNvSpPr txBox="1"/>
          <p:nvPr/>
        </p:nvSpPr>
        <p:spPr>
          <a:xfrm>
            <a:off x="7693961" y="2679587"/>
            <a:ext cx="344276" cy="307777"/>
          </a:xfrm>
          <a:prstGeom prst="rect">
            <a:avLst/>
          </a:prstGeom>
          <a:solidFill>
            <a:schemeClr val="tx1"/>
          </a:solidFill>
        </p:spPr>
        <p:txBody>
          <a:bodyPr wrap="square" rtlCol="0">
            <a:spAutoFit/>
          </a:bodyPr>
          <a:lstStyle/>
          <a:p>
            <a:r>
              <a:rPr lang="en-US">
                <a:solidFill>
                  <a:schemeClr val="tx1"/>
                </a:solidFill>
                <a:highlight>
                  <a:srgbClr val="00FFFF"/>
                </a:highlight>
              </a:rPr>
              <a:t>F</a:t>
            </a:r>
            <a:endParaRPr lang="en-US" dirty="0">
              <a:solidFill>
                <a:schemeClr val="tx1"/>
              </a:solidFill>
              <a:highlight>
                <a:srgbClr val="00FFFF"/>
              </a:highlight>
            </a:endParaRPr>
          </a:p>
        </p:txBody>
      </p:sp>
      <p:sp>
        <p:nvSpPr>
          <p:cNvPr id="23" name="TextBox 22">
            <a:extLst>
              <a:ext uri="{FF2B5EF4-FFF2-40B4-BE49-F238E27FC236}">
                <a16:creationId xmlns:a16="http://schemas.microsoft.com/office/drawing/2014/main" id="{B7F42DEC-38BD-EAC0-B4A6-03D58F3E5ED3}"/>
              </a:ext>
            </a:extLst>
          </p:cNvPr>
          <p:cNvSpPr txBox="1"/>
          <p:nvPr/>
        </p:nvSpPr>
        <p:spPr>
          <a:xfrm>
            <a:off x="6221628" y="3506711"/>
            <a:ext cx="496675" cy="307777"/>
          </a:xfrm>
          <a:prstGeom prst="rect">
            <a:avLst/>
          </a:prstGeom>
          <a:solidFill>
            <a:schemeClr val="tx1"/>
          </a:solidFill>
        </p:spPr>
        <p:txBody>
          <a:bodyPr wrap="square" rtlCol="0">
            <a:spAutoFit/>
          </a:bodyPr>
          <a:lstStyle/>
          <a:p>
            <a:r>
              <a:rPr lang="en-US" dirty="0">
                <a:solidFill>
                  <a:schemeClr val="tx1"/>
                </a:solidFill>
                <a:highlight>
                  <a:srgbClr val="00FFFF"/>
                </a:highlight>
              </a:rPr>
              <a:t>H</a:t>
            </a:r>
          </a:p>
        </p:txBody>
      </p:sp>
      <p:sp>
        <p:nvSpPr>
          <p:cNvPr id="24" name="TextBox 23">
            <a:extLst>
              <a:ext uri="{FF2B5EF4-FFF2-40B4-BE49-F238E27FC236}">
                <a16:creationId xmlns:a16="http://schemas.microsoft.com/office/drawing/2014/main" id="{76F9A146-4C48-F9B7-2309-0D09BEBCA59E}"/>
              </a:ext>
            </a:extLst>
          </p:cNvPr>
          <p:cNvSpPr txBox="1"/>
          <p:nvPr/>
        </p:nvSpPr>
        <p:spPr>
          <a:xfrm>
            <a:off x="738486" y="3670818"/>
            <a:ext cx="5100927" cy="492443"/>
          </a:xfrm>
          <a:prstGeom prst="rect">
            <a:avLst/>
          </a:prstGeom>
          <a:noFill/>
        </p:spPr>
        <p:txBody>
          <a:bodyPr wrap="square" rtlCol="0">
            <a:spAutoFit/>
          </a:bodyPr>
          <a:lstStyle/>
          <a:p>
            <a:r>
              <a:rPr lang="en-US" sz="2600" b="1" dirty="0">
                <a:latin typeface="Aharoni" panose="02010803020104030203" pitchFamily="2" charset="-79"/>
                <a:cs typeface="Aharoni" panose="02010803020104030203" pitchFamily="2" charset="-79"/>
              </a:rPr>
              <a:t>Sequential Representation:</a:t>
            </a:r>
          </a:p>
        </p:txBody>
      </p:sp>
      <p:graphicFrame>
        <p:nvGraphicFramePr>
          <p:cNvPr id="25" name="Table 24">
            <a:extLst>
              <a:ext uri="{FF2B5EF4-FFF2-40B4-BE49-F238E27FC236}">
                <a16:creationId xmlns:a16="http://schemas.microsoft.com/office/drawing/2014/main" id="{B6C82C58-7940-6385-061E-5B9AE99A1AC0}"/>
              </a:ext>
            </a:extLst>
          </p:cNvPr>
          <p:cNvGraphicFramePr>
            <a:graphicFrameLocks noGrp="1"/>
          </p:cNvGraphicFramePr>
          <p:nvPr>
            <p:extLst>
              <p:ext uri="{D42A27DB-BD31-4B8C-83A1-F6EECF244321}">
                <p14:modId xmlns:p14="http://schemas.microsoft.com/office/powerpoint/2010/main" val="1668484537"/>
              </p:ext>
            </p:extLst>
          </p:nvPr>
        </p:nvGraphicFramePr>
        <p:xfrm>
          <a:off x="783241" y="4317550"/>
          <a:ext cx="4830620" cy="346765"/>
        </p:xfrm>
        <a:graphic>
          <a:graphicData uri="http://schemas.openxmlformats.org/drawingml/2006/table">
            <a:tbl>
              <a:tblPr firstRow="1" bandRow="1">
                <a:tableStyleId>{5940675A-B579-460E-94D1-54222C63F5DA}</a:tableStyleId>
              </a:tblPr>
              <a:tblGrid>
                <a:gridCol w="483062">
                  <a:extLst>
                    <a:ext uri="{9D8B030D-6E8A-4147-A177-3AD203B41FA5}">
                      <a16:colId xmlns:a16="http://schemas.microsoft.com/office/drawing/2014/main" val="758295960"/>
                    </a:ext>
                  </a:extLst>
                </a:gridCol>
                <a:gridCol w="483062">
                  <a:extLst>
                    <a:ext uri="{9D8B030D-6E8A-4147-A177-3AD203B41FA5}">
                      <a16:colId xmlns:a16="http://schemas.microsoft.com/office/drawing/2014/main" val="3401126352"/>
                    </a:ext>
                  </a:extLst>
                </a:gridCol>
                <a:gridCol w="483062">
                  <a:extLst>
                    <a:ext uri="{9D8B030D-6E8A-4147-A177-3AD203B41FA5}">
                      <a16:colId xmlns:a16="http://schemas.microsoft.com/office/drawing/2014/main" val="3618673902"/>
                    </a:ext>
                  </a:extLst>
                </a:gridCol>
                <a:gridCol w="483062">
                  <a:extLst>
                    <a:ext uri="{9D8B030D-6E8A-4147-A177-3AD203B41FA5}">
                      <a16:colId xmlns:a16="http://schemas.microsoft.com/office/drawing/2014/main" val="2354010933"/>
                    </a:ext>
                  </a:extLst>
                </a:gridCol>
                <a:gridCol w="459971">
                  <a:extLst>
                    <a:ext uri="{9D8B030D-6E8A-4147-A177-3AD203B41FA5}">
                      <a16:colId xmlns:a16="http://schemas.microsoft.com/office/drawing/2014/main" val="2682661452"/>
                    </a:ext>
                  </a:extLst>
                </a:gridCol>
                <a:gridCol w="506153">
                  <a:extLst>
                    <a:ext uri="{9D8B030D-6E8A-4147-A177-3AD203B41FA5}">
                      <a16:colId xmlns:a16="http://schemas.microsoft.com/office/drawing/2014/main" val="1131415596"/>
                    </a:ext>
                  </a:extLst>
                </a:gridCol>
                <a:gridCol w="483062">
                  <a:extLst>
                    <a:ext uri="{9D8B030D-6E8A-4147-A177-3AD203B41FA5}">
                      <a16:colId xmlns:a16="http://schemas.microsoft.com/office/drawing/2014/main" val="983732412"/>
                    </a:ext>
                  </a:extLst>
                </a:gridCol>
                <a:gridCol w="483062">
                  <a:extLst>
                    <a:ext uri="{9D8B030D-6E8A-4147-A177-3AD203B41FA5}">
                      <a16:colId xmlns:a16="http://schemas.microsoft.com/office/drawing/2014/main" val="1027274431"/>
                    </a:ext>
                  </a:extLst>
                </a:gridCol>
                <a:gridCol w="483062">
                  <a:extLst>
                    <a:ext uri="{9D8B030D-6E8A-4147-A177-3AD203B41FA5}">
                      <a16:colId xmlns:a16="http://schemas.microsoft.com/office/drawing/2014/main" val="2986003476"/>
                    </a:ext>
                  </a:extLst>
                </a:gridCol>
                <a:gridCol w="483062">
                  <a:extLst>
                    <a:ext uri="{9D8B030D-6E8A-4147-A177-3AD203B41FA5}">
                      <a16:colId xmlns:a16="http://schemas.microsoft.com/office/drawing/2014/main" val="3040052423"/>
                    </a:ext>
                  </a:extLst>
                </a:gridCol>
              </a:tblGrid>
              <a:tr h="346765">
                <a:tc>
                  <a:txBody>
                    <a:bodyPr/>
                    <a:lstStyle/>
                    <a:p>
                      <a:r>
                        <a:rPr lang="en-US" dirty="0"/>
                        <a:t>A</a:t>
                      </a:r>
                    </a:p>
                  </a:txBody>
                  <a:tcPr/>
                </a:tc>
                <a:tc>
                  <a:txBody>
                    <a:bodyPr/>
                    <a:lstStyle/>
                    <a:p>
                      <a:r>
                        <a:rPr lang="en-US" dirty="0"/>
                        <a:t>B</a:t>
                      </a:r>
                    </a:p>
                  </a:txBody>
                  <a:tcPr/>
                </a:tc>
                <a:tc>
                  <a:txBody>
                    <a:bodyPr/>
                    <a:lstStyle/>
                    <a:p>
                      <a:r>
                        <a:rPr lang="en-US" dirty="0"/>
                        <a:t>C</a:t>
                      </a:r>
                    </a:p>
                  </a:txBody>
                  <a:tcPr/>
                </a:tc>
                <a:tc>
                  <a:txBody>
                    <a:bodyPr/>
                    <a:lstStyle/>
                    <a:p>
                      <a:r>
                        <a:rPr lang="en-US" dirty="0"/>
                        <a:t>D</a:t>
                      </a:r>
                    </a:p>
                  </a:txBody>
                  <a:tcPr/>
                </a:tc>
                <a:tc>
                  <a:txBody>
                    <a:bodyPr/>
                    <a:lstStyle/>
                    <a:p>
                      <a:r>
                        <a:rPr lang="en-US" dirty="0"/>
                        <a:t>  -</a:t>
                      </a:r>
                    </a:p>
                  </a:txBody>
                  <a:tcPr/>
                </a:tc>
                <a:tc>
                  <a:txBody>
                    <a:bodyPr/>
                    <a:lstStyle/>
                    <a:p>
                      <a:r>
                        <a:rPr lang="en-US" dirty="0"/>
                        <a:t>E</a:t>
                      </a:r>
                    </a:p>
                  </a:txBody>
                  <a:tcPr/>
                </a:tc>
                <a:tc>
                  <a:txBody>
                    <a:bodyPr/>
                    <a:lstStyle/>
                    <a:p>
                      <a:r>
                        <a:rPr lang="en-US" dirty="0"/>
                        <a:t>F</a:t>
                      </a:r>
                    </a:p>
                  </a:txBody>
                  <a:tcPr/>
                </a:tc>
                <a:tc>
                  <a:txBody>
                    <a:bodyPr/>
                    <a:lstStyle/>
                    <a:p>
                      <a:r>
                        <a:rPr lang="en-US" dirty="0"/>
                        <a:t> </a:t>
                      </a:r>
                      <a:r>
                        <a:rPr lang="en-US" baseline="0" dirty="0"/>
                        <a:t> -</a:t>
                      </a:r>
                      <a:endParaRPr lang="en-US" dirty="0"/>
                    </a:p>
                  </a:txBody>
                  <a:tcPr/>
                </a:tc>
                <a:tc>
                  <a:txBody>
                    <a:bodyPr/>
                    <a:lstStyle/>
                    <a:p>
                      <a:r>
                        <a:rPr lang="en-US" dirty="0"/>
                        <a:t>H</a:t>
                      </a:r>
                    </a:p>
                  </a:txBody>
                  <a:tcPr/>
                </a:tc>
                <a:tc>
                  <a:txBody>
                    <a:bodyPr/>
                    <a:lstStyle/>
                    <a:p>
                      <a:endParaRPr lang="en-US" dirty="0"/>
                    </a:p>
                  </a:txBody>
                  <a:tcPr/>
                </a:tc>
                <a:extLst>
                  <a:ext uri="{0D108BD9-81ED-4DB2-BD59-A6C34878D82A}">
                    <a16:rowId xmlns:a16="http://schemas.microsoft.com/office/drawing/2014/main" val="588019710"/>
                  </a:ext>
                </a:extLst>
              </a:tr>
            </a:tbl>
          </a:graphicData>
        </a:graphic>
      </p:graphicFrame>
    </p:spTree>
    <p:extLst>
      <p:ext uri="{BB962C8B-B14F-4D97-AF65-F5344CB8AC3E}">
        <p14:creationId xmlns:p14="http://schemas.microsoft.com/office/powerpoint/2010/main" val="8482029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339"/>
        <p:cNvGrpSpPr/>
        <p:nvPr/>
      </p:nvGrpSpPr>
      <p:grpSpPr>
        <a:xfrm>
          <a:off x="0" y="0"/>
          <a:ext cx="0" cy="0"/>
          <a:chOff x="0" y="0"/>
          <a:chExt cx="0" cy="0"/>
        </a:xfrm>
      </p:grpSpPr>
      <p:sp>
        <p:nvSpPr>
          <p:cNvPr id="1340" name="Google Shape;1340;p45"/>
          <p:cNvSpPr txBox="1">
            <a:spLocks noGrp="1"/>
          </p:cNvSpPr>
          <p:nvPr>
            <p:ph type="title"/>
          </p:nvPr>
        </p:nvSpPr>
        <p:spPr>
          <a:xfrm>
            <a:off x="1446567" y="525180"/>
            <a:ext cx="6731344"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Properties of Sequential Trees</a:t>
            </a:r>
            <a:endParaRPr dirty="0"/>
          </a:p>
        </p:txBody>
      </p:sp>
      <p:sp>
        <p:nvSpPr>
          <p:cNvPr id="15" name="TextBox 14">
            <a:extLst>
              <a:ext uri="{FF2B5EF4-FFF2-40B4-BE49-F238E27FC236}">
                <a16:creationId xmlns:a16="http://schemas.microsoft.com/office/drawing/2014/main" id="{C123D484-FCA0-7713-3383-A718A5A1C7EF}"/>
              </a:ext>
            </a:extLst>
          </p:cNvPr>
          <p:cNvSpPr txBox="1"/>
          <p:nvPr/>
        </p:nvSpPr>
        <p:spPr>
          <a:xfrm>
            <a:off x="966089" y="1452973"/>
            <a:ext cx="7211822" cy="2554545"/>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Lato" panose="020F0502020204030203" pitchFamily="34" charset="0"/>
                <a:ea typeface="Lato" panose="020F0502020204030203" pitchFamily="34" charset="0"/>
                <a:cs typeface="Lato" panose="020F0502020204030203" pitchFamily="34" charset="0"/>
              </a:rPr>
              <a:t>Sequential trees are efficient for storing and retrieving data in sequential order.</a:t>
            </a:r>
          </a:p>
          <a:p>
            <a:endParaRPr lang="en-US" sz="2000" dirty="0">
              <a:latin typeface="Lato" panose="020F0502020204030203" pitchFamily="34" charset="0"/>
              <a:ea typeface="Lato" panose="020F0502020204030203" pitchFamily="34" charset="0"/>
              <a:cs typeface="Lato" panose="020F0502020204030203" pitchFamily="34" charset="0"/>
            </a:endParaRPr>
          </a:p>
          <a:p>
            <a:pPr marL="342900" indent="-342900">
              <a:buFont typeface="Arial" panose="020B0604020202020204" pitchFamily="34" charset="0"/>
              <a:buChar char="•"/>
            </a:pPr>
            <a:r>
              <a:rPr lang="en-US" sz="2000" dirty="0">
                <a:latin typeface="Lato" panose="020F0502020204030203" pitchFamily="34" charset="0"/>
                <a:ea typeface="Lato" panose="020F0502020204030203" pitchFamily="34" charset="0"/>
                <a:cs typeface="Lato" panose="020F0502020204030203" pitchFamily="34" charset="0"/>
              </a:rPr>
              <a:t>Sequential trees are also efficient for inserting and deleting data in sequential order.</a:t>
            </a:r>
          </a:p>
          <a:p>
            <a:endParaRPr lang="en-US" sz="2000" dirty="0">
              <a:latin typeface="Lato" panose="020F0502020204030203" pitchFamily="34" charset="0"/>
              <a:ea typeface="Lato" panose="020F0502020204030203" pitchFamily="34" charset="0"/>
              <a:cs typeface="Lato" panose="020F0502020204030203" pitchFamily="34" charset="0"/>
            </a:endParaRPr>
          </a:p>
          <a:p>
            <a:pPr marL="342900" indent="-342900">
              <a:buFont typeface="Arial" panose="020B0604020202020204" pitchFamily="34" charset="0"/>
              <a:buChar char="•"/>
            </a:pPr>
            <a:r>
              <a:rPr lang="en-US" sz="2000" dirty="0">
                <a:latin typeface="Lato" panose="020F0502020204030203" pitchFamily="34" charset="0"/>
                <a:ea typeface="Lato" panose="020F0502020204030203" pitchFamily="34" charset="0"/>
                <a:cs typeface="Lato" panose="020F0502020204030203" pitchFamily="34" charset="0"/>
              </a:rPr>
              <a:t>Sequential trees are not as efficient for searching for data in non-sequential order.</a:t>
            </a:r>
            <a:endParaRPr lang="en-IN" sz="20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75213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339"/>
        <p:cNvGrpSpPr/>
        <p:nvPr/>
      </p:nvGrpSpPr>
      <p:grpSpPr>
        <a:xfrm>
          <a:off x="0" y="0"/>
          <a:ext cx="0" cy="0"/>
          <a:chOff x="0" y="0"/>
          <a:chExt cx="0" cy="0"/>
        </a:xfrm>
      </p:grpSpPr>
      <p:sp>
        <p:nvSpPr>
          <p:cNvPr id="1340" name="Google Shape;1340;p45"/>
          <p:cNvSpPr txBox="1">
            <a:spLocks noGrp="1"/>
          </p:cNvSpPr>
          <p:nvPr>
            <p:ph type="title"/>
          </p:nvPr>
        </p:nvSpPr>
        <p:spPr>
          <a:xfrm>
            <a:off x="1446567" y="525180"/>
            <a:ext cx="6731344"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Application of Sequential Trees</a:t>
            </a:r>
            <a:endParaRPr dirty="0"/>
          </a:p>
        </p:txBody>
      </p:sp>
      <p:sp>
        <p:nvSpPr>
          <p:cNvPr id="15" name="TextBox 14">
            <a:extLst>
              <a:ext uri="{FF2B5EF4-FFF2-40B4-BE49-F238E27FC236}">
                <a16:creationId xmlns:a16="http://schemas.microsoft.com/office/drawing/2014/main" id="{C123D484-FCA0-7713-3383-A718A5A1C7EF}"/>
              </a:ext>
            </a:extLst>
          </p:cNvPr>
          <p:cNvSpPr txBox="1"/>
          <p:nvPr/>
        </p:nvSpPr>
        <p:spPr>
          <a:xfrm>
            <a:off x="685673" y="1452973"/>
            <a:ext cx="5032375" cy="3046988"/>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Lato" panose="020F0502020204030203" pitchFamily="34" charset="0"/>
                <a:ea typeface="Lato" panose="020F0502020204030203" pitchFamily="34" charset="0"/>
                <a:cs typeface="Lato" panose="020F0502020204030203" pitchFamily="34" charset="0"/>
              </a:rPr>
              <a:t>Compilers for representing and manipulating expressions</a:t>
            </a:r>
          </a:p>
          <a:p>
            <a:pPr marL="342900" indent="-342900">
              <a:buFont typeface="Arial" panose="020B0604020202020204" pitchFamily="34" charset="0"/>
              <a:buChar char="•"/>
            </a:pPr>
            <a:r>
              <a:rPr lang="en-US" sz="2400" dirty="0">
                <a:latin typeface="Lato" panose="020F0502020204030203" pitchFamily="34" charset="0"/>
                <a:ea typeface="Lato" panose="020F0502020204030203" pitchFamily="34" charset="0"/>
                <a:cs typeface="Lato" panose="020F0502020204030203" pitchFamily="34" charset="0"/>
              </a:rPr>
              <a:t>Operating systems for managing processes and threads</a:t>
            </a:r>
          </a:p>
          <a:p>
            <a:pPr marL="342900" indent="-342900">
              <a:buFont typeface="Arial" panose="020B0604020202020204" pitchFamily="34" charset="0"/>
              <a:buChar char="•"/>
            </a:pPr>
            <a:r>
              <a:rPr lang="en-US" sz="2400" dirty="0">
                <a:latin typeface="Lato" panose="020F0502020204030203" pitchFamily="34" charset="0"/>
                <a:ea typeface="Lato" panose="020F0502020204030203" pitchFamily="34" charset="0"/>
                <a:cs typeface="Lato" panose="020F0502020204030203" pitchFamily="34" charset="0"/>
              </a:rPr>
              <a:t>Databases for indexing and retrieving data</a:t>
            </a:r>
          </a:p>
          <a:p>
            <a:pPr marL="342900" indent="-342900">
              <a:buFont typeface="Arial" panose="020B0604020202020204" pitchFamily="34" charset="0"/>
              <a:buChar char="•"/>
            </a:pPr>
            <a:r>
              <a:rPr lang="en-US" sz="2400" dirty="0">
                <a:latin typeface="Lato" panose="020F0502020204030203" pitchFamily="34" charset="0"/>
                <a:ea typeface="Lato" panose="020F0502020204030203" pitchFamily="34" charset="0"/>
                <a:cs typeface="Lato" panose="020F0502020204030203" pitchFamily="34" charset="0"/>
              </a:rPr>
              <a:t>Graphics for drawing lines and curves</a:t>
            </a:r>
          </a:p>
        </p:txBody>
      </p:sp>
    </p:spTree>
    <p:extLst>
      <p:ext uri="{BB962C8B-B14F-4D97-AF65-F5344CB8AC3E}">
        <p14:creationId xmlns:p14="http://schemas.microsoft.com/office/powerpoint/2010/main" val="42453233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729"/>
        <p:cNvGrpSpPr/>
        <p:nvPr/>
      </p:nvGrpSpPr>
      <p:grpSpPr>
        <a:xfrm>
          <a:off x="0" y="0"/>
          <a:ext cx="0" cy="0"/>
          <a:chOff x="0" y="0"/>
          <a:chExt cx="0" cy="0"/>
        </a:xfrm>
      </p:grpSpPr>
      <p:grpSp>
        <p:nvGrpSpPr>
          <p:cNvPr id="1732" name="Google Shape;1732;p51"/>
          <p:cNvGrpSpPr/>
          <p:nvPr/>
        </p:nvGrpSpPr>
        <p:grpSpPr>
          <a:xfrm flipH="1">
            <a:off x="5565283" y="814241"/>
            <a:ext cx="3356840" cy="3515018"/>
            <a:chOff x="-3595520" y="539491"/>
            <a:chExt cx="3291402" cy="3515018"/>
          </a:xfrm>
        </p:grpSpPr>
        <p:sp>
          <p:nvSpPr>
            <p:cNvPr id="1733" name="Google Shape;1733;p51"/>
            <p:cNvSpPr/>
            <p:nvPr/>
          </p:nvSpPr>
          <p:spPr>
            <a:xfrm rot="-3555143">
              <a:off x="-2162345" y="690619"/>
              <a:ext cx="754650" cy="708574"/>
            </a:xfrm>
            <a:custGeom>
              <a:avLst/>
              <a:gdLst/>
              <a:ahLst/>
              <a:cxnLst/>
              <a:rect l="l" t="t" r="r" b="b"/>
              <a:pathLst>
                <a:path w="13414" h="12595" extrusionOk="0">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51"/>
            <p:cNvSpPr/>
            <p:nvPr/>
          </p:nvSpPr>
          <p:spPr>
            <a:xfrm>
              <a:off x="-2563478" y="860664"/>
              <a:ext cx="2259360" cy="2189809"/>
            </a:xfrm>
            <a:custGeom>
              <a:avLst/>
              <a:gdLst/>
              <a:ahLst/>
              <a:cxnLst/>
              <a:rect l="l" t="t" r="r" b="b"/>
              <a:pathLst>
                <a:path w="34694" h="33626" extrusionOk="0">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35" name="Google Shape;1735;p51"/>
            <p:cNvGrpSpPr/>
            <p:nvPr/>
          </p:nvGrpSpPr>
          <p:grpSpPr>
            <a:xfrm>
              <a:off x="-3479927" y="2003196"/>
              <a:ext cx="2350000" cy="1348751"/>
              <a:chOff x="6516473" y="1820321"/>
              <a:chExt cx="2350000" cy="1348751"/>
            </a:xfrm>
          </p:grpSpPr>
          <p:grpSp>
            <p:nvGrpSpPr>
              <p:cNvPr id="1736" name="Google Shape;1736;p51"/>
              <p:cNvGrpSpPr/>
              <p:nvPr/>
            </p:nvGrpSpPr>
            <p:grpSpPr>
              <a:xfrm>
                <a:off x="6516473" y="1820321"/>
                <a:ext cx="1504917" cy="1021126"/>
                <a:chOff x="5128378" y="1759883"/>
                <a:chExt cx="525423" cy="356526"/>
              </a:xfrm>
            </p:grpSpPr>
            <p:sp>
              <p:nvSpPr>
                <p:cNvPr id="1737" name="Google Shape;1737;p51"/>
                <p:cNvSpPr/>
                <p:nvPr/>
              </p:nvSpPr>
              <p:spPr>
                <a:xfrm>
                  <a:off x="5128378" y="1759883"/>
                  <a:ext cx="525423" cy="356526"/>
                </a:xfrm>
                <a:custGeom>
                  <a:avLst/>
                  <a:gdLst/>
                  <a:ahLst/>
                  <a:cxnLst/>
                  <a:rect l="l" t="t" r="r" b="b"/>
                  <a:pathLst>
                    <a:path w="15119" h="10259" extrusionOk="0">
                      <a:moveTo>
                        <a:pt x="114" y="1"/>
                      </a:moveTo>
                      <a:cubicBezTo>
                        <a:pt x="58" y="1"/>
                        <a:pt x="1" y="58"/>
                        <a:pt x="1" y="150"/>
                      </a:cubicBezTo>
                      <a:lnTo>
                        <a:pt x="1" y="10139"/>
                      </a:lnTo>
                      <a:cubicBezTo>
                        <a:pt x="1" y="10195"/>
                        <a:pt x="58" y="10259"/>
                        <a:pt x="114" y="10259"/>
                      </a:cubicBezTo>
                      <a:lnTo>
                        <a:pt x="15006" y="10259"/>
                      </a:lnTo>
                      <a:cubicBezTo>
                        <a:pt x="15062" y="10259"/>
                        <a:pt x="15119" y="10195"/>
                        <a:pt x="15119" y="10139"/>
                      </a:cubicBezTo>
                      <a:lnTo>
                        <a:pt x="15119" y="150"/>
                      </a:lnTo>
                      <a:cubicBezTo>
                        <a:pt x="15119" y="58"/>
                        <a:pt x="15062" y="1"/>
                        <a:pt x="1500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51"/>
                <p:cNvSpPr/>
                <p:nvPr/>
              </p:nvSpPr>
              <p:spPr>
                <a:xfrm>
                  <a:off x="5472603" y="1829458"/>
                  <a:ext cx="117776" cy="6186"/>
                </a:xfrm>
                <a:custGeom>
                  <a:avLst/>
                  <a:gdLst/>
                  <a:ahLst/>
                  <a:cxnLst/>
                  <a:rect l="l" t="t" r="r" b="b"/>
                  <a:pathLst>
                    <a:path w="3389" h="178" extrusionOk="0">
                      <a:moveTo>
                        <a:pt x="0" y="1"/>
                      </a:moveTo>
                      <a:lnTo>
                        <a:pt x="0" y="178"/>
                      </a:lnTo>
                      <a:lnTo>
                        <a:pt x="3389" y="178"/>
                      </a:lnTo>
                      <a:lnTo>
                        <a:pt x="33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51"/>
                <p:cNvSpPr/>
                <p:nvPr/>
              </p:nvSpPr>
              <p:spPr>
                <a:xfrm>
                  <a:off x="5405948" y="1829458"/>
                  <a:ext cx="47263" cy="6186"/>
                </a:xfrm>
                <a:custGeom>
                  <a:avLst/>
                  <a:gdLst/>
                  <a:ahLst/>
                  <a:cxnLst/>
                  <a:rect l="l" t="t" r="r" b="b"/>
                  <a:pathLst>
                    <a:path w="1360" h="178" extrusionOk="0">
                      <a:moveTo>
                        <a:pt x="1" y="1"/>
                      </a:moveTo>
                      <a:lnTo>
                        <a:pt x="1" y="178"/>
                      </a:lnTo>
                      <a:lnTo>
                        <a:pt x="1359" y="178"/>
                      </a:lnTo>
                      <a:lnTo>
                        <a:pt x="13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51"/>
                <p:cNvSpPr/>
                <p:nvPr/>
              </p:nvSpPr>
              <p:spPr>
                <a:xfrm>
                  <a:off x="5362924" y="1829458"/>
                  <a:ext cx="30791" cy="6186"/>
                </a:xfrm>
                <a:custGeom>
                  <a:avLst/>
                  <a:gdLst/>
                  <a:ahLst/>
                  <a:cxnLst/>
                  <a:rect l="l" t="t" r="r" b="b"/>
                  <a:pathLst>
                    <a:path w="886" h="178" extrusionOk="0">
                      <a:moveTo>
                        <a:pt x="1" y="1"/>
                      </a:moveTo>
                      <a:lnTo>
                        <a:pt x="1" y="178"/>
                      </a:lnTo>
                      <a:lnTo>
                        <a:pt x="885" y="178"/>
                      </a:lnTo>
                      <a:lnTo>
                        <a:pt x="8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51"/>
                <p:cNvSpPr/>
                <p:nvPr/>
              </p:nvSpPr>
              <p:spPr>
                <a:xfrm>
                  <a:off x="5341308" y="1829458"/>
                  <a:ext cx="12337" cy="6186"/>
                </a:xfrm>
                <a:custGeom>
                  <a:avLst/>
                  <a:gdLst/>
                  <a:ahLst/>
                  <a:cxnLst/>
                  <a:rect l="l" t="t" r="r" b="b"/>
                  <a:pathLst>
                    <a:path w="355" h="178" extrusionOk="0">
                      <a:moveTo>
                        <a:pt x="0" y="1"/>
                      </a:moveTo>
                      <a:lnTo>
                        <a:pt x="0" y="178"/>
                      </a:lnTo>
                      <a:lnTo>
                        <a:pt x="354" y="178"/>
                      </a:lnTo>
                      <a:lnTo>
                        <a:pt x="3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51"/>
                <p:cNvSpPr/>
                <p:nvPr/>
              </p:nvSpPr>
              <p:spPr>
                <a:xfrm>
                  <a:off x="5198960" y="1829458"/>
                  <a:ext cx="126152" cy="6186"/>
                </a:xfrm>
                <a:custGeom>
                  <a:avLst/>
                  <a:gdLst/>
                  <a:ahLst/>
                  <a:cxnLst/>
                  <a:rect l="l" t="t" r="r" b="b"/>
                  <a:pathLst>
                    <a:path w="3630" h="178" extrusionOk="0">
                      <a:moveTo>
                        <a:pt x="0" y="1"/>
                      </a:moveTo>
                      <a:lnTo>
                        <a:pt x="0" y="178"/>
                      </a:lnTo>
                      <a:lnTo>
                        <a:pt x="3629" y="178"/>
                      </a:lnTo>
                      <a:lnTo>
                        <a:pt x="36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51"/>
                <p:cNvSpPr/>
                <p:nvPr/>
              </p:nvSpPr>
              <p:spPr>
                <a:xfrm>
                  <a:off x="5513403" y="1858233"/>
                  <a:ext cx="102555" cy="7159"/>
                </a:xfrm>
                <a:custGeom>
                  <a:avLst/>
                  <a:gdLst/>
                  <a:ahLst/>
                  <a:cxnLst/>
                  <a:rect l="l" t="t" r="r" b="b"/>
                  <a:pathLst>
                    <a:path w="2951" h="206" extrusionOk="0">
                      <a:moveTo>
                        <a:pt x="0" y="1"/>
                      </a:moveTo>
                      <a:lnTo>
                        <a:pt x="0" y="206"/>
                      </a:lnTo>
                      <a:lnTo>
                        <a:pt x="2950" y="206"/>
                      </a:lnTo>
                      <a:lnTo>
                        <a:pt x="29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51"/>
                <p:cNvSpPr/>
                <p:nvPr/>
              </p:nvSpPr>
              <p:spPr>
                <a:xfrm>
                  <a:off x="5355799" y="1858233"/>
                  <a:ext cx="133033" cy="7159"/>
                </a:xfrm>
                <a:custGeom>
                  <a:avLst/>
                  <a:gdLst/>
                  <a:ahLst/>
                  <a:cxnLst/>
                  <a:rect l="l" t="t" r="r" b="b"/>
                  <a:pathLst>
                    <a:path w="3828" h="206" extrusionOk="0">
                      <a:moveTo>
                        <a:pt x="1" y="1"/>
                      </a:moveTo>
                      <a:lnTo>
                        <a:pt x="1" y="206"/>
                      </a:lnTo>
                      <a:lnTo>
                        <a:pt x="3828" y="206"/>
                      </a:lnTo>
                      <a:lnTo>
                        <a:pt x="382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51"/>
                <p:cNvSpPr/>
                <p:nvPr/>
              </p:nvSpPr>
              <p:spPr>
                <a:xfrm>
                  <a:off x="5318927" y="1858233"/>
                  <a:ext cx="14283" cy="7159"/>
                </a:xfrm>
                <a:custGeom>
                  <a:avLst/>
                  <a:gdLst/>
                  <a:ahLst/>
                  <a:cxnLst/>
                  <a:rect l="l" t="t" r="r" b="b"/>
                  <a:pathLst>
                    <a:path w="411" h="206" extrusionOk="0">
                      <a:moveTo>
                        <a:pt x="1" y="1"/>
                      </a:moveTo>
                      <a:lnTo>
                        <a:pt x="1" y="206"/>
                      </a:lnTo>
                      <a:lnTo>
                        <a:pt x="411" y="206"/>
                      </a:lnTo>
                      <a:lnTo>
                        <a:pt x="4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51"/>
                <p:cNvSpPr/>
                <p:nvPr/>
              </p:nvSpPr>
              <p:spPr>
                <a:xfrm>
                  <a:off x="5223531" y="1858233"/>
                  <a:ext cx="67663" cy="7159"/>
                </a:xfrm>
                <a:custGeom>
                  <a:avLst/>
                  <a:gdLst/>
                  <a:ahLst/>
                  <a:cxnLst/>
                  <a:rect l="l" t="t" r="r" b="b"/>
                  <a:pathLst>
                    <a:path w="1947" h="206" extrusionOk="0">
                      <a:moveTo>
                        <a:pt x="1" y="1"/>
                      </a:moveTo>
                      <a:lnTo>
                        <a:pt x="1" y="206"/>
                      </a:lnTo>
                      <a:lnTo>
                        <a:pt x="1946" y="206"/>
                      </a:lnTo>
                      <a:lnTo>
                        <a:pt x="19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51"/>
                <p:cNvSpPr/>
                <p:nvPr/>
              </p:nvSpPr>
              <p:spPr>
                <a:xfrm>
                  <a:off x="5163061" y="1858233"/>
                  <a:ext cx="40104" cy="7159"/>
                </a:xfrm>
                <a:custGeom>
                  <a:avLst/>
                  <a:gdLst/>
                  <a:ahLst/>
                  <a:cxnLst/>
                  <a:rect l="l" t="t" r="r" b="b"/>
                  <a:pathLst>
                    <a:path w="1154" h="206" extrusionOk="0">
                      <a:moveTo>
                        <a:pt x="0" y="1"/>
                      </a:moveTo>
                      <a:lnTo>
                        <a:pt x="0" y="206"/>
                      </a:lnTo>
                      <a:lnTo>
                        <a:pt x="1154" y="206"/>
                      </a:lnTo>
                      <a:lnTo>
                        <a:pt x="11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51"/>
                <p:cNvSpPr/>
                <p:nvPr/>
              </p:nvSpPr>
              <p:spPr>
                <a:xfrm>
                  <a:off x="5472603" y="1941083"/>
                  <a:ext cx="117776" cy="6186"/>
                </a:xfrm>
                <a:custGeom>
                  <a:avLst/>
                  <a:gdLst/>
                  <a:ahLst/>
                  <a:cxnLst/>
                  <a:rect l="l" t="t" r="r" b="b"/>
                  <a:pathLst>
                    <a:path w="3389" h="178" extrusionOk="0">
                      <a:moveTo>
                        <a:pt x="0" y="1"/>
                      </a:moveTo>
                      <a:lnTo>
                        <a:pt x="0" y="178"/>
                      </a:lnTo>
                      <a:lnTo>
                        <a:pt x="3389" y="178"/>
                      </a:lnTo>
                      <a:lnTo>
                        <a:pt x="33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51"/>
                <p:cNvSpPr/>
                <p:nvPr/>
              </p:nvSpPr>
              <p:spPr>
                <a:xfrm>
                  <a:off x="5405948" y="1941083"/>
                  <a:ext cx="47263" cy="6186"/>
                </a:xfrm>
                <a:custGeom>
                  <a:avLst/>
                  <a:gdLst/>
                  <a:ahLst/>
                  <a:cxnLst/>
                  <a:rect l="l" t="t" r="r" b="b"/>
                  <a:pathLst>
                    <a:path w="1360" h="178" extrusionOk="0">
                      <a:moveTo>
                        <a:pt x="1" y="1"/>
                      </a:moveTo>
                      <a:lnTo>
                        <a:pt x="1" y="178"/>
                      </a:lnTo>
                      <a:lnTo>
                        <a:pt x="1359" y="178"/>
                      </a:lnTo>
                      <a:lnTo>
                        <a:pt x="13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51"/>
                <p:cNvSpPr/>
                <p:nvPr/>
              </p:nvSpPr>
              <p:spPr>
                <a:xfrm>
                  <a:off x="5362924" y="1941083"/>
                  <a:ext cx="30791" cy="6186"/>
                </a:xfrm>
                <a:custGeom>
                  <a:avLst/>
                  <a:gdLst/>
                  <a:ahLst/>
                  <a:cxnLst/>
                  <a:rect l="l" t="t" r="r" b="b"/>
                  <a:pathLst>
                    <a:path w="886" h="178" extrusionOk="0">
                      <a:moveTo>
                        <a:pt x="1" y="1"/>
                      </a:moveTo>
                      <a:lnTo>
                        <a:pt x="1" y="178"/>
                      </a:lnTo>
                      <a:lnTo>
                        <a:pt x="885" y="178"/>
                      </a:lnTo>
                      <a:lnTo>
                        <a:pt x="8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51"/>
                <p:cNvSpPr/>
                <p:nvPr/>
              </p:nvSpPr>
              <p:spPr>
                <a:xfrm>
                  <a:off x="5341308" y="1941083"/>
                  <a:ext cx="12337" cy="6186"/>
                </a:xfrm>
                <a:custGeom>
                  <a:avLst/>
                  <a:gdLst/>
                  <a:ahLst/>
                  <a:cxnLst/>
                  <a:rect l="l" t="t" r="r" b="b"/>
                  <a:pathLst>
                    <a:path w="355" h="178" extrusionOk="0">
                      <a:moveTo>
                        <a:pt x="0" y="1"/>
                      </a:moveTo>
                      <a:lnTo>
                        <a:pt x="0" y="178"/>
                      </a:lnTo>
                      <a:lnTo>
                        <a:pt x="354" y="178"/>
                      </a:lnTo>
                      <a:lnTo>
                        <a:pt x="3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51"/>
                <p:cNvSpPr/>
                <p:nvPr/>
              </p:nvSpPr>
              <p:spPr>
                <a:xfrm>
                  <a:off x="5198960" y="1941083"/>
                  <a:ext cx="126152" cy="6186"/>
                </a:xfrm>
                <a:custGeom>
                  <a:avLst/>
                  <a:gdLst/>
                  <a:ahLst/>
                  <a:cxnLst/>
                  <a:rect l="l" t="t" r="r" b="b"/>
                  <a:pathLst>
                    <a:path w="3630" h="178" extrusionOk="0">
                      <a:moveTo>
                        <a:pt x="0" y="1"/>
                      </a:moveTo>
                      <a:lnTo>
                        <a:pt x="0" y="178"/>
                      </a:lnTo>
                      <a:lnTo>
                        <a:pt x="3629" y="178"/>
                      </a:lnTo>
                      <a:lnTo>
                        <a:pt x="36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51"/>
                <p:cNvSpPr/>
                <p:nvPr/>
              </p:nvSpPr>
              <p:spPr>
                <a:xfrm>
                  <a:off x="5513403" y="1970832"/>
                  <a:ext cx="76977" cy="6186"/>
                </a:xfrm>
                <a:custGeom>
                  <a:avLst/>
                  <a:gdLst/>
                  <a:ahLst/>
                  <a:cxnLst/>
                  <a:rect l="l" t="t" r="r" b="b"/>
                  <a:pathLst>
                    <a:path w="2215" h="178" extrusionOk="0">
                      <a:moveTo>
                        <a:pt x="0" y="1"/>
                      </a:moveTo>
                      <a:lnTo>
                        <a:pt x="0" y="178"/>
                      </a:lnTo>
                      <a:lnTo>
                        <a:pt x="2215" y="178"/>
                      </a:lnTo>
                      <a:lnTo>
                        <a:pt x="221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51"/>
                <p:cNvSpPr/>
                <p:nvPr/>
              </p:nvSpPr>
              <p:spPr>
                <a:xfrm>
                  <a:off x="5379396" y="1970832"/>
                  <a:ext cx="109436" cy="6186"/>
                </a:xfrm>
                <a:custGeom>
                  <a:avLst/>
                  <a:gdLst/>
                  <a:ahLst/>
                  <a:cxnLst/>
                  <a:rect l="l" t="t" r="r" b="b"/>
                  <a:pathLst>
                    <a:path w="3149" h="178" extrusionOk="0">
                      <a:moveTo>
                        <a:pt x="1" y="1"/>
                      </a:moveTo>
                      <a:lnTo>
                        <a:pt x="1" y="178"/>
                      </a:lnTo>
                      <a:lnTo>
                        <a:pt x="3149" y="178"/>
                      </a:lnTo>
                      <a:lnTo>
                        <a:pt x="31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51"/>
                <p:cNvSpPr/>
                <p:nvPr/>
              </p:nvSpPr>
              <p:spPr>
                <a:xfrm>
                  <a:off x="5337380" y="1970832"/>
                  <a:ext cx="12302" cy="6186"/>
                </a:xfrm>
                <a:custGeom>
                  <a:avLst/>
                  <a:gdLst/>
                  <a:ahLst/>
                  <a:cxnLst/>
                  <a:rect l="l" t="t" r="r" b="b"/>
                  <a:pathLst>
                    <a:path w="354" h="178" extrusionOk="0">
                      <a:moveTo>
                        <a:pt x="0" y="1"/>
                      </a:moveTo>
                      <a:lnTo>
                        <a:pt x="0" y="178"/>
                      </a:lnTo>
                      <a:lnTo>
                        <a:pt x="354" y="178"/>
                      </a:lnTo>
                      <a:lnTo>
                        <a:pt x="3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51"/>
                <p:cNvSpPr/>
                <p:nvPr/>
              </p:nvSpPr>
              <p:spPr>
                <a:xfrm>
                  <a:off x="5223531" y="1970832"/>
                  <a:ext cx="93206" cy="6186"/>
                </a:xfrm>
                <a:custGeom>
                  <a:avLst/>
                  <a:gdLst/>
                  <a:ahLst/>
                  <a:cxnLst/>
                  <a:rect l="l" t="t" r="r" b="b"/>
                  <a:pathLst>
                    <a:path w="2682" h="178" extrusionOk="0">
                      <a:moveTo>
                        <a:pt x="1" y="1"/>
                      </a:moveTo>
                      <a:lnTo>
                        <a:pt x="1" y="178"/>
                      </a:lnTo>
                      <a:lnTo>
                        <a:pt x="2682" y="178"/>
                      </a:lnTo>
                      <a:lnTo>
                        <a:pt x="26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51"/>
                <p:cNvSpPr/>
                <p:nvPr/>
              </p:nvSpPr>
              <p:spPr>
                <a:xfrm>
                  <a:off x="5183704" y="1970832"/>
                  <a:ext cx="26586" cy="6186"/>
                </a:xfrm>
                <a:custGeom>
                  <a:avLst/>
                  <a:gdLst/>
                  <a:ahLst/>
                  <a:cxnLst/>
                  <a:rect l="l" t="t" r="r" b="b"/>
                  <a:pathLst>
                    <a:path w="765" h="178" extrusionOk="0">
                      <a:moveTo>
                        <a:pt x="29" y="1"/>
                      </a:moveTo>
                      <a:lnTo>
                        <a:pt x="1" y="178"/>
                      </a:lnTo>
                      <a:lnTo>
                        <a:pt x="765" y="178"/>
                      </a:lnTo>
                      <a:lnTo>
                        <a:pt x="76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51"/>
                <p:cNvSpPr/>
                <p:nvPr/>
              </p:nvSpPr>
              <p:spPr>
                <a:xfrm>
                  <a:off x="5551492" y="2002561"/>
                  <a:ext cx="38888" cy="7159"/>
                </a:xfrm>
                <a:custGeom>
                  <a:avLst/>
                  <a:gdLst/>
                  <a:ahLst/>
                  <a:cxnLst/>
                  <a:rect l="l" t="t" r="r" b="b"/>
                  <a:pathLst>
                    <a:path w="1119" h="206" extrusionOk="0">
                      <a:moveTo>
                        <a:pt x="1" y="0"/>
                      </a:moveTo>
                      <a:lnTo>
                        <a:pt x="1" y="206"/>
                      </a:lnTo>
                      <a:lnTo>
                        <a:pt x="1119" y="206"/>
                      </a:lnTo>
                      <a:lnTo>
                        <a:pt x="11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51"/>
                <p:cNvSpPr/>
                <p:nvPr/>
              </p:nvSpPr>
              <p:spPr>
                <a:xfrm>
                  <a:off x="5405948" y="2002561"/>
                  <a:ext cx="125908" cy="7159"/>
                </a:xfrm>
                <a:custGeom>
                  <a:avLst/>
                  <a:gdLst/>
                  <a:ahLst/>
                  <a:cxnLst/>
                  <a:rect l="l" t="t" r="r" b="b"/>
                  <a:pathLst>
                    <a:path w="3623" h="206" extrusionOk="0">
                      <a:moveTo>
                        <a:pt x="1" y="0"/>
                      </a:moveTo>
                      <a:lnTo>
                        <a:pt x="1" y="206"/>
                      </a:lnTo>
                      <a:lnTo>
                        <a:pt x="3623" y="206"/>
                      </a:lnTo>
                      <a:lnTo>
                        <a:pt x="36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51"/>
                <p:cNvSpPr/>
                <p:nvPr/>
              </p:nvSpPr>
              <p:spPr>
                <a:xfrm>
                  <a:off x="5347459" y="2002561"/>
                  <a:ext cx="35934" cy="7159"/>
                </a:xfrm>
                <a:custGeom>
                  <a:avLst/>
                  <a:gdLst/>
                  <a:ahLst/>
                  <a:cxnLst/>
                  <a:rect l="l" t="t" r="r" b="b"/>
                  <a:pathLst>
                    <a:path w="1034" h="206" extrusionOk="0">
                      <a:moveTo>
                        <a:pt x="0" y="0"/>
                      </a:moveTo>
                      <a:lnTo>
                        <a:pt x="0" y="206"/>
                      </a:lnTo>
                      <a:lnTo>
                        <a:pt x="1033" y="206"/>
                      </a:lnTo>
                      <a:lnTo>
                        <a:pt x="103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51"/>
                <p:cNvSpPr/>
                <p:nvPr/>
              </p:nvSpPr>
              <p:spPr>
                <a:xfrm>
                  <a:off x="5198960" y="2002561"/>
                  <a:ext cx="129106" cy="7159"/>
                </a:xfrm>
                <a:custGeom>
                  <a:avLst/>
                  <a:gdLst/>
                  <a:ahLst/>
                  <a:cxnLst/>
                  <a:rect l="l" t="t" r="r" b="b"/>
                  <a:pathLst>
                    <a:path w="3715" h="206" extrusionOk="0">
                      <a:moveTo>
                        <a:pt x="0" y="0"/>
                      </a:moveTo>
                      <a:lnTo>
                        <a:pt x="0" y="206"/>
                      </a:lnTo>
                      <a:lnTo>
                        <a:pt x="3714" y="206"/>
                      </a:lnTo>
                      <a:lnTo>
                        <a:pt x="37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51"/>
                <p:cNvSpPr/>
                <p:nvPr/>
              </p:nvSpPr>
              <p:spPr>
                <a:xfrm>
                  <a:off x="5513403" y="2032309"/>
                  <a:ext cx="76977" cy="6186"/>
                </a:xfrm>
                <a:custGeom>
                  <a:avLst/>
                  <a:gdLst/>
                  <a:ahLst/>
                  <a:cxnLst/>
                  <a:rect l="l" t="t" r="r" b="b"/>
                  <a:pathLst>
                    <a:path w="2215" h="178" extrusionOk="0">
                      <a:moveTo>
                        <a:pt x="0" y="0"/>
                      </a:moveTo>
                      <a:lnTo>
                        <a:pt x="0" y="177"/>
                      </a:lnTo>
                      <a:lnTo>
                        <a:pt x="2215" y="177"/>
                      </a:lnTo>
                      <a:lnTo>
                        <a:pt x="22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51"/>
                <p:cNvSpPr/>
                <p:nvPr/>
              </p:nvSpPr>
              <p:spPr>
                <a:xfrm>
                  <a:off x="5379396" y="2032309"/>
                  <a:ext cx="109436" cy="6186"/>
                </a:xfrm>
                <a:custGeom>
                  <a:avLst/>
                  <a:gdLst/>
                  <a:ahLst/>
                  <a:cxnLst/>
                  <a:rect l="l" t="t" r="r" b="b"/>
                  <a:pathLst>
                    <a:path w="3149" h="178" extrusionOk="0">
                      <a:moveTo>
                        <a:pt x="1" y="0"/>
                      </a:moveTo>
                      <a:lnTo>
                        <a:pt x="1" y="177"/>
                      </a:lnTo>
                      <a:lnTo>
                        <a:pt x="3149" y="177"/>
                      </a:lnTo>
                      <a:lnTo>
                        <a:pt x="31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51"/>
                <p:cNvSpPr/>
                <p:nvPr/>
              </p:nvSpPr>
              <p:spPr>
                <a:xfrm>
                  <a:off x="5337380" y="2032309"/>
                  <a:ext cx="12302" cy="6186"/>
                </a:xfrm>
                <a:custGeom>
                  <a:avLst/>
                  <a:gdLst/>
                  <a:ahLst/>
                  <a:cxnLst/>
                  <a:rect l="l" t="t" r="r" b="b"/>
                  <a:pathLst>
                    <a:path w="354" h="178" extrusionOk="0">
                      <a:moveTo>
                        <a:pt x="0" y="0"/>
                      </a:moveTo>
                      <a:lnTo>
                        <a:pt x="0" y="177"/>
                      </a:lnTo>
                      <a:lnTo>
                        <a:pt x="354" y="177"/>
                      </a:lnTo>
                      <a:lnTo>
                        <a:pt x="3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51"/>
                <p:cNvSpPr/>
                <p:nvPr/>
              </p:nvSpPr>
              <p:spPr>
                <a:xfrm>
                  <a:off x="5223531" y="2031336"/>
                  <a:ext cx="93206" cy="7159"/>
                </a:xfrm>
                <a:custGeom>
                  <a:avLst/>
                  <a:gdLst/>
                  <a:ahLst/>
                  <a:cxnLst/>
                  <a:rect l="l" t="t" r="r" b="b"/>
                  <a:pathLst>
                    <a:path w="2682" h="206" extrusionOk="0">
                      <a:moveTo>
                        <a:pt x="1" y="0"/>
                      </a:moveTo>
                      <a:lnTo>
                        <a:pt x="1" y="205"/>
                      </a:lnTo>
                      <a:lnTo>
                        <a:pt x="2682" y="205"/>
                      </a:lnTo>
                      <a:lnTo>
                        <a:pt x="2682" y="28"/>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51"/>
                <p:cNvSpPr/>
                <p:nvPr/>
              </p:nvSpPr>
              <p:spPr>
                <a:xfrm>
                  <a:off x="5183704" y="2031336"/>
                  <a:ext cx="26586" cy="7159"/>
                </a:xfrm>
                <a:custGeom>
                  <a:avLst/>
                  <a:gdLst/>
                  <a:ahLst/>
                  <a:cxnLst/>
                  <a:rect l="l" t="t" r="r" b="b"/>
                  <a:pathLst>
                    <a:path w="765" h="206" extrusionOk="0">
                      <a:moveTo>
                        <a:pt x="29" y="0"/>
                      </a:moveTo>
                      <a:lnTo>
                        <a:pt x="1" y="205"/>
                      </a:lnTo>
                      <a:lnTo>
                        <a:pt x="765" y="205"/>
                      </a:lnTo>
                      <a:lnTo>
                        <a:pt x="76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51"/>
                <p:cNvSpPr/>
                <p:nvPr/>
              </p:nvSpPr>
              <p:spPr>
                <a:xfrm>
                  <a:off x="5599451" y="1995437"/>
                  <a:ext cx="20678" cy="25578"/>
                </a:xfrm>
                <a:custGeom>
                  <a:avLst/>
                  <a:gdLst/>
                  <a:ahLst/>
                  <a:cxnLst/>
                  <a:rect l="l" t="t" r="r" b="b"/>
                  <a:pathLst>
                    <a:path w="595" h="736" extrusionOk="0">
                      <a:moveTo>
                        <a:pt x="121" y="0"/>
                      </a:moveTo>
                      <a:lnTo>
                        <a:pt x="36" y="177"/>
                      </a:lnTo>
                      <a:lnTo>
                        <a:pt x="298" y="354"/>
                      </a:lnTo>
                      <a:lnTo>
                        <a:pt x="0" y="587"/>
                      </a:lnTo>
                      <a:lnTo>
                        <a:pt x="92" y="736"/>
                      </a:lnTo>
                      <a:lnTo>
                        <a:pt x="595" y="354"/>
                      </a:lnTo>
                      <a:lnTo>
                        <a:pt x="1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51"/>
                <p:cNvSpPr/>
                <p:nvPr/>
              </p:nvSpPr>
              <p:spPr>
                <a:xfrm>
                  <a:off x="5595524" y="1822333"/>
                  <a:ext cx="21408" cy="25613"/>
                </a:xfrm>
                <a:custGeom>
                  <a:avLst/>
                  <a:gdLst/>
                  <a:ahLst/>
                  <a:cxnLst/>
                  <a:rect l="l" t="t" r="r" b="b"/>
                  <a:pathLst>
                    <a:path w="616" h="737" extrusionOk="0">
                      <a:moveTo>
                        <a:pt x="503" y="1"/>
                      </a:moveTo>
                      <a:lnTo>
                        <a:pt x="0" y="355"/>
                      </a:lnTo>
                      <a:lnTo>
                        <a:pt x="531" y="737"/>
                      </a:lnTo>
                      <a:lnTo>
                        <a:pt x="616" y="560"/>
                      </a:lnTo>
                      <a:lnTo>
                        <a:pt x="326" y="355"/>
                      </a:lnTo>
                      <a:lnTo>
                        <a:pt x="587" y="149"/>
                      </a:lnTo>
                      <a:lnTo>
                        <a:pt x="50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51"/>
                <p:cNvSpPr/>
                <p:nvPr/>
              </p:nvSpPr>
              <p:spPr>
                <a:xfrm>
                  <a:off x="5166258" y="1820387"/>
                  <a:ext cx="21408" cy="25578"/>
                </a:xfrm>
                <a:custGeom>
                  <a:avLst/>
                  <a:gdLst/>
                  <a:ahLst/>
                  <a:cxnLst/>
                  <a:rect l="l" t="t" r="r" b="b"/>
                  <a:pathLst>
                    <a:path w="616" h="736" extrusionOk="0">
                      <a:moveTo>
                        <a:pt x="121" y="0"/>
                      </a:moveTo>
                      <a:lnTo>
                        <a:pt x="29" y="142"/>
                      </a:lnTo>
                      <a:lnTo>
                        <a:pt x="298" y="354"/>
                      </a:lnTo>
                      <a:lnTo>
                        <a:pt x="0" y="559"/>
                      </a:lnTo>
                      <a:lnTo>
                        <a:pt x="85" y="736"/>
                      </a:lnTo>
                      <a:lnTo>
                        <a:pt x="616" y="354"/>
                      </a:lnTo>
                      <a:lnTo>
                        <a:pt x="1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51"/>
                <p:cNvSpPr/>
                <p:nvPr/>
              </p:nvSpPr>
              <p:spPr>
                <a:xfrm>
                  <a:off x="5138456" y="1786434"/>
                  <a:ext cx="2259" cy="59531"/>
                </a:xfrm>
                <a:custGeom>
                  <a:avLst/>
                  <a:gdLst/>
                  <a:ahLst/>
                  <a:cxnLst/>
                  <a:rect l="l" t="t" r="r" b="b"/>
                  <a:pathLst>
                    <a:path w="65" h="1713" extrusionOk="0">
                      <a:moveTo>
                        <a:pt x="36" y="1"/>
                      </a:moveTo>
                      <a:cubicBezTo>
                        <a:pt x="1" y="1"/>
                        <a:pt x="1" y="1"/>
                        <a:pt x="1" y="29"/>
                      </a:cubicBezTo>
                      <a:lnTo>
                        <a:pt x="1" y="1685"/>
                      </a:lnTo>
                      <a:cubicBezTo>
                        <a:pt x="1" y="1713"/>
                        <a:pt x="1" y="1713"/>
                        <a:pt x="36" y="1713"/>
                      </a:cubicBezTo>
                      <a:cubicBezTo>
                        <a:pt x="65" y="1713"/>
                        <a:pt x="65" y="1713"/>
                        <a:pt x="65" y="1685"/>
                      </a:cubicBezTo>
                      <a:lnTo>
                        <a:pt x="65" y="29"/>
                      </a:lnTo>
                      <a:cubicBezTo>
                        <a:pt x="65" y="1"/>
                        <a:pt x="65"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51"/>
                <p:cNvSpPr/>
                <p:nvPr/>
              </p:nvSpPr>
              <p:spPr>
                <a:xfrm>
                  <a:off x="5138456" y="1858233"/>
                  <a:ext cx="2259" cy="19461"/>
                </a:xfrm>
                <a:custGeom>
                  <a:avLst/>
                  <a:gdLst/>
                  <a:ahLst/>
                  <a:cxnLst/>
                  <a:rect l="l" t="t" r="r" b="b"/>
                  <a:pathLst>
                    <a:path w="65" h="560" extrusionOk="0">
                      <a:moveTo>
                        <a:pt x="36" y="1"/>
                      </a:moveTo>
                      <a:cubicBezTo>
                        <a:pt x="1" y="1"/>
                        <a:pt x="1" y="29"/>
                        <a:pt x="1" y="29"/>
                      </a:cubicBezTo>
                      <a:lnTo>
                        <a:pt x="1" y="531"/>
                      </a:lnTo>
                      <a:cubicBezTo>
                        <a:pt x="1" y="560"/>
                        <a:pt x="1" y="560"/>
                        <a:pt x="36" y="560"/>
                      </a:cubicBezTo>
                      <a:cubicBezTo>
                        <a:pt x="65" y="560"/>
                        <a:pt x="65" y="560"/>
                        <a:pt x="65" y="531"/>
                      </a:cubicBezTo>
                      <a:lnTo>
                        <a:pt x="65" y="29"/>
                      </a:lnTo>
                      <a:cubicBezTo>
                        <a:pt x="65" y="29"/>
                        <a:pt x="65"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51"/>
                <p:cNvSpPr/>
                <p:nvPr/>
              </p:nvSpPr>
              <p:spPr>
                <a:xfrm>
                  <a:off x="5140680" y="1775139"/>
                  <a:ext cx="38888" cy="2259"/>
                </a:xfrm>
                <a:custGeom>
                  <a:avLst/>
                  <a:gdLst/>
                  <a:ahLst/>
                  <a:cxnLst/>
                  <a:rect l="l" t="t" r="r" b="b"/>
                  <a:pathLst>
                    <a:path w="1119" h="65" extrusionOk="0">
                      <a:moveTo>
                        <a:pt x="29" y="1"/>
                      </a:moveTo>
                      <a:cubicBezTo>
                        <a:pt x="1" y="1"/>
                        <a:pt x="1" y="1"/>
                        <a:pt x="1" y="29"/>
                      </a:cubicBezTo>
                      <a:cubicBezTo>
                        <a:pt x="1" y="29"/>
                        <a:pt x="1" y="64"/>
                        <a:pt x="29" y="64"/>
                      </a:cubicBezTo>
                      <a:lnTo>
                        <a:pt x="1090" y="64"/>
                      </a:lnTo>
                      <a:lnTo>
                        <a:pt x="1118" y="29"/>
                      </a:lnTo>
                      <a:cubicBezTo>
                        <a:pt x="1118" y="1"/>
                        <a:pt x="1090" y="1"/>
                        <a:pt x="10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3" name="Google Shape;1773;p51"/>
              <p:cNvGrpSpPr/>
              <p:nvPr/>
            </p:nvGrpSpPr>
            <p:grpSpPr>
              <a:xfrm>
                <a:off x="7367131" y="2189551"/>
                <a:ext cx="1499343" cy="979520"/>
                <a:chOff x="5425374" y="2441175"/>
                <a:chExt cx="523477" cy="341999"/>
              </a:xfrm>
            </p:grpSpPr>
            <p:sp>
              <p:nvSpPr>
                <p:cNvPr id="1774" name="Google Shape;1774;p51"/>
                <p:cNvSpPr/>
                <p:nvPr/>
              </p:nvSpPr>
              <p:spPr>
                <a:xfrm>
                  <a:off x="5425374" y="2441175"/>
                  <a:ext cx="523477" cy="341999"/>
                </a:xfrm>
                <a:custGeom>
                  <a:avLst/>
                  <a:gdLst/>
                  <a:ahLst/>
                  <a:cxnLst/>
                  <a:rect l="l" t="t" r="r" b="b"/>
                  <a:pathLst>
                    <a:path w="15063" h="9841" extrusionOk="0">
                      <a:moveTo>
                        <a:pt x="121" y="0"/>
                      </a:moveTo>
                      <a:cubicBezTo>
                        <a:pt x="57" y="0"/>
                        <a:pt x="1" y="57"/>
                        <a:pt x="1" y="113"/>
                      </a:cubicBezTo>
                      <a:lnTo>
                        <a:pt x="1" y="9727"/>
                      </a:lnTo>
                      <a:cubicBezTo>
                        <a:pt x="1" y="9784"/>
                        <a:pt x="57" y="9840"/>
                        <a:pt x="121" y="9840"/>
                      </a:cubicBezTo>
                      <a:lnTo>
                        <a:pt x="14949" y="9840"/>
                      </a:lnTo>
                      <a:cubicBezTo>
                        <a:pt x="15005" y="9840"/>
                        <a:pt x="15062" y="9784"/>
                        <a:pt x="15062" y="9727"/>
                      </a:cubicBezTo>
                      <a:lnTo>
                        <a:pt x="15062" y="113"/>
                      </a:lnTo>
                      <a:cubicBezTo>
                        <a:pt x="15062" y="57"/>
                        <a:pt x="15005" y="0"/>
                        <a:pt x="149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51"/>
                <p:cNvSpPr/>
                <p:nvPr/>
              </p:nvSpPr>
              <p:spPr>
                <a:xfrm>
                  <a:off x="5485879" y="2485172"/>
                  <a:ext cx="118749" cy="9140"/>
                </a:xfrm>
                <a:custGeom>
                  <a:avLst/>
                  <a:gdLst/>
                  <a:ahLst/>
                  <a:cxnLst/>
                  <a:rect l="l" t="t" r="r" b="b"/>
                  <a:pathLst>
                    <a:path w="3417" h="263" extrusionOk="0">
                      <a:moveTo>
                        <a:pt x="0" y="0"/>
                      </a:moveTo>
                      <a:lnTo>
                        <a:pt x="0" y="262"/>
                      </a:lnTo>
                      <a:lnTo>
                        <a:pt x="3417" y="262"/>
                      </a:lnTo>
                      <a:lnTo>
                        <a:pt x="34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51"/>
                <p:cNvSpPr/>
                <p:nvPr/>
              </p:nvSpPr>
              <p:spPr>
                <a:xfrm>
                  <a:off x="5625272" y="2485172"/>
                  <a:ext cx="46985" cy="9140"/>
                </a:xfrm>
                <a:custGeom>
                  <a:avLst/>
                  <a:gdLst/>
                  <a:ahLst/>
                  <a:cxnLst/>
                  <a:rect l="l" t="t" r="r" b="b"/>
                  <a:pathLst>
                    <a:path w="1352" h="263" extrusionOk="0">
                      <a:moveTo>
                        <a:pt x="0" y="0"/>
                      </a:moveTo>
                      <a:lnTo>
                        <a:pt x="0" y="262"/>
                      </a:lnTo>
                      <a:lnTo>
                        <a:pt x="1351" y="262"/>
                      </a:lnTo>
                      <a:lnTo>
                        <a:pt x="135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51"/>
                <p:cNvSpPr/>
                <p:nvPr/>
              </p:nvSpPr>
              <p:spPr>
                <a:xfrm>
                  <a:off x="5685498" y="2485172"/>
                  <a:ext cx="30756" cy="9140"/>
                </a:xfrm>
                <a:custGeom>
                  <a:avLst/>
                  <a:gdLst/>
                  <a:ahLst/>
                  <a:cxnLst/>
                  <a:rect l="l" t="t" r="r" b="b"/>
                  <a:pathLst>
                    <a:path w="885" h="263" extrusionOk="0">
                      <a:moveTo>
                        <a:pt x="0" y="0"/>
                      </a:moveTo>
                      <a:lnTo>
                        <a:pt x="0" y="262"/>
                      </a:lnTo>
                      <a:lnTo>
                        <a:pt x="885" y="262"/>
                      </a:lnTo>
                      <a:lnTo>
                        <a:pt x="88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51"/>
                <p:cNvSpPr/>
                <p:nvPr/>
              </p:nvSpPr>
              <p:spPr>
                <a:xfrm>
                  <a:off x="5725568" y="2485172"/>
                  <a:ext cx="12337" cy="9140"/>
                </a:xfrm>
                <a:custGeom>
                  <a:avLst/>
                  <a:gdLst/>
                  <a:ahLst/>
                  <a:cxnLst/>
                  <a:rect l="l" t="t" r="r" b="b"/>
                  <a:pathLst>
                    <a:path w="355" h="263" extrusionOk="0">
                      <a:moveTo>
                        <a:pt x="1" y="0"/>
                      </a:moveTo>
                      <a:lnTo>
                        <a:pt x="1" y="262"/>
                      </a:lnTo>
                      <a:lnTo>
                        <a:pt x="354" y="262"/>
                      </a:lnTo>
                      <a:lnTo>
                        <a:pt x="35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51"/>
                <p:cNvSpPr/>
                <p:nvPr/>
              </p:nvSpPr>
              <p:spPr>
                <a:xfrm>
                  <a:off x="5754343" y="2485172"/>
                  <a:ext cx="127854" cy="9140"/>
                </a:xfrm>
                <a:custGeom>
                  <a:avLst/>
                  <a:gdLst/>
                  <a:ahLst/>
                  <a:cxnLst/>
                  <a:rect l="l" t="t" r="r" b="b"/>
                  <a:pathLst>
                    <a:path w="3679" h="263" extrusionOk="0">
                      <a:moveTo>
                        <a:pt x="0" y="0"/>
                      </a:moveTo>
                      <a:lnTo>
                        <a:pt x="0" y="262"/>
                      </a:lnTo>
                      <a:lnTo>
                        <a:pt x="3679" y="262"/>
                      </a:lnTo>
                      <a:lnTo>
                        <a:pt x="367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51"/>
                <p:cNvSpPr/>
                <p:nvPr/>
              </p:nvSpPr>
              <p:spPr>
                <a:xfrm>
                  <a:off x="5460301" y="2511723"/>
                  <a:ext cx="103528" cy="9383"/>
                </a:xfrm>
                <a:custGeom>
                  <a:avLst/>
                  <a:gdLst/>
                  <a:ahLst/>
                  <a:cxnLst/>
                  <a:rect l="l" t="t" r="r" b="b"/>
                  <a:pathLst>
                    <a:path w="2979" h="270" extrusionOk="0">
                      <a:moveTo>
                        <a:pt x="0" y="0"/>
                      </a:moveTo>
                      <a:lnTo>
                        <a:pt x="0" y="269"/>
                      </a:lnTo>
                      <a:lnTo>
                        <a:pt x="2979" y="269"/>
                      </a:lnTo>
                      <a:lnTo>
                        <a:pt x="297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51"/>
                <p:cNvSpPr/>
                <p:nvPr/>
              </p:nvSpPr>
              <p:spPr>
                <a:xfrm>
                  <a:off x="5588399" y="2511723"/>
                  <a:ext cx="135222" cy="9383"/>
                </a:xfrm>
                <a:custGeom>
                  <a:avLst/>
                  <a:gdLst/>
                  <a:ahLst/>
                  <a:cxnLst/>
                  <a:rect l="l" t="t" r="r" b="b"/>
                  <a:pathLst>
                    <a:path w="3891" h="270" extrusionOk="0">
                      <a:moveTo>
                        <a:pt x="0" y="0"/>
                      </a:moveTo>
                      <a:lnTo>
                        <a:pt x="0" y="269"/>
                      </a:lnTo>
                      <a:lnTo>
                        <a:pt x="3891" y="269"/>
                      </a:lnTo>
                      <a:lnTo>
                        <a:pt x="38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51"/>
                <p:cNvSpPr/>
                <p:nvPr/>
              </p:nvSpPr>
              <p:spPr>
                <a:xfrm>
                  <a:off x="5745968" y="2511723"/>
                  <a:ext cx="15534" cy="9383"/>
                </a:xfrm>
                <a:custGeom>
                  <a:avLst/>
                  <a:gdLst/>
                  <a:ahLst/>
                  <a:cxnLst/>
                  <a:rect l="l" t="t" r="r" b="b"/>
                  <a:pathLst>
                    <a:path w="447" h="270" extrusionOk="0">
                      <a:moveTo>
                        <a:pt x="1" y="0"/>
                      </a:moveTo>
                      <a:lnTo>
                        <a:pt x="1" y="269"/>
                      </a:lnTo>
                      <a:lnTo>
                        <a:pt x="446" y="269"/>
                      </a:lnTo>
                      <a:lnTo>
                        <a:pt x="44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51"/>
                <p:cNvSpPr/>
                <p:nvPr/>
              </p:nvSpPr>
              <p:spPr>
                <a:xfrm>
                  <a:off x="5788992" y="2511723"/>
                  <a:ext cx="68636" cy="9383"/>
                </a:xfrm>
                <a:custGeom>
                  <a:avLst/>
                  <a:gdLst/>
                  <a:ahLst/>
                  <a:cxnLst/>
                  <a:rect l="l" t="t" r="r" b="b"/>
                  <a:pathLst>
                    <a:path w="1975" h="270" extrusionOk="0">
                      <a:moveTo>
                        <a:pt x="1" y="0"/>
                      </a:moveTo>
                      <a:lnTo>
                        <a:pt x="1" y="269"/>
                      </a:lnTo>
                      <a:lnTo>
                        <a:pt x="1974" y="269"/>
                      </a:lnTo>
                      <a:lnTo>
                        <a:pt x="197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51"/>
                <p:cNvSpPr/>
                <p:nvPr/>
              </p:nvSpPr>
              <p:spPr>
                <a:xfrm>
                  <a:off x="5878237" y="2511723"/>
                  <a:ext cx="39861" cy="9383"/>
                </a:xfrm>
                <a:custGeom>
                  <a:avLst/>
                  <a:gdLst/>
                  <a:ahLst/>
                  <a:cxnLst/>
                  <a:rect l="l" t="t" r="r" b="b"/>
                  <a:pathLst>
                    <a:path w="1147" h="270" extrusionOk="0">
                      <a:moveTo>
                        <a:pt x="1" y="0"/>
                      </a:moveTo>
                      <a:lnTo>
                        <a:pt x="1" y="269"/>
                      </a:lnTo>
                      <a:lnTo>
                        <a:pt x="1147" y="269"/>
                      </a:lnTo>
                      <a:lnTo>
                        <a:pt x="11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51"/>
                <p:cNvSpPr/>
                <p:nvPr/>
              </p:nvSpPr>
              <p:spPr>
                <a:xfrm>
                  <a:off x="5485879" y="2542444"/>
                  <a:ext cx="118749" cy="9383"/>
                </a:xfrm>
                <a:custGeom>
                  <a:avLst/>
                  <a:gdLst/>
                  <a:ahLst/>
                  <a:cxnLst/>
                  <a:rect l="l" t="t" r="r" b="b"/>
                  <a:pathLst>
                    <a:path w="3417" h="270" extrusionOk="0">
                      <a:moveTo>
                        <a:pt x="0" y="1"/>
                      </a:moveTo>
                      <a:lnTo>
                        <a:pt x="0" y="269"/>
                      </a:lnTo>
                      <a:lnTo>
                        <a:pt x="3417" y="269"/>
                      </a:lnTo>
                      <a:lnTo>
                        <a:pt x="341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51"/>
                <p:cNvSpPr/>
                <p:nvPr/>
              </p:nvSpPr>
              <p:spPr>
                <a:xfrm>
                  <a:off x="5625272" y="2542444"/>
                  <a:ext cx="46985" cy="9383"/>
                </a:xfrm>
                <a:custGeom>
                  <a:avLst/>
                  <a:gdLst/>
                  <a:ahLst/>
                  <a:cxnLst/>
                  <a:rect l="l" t="t" r="r" b="b"/>
                  <a:pathLst>
                    <a:path w="1352" h="270" extrusionOk="0">
                      <a:moveTo>
                        <a:pt x="0" y="1"/>
                      </a:moveTo>
                      <a:lnTo>
                        <a:pt x="0" y="269"/>
                      </a:lnTo>
                      <a:lnTo>
                        <a:pt x="1351" y="269"/>
                      </a:lnTo>
                      <a:lnTo>
                        <a:pt x="135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51"/>
                <p:cNvSpPr/>
                <p:nvPr/>
              </p:nvSpPr>
              <p:spPr>
                <a:xfrm>
                  <a:off x="5685498" y="2542444"/>
                  <a:ext cx="30756" cy="9383"/>
                </a:xfrm>
                <a:custGeom>
                  <a:avLst/>
                  <a:gdLst/>
                  <a:ahLst/>
                  <a:cxnLst/>
                  <a:rect l="l" t="t" r="r" b="b"/>
                  <a:pathLst>
                    <a:path w="885" h="270" extrusionOk="0">
                      <a:moveTo>
                        <a:pt x="0" y="1"/>
                      </a:moveTo>
                      <a:lnTo>
                        <a:pt x="0" y="269"/>
                      </a:lnTo>
                      <a:lnTo>
                        <a:pt x="885" y="269"/>
                      </a:lnTo>
                      <a:lnTo>
                        <a:pt x="88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51"/>
                <p:cNvSpPr/>
                <p:nvPr/>
              </p:nvSpPr>
              <p:spPr>
                <a:xfrm>
                  <a:off x="5725568" y="2542444"/>
                  <a:ext cx="12337" cy="9383"/>
                </a:xfrm>
                <a:custGeom>
                  <a:avLst/>
                  <a:gdLst/>
                  <a:ahLst/>
                  <a:cxnLst/>
                  <a:rect l="l" t="t" r="r" b="b"/>
                  <a:pathLst>
                    <a:path w="355" h="270" extrusionOk="0">
                      <a:moveTo>
                        <a:pt x="1" y="1"/>
                      </a:moveTo>
                      <a:lnTo>
                        <a:pt x="1" y="269"/>
                      </a:lnTo>
                      <a:lnTo>
                        <a:pt x="354" y="269"/>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51"/>
                <p:cNvSpPr/>
                <p:nvPr/>
              </p:nvSpPr>
              <p:spPr>
                <a:xfrm>
                  <a:off x="5754343" y="2542444"/>
                  <a:ext cx="127854" cy="9383"/>
                </a:xfrm>
                <a:custGeom>
                  <a:avLst/>
                  <a:gdLst/>
                  <a:ahLst/>
                  <a:cxnLst/>
                  <a:rect l="l" t="t" r="r" b="b"/>
                  <a:pathLst>
                    <a:path w="3679" h="270" extrusionOk="0">
                      <a:moveTo>
                        <a:pt x="0" y="1"/>
                      </a:moveTo>
                      <a:lnTo>
                        <a:pt x="0" y="269"/>
                      </a:lnTo>
                      <a:lnTo>
                        <a:pt x="3679" y="269"/>
                      </a:lnTo>
                      <a:lnTo>
                        <a:pt x="367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51"/>
                <p:cNvSpPr/>
                <p:nvPr/>
              </p:nvSpPr>
              <p:spPr>
                <a:xfrm>
                  <a:off x="5485879" y="2568995"/>
                  <a:ext cx="77950" cy="9383"/>
                </a:xfrm>
                <a:custGeom>
                  <a:avLst/>
                  <a:gdLst/>
                  <a:ahLst/>
                  <a:cxnLst/>
                  <a:rect l="l" t="t" r="r" b="b"/>
                  <a:pathLst>
                    <a:path w="2243" h="270" extrusionOk="0">
                      <a:moveTo>
                        <a:pt x="0" y="1"/>
                      </a:moveTo>
                      <a:lnTo>
                        <a:pt x="0" y="270"/>
                      </a:lnTo>
                      <a:lnTo>
                        <a:pt x="2243" y="270"/>
                      </a:lnTo>
                      <a:lnTo>
                        <a:pt x="22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51"/>
                <p:cNvSpPr/>
                <p:nvPr/>
              </p:nvSpPr>
              <p:spPr>
                <a:xfrm>
                  <a:off x="5588399" y="2568995"/>
                  <a:ext cx="111625" cy="9383"/>
                </a:xfrm>
                <a:custGeom>
                  <a:avLst/>
                  <a:gdLst/>
                  <a:ahLst/>
                  <a:cxnLst/>
                  <a:rect l="l" t="t" r="r" b="b"/>
                  <a:pathLst>
                    <a:path w="3212" h="270" extrusionOk="0">
                      <a:moveTo>
                        <a:pt x="0" y="1"/>
                      </a:moveTo>
                      <a:lnTo>
                        <a:pt x="0" y="270"/>
                      </a:lnTo>
                      <a:lnTo>
                        <a:pt x="3212" y="270"/>
                      </a:lnTo>
                      <a:lnTo>
                        <a:pt x="32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51"/>
                <p:cNvSpPr/>
                <p:nvPr/>
              </p:nvSpPr>
              <p:spPr>
                <a:xfrm>
                  <a:off x="5729738" y="2568995"/>
                  <a:ext cx="13310" cy="9383"/>
                </a:xfrm>
                <a:custGeom>
                  <a:avLst/>
                  <a:gdLst/>
                  <a:ahLst/>
                  <a:cxnLst/>
                  <a:rect l="l" t="t" r="r" b="b"/>
                  <a:pathLst>
                    <a:path w="383" h="270" extrusionOk="0">
                      <a:moveTo>
                        <a:pt x="1" y="1"/>
                      </a:moveTo>
                      <a:lnTo>
                        <a:pt x="1" y="270"/>
                      </a:lnTo>
                      <a:lnTo>
                        <a:pt x="383" y="270"/>
                      </a:lnTo>
                      <a:lnTo>
                        <a:pt x="38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51"/>
                <p:cNvSpPr/>
                <p:nvPr/>
              </p:nvSpPr>
              <p:spPr>
                <a:xfrm>
                  <a:off x="5762441" y="2568995"/>
                  <a:ext cx="95187" cy="9383"/>
                </a:xfrm>
                <a:custGeom>
                  <a:avLst/>
                  <a:gdLst/>
                  <a:ahLst/>
                  <a:cxnLst/>
                  <a:rect l="l" t="t" r="r" b="b"/>
                  <a:pathLst>
                    <a:path w="2739" h="270" extrusionOk="0">
                      <a:moveTo>
                        <a:pt x="1" y="1"/>
                      </a:moveTo>
                      <a:lnTo>
                        <a:pt x="1" y="270"/>
                      </a:lnTo>
                      <a:lnTo>
                        <a:pt x="2738" y="270"/>
                      </a:lnTo>
                      <a:lnTo>
                        <a:pt x="27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51"/>
                <p:cNvSpPr/>
                <p:nvPr/>
              </p:nvSpPr>
              <p:spPr>
                <a:xfrm>
                  <a:off x="5869896" y="2568022"/>
                  <a:ext cx="27802" cy="10356"/>
                </a:xfrm>
                <a:custGeom>
                  <a:avLst/>
                  <a:gdLst/>
                  <a:ahLst/>
                  <a:cxnLst/>
                  <a:rect l="l" t="t" r="r" b="b"/>
                  <a:pathLst>
                    <a:path w="800" h="298" extrusionOk="0">
                      <a:moveTo>
                        <a:pt x="800" y="0"/>
                      </a:moveTo>
                      <a:lnTo>
                        <a:pt x="0" y="29"/>
                      </a:lnTo>
                      <a:lnTo>
                        <a:pt x="36" y="298"/>
                      </a:lnTo>
                      <a:lnTo>
                        <a:pt x="800" y="269"/>
                      </a:lnTo>
                      <a:lnTo>
                        <a:pt x="8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51"/>
                <p:cNvSpPr/>
                <p:nvPr/>
              </p:nvSpPr>
              <p:spPr>
                <a:xfrm>
                  <a:off x="5485879" y="2644965"/>
                  <a:ext cx="39861" cy="8167"/>
                </a:xfrm>
                <a:custGeom>
                  <a:avLst/>
                  <a:gdLst/>
                  <a:ahLst/>
                  <a:cxnLst/>
                  <a:rect l="l" t="t" r="r" b="b"/>
                  <a:pathLst>
                    <a:path w="1147" h="235" extrusionOk="0">
                      <a:moveTo>
                        <a:pt x="0" y="1"/>
                      </a:moveTo>
                      <a:lnTo>
                        <a:pt x="0" y="234"/>
                      </a:lnTo>
                      <a:lnTo>
                        <a:pt x="1146" y="234"/>
                      </a:lnTo>
                      <a:lnTo>
                        <a:pt x="114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51"/>
                <p:cNvSpPr/>
                <p:nvPr/>
              </p:nvSpPr>
              <p:spPr>
                <a:xfrm>
                  <a:off x="5545375" y="2644965"/>
                  <a:ext cx="126881" cy="8167"/>
                </a:xfrm>
                <a:custGeom>
                  <a:avLst/>
                  <a:gdLst/>
                  <a:ahLst/>
                  <a:cxnLst/>
                  <a:rect l="l" t="t" r="r" b="b"/>
                  <a:pathLst>
                    <a:path w="3651" h="235" extrusionOk="0">
                      <a:moveTo>
                        <a:pt x="0" y="1"/>
                      </a:moveTo>
                      <a:lnTo>
                        <a:pt x="0" y="234"/>
                      </a:lnTo>
                      <a:lnTo>
                        <a:pt x="3650" y="234"/>
                      </a:lnTo>
                      <a:lnTo>
                        <a:pt x="365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51"/>
                <p:cNvSpPr/>
                <p:nvPr/>
              </p:nvSpPr>
              <p:spPr>
                <a:xfrm>
                  <a:off x="5695820" y="2644965"/>
                  <a:ext cx="35934" cy="8167"/>
                </a:xfrm>
                <a:custGeom>
                  <a:avLst/>
                  <a:gdLst/>
                  <a:ahLst/>
                  <a:cxnLst/>
                  <a:rect l="l" t="t" r="r" b="b"/>
                  <a:pathLst>
                    <a:path w="1034" h="235" extrusionOk="0">
                      <a:moveTo>
                        <a:pt x="1" y="1"/>
                      </a:moveTo>
                      <a:lnTo>
                        <a:pt x="1" y="234"/>
                      </a:lnTo>
                      <a:lnTo>
                        <a:pt x="1033" y="234"/>
                      </a:lnTo>
                      <a:lnTo>
                        <a:pt x="103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51"/>
                <p:cNvSpPr/>
                <p:nvPr/>
              </p:nvSpPr>
              <p:spPr>
                <a:xfrm>
                  <a:off x="5752119" y="2644965"/>
                  <a:ext cx="130079" cy="8167"/>
                </a:xfrm>
                <a:custGeom>
                  <a:avLst/>
                  <a:gdLst/>
                  <a:ahLst/>
                  <a:cxnLst/>
                  <a:rect l="l" t="t" r="r" b="b"/>
                  <a:pathLst>
                    <a:path w="3743" h="235" extrusionOk="0">
                      <a:moveTo>
                        <a:pt x="1" y="1"/>
                      </a:moveTo>
                      <a:lnTo>
                        <a:pt x="1" y="234"/>
                      </a:lnTo>
                      <a:lnTo>
                        <a:pt x="3743" y="234"/>
                      </a:lnTo>
                      <a:lnTo>
                        <a:pt x="37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51"/>
                <p:cNvSpPr/>
                <p:nvPr/>
              </p:nvSpPr>
              <p:spPr>
                <a:xfrm>
                  <a:off x="5485879" y="2671516"/>
                  <a:ext cx="77950" cy="9383"/>
                </a:xfrm>
                <a:custGeom>
                  <a:avLst/>
                  <a:gdLst/>
                  <a:ahLst/>
                  <a:cxnLst/>
                  <a:rect l="l" t="t" r="r" b="b"/>
                  <a:pathLst>
                    <a:path w="2243" h="270" extrusionOk="0">
                      <a:moveTo>
                        <a:pt x="0" y="1"/>
                      </a:moveTo>
                      <a:lnTo>
                        <a:pt x="0" y="270"/>
                      </a:lnTo>
                      <a:lnTo>
                        <a:pt x="2243" y="270"/>
                      </a:lnTo>
                      <a:lnTo>
                        <a:pt x="22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51"/>
                <p:cNvSpPr/>
                <p:nvPr/>
              </p:nvSpPr>
              <p:spPr>
                <a:xfrm>
                  <a:off x="5588399" y="2671516"/>
                  <a:ext cx="111625" cy="9383"/>
                </a:xfrm>
                <a:custGeom>
                  <a:avLst/>
                  <a:gdLst/>
                  <a:ahLst/>
                  <a:cxnLst/>
                  <a:rect l="l" t="t" r="r" b="b"/>
                  <a:pathLst>
                    <a:path w="3212" h="270" extrusionOk="0">
                      <a:moveTo>
                        <a:pt x="0" y="1"/>
                      </a:moveTo>
                      <a:lnTo>
                        <a:pt x="0" y="270"/>
                      </a:lnTo>
                      <a:lnTo>
                        <a:pt x="3212" y="270"/>
                      </a:lnTo>
                      <a:lnTo>
                        <a:pt x="32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51"/>
                <p:cNvSpPr/>
                <p:nvPr/>
              </p:nvSpPr>
              <p:spPr>
                <a:xfrm>
                  <a:off x="5729738" y="2671516"/>
                  <a:ext cx="13310" cy="9383"/>
                </a:xfrm>
                <a:custGeom>
                  <a:avLst/>
                  <a:gdLst/>
                  <a:ahLst/>
                  <a:cxnLst/>
                  <a:rect l="l" t="t" r="r" b="b"/>
                  <a:pathLst>
                    <a:path w="383" h="270" extrusionOk="0">
                      <a:moveTo>
                        <a:pt x="1" y="1"/>
                      </a:moveTo>
                      <a:lnTo>
                        <a:pt x="1" y="270"/>
                      </a:lnTo>
                      <a:lnTo>
                        <a:pt x="383" y="270"/>
                      </a:lnTo>
                      <a:lnTo>
                        <a:pt x="38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51"/>
                <p:cNvSpPr/>
                <p:nvPr/>
              </p:nvSpPr>
              <p:spPr>
                <a:xfrm>
                  <a:off x="5762441" y="2671516"/>
                  <a:ext cx="95187" cy="9383"/>
                </a:xfrm>
                <a:custGeom>
                  <a:avLst/>
                  <a:gdLst/>
                  <a:ahLst/>
                  <a:cxnLst/>
                  <a:rect l="l" t="t" r="r" b="b"/>
                  <a:pathLst>
                    <a:path w="2739" h="270" extrusionOk="0">
                      <a:moveTo>
                        <a:pt x="1" y="1"/>
                      </a:moveTo>
                      <a:lnTo>
                        <a:pt x="1" y="270"/>
                      </a:lnTo>
                      <a:lnTo>
                        <a:pt x="2738" y="270"/>
                      </a:lnTo>
                      <a:lnTo>
                        <a:pt x="27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51"/>
                <p:cNvSpPr/>
                <p:nvPr/>
              </p:nvSpPr>
              <p:spPr>
                <a:xfrm>
                  <a:off x="5869896" y="2670543"/>
                  <a:ext cx="27802" cy="10356"/>
                </a:xfrm>
                <a:custGeom>
                  <a:avLst/>
                  <a:gdLst/>
                  <a:ahLst/>
                  <a:cxnLst/>
                  <a:rect l="l" t="t" r="r" b="b"/>
                  <a:pathLst>
                    <a:path w="800" h="298" extrusionOk="0">
                      <a:moveTo>
                        <a:pt x="800" y="0"/>
                      </a:moveTo>
                      <a:lnTo>
                        <a:pt x="0" y="29"/>
                      </a:lnTo>
                      <a:lnTo>
                        <a:pt x="36" y="298"/>
                      </a:lnTo>
                      <a:lnTo>
                        <a:pt x="800" y="262"/>
                      </a:lnTo>
                      <a:lnTo>
                        <a:pt x="8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51"/>
                <p:cNvSpPr/>
                <p:nvPr/>
              </p:nvSpPr>
              <p:spPr>
                <a:xfrm>
                  <a:off x="5453176" y="2637840"/>
                  <a:ext cx="20434" cy="25613"/>
                </a:xfrm>
                <a:custGeom>
                  <a:avLst/>
                  <a:gdLst/>
                  <a:ahLst/>
                  <a:cxnLst/>
                  <a:rect l="l" t="t" r="r" b="b"/>
                  <a:pathLst>
                    <a:path w="588" h="737" extrusionOk="0">
                      <a:moveTo>
                        <a:pt x="531" y="1"/>
                      </a:moveTo>
                      <a:lnTo>
                        <a:pt x="0" y="383"/>
                      </a:lnTo>
                      <a:lnTo>
                        <a:pt x="559" y="736"/>
                      </a:lnTo>
                      <a:lnTo>
                        <a:pt x="587" y="673"/>
                      </a:lnTo>
                      <a:lnTo>
                        <a:pt x="587" y="467"/>
                      </a:lnTo>
                      <a:lnTo>
                        <a:pt x="467" y="383"/>
                      </a:lnTo>
                      <a:lnTo>
                        <a:pt x="587" y="291"/>
                      </a:lnTo>
                      <a:lnTo>
                        <a:pt x="587" y="85"/>
                      </a:lnTo>
                      <a:lnTo>
                        <a:pt x="5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51"/>
                <p:cNvSpPr/>
                <p:nvPr/>
              </p:nvSpPr>
              <p:spPr>
                <a:xfrm>
                  <a:off x="5937490" y="2718710"/>
                  <a:ext cx="1251" cy="44066"/>
                </a:xfrm>
                <a:custGeom>
                  <a:avLst/>
                  <a:gdLst/>
                  <a:ahLst/>
                  <a:cxnLst/>
                  <a:rect l="l" t="t" r="r" b="b"/>
                  <a:pathLst>
                    <a:path w="36" h="1268" extrusionOk="0">
                      <a:moveTo>
                        <a:pt x="1" y="1"/>
                      </a:moveTo>
                      <a:lnTo>
                        <a:pt x="1" y="1267"/>
                      </a:lnTo>
                      <a:lnTo>
                        <a:pt x="36" y="1267"/>
                      </a:lnTo>
                      <a:lnTo>
                        <a:pt x="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51"/>
                <p:cNvSpPr/>
                <p:nvPr/>
              </p:nvSpPr>
              <p:spPr>
                <a:xfrm>
                  <a:off x="5937490" y="2681837"/>
                  <a:ext cx="1251" cy="16264"/>
                </a:xfrm>
                <a:custGeom>
                  <a:avLst/>
                  <a:gdLst/>
                  <a:ahLst/>
                  <a:cxnLst/>
                  <a:rect l="l" t="t" r="r" b="b"/>
                  <a:pathLst>
                    <a:path w="36" h="468" extrusionOk="0">
                      <a:moveTo>
                        <a:pt x="1" y="1"/>
                      </a:moveTo>
                      <a:lnTo>
                        <a:pt x="1" y="468"/>
                      </a:lnTo>
                      <a:lnTo>
                        <a:pt x="36" y="468"/>
                      </a:lnTo>
                      <a:lnTo>
                        <a:pt x="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07" name="Google Shape;1807;p51"/>
            <p:cNvGrpSpPr/>
            <p:nvPr/>
          </p:nvGrpSpPr>
          <p:grpSpPr>
            <a:xfrm>
              <a:off x="-2207555" y="876296"/>
              <a:ext cx="1547505" cy="3178214"/>
              <a:chOff x="-2207555" y="876296"/>
              <a:chExt cx="1547505" cy="3178214"/>
            </a:xfrm>
          </p:grpSpPr>
          <p:grpSp>
            <p:nvGrpSpPr>
              <p:cNvPr id="1808" name="Google Shape;1808;p51"/>
              <p:cNvGrpSpPr/>
              <p:nvPr/>
            </p:nvGrpSpPr>
            <p:grpSpPr>
              <a:xfrm>
                <a:off x="-2207555" y="876296"/>
                <a:ext cx="1547505" cy="3178214"/>
                <a:chOff x="-6810083" y="-1297691"/>
                <a:chExt cx="5037450" cy="10345749"/>
              </a:xfrm>
            </p:grpSpPr>
            <p:sp>
              <p:nvSpPr>
                <p:cNvPr id="1809" name="Google Shape;1809;p51"/>
                <p:cNvSpPr/>
                <p:nvPr/>
              </p:nvSpPr>
              <p:spPr>
                <a:xfrm>
                  <a:off x="-5891066" y="-605503"/>
                  <a:ext cx="3025992" cy="1331357"/>
                </a:xfrm>
                <a:custGeom>
                  <a:avLst/>
                  <a:gdLst/>
                  <a:ahLst/>
                  <a:cxnLst/>
                  <a:rect l="l" t="t" r="r" b="b"/>
                  <a:pathLst>
                    <a:path w="6457" h="2841" extrusionOk="0">
                      <a:moveTo>
                        <a:pt x="3104" y="1"/>
                      </a:moveTo>
                      <a:cubicBezTo>
                        <a:pt x="2964" y="175"/>
                        <a:pt x="2740" y="226"/>
                        <a:pt x="2506" y="226"/>
                      </a:cubicBezTo>
                      <a:cubicBezTo>
                        <a:pt x="2448" y="226"/>
                        <a:pt x="2390" y="223"/>
                        <a:pt x="2332" y="218"/>
                      </a:cubicBezTo>
                      <a:cubicBezTo>
                        <a:pt x="2068" y="175"/>
                        <a:pt x="1804" y="64"/>
                        <a:pt x="1518" y="64"/>
                      </a:cubicBezTo>
                      <a:cubicBezTo>
                        <a:pt x="1495" y="63"/>
                        <a:pt x="1472" y="63"/>
                        <a:pt x="1449" y="63"/>
                      </a:cubicBezTo>
                      <a:cubicBezTo>
                        <a:pt x="1098" y="63"/>
                        <a:pt x="756" y="213"/>
                        <a:pt x="508" y="461"/>
                      </a:cubicBezTo>
                      <a:cubicBezTo>
                        <a:pt x="22" y="947"/>
                        <a:pt x="1" y="1804"/>
                        <a:pt x="440" y="2311"/>
                      </a:cubicBezTo>
                      <a:cubicBezTo>
                        <a:pt x="709" y="2606"/>
                        <a:pt x="1111" y="2760"/>
                        <a:pt x="1503" y="2760"/>
                      </a:cubicBezTo>
                      <a:cubicBezTo>
                        <a:pt x="1788" y="2760"/>
                        <a:pt x="2068" y="2679"/>
                        <a:pt x="2290" y="2512"/>
                      </a:cubicBezTo>
                      <a:lnTo>
                        <a:pt x="5372" y="2840"/>
                      </a:lnTo>
                      <a:cubicBezTo>
                        <a:pt x="5880" y="2819"/>
                        <a:pt x="6345" y="2380"/>
                        <a:pt x="6409" y="1851"/>
                      </a:cubicBezTo>
                      <a:cubicBezTo>
                        <a:pt x="6456" y="1344"/>
                        <a:pt x="6060" y="815"/>
                        <a:pt x="5552" y="704"/>
                      </a:cubicBezTo>
                      <a:cubicBezTo>
                        <a:pt x="5351" y="662"/>
                        <a:pt x="5156" y="683"/>
                        <a:pt x="4955" y="593"/>
                      </a:cubicBezTo>
                      <a:cubicBezTo>
                        <a:pt x="4759" y="530"/>
                        <a:pt x="4558" y="350"/>
                        <a:pt x="4648" y="175"/>
                      </a:cubicBezTo>
                      <a:cubicBezTo>
                        <a:pt x="4119" y="86"/>
                        <a:pt x="3633" y="64"/>
                        <a:pt x="31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51"/>
                <p:cNvSpPr/>
                <p:nvPr/>
              </p:nvSpPr>
              <p:spPr>
                <a:xfrm>
                  <a:off x="-4661805" y="-429293"/>
                  <a:ext cx="805588" cy="1217013"/>
                </a:xfrm>
                <a:custGeom>
                  <a:avLst/>
                  <a:gdLst/>
                  <a:ahLst/>
                  <a:cxnLst/>
                  <a:rect l="l" t="t" r="r" b="b"/>
                  <a:pathLst>
                    <a:path w="1719" h="2597" extrusionOk="0">
                      <a:moveTo>
                        <a:pt x="571" y="0"/>
                      </a:moveTo>
                      <a:lnTo>
                        <a:pt x="0" y="1803"/>
                      </a:lnTo>
                      <a:lnTo>
                        <a:pt x="85" y="2464"/>
                      </a:lnTo>
                      <a:lnTo>
                        <a:pt x="1718" y="2596"/>
                      </a:lnTo>
                      <a:lnTo>
                        <a:pt x="1718" y="2596"/>
                      </a:lnTo>
                      <a:lnTo>
                        <a:pt x="1586" y="2068"/>
                      </a:lnTo>
                      <a:lnTo>
                        <a:pt x="1607" y="878"/>
                      </a:lnTo>
                      <a:lnTo>
                        <a:pt x="571" y="0"/>
                      </a:lnTo>
                      <a:close/>
                    </a:path>
                  </a:pathLst>
                </a:custGeom>
                <a:solidFill>
                  <a:srgbClr val="E958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51"/>
                <p:cNvSpPr/>
                <p:nvPr/>
              </p:nvSpPr>
              <p:spPr>
                <a:xfrm>
                  <a:off x="-4218476" y="-119525"/>
                  <a:ext cx="359900" cy="463475"/>
                </a:xfrm>
                <a:custGeom>
                  <a:avLst/>
                  <a:gdLst/>
                  <a:ahLst/>
                  <a:cxnLst/>
                  <a:rect l="l" t="t" r="r" b="b"/>
                  <a:pathLst>
                    <a:path w="662" h="989" extrusionOk="0">
                      <a:moveTo>
                        <a:pt x="349" y="0"/>
                      </a:moveTo>
                      <a:cubicBezTo>
                        <a:pt x="244" y="43"/>
                        <a:pt x="133" y="85"/>
                        <a:pt x="0" y="132"/>
                      </a:cubicBezTo>
                      <a:cubicBezTo>
                        <a:pt x="85" y="481"/>
                        <a:pt x="328" y="814"/>
                        <a:pt x="640" y="989"/>
                      </a:cubicBezTo>
                      <a:lnTo>
                        <a:pt x="661" y="265"/>
                      </a:lnTo>
                      <a:lnTo>
                        <a:pt x="3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51"/>
                <p:cNvSpPr/>
                <p:nvPr/>
              </p:nvSpPr>
              <p:spPr>
                <a:xfrm>
                  <a:off x="-5777185" y="415673"/>
                  <a:ext cx="2961320" cy="743704"/>
                </a:xfrm>
                <a:custGeom>
                  <a:avLst/>
                  <a:gdLst/>
                  <a:ahLst/>
                  <a:cxnLst/>
                  <a:rect l="l" t="t" r="r" b="b"/>
                  <a:pathLst>
                    <a:path w="6319" h="1587" extrusionOk="0">
                      <a:moveTo>
                        <a:pt x="2380" y="0"/>
                      </a:moveTo>
                      <a:cubicBezTo>
                        <a:pt x="2380" y="0"/>
                        <a:pt x="1455" y="90"/>
                        <a:pt x="1058" y="265"/>
                      </a:cubicBezTo>
                      <a:cubicBezTo>
                        <a:pt x="746" y="397"/>
                        <a:pt x="1" y="1586"/>
                        <a:pt x="1" y="1586"/>
                      </a:cubicBezTo>
                      <a:lnTo>
                        <a:pt x="6319" y="1586"/>
                      </a:lnTo>
                      <a:cubicBezTo>
                        <a:pt x="6319" y="1586"/>
                        <a:pt x="5595" y="619"/>
                        <a:pt x="5351" y="465"/>
                      </a:cubicBezTo>
                      <a:cubicBezTo>
                        <a:pt x="5087" y="312"/>
                        <a:pt x="3966" y="265"/>
                        <a:pt x="3966" y="265"/>
                      </a:cubicBezTo>
                      <a:cubicBezTo>
                        <a:pt x="3827" y="438"/>
                        <a:pt x="3651" y="503"/>
                        <a:pt x="3468" y="503"/>
                      </a:cubicBezTo>
                      <a:cubicBezTo>
                        <a:pt x="2954" y="503"/>
                        <a:pt x="2380" y="0"/>
                        <a:pt x="238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51"/>
                <p:cNvSpPr/>
                <p:nvPr/>
              </p:nvSpPr>
              <p:spPr>
                <a:xfrm>
                  <a:off x="-4446227" y="-1297691"/>
                  <a:ext cx="1095206" cy="1449449"/>
                </a:xfrm>
                <a:custGeom>
                  <a:avLst/>
                  <a:gdLst/>
                  <a:ahLst/>
                  <a:cxnLst/>
                  <a:rect l="l" t="t" r="r" b="b"/>
                  <a:pathLst>
                    <a:path w="2337" h="3093" extrusionOk="0">
                      <a:moveTo>
                        <a:pt x="1228" y="0"/>
                      </a:moveTo>
                      <a:cubicBezTo>
                        <a:pt x="842" y="0"/>
                        <a:pt x="583" y="151"/>
                        <a:pt x="397" y="352"/>
                      </a:cubicBezTo>
                      <a:cubicBezTo>
                        <a:pt x="174" y="595"/>
                        <a:pt x="69" y="928"/>
                        <a:pt x="21" y="1124"/>
                      </a:cubicBezTo>
                      <a:lnTo>
                        <a:pt x="21" y="1166"/>
                      </a:lnTo>
                      <a:lnTo>
                        <a:pt x="21" y="1192"/>
                      </a:lnTo>
                      <a:lnTo>
                        <a:pt x="0" y="1192"/>
                      </a:lnTo>
                      <a:lnTo>
                        <a:pt x="0" y="1214"/>
                      </a:lnTo>
                      <a:lnTo>
                        <a:pt x="0" y="1256"/>
                      </a:lnTo>
                      <a:lnTo>
                        <a:pt x="0" y="1298"/>
                      </a:lnTo>
                      <a:lnTo>
                        <a:pt x="21" y="1367"/>
                      </a:lnTo>
                      <a:lnTo>
                        <a:pt x="418" y="2710"/>
                      </a:lnTo>
                      <a:cubicBezTo>
                        <a:pt x="418" y="2710"/>
                        <a:pt x="742" y="3093"/>
                        <a:pt x="1197" y="3093"/>
                      </a:cubicBezTo>
                      <a:cubicBezTo>
                        <a:pt x="1369" y="3093"/>
                        <a:pt x="1561" y="3037"/>
                        <a:pt x="1761" y="2884"/>
                      </a:cubicBezTo>
                      <a:cubicBezTo>
                        <a:pt x="2157" y="2578"/>
                        <a:pt x="2337" y="1721"/>
                        <a:pt x="2205" y="992"/>
                      </a:cubicBezTo>
                      <a:cubicBezTo>
                        <a:pt x="2184" y="970"/>
                        <a:pt x="2184" y="949"/>
                        <a:pt x="2184" y="928"/>
                      </a:cubicBezTo>
                      <a:lnTo>
                        <a:pt x="2184" y="902"/>
                      </a:lnTo>
                      <a:cubicBezTo>
                        <a:pt x="2157" y="881"/>
                        <a:pt x="2157" y="859"/>
                        <a:pt x="2157" y="838"/>
                      </a:cubicBezTo>
                      <a:lnTo>
                        <a:pt x="2157" y="817"/>
                      </a:lnTo>
                      <a:cubicBezTo>
                        <a:pt x="2136" y="796"/>
                        <a:pt x="2136" y="796"/>
                        <a:pt x="2136" y="770"/>
                      </a:cubicBezTo>
                      <a:cubicBezTo>
                        <a:pt x="2136" y="748"/>
                        <a:pt x="2115" y="727"/>
                        <a:pt x="2115" y="706"/>
                      </a:cubicBezTo>
                      <a:cubicBezTo>
                        <a:pt x="2025" y="463"/>
                        <a:pt x="1919" y="267"/>
                        <a:pt x="1739" y="156"/>
                      </a:cubicBezTo>
                      <a:cubicBezTo>
                        <a:pt x="1697" y="109"/>
                        <a:pt x="1655" y="88"/>
                        <a:pt x="1607" y="66"/>
                      </a:cubicBezTo>
                      <a:cubicBezTo>
                        <a:pt x="1586" y="66"/>
                        <a:pt x="1565" y="66"/>
                        <a:pt x="1544" y="45"/>
                      </a:cubicBezTo>
                      <a:cubicBezTo>
                        <a:pt x="1523" y="45"/>
                        <a:pt x="1496" y="45"/>
                        <a:pt x="1496" y="24"/>
                      </a:cubicBezTo>
                      <a:cubicBezTo>
                        <a:pt x="1433" y="24"/>
                        <a:pt x="1390" y="24"/>
                        <a:pt x="1343" y="3"/>
                      </a:cubicBezTo>
                      <a:lnTo>
                        <a:pt x="1322" y="3"/>
                      </a:lnTo>
                      <a:cubicBezTo>
                        <a:pt x="1290" y="1"/>
                        <a:pt x="1258" y="0"/>
                        <a:pt x="1228" y="0"/>
                      </a:cubicBezTo>
                      <a:close/>
                    </a:path>
                  </a:pathLst>
                </a:custGeom>
                <a:solidFill>
                  <a:srgbClr val="E958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51"/>
                <p:cNvSpPr/>
                <p:nvPr/>
              </p:nvSpPr>
              <p:spPr>
                <a:xfrm>
                  <a:off x="-4622438" y="-781245"/>
                  <a:ext cx="332733" cy="428321"/>
                </a:xfrm>
                <a:custGeom>
                  <a:avLst/>
                  <a:gdLst/>
                  <a:ahLst/>
                  <a:cxnLst/>
                  <a:rect l="l" t="t" r="r" b="b"/>
                  <a:pathLst>
                    <a:path w="710" h="914" extrusionOk="0">
                      <a:moveTo>
                        <a:pt x="487" y="1"/>
                      </a:moveTo>
                      <a:cubicBezTo>
                        <a:pt x="397" y="1"/>
                        <a:pt x="313" y="22"/>
                        <a:pt x="223" y="90"/>
                      </a:cubicBezTo>
                      <a:cubicBezTo>
                        <a:pt x="69" y="223"/>
                        <a:pt x="1" y="461"/>
                        <a:pt x="91" y="661"/>
                      </a:cubicBezTo>
                      <a:cubicBezTo>
                        <a:pt x="167" y="811"/>
                        <a:pt x="353" y="914"/>
                        <a:pt x="531" y="914"/>
                      </a:cubicBezTo>
                      <a:cubicBezTo>
                        <a:pt x="561" y="914"/>
                        <a:pt x="590" y="911"/>
                        <a:pt x="619" y="905"/>
                      </a:cubicBezTo>
                      <a:lnTo>
                        <a:pt x="709" y="154"/>
                      </a:lnTo>
                      <a:cubicBezTo>
                        <a:pt x="662" y="64"/>
                        <a:pt x="577" y="22"/>
                        <a:pt x="487" y="1"/>
                      </a:cubicBezTo>
                      <a:close/>
                    </a:path>
                  </a:pathLst>
                </a:custGeom>
                <a:solidFill>
                  <a:srgbClr val="E958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51"/>
                <p:cNvSpPr/>
                <p:nvPr/>
              </p:nvSpPr>
              <p:spPr>
                <a:xfrm>
                  <a:off x="-4436385" y="-1297691"/>
                  <a:ext cx="1001478" cy="565627"/>
                </a:xfrm>
                <a:custGeom>
                  <a:avLst/>
                  <a:gdLst/>
                  <a:ahLst/>
                  <a:cxnLst/>
                  <a:rect l="l" t="t" r="r" b="b"/>
                  <a:pathLst>
                    <a:path w="2137" h="1207" extrusionOk="0">
                      <a:moveTo>
                        <a:pt x="1207" y="0"/>
                      </a:moveTo>
                      <a:cubicBezTo>
                        <a:pt x="821" y="0"/>
                        <a:pt x="562" y="151"/>
                        <a:pt x="376" y="352"/>
                      </a:cubicBezTo>
                      <a:cubicBezTo>
                        <a:pt x="153" y="595"/>
                        <a:pt x="48" y="928"/>
                        <a:pt x="0" y="1124"/>
                      </a:cubicBezTo>
                      <a:cubicBezTo>
                        <a:pt x="92" y="1178"/>
                        <a:pt x="201" y="1207"/>
                        <a:pt x="311" y="1207"/>
                      </a:cubicBezTo>
                      <a:cubicBezTo>
                        <a:pt x="385" y="1207"/>
                        <a:pt x="459" y="1194"/>
                        <a:pt x="529" y="1166"/>
                      </a:cubicBezTo>
                      <a:cubicBezTo>
                        <a:pt x="751" y="1103"/>
                        <a:pt x="904" y="949"/>
                        <a:pt x="1058" y="770"/>
                      </a:cubicBezTo>
                      <a:cubicBezTo>
                        <a:pt x="1211" y="595"/>
                        <a:pt x="1343" y="373"/>
                        <a:pt x="1433" y="156"/>
                      </a:cubicBezTo>
                      <a:cubicBezTo>
                        <a:pt x="1454" y="241"/>
                        <a:pt x="1502" y="331"/>
                        <a:pt x="1544" y="421"/>
                      </a:cubicBezTo>
                      <a:cubicBezTo>
                        <a:pt x="1655" y="616"/>
                        <a:pt x="1851" y="796"/>
                        <a:pt x="2073" y="817"/>
                      </a:cubicBezTo>
                      <a:lnTo>
                        <a:pt x="2136" y="817"/>
                      </a:lnTo>
                      <a:cubicBezTo>
                        <a:pt x="2115" y="796"/>
                        <a:pt x="2115" y="796"/>
                        <a:pt x="2115" y="770"/>
                      </a:cubicBezTo>
                      <a:cubicBezTo>
                        <a:pt x="2115" y="748"/>
                        <a:pt x="2094" y="727"/>
                        <a:pt x="2094" y="706"/>
                      </a:cubicBezTo>
                      <a:cubicBezTo>
                        <a:pt x="2004" y="463"/>
                        <a:pt x="1898" y="267"/>
                        <a:pt x="1718" y="156"/>
                      </a:cubicBezTo>
                      <a:cubicBezTo>
                        <a:pt x="1676" y="109"/>
                        <a:pt x="1634" y="88"/>
                        <a:pt x="1586" y="66"/>
                      </a:cubicBezTo>
                      <a:cubicBezTo>
                        <a:pt x="1565" y="66"/>
                        <a:pt x="1544" y="66"/>
                        <a:pt x="1523" y="45"/>
                      </a:cubicBezTo>
                      <a:cubicBezTo>
                        <a:pt x="1502" y="45"/>
                        <a:pt x="1475" y="45"/>
                        <a:pt x="1475" y="24"/>
                      </a:cubicBezTo>
                      <a:cubicBezTo>
                        <a:pt x="1412" y="24"/>
                        <a:pt x="1369" y="24"/>
                        <a:pt x="1322" y="3"/>
                      </a:cubicBezTo>
                      <a:lnTo>
                        <a:pt x="1301" y="3"/>
                      </a:lnTo>
                      <a:cubicBezTo>
                        <a:pt x="1269" y="1"/>
                        <a:pt x="1237" y="0"/>
                        <a:pt x="12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51"/>
                <p:cNvSpPr/>
                <p:nvPr/>
              </p:nvSpPr>
              <p:spPr>
                <a:xfrm>
                  <a:off x="-3608755" y="8096285"/>
                  <a:ext cx="1836122" cy="951772"/>
                </a:xfrm>
                <a:custGeom>
                  <a:avLst/>
                  <a:gdLst/>
                  <a:ahLst/>
                  <a:cxnLst/>
                  <a:rect l="l" t="t" r="r" b="b"/>
                  <a:pathLst>
                    <a:path w="3918" h="2031" extrusionOk="0">
                      <a:moveTo>
                        <a:pt x="0" y="1"/>
                      </a:moveTo>
                      <a:lnTo>
                        <a:pt x="217" y="2031"/>
                      </a:lnTo>
                      <a:lnTo>
                        <a:pt x="3918" y="2031"/>
                      </a:lnTo>
                      <a:cubicBezTo>
                        <a:pt x="3918" y="1740"/>
                        <a:pt x="3764" y="1502"/>
                        <a:pt x="3542" y="1370"/>
                      </a:cubicBezTo>
                      <a:cubicBezTo>
                        <a:pt x="3347" y="1212"/>
                        <a:pt x="3082" y="1169"/>
                        <a:pt x="2860" y="1106"/>
                      </a:cubicBezTo>
                      <a:cubicBezTo>
                        <a:pt x="2617" y="1058"/>
                        <a:pt x="2379" y="974"/>
                        <a:pt x="2178" y="815"/>
                      </a:cubicBezTo>
                      <a:cubicBezTo>
                        <a:pt x="1956" y="619"/>
                        <a:pt x="1850" y="334"/>
                        <a:pt x="1824" y="22"/>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51"/>
                <p:cNvSpPr/>
                <p:nvPr/>
              </p:nvSpPr>
              <p:spPr>
                <a:xfrm>
                  <a:off x="-6128670" y="8096285"/>
                  <a:ext cx="1900794" cy="951772"/>
                </a:xfrm>
                <a:custGeom>
                  <a:avLst/>
                  <a:gdLst/>
                  <a:ahLst/>
                  <a:cxnLst/>
                  <a:rect l="l" t="t" r="r" b="b"/>
                  <a:pathLst>
                    <a:path w="4056" h="2031" extrusionOk="0">
                      <a:moveTo>
                        <a:pt x="460" y="1"/>
                      </a:moveTo>
                      <a:lnTo>
                        <a:pt x="0" y="2031"/>
                      </a:lnTo>
                      <a:lnTo>
                        <a:pt x="4029" y="2031"/>
                      </a:lnTo>
                      <a:cubicBezTo>
                        <a:pt x="4055" y="1740"/>
                        <a:pt x="3876" y="1502"/>
                        <a:pt x="3680" y="1370"/>
                      </a:cubicBezTo>
                      <a:cubicBezTo>
                        <a:pt x="3458" y="1212"/>
                        <a:pt x="3215" y="1169"/>
                        <a:pt x="2971" y="1106"/>
                      </a:cubicBezTo>
                      <a:cubicBezTo>
                        <a:pt x="2734" y="1058"/>
                        <a:pt x="2490" y="974"/>
                        <a:pt x="2311" y="815"/>
                      </a:cubicBezTo>
                      <a:cubicBezTo>
                        <a:pt x="2094" y="619"/>
                        <a:pt x="1962" y="334"/>
                        <a:pt x="1962" y="22"/>
                      </a:cubicBezTo>
                      <a:lnTo>
                        <a:pt x="46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51"/>
                <p:cNvSpPr/>
                <p:nvPr/>
              </p:nvSpPr>
              <p:spPr>
                <a:xfrm>
                  <a:off x="-6170848" y="2377887"/>
                  <a:ext cx="3778624" cy="5812793"/>
                </a:xfrm>
                <a:custGeom>
                  <a:avLst/>
                  <a:gdLst/>
                  <a:ahLst/>
                  <a:cxnLst/>
                  <a:rect l="l" t="t" r="r" b="b"/>
                  <a:pathLst>
                    <a:path w="8063" h="12404" extrusionOk="0">
                      <a:moveTo>
                        <a:pt x="2776" y="0"/>
                      </a:moveTo>
                      <a:cubicBezTo>
                        <a:pt x="682" y="2929"/>
                        <a:pt x="0" y="12404"/>
                        <a:pt x="0" y="12404"/>
                      </a:cubicBezTo>
                      <a:lnTo>
                        <a:pt x="2998" y="12404"/>
                      </a:lnTo>
                      <a:lnTo>
                        <a:pt x="3590" y="8460"/>
                      </a:lnTo>
                      <a:lnTo>
                        <a:pt x="3791" y="6985"/>
                      </a:lnTo>
                      <a:lnTo>
                        <a:pt x="4098" y="8814"/>
                      </a:lnTo>
                      <a:lnTo>
                        <a:pt x="4716" y="12404"/>
                      </a:lnTo>
                      <a:lnTo>
                        <a:pt x="8063" y="12404"/>
                      </a:lnTo>
                      <a:lnTo>
                        <a:pt x="58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51"/>
                <p:cNvSpPr/>
                <p:nvPr/>
              </p:nvSpPr>
              <p:spPr>
                <a:xfrm>
                  <a:off x="-5851231" y="2563939"/>
                  <a:ext cx="1065682" cy="5636591"/>
                </a:xfrm>
                <a:custGeom>
                  <a:avLst/>
                  <a:gdLst/>
                  <a:ahLst/>
                  <a:cxnLst/>
                  <a:rect l="l" t="t" r="r" b="b"/>
                  <a:pathLst>
                    <a:path w="2274" h="12028" extrusionOk="0">
                      <a:moveTo>
                        <a:pt x="2163" y="0"/>
                      </a:moveTo>
                      <a:cubicBezTo>
                        <a:pt x="1655" y="1475"/>
                        <a:pt x="952" y="4055"/>
                        <a:pt x="423" y="7952"/>
                      </a:cubicBezTo>
                      <a:cubicBezTo>
                        <a:pt x="111" y="10288"/>
                        <a:pt x="0" y="11986"/>
                        <a:pt x="0" y="12007"/>
                      </a:cubicBezTo>
                      <a:lnTo>
                        <a:pt x="111" y="12028"/>
                      </a:lnTo>
                      <a:cubicBezTo>
                        <a:pt x="111" y="12007"/>
                        <a:pt x="222" y="10288"/>
                        <a:pt x="529" y="7973"/>
                      </a:cubicBezTo>
                      <a:cubicBezTo>
                        <a:pt x="1058" y="4076"/>
                        <a:pt x="1766" y="1496"/>
                        <a:pt x="2274" y="42"/>
                      </a:cubicBezTo>
                      <a:lnTo>
                        <a:pt x="21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51"/>
                <p:cNvSpPr/>
                <p:nvPr/>
              </p:nvSpPr>
              <p:spPr>
                <a:xfrm>
                  <a:off x="-6810083" y="1139260"/>
                  <a:ext cx="5027543" cy="3530602"/>
                </a:xfrm>
                <a:custGeom>
                  <a:avLst/>
                  <a:gdLst/>
                  <a:ahLst/>
                  <a:cxnLst/>
                  <a:rect l="l" t="t" r="r" b="b"/>
                  <a:pathLst>
                    <a:path w="10728" h="7534" extrusionOk="0">
                      <a:moveTo>
                        <a:pt x="0" y="0"/>
                      </a:moveTo>
                      <a:lnTo>
                        <a:pt x="0" y="7534"/>
                      </a:lnTo>
                      <a:lnTo>
                        <a:pt x="10728" y="7534"/>
                      </a:lnTo>
                      <a:lnTo>
                        <a:pt x="1072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51"/>
                <p:cNvSpPr/>
                <p:nvPr/>
              </p:nvSpPr>
              <p:spPr>
                <a:xfrm>
                  <a:off x="-6170848" y="999604"/>
                  <a:ext cx="528154" cy="459719"/>
                </a:xfrm>
                <a:custGeom>
                  <a:avLst/>
                  <a:gdLst/>
                  <a:ahLst/>
                  <a:cxnLst/>
                  <a:rect l="l" t="t" r="r" b="b"/>
                  <a:pathLst>
                    <a:path w="1127" h="981" extrusionOk="0">
                      <a:moveTo>
                        <a:pt x="635" y="1"/>
                      </a:moveTo>
                      <a:cubicBezTo>
                        <a:pt x="360" y="1"/>
                        <a:pt x="31" y="102"/>
                        <a:pt x="0" y="229"/>
                      </a:cubicBezTo>
                      <a:cubicBezTo>
                        <a:pt x="0" y="388"/>
                        <a:pt x="418" y="938"/>
                        <a:pt x="508" y="938"/>
                      </a:cubicBezTo>
                      <a:cubicBezTo>
                        <a:pt x="619" y="938"/>
                        <a:pt x="619" y="848"/>
                        <a:pt x="619" y="848"/>
                      </a:cubicBezTo>
                      <a:cubicBezTo>
                        <a:pt x="619" y="848"/>
                        <a:pt x="682" y="980"/>
                        <a:pt x="751" y="980"/>
                      </a:cubicBezTo>
                      <a:cubicBezTo>
                        <a:pt x="841" y="980"/>
                        <a:pt x="862" y="917"/>
                        <a:pt x="862" y="917"/>
                      </a:cubicBezTo>
                      <a:cubicBezTo>
                        <a:pt x="862" y="917"/>
                        <a:pt x="896" y="961"/>
                        <a:pt x="948" y="961"/>
                      </a:cubicBezTo>
                      <a:cubicBezTo>
                        <a:pt x="968" y="961"/>
                        <a:pt x="991" y="955"/>
                        <a:pt x="1015" y="938"/>
                      </a:cubicBezTo>
                      <a:cubicBezTo>
                        <a:pt x="1126" y="869"/>
                        <a:pt x="1126" y="229"/>
                        <a:pt x="973" y="97"/>
                      </a:cubicBezTo>
                      <a:cubicBezTo>
                        <a:pt x="911" y="29"/>
                        <a:pt x="780" y="1"/>
                        <a:pt x="635" y="1"/>
                      </a:cubicBezTo>
                      <a:close/>
                    </a:path>
                  </a:pathLst>
                </a:custGeom>
                <a:solidFill>
                  <a:srgbClr val="E958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51"/>
                <p:cNvSpPr/>
                <p:nvPr/>
              </p:nvSpPr>
              <p:spPr>
                <a:xfrm>
                  <a:off x="-5809053" y="1149101"/>
                  <a:ext cx="62329" cy="280236"/>
                </a:xfrm>
                <a:custGeom>
                  <a:avLst/>
                  <a:gdLst/>
                  <a:ahLst/>
                  <a:cxnLst/>
                  <a:rect l="l" t="t" r="r" b="b"/>
                  <a:pathLst>
                    <a:path w="133" h="598" extrusionOk="0">
                      <a:moveTo>
                        <a:pt x="69" y="0"/>
                      </a:moveTo>
                      <a:lnTo>
                        <a:pt x="0" y="42"/>
                      </a:lnTo>
                      <a:cubicBezTo>
                        <a:pt x="69" y="333"/>
                        <a:pt x="69" y="571"/>
                        <a:pt x="69" y="598"/>
                      </a:cubicBezTo>
                      <a:lnTo>
                        <a:pt x="132" y="598"/>
                      </a:lnTo>
                      <a:cubicBezTo>
                        <a:pt x="132" y="571"/>
                        <a:pt x="132" y="307"/>
                        <a:pt x="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51"/>
                <p:cNvSpPr/>
                <p:nvPr/>
              </p:nvSpPr>
              <p:spPr>
                <a:xfrm>
                  <a:off x="-5923403" y="1180969"/>
                  <a:ext cx="62797" cy="225876"/>
                </a:xfrm>
                <a:custGeom>
                  <a:avLst/>
                  <a:gdLst/>
                  <a:ahLst/>
                  <a:cxnLst/>
                  <a:rect l="l" t="t" r="r" b="b"/>
                  <a:pathLst>
                    <a:path w="134" h="482" extrusionOk="0">
                      <a:moveTo>
                        <a:pt x="70" y="1"/>
                      </a:moveTo>
                      <a:lnTo>
                        <a:pt x="1" y="43"/>
                      </a:lnTo>
                      <a:cubicBezTo>
                        <a:pt x="49" y="239"/>
                        <a:pt x="70" y="482"/>
                        <a:pt x="70" y="482"/>
                      </a:cubicBezTo>
                      <a:lnTo>
                        <a:pt x="133" y="461"/>
                      </a:lnTo>
                      <a:cubicBezTo>
                        <a:pt x="133" y="440"/>
                        <a:pt x="112" y="218"/>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51"/>
                <p:cNvSpPr/>
                <p:nvPr/>
              </p:nvSpPr>
              <p:spPr>
                <a:xfrm>
                  <a:off x="-2939995" y="999604"/>
                  <a:ext cx="528154" cy="459719"/>
                </a:xfrm>
                <a:custGeom>
                  <a:avLst/>
                  <a:gdLst/>
                  <a:ahLst/>
                  <a:cxnLst/>
                  <a:rect l="l" t="t" r="r" b="b"/>
                  <a:pathLst>
                    <a:path w="1127" h="981" extrusionOk="0">
                      <a:moveTo>
                        <a:pt x="642" y="1"/>
                      </a:moveTo>
                      <a:cubicBezTo>
                        <a:pt x="363" y="1"/>
                        <a:pt x="41" y="102"/>
                        <a:pt x="27" y="229"/>
                      </a:cubicBezTo>
                      <a:cubicBezTo>
                        <a:pt x="0" y="388"/>
                        <a:pt x="423" y="938"/>
                        <a:pt x="508" y="938"/>
                      </a:cubicBezTo>
                      <a:cubicBezTo>
                        <a:pt x="619" y="938"/>
                        <a:pt x="619" y="848"/>
                        <a:pt x="619" y="848"/>
                      </a:cubicBezTo>
                      <a:cubicBezTo>
                        <a:pt x="619" y="848"/>
                        <a:pt x="688" y="980"/>
                        <a:pt x="772" y="980"/>
                      </a:cubicBezTo>
                      <a:cubicBezTo>
                        <a:pt x="841" y="980"/>
                        <a:pt x="862" y="917"/>
                        <a:pt x="862" y="917"/>
                      </a:cubicBezTo>
                      <a:cubicBezTo>
                        <a:pt x="862" y="917"/>
                        <a:pt x="896" y="961"/>
                        <a:pt x="949" y="961"/>
                      </a:cubicBezTo>
                      <a:cubicBezTo>
                        <a:pt x="969" y="961"/>
                        <a:pt x="991" y="955"/>
                        <a:pt x="1016" y="938"/>
                      </a:cubicBezTo>
                      <a:cubicBezTo>
                        <a:pt x="1127" y="869"/>
                        <a:pt x="1127" y="229"/>
                        <a:pt x="994" y="97"/>
                      </a:cubicBezTo>
                      <a:cubicBezTo>
                        <a:pt x="925" y="29"/>
                        <a:pt x="790" y="1"/>
                        <a:pt x="642" y="1"/>
                      </a:cubicBezTo>
                      <a:close/>
                    </a:path>
                  </a:pathLst>
                </a:custGeom>
                <a:solidFill>
                  <a:srgbClr val="E958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51"/>
                <p:cNvSpPr/>
                <p:nvPr/>
              </p:nvSpPr>
              <p:spPr>
                <a:xfrm>
                  <a:off x="-2588041" y="1149101"/>
                  <a:ext cx="62329" cy="280236"/>
                </a:xfrm>
                <a:custGeom>
                  <a:avLst/>
                  <a:gdLst/>
                  <a:ahLst/>
                  <a:cxnLst/>
                  <a:rect l="l" t="t" r="r" b="b"/>
                  <a:pathLst>
                    <a:path w="133" h="598" extrusionOk="0">
                      <a:moveTo>
                        <a:pt x="69" y="0"/>
                      </a:moveTo>
                      <a:lnTo>
                        <a:pt x="0" y="42"/>
                      </a:lnTo>
                      <a:cubicBezTo>
                        <a:pt x="69" y="333"/>
                        <a:pt x="69" y="571"/>
                        <a:pt x="69" y="598"/>
                      </a:cubicBezTo>
                      <a:lnTo>
                        <a:pt x="132" y="598"/>
                      </a:lnTo>
                      <a:cubicBezTo>
                        <a:pt x="132" y="571"/>
                        <a:pt x="132" y="307"/>
                        <a:pt x="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51"/>
                <p:cNvSpPr/>
                <p:nvPr/>
              </p:nvSpPr>
              <p:spPr>
                <a:xfrm>
                  <a:off x="-2701922" y="1180969"/>
                  <a:ext cx="52487" cy="225876"/>
                </a:xfrm>
                <a:custGeom>
                  <a:avLst/>
                  <a:gdLst/>
                  <a:ahLst/>
                  <a:cxnLst/>
                  <a:rect l="l" t="t" r="r" b="b"/>
                  <a:pathLst>
                    <a:path w="112" h="482" extrusionOk="0">
                      <a:moveTo>
                        <a:pt x="48" y="1"/>
                      </a:moveTo>
                      <a:lnTo>
                        <a:pt x="0" y="43"/>
                      </a:lnTo>
                      <a:cubicBezTo>
                        <a:pt x="48" y="239"/>
                        <a:pt x="69" y="482"/>
                        <a:pt x="69" y="482"/>
                      </a:cubicBezTo>
                      <a:lnTo>
                        <a:pt x="111" y="461"/>
                      </a:lnTo>
                      <a:cubicBezTo>
                        <a:pt x="111" y="440"/>
                        <a:pt x="90" y="218"/>
                        <a:pt x="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51"/>
                <p:cNvSpPr/>
                <p:nvPr/>
              </p:nvSpPr>
              <p:spPr>
                <a:xfrm>
                  <a:off x="-4488405" y="-729226"/>
                  <a:ext cx="146684" cy="124185"/>
                </a:xfrm>
                <a:custGeom>
                  <a:avLst/>
                  <a:gdLst/>
                  <a:ahLst/>
                  <a:cxnLst/>
                  <a:rect l="l" t="t" r="r" b="b"/>
                  <a:pathLst>
                    <a:path w="313" h="265" extrusionOk="0">
                      <a:moveTo>
                        <a:pt x="0" y="1"/>
                      </a:moveTo>
                      <a:lnTo>
                        <a:pt x="0" y="43"/>
                      </a:lnTo>
                      <a:cubicBezTo>
                        <a:pt x="69" y="43"/>
                        <a:pt x="132" y="64"/>
                        <a:pt x="180" y="112"/>
                      </a:cubicBezTo>
                      <a:cubicBezTo>
                        <a:pt x="243" y="133"/>
                        <a:pt x="264" y="196"/>
                        <a:pt x="264" y="265"/>
                      </a:cubicBezTo>
                      <a:lnTo>
                        <a:pt x="312" y="265"/>
                      </a:lnTo>
                      <a:cubicBezTo>
                        <a:pt x="312" y="196"/>
                        <a:pt x="264" y="112"/>
                        <a:pt x="222" y="64"/>
                      </a:cubicBezTo>
                      <a:cubicBezTo>
                        <a:pt x="159" y="22"/>
                        <a:pt x="90"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51"/>
                <p:cNvSpPr/>
                <p:nvPr/>
              </p:nvSpPr>
              <p:spPr>
                <a:xfrm>
                  <a:off x="-3980860" y="-233400"/>
                  <a:ext cx="359914" cy="162612"/>
                </a:xfrm>
                <a:custGeom>
                  <a:avLst/>
                  <a:gdLst/>
                  <a:ahLst/>
                  <a:cxnLst/>
                  <a:rect l="l" t="t" r="r" b="b"/>
                  <a:pathLst>
                    <a:path w="768" h="347" extrusionOk="0">
                      <a:moveTo>
                        <a:pt x="1" y="0"/>
                      </a:moveTo>
                      <a:lnTo>
                        <a:pt x="1" y="0"/>
                      </a:lnTo>
                      <a:cubicBezTo>
                        <a:pt x="22" y="153"/>
                        <a:pt x="154" y="307"/>
                        <a:pt x="308" y="328"/>
                      </a:cubicBezTo>
                      <a:cubicBezTo>
                        <a:pt x="348" y="340"/>
                        <a:pt x="391" y="346"/>
                        <a:pt x="435" y="346"/>
                      </a:cubicBezTo>
                      <a:cubicBezTo>
                        <a:pt x="559" y="346"/>
                        <a:pt x="689" y="299"/>
                        <a:pt x="768" y="217"/>
                      </a:cubicBez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9" name="Google Shape;1829;p51"/>
              <p:cNvGrpSpPr/>
              <p:nvPr/>
            </p:nvGrpSpPr>
            <p:grpSpPr>
              <a:xfrm>
                <a:off x="-1949281" y="1820326"/>
                <a:ext cx="1051808" cy="229363"/>
                <a:chOff x="4002795" y="1877329"/>
                <a:chExt cx="345546" cy="75352"/>
              </a:xfrm>
            </p:grpSpPr>
            <p:sp>
              <p:nvSpPr>
                <p:cNvPr id="1830" name="Google Shape;1830;p51"/>
                <p:cNvSpPr/>
                <p:nvPr/>
              </p:nvSpPr>
              <p:spPr>
                <a:xfrm>
                  <a:off x="4002795" y="1877329"/>
                  <a:ext cx="345546" cy="75352"/>
                </a:xfrm>
                <a:custGeom>
                  <a:avLst/>
                  <a:gdLst/>
                  <a:ahLst/>
                  <a:cxnLst/>
                  <a:rect l="l" t="t" r="r" b="b"/>
                  <a:pathLst>
                    <a:path w="9997" h="2180" extrusionOk="0">
                      <a:moveTo>
                        <a:pt x="0" y="0"/>
                      </a:moveTo>
                      <a:lnTo>
                        <a:pt x="0" y="2179"/>
                      </a:lnTo>
                      <a:lnTo>
                        <a:pt x="9996" y="2179"/>
                      </a:lnTo>
                      <a:lnTo>
                        <a:pt x="99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51"/>
                <p:cNvSpPr/>
                <p:nvPr/>
              </p:nvSpPr>
              <p:spPr>
                <a:xfrm>
                  <a:off x="4270785" y="1897619"/>
                  <a:ext cx="21569" cy="34738"/>
                </a:xfrm>
                <a:custGeom>
                  <a:avLst/>
                  <a:gdLst/>
                  <a:ahLst/>
                  <a:cxnLst/>
                  <a:rect l="l" t="t" r="r" b="b"/>
                  <a:pathLst>
                    <a:path w="624" h="1005" extrusionOk="0">
                      <a:moveTo>
                        <a:pt x="559" y="0"/>
                      </a:moveTo>
                      <a:lnTo>
                        <a:pt x="1" y="595"/>
                      </a:lnTo>
                      <a:lnTo>
                        <a:pt x="559" y="1005"/>
                      </a:lnTo>
                      <a:lnTo>
                        <a:pt x="623" y="948"/>
                      </a:lnTo>
                      <a:lnTo>
                        <a:pt x="121" y="595"/>
                      </a:lnTo>
                      <a:lnTo>
                        <a:pt x="623" y="64"/>
                      </a:lnTo>
                      <a:lnTo>
                        <a:pt x="5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51"/>
                <p:cNvSpPr/>
                <p:nvPr/>
              </p:nvSpPr>
              <p:spPr>
                <a:xfrm>
                  <a:off x="4254401" y="1897619"/>
                  <a:ext cx="22536" cy="34738"/>
                </a:xfrm>
                <a:custGeom>
                  <a:avLst/>
                  <a:gdLst/>
                  <a:ahLst/>
                  <a:cxnLst/>
                  <a:rect l="l" t="t" r="r" b="b"/>
                  <a:pathLst>
                    <a:path w="652" h="1005" extrusionOk="0">
                      <a:moveTo>
                        <a:pt x="595" y="0"/>
                      </a:moveTo>
                      <a:lnTo>
                        <a:pt x="1" y="595"/>
                      </a:lnTo>
                      <a:lnTo>
                        <a:pt x="595" y="1005"/>
                      </a:lnTo>
                      <a:lnTo>
                        <a:pt x="651" y="948"/>
                      </a:lnTo>
                      <a:lnTo>
                        <a:pt x="149" y="595"/>
                      </a:lnTo>
                      <a:lnTo>
                        <a:pt x="651" y="64"/>
                      </a:lnTo>
                      <a:lnTo>
                        <a:pt x="5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51"/>
                <p:cNvSpPr/>
                <p:nvPr/>
              </p:nvSpPr>
              <p:spPr>
                <a:xfrm>
                  <a:off x="4055854" y="1885970"/>
                  <a:ext cx="19356" cy="57654"/>
                </a:xfrm>
                <a:custGeom>
                  <a:avLst/>
                  <a:gdLst/>
                  <a:ahLst/>
                  <a:cxnLst/>
                  <a:rect l="l" t="t" r="r" b="b"/>
                  <a:pathLst>
                    <a:path w="560" h="1668" extrusionOk="0">
                      <a:moveTo>
                        <a:pt x="305" y="0"/>
                      </a:moveTo>
                      <a:cubicBezTo>
                        <a:pt x="264" y="0"/>
                        <a:pt x="226" y="22"/>
                        <a:pt x="205" y="47"/>
                      </a:cubicBezTo>
                      <a:cubicBezTo>
                        <a:pt x="149" y="76"/>
                        <a:pt x="85" y="160"/>
                        <a:pt x="85" y="252"/>
                      </a:cubicBezTo>
                      <a:cubicBezTo>
                        <a:pt x="57" y="309"/>
                        <a:pt x="85" y="401"/>
                        <a:pt x="85" y="458"/>
                      </a:cubicBezTo>
                      <a:cubicBezTo>
                        <a:pt x="120" y="514"/>
                        <a:pt x="120" y="542"/>
                        <a:pt x="120" y="578"/>
                      </a:cubicBezTo>
                      <a:cubicBezTo>
                        <a:pt x="120" y="691"/>
                        <a:pt x="85" y="783"/>
                        <a:pt x="0" y="811"/>
                      </a:cubicBezTo>
                      <a:lnTo>
                        <a:pt x="28" y="896"/>
                      </a:lnTo>
                      <a:lnTo>
                        <a:pt x="57" y="896"/>
                      </a:lnTo>
                      <a:cubicBezTo>
                        <a:pt x="85" y="932"/>
                        <a:pt x="120" y="932"/>
                        <a:pt x="120" y="960"/>
                      </a:cubicBezTo>
                      <a:lnTo>
                        <a:pt x="120" y="1108"/>
                      </a:lnTo>
                      <a:lnTo>
                        <a:pt x="120" y="1137"/>
                      </a:lnTo>
                      <a:cubicBezTo>
                        <a:pt x="85" y="1314"/>
                        <a:pt x="120" y="1427"/>
                        <a:pt x="177" y="1519"/>
                      </a:cubicBezTo>
                      <a:cubicBezTo>
                        <a:pt x="234" y="1604"/>
                        <a:pt x="326" y="1667"/>
                        <a:pt x="439" y="1667"/>
                      </a:cubicBezTo>
                      <a:cubicBezTo>
                        <a:pt x="474" y="1667"/>
                        <a:pt x="531" y="1667"/>
                        <a:pt x="559" y="1639"/>
                      </a:cubicBezTo>
                      <a:lnTo>
                        <a:pt x="531" y="1547"/>
                      </a:lnTo>
                      <a:cubicBezTo>
                        <a:pt x="498" y="1567"/>
                        <a:pt x="459" y="1576"/>
                        <a:pt x="421" y="1576"/>
                      </a:cubicBezTo>
                      <a:cubicBezTo>
                        <a:pt x="352" y="1576"/>
                        <a:pt x="285" y="1545"/>
                        <a:pt x="262" y="1490"/>
                      </a:cubicBezTo>
                      <a:cubicBezTo>
                        <a:pt x="205" y="1398"/>
                        <a:pt x="177" y="1285"/>
                        <a:pt x="205" y="1137"/>
                      </a:cubicBezTo>
                      <a:lnTo>
                        <a:pt x="205" y="932"/>
                      </a:lnTo>
                      <a:cubicBezTo>
                        <a:pt x="177" y="896"/>
                        <a:pt x="149" y="868"/>
                        <a:pt x="120" y="840"/>
                      </a:cubicBezTo>
                      <a:cubicBezTo>
                        <a:pt x="177" y="783"/>
                        <a:pt x="205" y="663"/>
                        <a:pt x="205" y="578"/>
                      </a:cubicBezTo>
                      <a:cubicBezTo>
                        <a:pt x="205" y="542"/>
                        <a:pt x="205" y="486"/>
                        <a:pt x="177" y="458"/>
                      </a:cubicBezTo>
                      <a:cubicBezTo>
                        <a:pt x="177" y="366"/>
                        <a:pt x="149" y="309"/>
                        <a:pt x="177" y="252"/>
                      </a:cubicBezTo>
                      <a:cubicBezTo>
                        <a:pt x="177" y="189"/>
                        <a:pt x="205" y="132"/>
                        <a:pt x="262" y="104"/>
                      </a:cubicBezTo>
                      <a:cubicBezTo>
                        <a:pt x="262" y="90"/>
                        <a:pt x="271" y="83"/>
                        <a:pt x="283" y="83"/>
                      </a:cubicBezTo>
                      <a:cubicBezTo>
                        <a:pt x="296" y="83"/>
                        <a:pt x="311" y="90"/>
                        <a:pt x="326" y="104"/>
                      </a:cubicBezTo>
                      <a:lnTo>
                        <a:pt x="354" y="12"/>
                      </a:lnTo>
                      <a:cubicBezTo>
                        <a:pt x="338" y="4"/>
                        <a:pt x="321" y="0"/>
                        <a:pt x="3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51"/>
                <p:cNvSpPr/>
                <p:nvPr/>
              </p:nvSpPr>
              <p:spPr>
                <a:xfrm>
                  <a:off x="4034319" y="1888563"/>
                  <a:ext cx="9333" cy="51882"/>
                </a:xfrm>
                <a:custGeom>
                  <a:avLst/>
                  <a:gdLst/>
                  <a:ahLst/>
                  <a:cxnLst/>
                  <a:rect l="l" t="t" r="r" b="b"/>
                  <a:pathLst>
                    <a:path w="270" h="1501" extrusionOk="0">
                      <a:moveTo>
                        <a:pt x="213" y="1"/>
                      </a:moveTo>
                      <a:cubicBezTo>
                        <a:pt x="1" y="467"/>
                        <a:pt x="1" y="1033"/>
                        <a:pt x="177" y="1500"/>
                      </a:cubicBezTo>
                      <a:lnTo>
                        <a:pt x="269" y="1472"/>
                      </a:lnTo>
                      <a:cubicBezTo>
                        <a:pt x="93" y="1033"/>
                        <a:pt x="93" y="503"/>
                        <a:pt x="269" y="29"/>
                      </a:cubicBezTo>
                      <a:lnTo>
                        <a:pt x="2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51"/>
                <p:cNvSpPr/>
                <p:nvPr/>
              </p:nvSpPr>
              <p:spPr>
                <a:xfrm>
                  <a:off x="4303311" y="1885970"/>
                  <a:ext cx="19598" cy="57654"/>
                </a:xfrm>
                <a:custGeom>
                  <a:avLst/>
                  <a:gdLst/>
                  <a:ahLst/>
                  <a:cxnLst/>
                  <a:rect l="l" t="t" r="r" b="b"/>
                  <a:pathLst>
                    <a:path w="567" h="1668" extrusionOk="0">
                      <a:moveTo>
                        <a:pt x="256" y="0"/>
                      </a:moveTo>
                      <a:cubicBezTo>
                        <a:pt x="243" y="0"/>
                        <a:pt x="229" y="4"/>
                        <a:pt x="213" y="12"/>
                      </a:cubicBezTo>
                      <a:lnTo>
                        <a:pt x="241" y="104"/>
                      </a:lnTo>
                      <a:cubicBezTo>
                        <a:pt x="255" y="90"/>
                        <a:pt x="262" y="83"/>
                        <a:pt x="269" y="83"/>
                      </a:cubicBezTo>
                      <a:cubicBezTo>
                        <a:pt x="276" y="83"/>
                        <a:pt x="283" y="90"/>
                        <a:pt x="298" y="104"/>
                      </a:cubicBezTo>
                      <a:cubicBezTo>
                        <a:pt x="354" y="132"/>
                        <a:pt x="390" y="189"/>
                        <a:pt x="390" y="252"/>
                      </a:cubicBezTo>
                      <a:lnTo>
                        <a:pt x="390" y="458"/>
                      </a:lnTo>
                      <a:cubicBezTo>
                        <a:pt x="354" y="486"/>
                        <a:pt x="354" y="542"/>
                        <a:pt x="354" y="578"/>
                      </a:cubicBezTo>
                      <a:cubicBezTo>
                        <a:pt x="354" y="663"/>
                        <a:pt x="390" y="783"/>
                        <a:pt x="446" y="840"/>
                      </a:cubicBezTo>
                      <a:cubicBezTo>
                        <a:pt x="390" y="868"/>
                        <a:pt x="390" y="896"/>
                        <a:pt x="354" y="932"/>
                      </a:cubicBezTo>
                      <a:cubicBezTo>
                        <a:pt x="326" y="988"/>
                        <a:pt x="354" y="1073"/>
                        <a:pt x="354" y="1137"/>
                      </a:cubicBezTo>
                      <a:cubicBezTo>
                        <a:pt x="390" y="1285"/>
                        <a:pt x="354" y="1398"/>
                        <a:pt x="298" y="1490"/>
                      </a:cubicBezTo>
                      <a:cubicBezTo>
                        <a:pt x="261" y="1545"/>
                        <a:pt x="198" y="1576"/>
                        <a:pt x="135" y="1576"/>
                      </a:cubicBezTo>
                      <a:cubicBezTo>
                        <a:pt x="100" y="1576"/>
                        <a:pt x="66" y="1567"/>
                        <a:pt x="36" y="1547"/>
                      </a:cubicBezTo>
                      <a:lnTo>
                        <a:pt x="0" y="1639"/>
                      </a:lnTo>
                      <a:cubicBezTo>
                        <a:pt x="36" y="1667"/>
                        <a:pt x="92" y="1667"/>
                        <a:pt x="121" y="1667"/>
                      </a:cubicBezTo>
                      <a:cubicBezTo>
                        <a:pt x="213" y="1667"/>
                        <a:pt x="326" y="1604"/>
                        <a:pt x="390" y="1519"/>
                      </a:cubicBezTo>
                      <a:cubicBezTo>
                        <a:pt x="446" y="1427"/>
                        <a:pt x="474" y="1314"/>
                        <a:pt x="446" y="1137"/>
                      </a:cubicBezTo>
                      <a:lnTo>
                        <a:pt x="446" y="1108"/>
                      </a:lnTo>
                      <a:lnTo>
                        <a:pt x="446" y="960"/>
                      </a:lnTo>
                      <a:cubicBezTo>
                        <a:pt x="446" y="932"/>
                        <a:pt x="474" y="932"/>
                        <a:pt x="503" y="896"/>
                      </a:cubicBezTo>
                      <a:lnTo>
                        <a:pt x="531" y="896"/>
                      </a:lnTo>
                      <a:lnTo>
                        <a:pt x="566" y="811"/>
                      </a:lnTo>
                      <a:lnTo>
                        <a:pt x="531" y="811"/>
                      </a:lnTo>
                      <a:cubicBezTo>
                        <a:pt x="474" y="783"/>
                        <a:pt x="446" y="691"/>
                        <a:pt x="446" y="578"/>
                      </a:cubicBezTo>
                      <a:cubicBezTo>
                        <a:pt x="446" y="542"/>
                        <a:pt x="446" y="514"/>
                        <a:pt x="474" y="458"/>
                      </a:cubicBezTo>
                      <a:lnTo>
                        <a:pt x="474" y="252"/>
                      </a:lnTo>
                      <a:cubicBezTo>
                        <a:pt x="474" y="160"/>
                        <a:pt x="418" y="76"/>
                        <a:pt x="354" y="47"/>
                      </a:cubicBezTo>
                      <a:cubicBezTo>
                        <a:pt x="314" y="22"/>
                        <a:pt x="288" y="0"/>
                        <a:pt x="2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51"/>
                <p:cNvSpPr/>
                <p:nvPr/>
              </p:nvSpPr>
              <p:spPr>
                <a:xfrm>
                  <a:off x="4167847" y="1898587"/>
                  <a:ext cx="21534" cy="31834"/>
                </a:xfrm>
                <a:custGeom>
                  <a:avLst/>
                  <a:gdLst/>
                  <a:ahLst/>
                  <a:cxnLst/>
                  <a:rect l="l" t="t" r="r" b="b"/>
                  <a:pathLst>
                    <a:path w="623" h="921" extrusionOk="0">
                      <a:moveTo>
                        <a:pt x="531" y="93"/>
                      </a:moveTo>
                      <a:lnTo>
                        <a:pt x="531" y="828"/>
                      </a:lnTo>
                      <a:lnTo>
                        <a:pt x="92" y="828"/>
                      </a:lnTo>
                      <a:lnTo>
                        <a:pt x="92" y="93"/>
                      </a:lnTo>
                      <a:close/>
                      <a:moveTo>
                        <a:pt x="0" y="1"/>
                      </a:moveTo>
                      <a:lnTo>
                        <a:pt x="0" y="920"/>
                      </a:lnTo>
                      <a:lnTo>
                        <a:pt x="623" y="920"/>
                      </a:lnTo>
                      <a:lnTo>
                        <a:pt x="6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51"/>
                <p:cNvSpPr/>
                <p:nvPr/>
              </p:nvSpPr>
              <p:spPr>
                <a:xfrm>
                  <a:off x="4128235" y="1898587"/>
                  <a:ext cx="29622" cy="31834"/>
                </a:xfrm>
                <a:custGeom>
                  <a:avLst/>
                  <a:gdLst/>
                  <a:ahLst/>
                  <a:cxnLst/>
                  <a:rect l="l" t="t" r="r" b="b"/>
                  <a:pathLst>
                    <a:path w="857" h="921" extrusionOk="0">
                      <a:moveTo>
                        <a:pt x="764" y="93"/>
                      </a:moveTo>
                      <a:lnTo>
                        <a:pt x="764" y="828"/>
                      </a:lnTo>
                      <a:lnTo>
                        <a:pt x="85" y="828"/>
                      </a:lnTo>
                      <a:lnTo>
                        <a:pt x="85" y="93"/>
                      </a:lnTo>
                      <a:close/>
                      <a:moveTo>
                        <a:pt x="0" y="1"/>
                      </a:moveTo>
                      <a:lnTo>
                        <a:pt x="0" y="920"/>
                      </a:lnTo>
                      <a:lnTo>
                        <a:pt x="856" y="920"/>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51"/>
                <p:cNvSpPr/>
                <p:nvPr/>
              </p:nvSpPr>
              <p:spPr>
                <a:xfrm>
                  <a:off x="4086410" y="1898587"/>
                  <a:ext cx="32560" cy="31834"/>
                </a:xfrm>
                <a:custGeom>
                  <a:avLst/>
                  <a:gdLst/>
                  <a:ahLst/>
                  <a:cxnLst/>
                  <a:rect l="l" t="t" r="r" b="b"/>
                  <a:pathLst>
                    <a:path w="942" h="921" extrusionOk="0">
                      <a:moveTo>
                        <a:pt x="856" y="93"/>
                      </a:moveTo>
                      <a:lnTo>
                        <a:pt x="856" y="828"/>
                      </a:lnTo>
                      <a:lnTo>
                        <a:pt x="85" y="828"/>
                      </a:lnTo>
                      <a:lnTo>
                        <a:pt x="85" y="93"/>
                      </a:lnTo>
                      <a:close/>
                      <a:moveTo>
                        <a:pt x="0" y="1"/>
                      </a:moveTo>
                      <a:lnTo>
                        <a:pt x="0" y="920"/>
                      </a:lnTo>
                      <a:lnTo>
                        <a:pt x="941" y="920"/>
                      </a:lnTo>
                      <a:lnTo>
                        <a:pt x="94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51"/>
                <p:cNvSpPr/>
                <p:nvPr/>
              </p:nvSpPr>
              <p:spPr>
                <a:xfrm>
                  <a:off x="4223844" y="1897619"/>
                  <a:ext cx="22536" cy="34738"/>
                </a:xfrm>
                <a:custGeom>
                  <a:avLst/>
                  <a:gdLst/>
                  <a:ahLst/>
                  <a:cxnLst/>
                  <a:rect l="l" t="t" r="r" b="b"/>
                  <a:pathLst>
                    <a:path w="652" h="1005" extrusionOk="0">
                      <a:moveTo>
                        <a:pt x="326" y="92"/>
                      </a:moveTo>
                      <a:cubicBezTo>
                        <a:pt x="446" y="92"/>
                        <a:pt x="566" y="269"/>
                        <a:pt x="566" y="503"/>
                      </a:cubicBezTo>
                      <a:cubicBezTo>
                        <a:pt x="566" y="708"/>
                        <a:pt x="446" y="913"/>
                        <a:pt x="326" y="913"/>
                      </a:cubicBezTo>
                      <a:cubicBezTo>
                        <a:pt x="177" y="913"/>
                        <a:pt x="92" y="708"/>
                        <a:pt x="92" y="503"/>
                      </a:cubicBezTo>
                      <a:cubicBezTo>
                        <a:pt x="92" y="269"/>
                        <a:pt x="177" y="92"/>
                        <a:pt x="326" y="92"/>
                      </a:cubicBezTo>
                      <a:close/>
                      <a:moveTo>
                        <a:pt x="326" y="0"/>
                      </a:moveTo>
                      <a:cubicBezTo>
                        <a:pt x="149" y="0"/>
                        <a:pt x="0" y="205"/>
                        <a:pt x="0" y="503"/>
                      </a:cubicBezTo>
                      <a:cubicBezTo>
                        <a:pt x="0" y="771"/>
                        <a:pt x="149" y="1005"/>
                        <a:pt x="326" y="1005"/>
                      </a:cubicBezTo>
                      <a:cubicBezTo>
                        <a:pt x="503" y="1005"/>
                        <a:pt x="651" y="771"/>
                        <a:pt x="651" y="503"/>
                      </a:cubicBezTo>
                      <a:cubicBezTo>
                        <a:pt x="651" y="205"/>
                        <a:pt x="503" y="0"/>
                        <a:pt x="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51"/>
                <p:cNvSpPr/>
                <p:nvPr/>
              </p:nvSpPr>
              <p:spPr>
                <a:xfrm>
                  <a:off x="4200616" y="1899831"/>
                  <a:ext cx="2973" cy="30590"/>
                </a:xfrm>
                <a:custGeom>
                  <a:avLst/>
                  <a:gdLst/>
                  <a:ahLst/>
                  <a:cxnLst/>
                  <a:rect l="l" t="t" r="r" b="b"/>
                  <a:pathLst>
                    <a:path w="86" h="885" extrusionOk="0">
                      <a:moveTo>
                        <a:pt x="0" y="0"/>
                      </a:moveTo>
                      <a:lnTo>
                        <a:pt x="0" y="884"/>
                      </a:lnTo>
                      <a:lnTo>
                        <a:pt x="85" y="884"/>
                      </a:lnTo>
                      <a:lnTo>
                        <a:pt x="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1" name="Google Shape;1841;p51"/>
              <p:cNvGrpSpPr/>
              <p:nvPr/>
            </p:nvGrpSpPr>
            <p:grpSpPr>
              <a:xfrm>
                <a:off x="-2025807" y="2235105"/>
                <a:ext cx="1184014" cy="258193"/>
                <a:chOff x="3734768" y="858742"/>
                <a:chExt cx="1184014" cy="258193"/>
              </a:xfrm>
            </p:grpSpPr>
            <p:grpSp>
              <p:nvGrpSpPr>
                <p:cNvPr id="1842" name="Google Shape;1842;p51"/>
                <p:cNvGrpSpPr/>
                <p:nvPr/>
              </p:nvGrpSpPr>
              <p:grpSpPr>
                <a:xfrm>
                  <a:off x="3734768" y="858742"/>
                  <a:ext cx="1184014" cy="258193"/>
                  <a:chOff x="4002795" y="1877329"/>
                  <a:chExt cx="345546" cy="75352"/>
                </a:xfrm>
              </p:grpSpPr>
              <p:sp>
                <p:nvSpPr>
                  <p:cNvPr id="1843" name="Google Shape;1843;p51"/>
                  <p:cNvSpPr/>
                  <p:nvPr/>
                </p:nvSpPr>
                <p:spPr>
                  <a:xfrm>
                    <a:off x="4002795" y="1877329"/>
                    <a:ext cx="345546" cy="75352"/>
                  </a:xfrm>
                  <a:custGeom>
                    <a:avLst/>
                    <a:gdLst/>
                    <a:ahLst/>
                    <a:cxnLst/>
                    <a:rect l="l" t="t" r="r" b="b"/>
                    <a:pathLst>
                      <a:path w="9997" h="2180" extrusionOk="0">
                        <a:moveTo>
                          <a:pt x="0" y="0"/>
                        </a:moveTo>
                        <a:lnTo>
                          <a:pt x="0" y="2179"/>
                        </a:lnTo>
                        <a:lnTo>
                          <a:pt x="9996" y="2179"/>
                        </a:lnTo>
                        <a:lnTo>
                          <a:pt x="99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51"/>
                  <p:cNvSpPr/>
                  <p:nvPr/>
                </p:nvSpPr>
                <p:spPr>
                  <a:xfrm>
                    <a:off x="4270785" y="1897619"/>
                    <a:ext cx="21569" cy="34738"/>
                  </a:xfrm>
                  <a:custGeom>
                    <a:avLst/>
                    <a:gdLst/>
                    <a:ahLst/>
                    <a:cxnLst/>
                    <a:rect l="l" t="t" r="r" b="b"/>
                    <a:pathLst>
                      <a:path w="624" h="1005" extrusionOk="0">
                        <a:moveTo>
                          <a:pt x="559" y="0"/>
                        </a:moveTo>
                        <a:lnTo>
                          <a:pt x="1" y="595"/>
                        </a:lnTo>
                        <a:lnTo>
                          <a:pt x="559" y="1005"/>
                        </a:lnTo>
                        <a:lnTo>
                          <a:pt x="623" y="948"/>
                        </a:lnTo>
                        <a:lnTo>
                          <a:pt x="121" y="595"/>
                        </a:lnTo>
                        <a:lnTo>
                          <a:pt x="623" y="64"/>
                        </a:lnTo>
                        <a:lnTo>
                          <a:pt x="5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51"/>
                  <p:cNvSpPr/>
                  <p:nvPr/>
                </p:nvSpPr>
                <p:spPr>
                  <a:xfrm>
                    <a:off x="4254401" y="1897619"/>
                    <a:ext cx="22536" cy="34738"/>
                  </a:xfrm>
                  <a:custGeom>
                    <a:avLst/>
                    <a:gdLst/>
                    <a:ahLst/>
                    <a:cxnLst/>
                    <a:rect l="l" t="t" r="r" b="b"/>
                    <a:pathLst>
                      <a:path w="652" h="1005" extrusionOk="0">
                        <a:moveTo>
                          <a:pt x="595" y="0"/>
                        </a:moveTo>
                        <a:lnTo>
                          <a:pt x="1" y="595"/>
                        </a:lnTo>
                        <a:lnTo>
                          <a:pt x="595" y="1005"/>
                        </a:lnTo>
                        <a:lnTo>
                          <a:pt x="651" y="948"/>
                        </a:lnTo>
                        <a:lnTo>
                          <a:pt x="149" y="595"/>
                        </a:lnTo>
                        <a:lnTo>
                          <a:pt x="651" y="64"/>
                        </a:lnTo>
                        <a:lnTo>
                          <a:pt x="5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51"/>
                  <p:cNvSpPr/>
                  <p:nvPr/>
                </p:nvSpPr>
                <p:spPr>
                  <a:xfrm>
                    <a:off x="4055854" y="1885970"/>
                    <a:ext cx="19356" cy="57654"/>
                  </a:xfrm>
                  <a:custGeom>
                    <a:avLst/>
                    <a:gdLst/>
                    <a:ahLst/>
                    <a:cxnLst/>
                    <a:rect l="l" t="t" r="r" b="b"/>
                    <a:pathLst>
                      <a:path w="560" h="1668" extrusionOk="0">
                        <a:moveTo>
                          <a:pt x="305" y="0"/>
                        </a:moveTo>
                        <a:cubicBezTo>
                          <a:pt x="264" y="0"/>
                          <a:pt x="226" y="22"/>
                          <a:pt x="205" y="47"/>
                        </a:cubicBezTo>
                        <a:cubicBezTo>
                          <a:pt x="149" y="76"/>
                          <a:pt x="85" y="160"/>
                          <a:pt x="85" y="252"/>
                        </a:cubicBezTo>
                        <a:cubicBezTo>
                          <a:pt x="57" y="309"/>
                          <a:pt x="85" y="401"/>
                          <a:pt x="85" y="458"/>
                        </a:cubicBezTo>
                        <a:cubicBezTo>
                          <a:pt x="120" y="514"/>
                          <a:pt x="120" y="542"/>
                          <a:pt x="120" y="578"/>
                        </a:cubicBezTo>
                        <a:cubicBezTo>
                          <a:pt x="120" y="691"/>
                          <a:pt x="85" y="783"/>
                          <a:pt x="0" y="811"/>
                        </a:cubicBezTo>
                        <a:lnTo>
                          <a:pt x="28" y="896"/>
                        </a:lnTo>
                        <a:lnTo>
                          <a:pt x="57" y="896"/>
                        </a:lnTo>
                        <a:cubicBezTo>
                          <a:pt x="85" y="932"/>
                          <a:pt x="120" y="932"/>
                          <a:pt x="120" y="960"/>
                        </a:cubicBezTo>
                        <a:lnTo>
                          <a:pt x="120" y="1108"/>
                        </a:lnTo>
                        <a:lnTo>
                          <a:pt x="120" y="1137"/>
                        </a:lnTo>
                        <a:cubicBezTo>
                          <a:pt x="85" y="1314"/>
                          <a:pt x="120" y="1427"/>
                          <a:pt x="177" y="1519"/>
                        </a:cubicBezTo>
                        <a:cubicBezTo>
                          <a:pt x="234" y="1604"/>
                          <a:pt x="326" y="1667"/>
                          <a:pt x="439" y="1667"/>
                        </a:cubicBezTo>
                        <a:cubicBezTo>
                          <a:pt x="474" y="1667"/>
                          <a:pt x="531" y="1667"/>
                          <a:pt x="559" y="1639"/>
                        </a:cubicBezTo>
                        <a:lnTo>
                          <a:pt x="531" y="1547"/>
                        </a:lnTo>
                        <a:cubicBezTo>
                          <a:pt x="498" y="1567"/>
                          <a:pt x="459" y="1576"/>
                          <a:pt x="421" y="1576"/>
                        </a:cubicBezTo>
                        <a:cubicBezTo>
                          <a:pt x="352" y="1576"/>
                          <a:pt x="285" y="1545"/>
                          <a:pt x="262" y="1490"/>
                        </a:cubicBezTo>
                        <a:cubicBezTo>
                          <a:pt x="205" y="1398"/>
                          <a:pt x="177" y="1285"/>
                          <a:pt x="205" y="1137"/>
                        </a:cubicBezTo>
                        <a:lnTo>
                          <a:pt x="205" y="932"/>
                        </a:lnTo>
                        <a:cubicBezTo>
                          <a:pt x="177" y="896"/>
                          <a:pt x="149" y="868"/>
                          <a:pt x="120" y="840"/>
                        </a:cubicBezTo>
                        <a:cubicBezTo>
                          <a:pt x="177" y="783"/>
                          <a:pt x="205" y="663"/>
                          <a:pt x="205" y="578"/>
                        </a:cubicBezTo>
                        <a:cubicBezTo>
                          <a:pt x="205" y="542"/>
                          <a:pt x="205" y="486"/>
                          <a:pt x="177" y="458"/>
                        </a:cubicBezTo>
                        <a:cubicBezTo>
                          <a:pt x="177" y="366"/>
                          <a:pt x="149" y="309"/>
                          <a:pt x="177" y="252"/>
                        </a:cubicBezTo>
                        <a:cubicBezTo>
                          <a:pt x="177" y="189"/>
                          <a:pt x="205" y="132"/>
                          <a:pt x="262" y="104"/>
                        </a:cubicBezTo>
                        <a:cubicBezTo>
                          <a:pt x="262" y="90"/>
                          <a:pt x="271" y="83"/>
                          <a:pt x="283" y="83"/>
                        </a:cubicBezTo>
                        <a:cubicBezTo>
                          <a:pt x="296" y="83"/>
                          <a:pt x="311" y="90"/>
                          <a:pt x="326" y="104"/>
                        </a:cubicBezTo>
                        <a:lnTo>
                          <a:pt x="354" y="12"/>
                        </a:lnTo>
                        <a:cubicBezTo>
                          <a:pt x="338" y="4"/>
                          <a:pt x="321" y="0"/>
                          <a:pt x="3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51"/>
                  <p:cNvSpPr/>
                  <p:nvPr/>
                </p:nvSpPr>
                <p:spPr>
                  <a:xfrm>
                    <a:off x="4034319" y="1888563"/>
                    <a:ext cx="9333" cy="51882"/>
                  </a:xfrm>
                  <a:custGeom>
                    <a:avLst/>
                    <a:gdLst/>
                    <a:ahLst/>
                    <a:cxnLst/>
                    <a:rect l="l" t="t" r="r" b="b"/>
                    <a:pathLst>
                      <a:path w="270" h="1501" extrusionOk="0">
                        <a:moveTo>
                          <a:pt x="213" y="1"/>
                        </a:moveTo>
                        <a:cubicBezTo>
                          <a:pt x="1" y="467"/>
                          <a:pt x="1" y="1033"/>
                          <a:pt x="177" y="1500"/>
                        </a:cubicBezTo>
                        <a:lnTo>
                          <a:pt x="269" y="1472"/>
                        </a:lnTo>
                        <a:cubicBezTo>
                          <a:pt x="93" y="1033"/>
                          <a:pt x="93" y="503"/>
                          <a:pt x="269" y="29"/>
                        </a:cubicBezTo>
                        <a:lnTo>
                          <a:pt x="2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51"/>
                  <p:cNvSpPr/>
                  <p:nvPr/>
                </p:nvSpPr>
                <p:spPr>
                  <a:xfrm>
                    <a:off x="4303311" y="1885970"/>
                    <a:ext cx="19598" cy="57654"/>
                  </a:xfrm>
                  <a:custGeom>
                    <a:avLst/>
                    <a:gdLst/>
                    <a:ahLst/>
                    <a:cxnLst/>
                    <a:rect l="l" t="t" r="r" b="b"/>
                    <a:pathLst>
                      <a:path w="567" h="1668" extrusionOk="0">
                        <a:moveTo>
                          <a:pt x="256" y="0"/>
                        </a:moveTo>
                        <a:cubicBezTo>
                          <a:pt x="243" y="0"/>
                          <a:pt x="229" y="4"/>
                          <a:pt x="213" y="12"/>
                        </a:cubicBezTo>
                        <a:lnTo>
                          <a:pt x="241" y="104"/>
                        </a:lnTo>
                        <a:cubicBezTo>
                          <a:pt x="255" y="90"/>
                          <a:pt x="262" y="83"/>
                          <a:pt x="269" y="83"/>
                        </a:cubicBezTo>
                        <a:cubicBezTo>
                          <a:pt x="276" y="83"/>
                          <a:pt x="283" y="90"/>
                          <a:pt x="298" y="104"/>
                        </a:cubicBezTo>
                        <a:cubicBezTo>
                          <a:pt x="354" y="132"/>
                          <a:pt x="390" y="189"/>
                          <a:pt x="390" y="252"/>
                        </a:cubicBezTo>
                        <a:lnTo>
                          <a:pt x="390" y="458"/>
                        </a:lnTo>
                        <a:cubicBezTo>
                          <a:pt x="354" y="486"/>
                          <a:pt x="354" y="542"/>
                          <a:pt x="354" y="578"/>
                        </a:cubicBezTo>
                        <a:cubicBezTo>
                          <a:pt x="354" y="663"/>
                          <a:pt x="390" y="783"/>
                          <a:pt x="446" y="840"/>
                        </a:cubicBezTo>
                        <a:cubicBezTo>
                          <a:pt x="390" y="868"/>
                          <a:pt x="390" y="896"/>
                          <a:pt x="354" y="932"/>
                        </a:cubicBezTo>
                        <a:cubicBezTo>
                          <a:pt x="326" y="988"/>
                          <a:pt x="354" y="1073"/>
                          <a:pt x="354" y="1137"/>
                        </a:cubicBezTo>
                        <a:cubicBezTo>
                          <a:pt x="390" y="1285"/>
                          <a:pt x="354" y="1398"/>
                          <a:pt x="298" y="1490"/>
                        </a:cubicBezTo>
                        <a:cubicBezTo>
                          <a:pt x="261" y="1545"/>
                          <a:pt x="198" y="1576"/>
                          <a:pt x="135" y="1576"/>
                        </a:cubicBezTo>
                        <a:cubicBezTo>
                          <a:pt x="100" y="1576"/>
                          <a:pt x="66" y="1567"/>
                          <a:pt x="36" y="1547"/>
                        </a:cubicBezTo>
                        <a:lnTo>
                          <a:pt x="0" y="1639"/>
                        </a:lnTo>
                        <a:cubicBezTo>
                          <a:pt x="36" y="1667"/>
                          <a:pt x="92" y="1667"/>
                          <a:pt x="121" y="1667"/>
                        </a:cubicBezTo>
                        <a:cubicBezTo>
                          <a:pt x="213" y="1667"/>
                          <a:pt x="326" y="1604"/>
                          <a:pt x="390" y="1519"/>
                        </a:cubicBezTo>
                        <a:cubicBezTo>
                          <a:pt x="446" y="1427"/>
                          <a:pt x="474" y="1314"/>
                          <a:pt x="446" y="1137"/>
                        </a:cubicBezTo>
                        <a:lnTo>
                          <a:pt x="446" y="1108"/>
                        </a:lnTo>
                        <a:lnTo>
                          <a:pt x="446" y="960"/>
                        </a:lnTo>
                        <a:cubicBezTo>
                          <a:pt x="446" y="932"/>
                          <a:pt x="474" y="932"/>
                          <a:pt x="503" y="896"/>
                        </a:cubicBezTo>
                        <a:lnTo>
                          <a:pt x="531" y="896"/>
                        </a:lnTo>
                        <a:lnTo>
                          <a:pt x="566" y="811"/>
                        </a:lnTo>
                        <a:lnTo>
                          <a:pt x="531" y="811"/>
                        </a:lnTo>
                        <a:cubicBezTo>
                          <a:pt x="474" y="783"/>
                          <a:pt x="446" y="691"/>
                          <a:pt x="446" y="578"/>
                        </a:cubicBezTo>
                        <a:cubicBezTo>
                          <a:pt x="446" y="542"/>
                          <a:pt x="446" y="514"/>
                          <a:pt x="474" y="458"/>
                        </a:cubicBezTo>
                        <a:lnTo>
                          <a:pt x="474" y="252"/>
                        </a:lnTo>
                        <a:cubicBezTo>
                          <a:pt x="474" y="160"/>
                          <a:pt x="418" y="76"/>
                          <a:pt x="354" y="47"/>
                        </a:cubicBezTo>
                        <a:cubicBezTo>
                          <a:pt x="314" y="22"/>
                          <a:pt x="288" y="0"/>
                          <a:pt x="2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9" name="Google Shape;1849;p51"/>
                <p:cNvGrpSpPr/>
                <p:nvPr/>
              </p:nvGrpSpPr>
              <p:grpSpPr>
                <a:xfrm>
                  <a:off x="3990034" y="875479"/>
                  <a:ext cx="568881" cy="224795"/>
                  <a:chOff x="300879" y="4170864"/>
                  <a:chExt cx="505357" cy="199693"/>
                </a:xfrm>
              </p:grpSpPr>
              <p:sp>
                <p:nvSpPr>
                  <p:cNvPr id="1850" name="Google Shape;1850;p51"/>
                  <p:cNvSpPr/>
                  <p:nvPr/>
                </p:nvSpPr>
                <p:spPr>
                  <a:xfrm>
                    <a:off x="518149" y="4197063"/>
                    <a:ext cx="71544" cy="111736"/>
                  </a:xfrm>
                  <a:custGeom>
                    <a:avLst/>
                    <a:gdLst/>
                    <a:ahLst/>
                    <a:cxnLst/>
                    <a:rect l="l" t="t" r="r" b="b"/>
                    <a:pathLst>
                      <a:path w="680" h="1062" extrusionOk="0">
                        <a:moveTo>
                          <a:pt x="57" y="0"/>
                        </a:moveTo>
                        <a:lnTo>
                          <a:pt x="1" y="57"/>
                        </a:lnTo>
                        <a:lnTo>
                          <a:pt x="531" y="616"/>
                        </a:lnTo>
                        <a:lnTo>
                          <a:pt x="1" y="1005"/>
                        </a:lnTo>
                        <a:lnTo>
                          <a:pt x="57" y="1061"/>
                        </a:lnTo>
                        <a:lnTo>
                          <a:pt x="680" y="651"/>
                        </a:lnTo>
                        <a:lnTo>
                          <a:pt x="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51"/>
                  <p:cNvSpPr/>
                  <p:nvPr/>
                </p:nvSpPr>
                <p:spPr>
                  <a:xfrm>
                    <a:off x="568021" y="4197063"/>
                    <a:ext cx="71544" cy="111736"/>
                  </a:xfrm>
                  <a:custGeom>
                    <a:avLst/>
                    <a:gdLst/>
                    <a:ahLst/>
                    <a:cxnLst/>
                    <a:rect l="l" t="t" r="r" b="b"/>
                    <a:pathLst>
                      <a:path w="680" h="1062" extrusionOk="0">
                        <a:moveTo>
                          <a:pt x="57" y="0"/>
                        </a:moveTo>
                        <a:lnTo>
                          <a:pt x="1" y="57"/>
                        </a:lnTo>
                        <a:lnTo>
                          <a:pt x="531" y="616"/>
                        </a:lnTo>
                        <a:lnTo>
                          <a:pt x="1" y="1005"/>
                        </a:lnTo>
                        <a:lnTo>
                          <a:pt x="57" y="1061"/>
                        </a:lnTo>
                        <a:lnTo>
                          <a:pt x="680" y="651"/>
                        </a:lnTo>
                        <a:lnTo>
                          <a:pt x="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51"/>
                  <p:cNvSpPr/>
                  <p:nvPr/>
                </p:nvSpPr>
                <p:spPr>
                  <a:xfrm>
                    <a:off x="623794" y="4170864"/>
                    <a:ext cx="64811" cy="187804"/>
                  </a:xfrm>
                  <a:custGeom>
                    <a:avLst/>
                    <a:gdLst/>
                    <a:ahLst/>
                    <a:cxnLst/>
                    <a:rect l="l" t="t" r="r" b="b"/>
                    <a:pathLst>
                      <a:path w="616" h="1785" extrusionOk="0">
                        <a:moveTo>
                          <a:pt x="286" y="1"/>
                        </a:moveTo>
                        <a:cubicBezTo>
                          <a:pt x="268" y="1"/>
                          <a:pt x="251" y="5"/>
                          <a:pt x="234" y="16"/>
                        </a:cubicBezTo>
                        <a:lnTo>
                          <a:pt x="262" y="101"/>
                        </a:lnTo>
                        <a:lnTo>
                          <a:pt x="354" y="101"/>
                        </a:lnTo>
                        <a:cubicBezTo>
                          <a:pt x="383" y="157"/>
                          <a:pt x="411" y="221"/>
                          <a:pt x="439" y="278"/>
                        </a:cubicBezTo>
                        <a:cubicBezTo>
                          <a:pt x="439" y="334"/>
                          <a:pt x="411" y="398"/>
                          <a:pt x="411" y="483"/>
                        </a:cubicBezTo>
                        <a:cubicBezTo>
                          <a:pt x="411" y="511"/>
                          <a:pt x="383" y="575"/>
                          <a:pt x="383" y="631"/>
                        </a:cubicBezTo>
                        <a:cubicBezTo>
                          <a:pt x="383" y="723"/>
                          <a:pt x="411" y="836"/>
                          <a:pt x="467" y="900"/>
                        </a:cubicBezTo>
                        <a:cubicBezTo>
                          <a:pt x="439" y="928"/>
                          <a:pt x="411" y="957"/>
                          <a:pt x="411" y="985"/>
                        </a:cubicBezTo>
                        <a:cubicBezTo>
                          <a:pt x="383" y="1077"/>
                          <a:pt x="383" y="1134"/>
                          <a:pt x="383" y="1190"/>
                        </a:cubicBezTo>
                        <a:lnTo>
                          <a:pt x="411" y="1218"/>
                        </a:lnTo>
                        <a:cubicBezTo>
                          <a:pt x="411" y="1367"/>
                          <a:pt x="411" y="1487"/>
                          <a:pt x="354" y="1572"/>
                        </a:cubicBezTo>
                        <a:cubicBezTo>
                          <a:pt x="308" y="1639"/>
                          <a:pt x="218" y="1687"/>
                          <a:pt x="139" y="1687"/>
                        </a:cubicBezTo>
                        <a:cubicBezTo>
                          <a:pt x="109" y="1687"/>
                          <a:pt x="81" y="1680"/>
                          <a:pt x="57" y="1664"/>
                        </a:cubicBezTo>
                        <a:lnTo>
                          <a:pt x="1" y="1721"/>
                        </a:lnTo>
                        <a:cubicBezTo>
                          <a:pt x="57" y="1749"/>
                          <a:pt x="85" y="1784"/>
                          <a:pt x="142" y="1784"/>
                        </a:cubicBezTo>
                        <a:cubicBezTo>
                          <a:pt x="234" y="1784"/>
                          <a:pt x="354" y="1721"/>
                          <a:pt x="411" y="1636"/>
                        </a:cubicBezTo>
                        <a:cubicBezTo>
                          <a:pt x="467" y="1516"/>
                          <a:pt x="496" y="1395"/>
                          <a:pt x="467" y="1218"/>
                        </a:cubicBezTo>
                        <a:lnTo>
                          <a:pt x="467" y="1190"/>
                        </a:lnTo>
                        <a:lnTo>
                          <a:pt x="467" y="1013"/>
                        </a:lnTo>
                        <a:cubicBezTo>
                          <a:pt x="496" y="985"/>
                          <a:pt x="496" y="985"/>
                          <a:pt x="531" y="957"/>
                        </a:cubicBezTo>
                        <a:lnTo>
                          <a:pt x="588" y="957"/>
                        </a:lnTo>
                        <a:lnTo>
                          <a:pt x="616" y="865"/>
                        </a:lnTo>
                        <a:lnTo>
                          <a:pt x="588" y="865"/>
                        </a:lnTo>
                        <a:cubicBezTo>
                          <a:pt x="496" y="836"/>
                          <a:pt x="467" y="723"/>
                          <a:pt x="467" y="631"/>
                        </a:cubicBezTo>
                        <a:cubicBezTo>
                          <a:pt x="467" y="575"/>
                          <a:pt x="496" y="546"/>
                          <a:pt x="496" y="483"/>
                        </a:cubicBezTo>
                        <a:cubicBezTo>
                          <a:pt x="496" y="426"/>
                          <a:pt x="531" y="334"/>
                          <a:pt x="531" y="249"/>
                        </a:cubicBezTo>
                        <a:cubicBezTo>
                          <a:pt x="496" y="193"/>
                          <a:pt x="467" y="101"/>
                          <a:pt x="383" y="44"/>
                        </a:cubicBezTo>
                        <a:cubicBezTo>
                          <a:pt x="363" y="24"/>
                          <a:pt x="32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51"/>
                  <p:cNvSpPr/>
                  <p:nvPr/>
                </p:nvSpPr>
                <p:spPr>
                  <a:xfrm>
                    <a:off x="725748" y="4178439"/>
                    <a:ext cx="31353" cy="167604"/>
                  </a:xfrm>
                  <a:custGeom>
                    <a:avLst/>
                    <a:gdLst/>
                    <a:ahLst/>
                    <a:cxnLst/>
                    <a:rect l="l" t="t" r="r" b="b"/>
                    <a:pathLst>
                      <a:path w="298" h="1593" extrusionOk="0">
                        <a:moveTo>
                          <a:pt x="93" y="0"/>
                        </a:moveTo>
                        <a:lnTo>
                          <a:pt x="1" y="29"/>
                        </a:lnTo>
                        <a:cubicBezTo>
                          <a:pt x="206" y="531"/>
                          <a:pt x="206" y="1090"/>
                          <a:pt x="1" y="1564"/>
                        </a:cubicBezTo>
                        <a:lnTo>
                          <a:pt x="93" y="1592"/>
                        </a:lnTo>
                        <a:cubicBezTo>
                          <a:pt x="298" y="1090"/>
                          <a:pt x="298" y="503"/>
                          <a:pt x="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51"/>
                  <p:cNvSpPr/>
                  <p:nvPr/>
                </p:nvSpPr>
                <p:spPr>
                  <a:xfrm>
                    <a:off x="765940" y="4175493"/>
                    <a:ext cx="40296" cy="195064"/>
                  </a:xfrm>
                  <a:custGeom>
                    <a:avLst/>
                    <a:gdLst/>
                    <a:ahLst/>
                    <a:cxnLst/>
                    <a:rect l="l" t="t" r="r" b="b"/>
                    <a:pathLst>
                      <a:path w="383" h="1854" extrusionOk="0">
                        <a:moveTo>
                          <a:pt x="121" y="0"/>
                        </a:moveTo>
                        <a:lnTo>
                          <a:pt x="29" y="28"/>
                        </a:lnTo>
                        <a:cubicBezTo>
                          <a:pt x="298" y="587"/>
                          <a:pt x="270" y="1266"/>
                          <a:pt x="1" y="1825"/>
                        </a:cubicBezTo>
                        <a:lnTo>
                          <a:pt x="64" y="1854"/>
                        </a:lnTo>
                        <a:cubicBezTo>
                          <a:pt x="383" y="1295"/>
                          <a:pt x="383" y="587"/>
                          <a:pt x="1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51"/>
                  <p:cNvSpPr/>
                  <p:nvPr/>
                </p:nvSpPr>
                <p:spPr>
                  <a:xfrm>
                    <a:off x="419141" y="4170864"/>
                    <a:ext cx="64916" cy="187804"/>
                  </a:xfrm>
                  <a:custGeom>
                    <a:avLst/>
                    <a:gdLst/>
                    <a:ahLst/>
                    <a:cxnLst/>
                    <a:rect l="l" t="t" r="r" b="b"/>
                    <a:pathLst>
                      <a:path w="617" h="1785" extrusionOk="0">
                        <a:moveTo>
                          <a:pt x="331" y="1"/>
                        </a:moveTo>
                        <a:cubicBezTo>
                          <a:pt x="291" y="1"/>
                          <a:pt x="254" y="24"/>
                          <a:pt x="234" y="44"/>
                        </a:cubicBezTo>
                        <a:cubicBezTo>
                          <a:pt x="149" y="101"/>
                          <a:pt x="114" y="193"/>
                          <a:pt x="86" y="249"/>
                        </a:cubicBezTo>
                        <a:cubicBezTo>
                          <a:pt x="86" y="334"/>
                          <a:pt x="114" y="426"/>
                          <a:pt x="114" y="483"/>
                        </a:cubicBezTo>
                        <a:cubicBezTo>
                          <a:pt x="114" y="546"/>
                          <a:pt x="149" y="575"/>
                          <a:pt x="149" y="631"/>
                        </a:cubicBezTo>
                        <a:cubicBezTo>
                          <a:pt x="149" y="723"/>
                          <a:pt x="114" y="836"/>
                          <a:pt x="29" y="865"/>
                        </a:cubicBezTo>
                        <a:lnTo>
                          <a:pt x="1" y="865"/>
                        </a:lnTo>
                        <a:lnTo>
                          <a:pt x="29" y="957"/>
                        </a:lnTo>
                        <a:lnTo>
                          <a:pt x="86" y="957"/>
                        </a:lnTo>
                        <a:cubicBezTo>
                          <a:pt x="114" y="985"/>
                          <a:pt x="114" y="985"/>
                          <a:pt x="149" y="1013"/>
                        </a:cubicBezTo>
                        <a:lnTo>
                          <a:pt x="149" y="1190"/>
                        </a:lnTo>
                        <a:lnTo>
                          <a:pt x="114" y="1218"/>
                        </a:lnTo>
                        <a:cubicBezTo>
                          <a:pt x="114" y="1395"/>
                          <a:pt x="149" y="1516"/>
                          <a:pt x="206" y="1636"/>
                        </a:cubicBezTo>
                        <a:cubicBezTo>
                          <a:pt x="263" y="1721"/>
                          <a:pt x="383" y="1784"/>
                          <a:pt x="468" y="1784"/>
                        </a:cubicBezTo>
                        <a:cubicBezTo>
                          <a:pt x="531" y="1784"/>
                          <a:pt x="560" y="1749"/>
                          <a:pt x="616" y="1721"/>
                        </a:cubicBezTo>
                        <a:lnTo>
                          <a:pt x="560" y="1664"/>
                        </a:lnTo>
                        <a:cubicBezTo>
                          <a:pt x="534" y="1680"/>
                          <a:pt x="505" y="1687"/>
                          <a:pt x="475" y="1687"/>
                        </a:cubicBezTo>
                        <a:cubicBezTo>
                          <a:pt x="396" y="1687"/>
                          <a:pt x="309" y="1639"/>
                          <a:pt x="263" y="1572"/>
                        </a:cubicBezTo>
                        <a:cubicBezTo>
                          <a:pt x="206" y="1487"/>
                          <a:pt x="206" y="1367"/>
                          <a:pt x="206" y="1218"/>
                        </a:cubicBezTo>
                        <a:lnTo>
                          <a:pt x="234" y="1190"/>
                        </a:lnTo>
                        <a:cubicBezTo>
                          <a:pt x="234" y="1134"/>
                          <a:pt x="234" y="1077"/>
                          <a:pt x="206" y="985"/>
                        </a:cubicBezTo>
                        <a:cubicBezTo>
                          <a:pt x="206" y="957"/>
                          <a:pt x="178" y="928"/>
                          <a:pt x="149" y="900"/>
                        </a:cubicBezTo>
                        <a:cubicBezTo>
                          <a:pt x="206" y="836"/>
                          <a:pt x="234" y="723"/>
                          <a:pt x="234" y="631"/>
                        </a:cubicBezTo>
                        <a:cubicBezTo>
                          <a:pt x="234" y="575"/>
                          <a:pt x="206" y="511"/>
                          <a:pt x="206" y="483"/>
                        </a:cubicBezTo>
                        <a:cubicBezTo>
                          <a:pt x="206" y="398"/>
                          <a:pt x="178" y="334"/>
                          <a:pt x="178" y="278"/>
                        </a:cubicBezTo>
                        <a:cubicBezTo>
                          <a:pt x="206" y="221"/>
                          <a:pt x="234" y="157"/>
                          <a:pt x="263" y="101"/>
                        </a:cubicBezTo>
                        <a:lnTo>
                          <a:pt x="355" y="101"/>
                        </a:lnTo>
                        <a:lnTo>
                          <a:pt x="383" y="16"/>
                        </a:lnTo>
                        <a:cubicBezTo>
                          <a:pt x="366" y="5"/>
                          <a:pt x="348" y="1"/>
                          <a:pt x="3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51"/>
                  <p:cNvSpPr/>
                  <p:nvPr/>
                </p:nvSpPr>
                <p:spPr>
                  <a:xfrm>
                    <a:off x="350751" y="4178439"/>
                    <a:ext cx="31353" cy="167604"/>
                  </a:xfrm>
                  <a:custGeom>
                    <a:avLst/>
                    <a:gdLst/>
                    <a:ahLst/>
                    <a:cxnLst/>
                    <a:rect l="l" t="t" r="r" b="b"/>
                    <a:pathLst>
                      <a:path w="298" h="1593" extrusionOk="0">
                        <a:moveTo>
                          <a:pt x="205" y="0"/>
                        </a:moveTo>
                        <a:cubicBezTo>
                          <a:pt x="0" y="503"/>
                          <a:pt x="0" y="1090"/>
                          <a:pt x="205" y="1592"/>
                        </a:cubicBezTo>
                        <a:lnTo>
                          <a:pt x="297" y="1564"/>
                        </a:lnTo>
                        <a:cubicBezTo>
                          <a:pt x="92" y="1090"/>
                          <a:pt x="92" y="531"/>
                          <a:pt x="297" y="29"/>
                        </a:cubicBezTo>
                        <a:lnTo>
                          <a:pt x="2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51"/>
                  <p:cNvSpPr/>
                  <p:nvPr/>
                </p:nvSpPr>
                <p:spPr>
                  <a:xfrm>
                    <a:off x="300879" y="4175493"/>
                    <a:ext cx="41033" cy="195064"/>
                  </a:xfrm>
                  <a:custGeom>
                    <a:avLst/>
                    <a:gdLst/>
                    <a:ahLst/>
                    <a:cxnLst/>
                    <a:rect l="l" t="t" r="r" b="b"/>
                    <a:pathLst>
                      <a:path w="390" h="1854" extrusionOk="0">
                        <a:moveTo>
                          <a:pt x="269" y="0"/>
                        </a:moveTo>
                        <a:lnTo>
                          <a:pt x="269" y="0"/>
                        </a:lnTo>
                        <a:cubicBezTo>
                          <a:pt x="0" y="587"/>
                          <a:pt x="0" y="1295"/>
                          <a:pt x="325" y="1854"/>
                        </a:cubicBezTo>
                        <a:lnTo>
                          <a:pt x="389" y="1825"/>
                        </a:lnTo>
                        <a:cubicBezTo>
                          <a:pt x="120" y="1266"/>
                          <a:pt x="92" y="587"/>
                          <a:pt x="354" y="28"/>
                        </a:cubicBezTo>
                        <a:lnTo>
                          <a:pt x="2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858" name="Google Shape;1858;p51"/>
            <p:cNvGrpSpPr/>
            <p:nvPr/>
          </p:nvGrpSpPr>
          <p:grpSpPr>
            <a:xfrm>
              <a:off x="-3595520" y="625559"/>
              <a:ext cx="1789390" cy="838699"/>
              <a:chOff x="-4182420" y="20059"/>
              <a:chExt cx="1789390" cy="838699"/>
            </a:xfrm>
          </p:grpSpPr>
          <p:grpSp>
            <p:nvGrpSpPr>
              <p:cNvPr id="1859" name="Google Shape;1859;p51"/>
              <p:cNvGrpSpPr/>
              <p:nvPr/>
            </p:nvGrpSpPr>
            <p:grpSpPr>
              <a:xfrm>
                <a:off x="-3554488" y="20059"/>
                <a:ext cx="688617" cy="567202"/>
                <a:chOff x="4646862" y="1815214"/>
                <a:chExt cx="226229" cy="186341"/>
              </a:xfrm>
            </p:grpSpPr>
            <p:sp>
              <p:nvSpPr>
                <p:cNvPr id="1860" name="Google Shape;1860;p51"/>
                <p:cNvSpPr/>
                <p:nvPr/>
              </p:nvSpPr>
              <p:spPr>
                <a:xfrm>
                  <a:off x="4646862" y="1841622"/>
                  <a:ext cx="199578" cy="159932"/>
                </a:xfrm>
                <a:custGeom>
                  <a:avLst/>
                  <a:gdLst/>
                  <a:ahLst/>
                  <a:cxnLst/>
                  <a:rect l="l" t="t" r="r" b="b"/>
                  <a:pathLst>
                    <a:path w="5774" h="4627" extrusionOk="0">
                      <a:moveTo>
                        <a:pt x="1" y="0"/>
                      </a:moveTo>
                      <a:lnTo>
                        <a:pt x="1" y="4627"/>
                      </a:lnTo>
                      <a:lnTo>
                        <a:pt x="5774" y="4627"/>
                      </a:lnTo>
                      <a:lnTo>
                        <a:pt x="577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51"/>
                <p:cNvSpPr/>
                <p:nvPr/>
              </p:nvSpPr>
              <p:spPr>
                <a:xfrm>
                  <a:off x="4673271" y="1815214"/>
                  <a:ext cx="199820" cy="159932"/>
                </a:xfrm>
                <a:custGeom>
                  <a:avLst/>
                  <a:gdLst/>
                  <a:ahLst/>
                  <a:cxnLst/>
                  <a:rect l="l" t="t" r="r" b="b"/>
                  <a:pathLst>
                    <a:path w="5781" h="4627" extrusionOk="0">
                      <a:moveTo>
                        <a:pt x="1" y="0"/>
                      </a:moveTo>
                      <a:lnTo>
                        <a:pt x="1" y="4627"/>
                      </a:lnTo>
                      <a:lnTo>
                        <a:pt x="5781" y="4627"/>
                      </a:lnTo>
                      <a:lnTo>
                        <a:pt x="57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51"/>
                <p:cNvSpPr/>
                <p:nvPr/>
              </p:nvSpPr>
              <p:spPr>
                <a:xfrm>
                  <a:off x="4844441" y="1827415"/>
                  <a:ext cx="16418" cy="3975"/>
                </a:xfrm>
                <a:custGeom>
                  <a:avLst/>
                  <a:gdLst/>
                  <a:ahLst/>
                  <a:cxnLst/>
                  <a:rect l="l" t="t" r="r" b="b"/>
                  <a:pathLst>
                    <a:path w="475" h="115" extrusionOk="0">
                      <a:moveTo>
                        <a:pt x="1" y="1"/>
                      </a:moveTo>
                      <a:lnTo>
                        <a:pt x="1" y="114"/>
                      </a:lnTo>
                      <a:lnTo>
                        <a:pt x="475" y="114"/>
                      </a:lnTo>
                      <a:lnTo>
                        <a:pt x="4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51"/>
                <p:cNvSpPr/>
                <p:nvPr/>
              </p:nvSpPr>
              <p:spPr>
                <a:xfrm>
                  <a:off x="4735386" y="1827415"/>
                  <a:ext cx="90768" cy="3975"/>
                </a:xfrm>
                <a:custGeom>
                  <a:avLst/>
                  <a:gdLst/>
                  <a:ahLst/>
                  <a:cxnLst/>
                  <a:rect l="l" t="t" r="r" b="b"/>
                  <a:pathLst>
                    <a:path w="2626" h="115" extrusionOk="0">
                      <a:moveTo>
                        <a:pt x="1" y="1"/>
                      </a:moveTo>
                      <a:lnTo>
                        <a:pt x="1" y="114"/>
                      </a:lnTo>
                      <a:lnTo>
                        <a:pt x="2625" y="114"/>
                      </a:lnTo>
                      <a:lnTo>
                        <a:pt x="26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51"/>
                <p:cNvSpPr/>
                <p:nvPr/>
              </p:nvSpPr>
              <p:spPr>
                <a:xfrm>
                  <a:off x="4843473" y="1847740"/>
                  <a:ext cx="3940" cy="26442"/>
                </a:xfrm>
                <a:custGeom>
                  <a:avLst/>
                  <a:gdLst/>
                  <a:ahLst/>
                  <a:cxnLst/>
                  <a:rect l="l" t="t" r="r" b="b"/>
                  <a:pathLst>
                    <a:path w="114" h="765" extrusionOk="0">
                      <a:moveTo>
                        <a:pt x="1" y="0"/>
                      </a:moveTo>
                      <a:lnTo>
                        <a:pt x="1" y="764"/>
                      </a:lnTo>
                      <a:lnTo>
                        <a:pt x="114" y="764"/>
                      </a:lnTo>
                      <a:lnTo>
                        <a:pt x="1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51"/>
                <p:cNvSpPr/>
                <p:nvPr/>
              </p:nvSpPr>
              <p:spPr>
                <a:xfrm>
                  <a:off x="4843473" y="1886350"/>
                  <a:ext cx="3940" cy="54094"/>
                </a:xfrm>
                <a:custGeom>
                  <a:avLst/>
                  <a:gdLst/>
                  <a:ahLst/>
                  <a:cxnLst/>
                  <a:rect l="l" t="t" r="r" b="b"/>
                  <a:pathLst>
                    <a:path w="114" h="1565" extrusionOk="0">
                      <a:moveTo>
                        <a:pt x="1" y="1"/>
                      </a:moveTo>
                      <a:lnTo>
                        <a:pt x="1" y="1564"/>
                      </a:lnTo>
                      <a:lnTo>
                        <a:pt x="114" y="1564"/>
                      </a:lnTo>
                      <a:lnTo>
                        <a:pt x="11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51"/>
                <p:cNvSpPr/>
                <p:nvPr/>
              </p:nvSpPr>
              <p:spPr>
                <a:xfrm>
                  <a:off x="4855710" y="1904705"/>
                  <a:ext cx="3940" cy="18389"/>
                </a:xfrm>
                <a:custGeom>
                  <a:avLst/>
                  <a:gdLst/>
                  <a:ahLst/>
                  <a:cxnLst/>
                  <a:rect l="l" t="t" r="r" b="b"/>
                  <a:pathLst>
                    <a:path w="114" h="532" extrusionOk="0">
                      <a:moveTo>
                        <a:pt x="0" y="0"/>
                      </a:moveTo>
                      <a:lnTo>
                        <a:pt x="0" y="531"/>
                      </a:lnTo>
                      <a:lnTo>
                        <a:pt x="114" y="531"/>
                      </a:lnTo>
                      <a:lnTo>
                        <a:pt x="1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67" name="Google Shape;1867;p51"/>
              <p:cNvGrpSpPr/>
              <p:nvPr/>
            </p:nvGrpSpPr>
            <p:grpSpPr>
              <a:xfrm>
                <a:off x="-4182420" y="71225"/>
                <a:ext cx="1789390" cy="787533"/>
                <a:chOff x="4802651" y="2120880"/>
                <a:chExt cx="587861" cy="258725"/>
              </a:xfrm>
            </p:grpSpPr>
            <p:sp>
              <p:nvSpPr>
                <p:cNvPr id="1868" name="Google Shape;1868;p51"/>
                <p:cNvSpPr/>
                <p:nvPr/>
              </p:nvSpPr>
              <p:spPr>
                <a:xfrm>
                  <a:off x="4820971" y="2152404"/>
                  <a:ext cx="538972" cy="223048"/>
                </a:xfrm>
                <a:custGeom>
                  <a:avLst/>
                  <a:gdLst/>
                  <a:ahLst/>
                  <a:cxnLst/>
                  <a:rect l="l" t="t" r="r" b="b"/>
                  <a:pathLst>
                    <a:path w="15593" h="6453" extrusionOk="0">
                      <a:moveTo>
                        <a:pt x="15388" y="1"/>
                      </a:moveTo>
                      <a:lnTo>
                        <a:pt x="11235" y="6042"/>
                      </a:lnTo>
                      <a:lnTo>
                        <a:pt x="8228" y="2180"/>
                      </a:lnTo>
                      <a:lnTo>
                        <a:pt x="5101" y="6071"/>
                      </a:lnTo>
                      <a:lnTo>
                        <a:pt x="2420" y="2774"/>
                      </a:lnTo>
                      <a:lnTo>
                        <a:pt x="1" y="5865"/>
                      </a:lnTo>
                      <a:lnTo>
                        <a:pt x="178" y="6014"/>
                      </a:lnTo>
                      <a:lnTo>
                        <a:pt x="2420" y="3156"/>
                      </a:lnTo>
                      <a:lnTo>
                        <a:pt x="5101" y="6424"/>
                      </a:lnTo>
                      <a:lnTo>
                        <a:pt x="8228" y="2562"/>
                      </a:lnTo>
                      <a:lnTo>
                        <a:pt x="11235" y="6453"/>
                      </a:lnTo>
                      <a:lnTo>
                        <a:pt x="15593" y="121"/>
                      </a:lnTo>
                      <a:lnTo>
                        <a:pt x="1538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51"/>
                <p:cNvSpPr/>
                <p:nvPr/>
              </p:nvSpPr>
              <p:spPr>
                <a:xfrm>
                  <a:off x="4802651" y="2335811"/>
                  <a:ext cx="42826" cy="43794"/>
                </a:xfrm>
                <a:custGeom>
                  <a:avLst/>
                  <a:gdLst/>
                  <a:ahLst/>
                  <a:cxnLst/>
                  <a:rect l="l" t="t" r="r" b="b"/>
                  <a:pathLst>
                    <a:path w="1239" h="1267" extrusionOk="0">
                      <a:moveTo>
                        <a:pt x="623" y="1"/>
                      </a:moveTo>
                      <a:cubicBezTo>
                        <a:pt x="269" y="1"/>
                        <a:pt x="0" y="262"/>
                        <a:pt x="0" y="616"/>
                      </a:cubicBezTo>
                      <a:cubicBezTo>
                        <a:pt x="0" y="970"/>
                        <a:pt x="269" y="1267"/>
                        <a:pt x="623" y="1267"/>
                      </a:cubicBezTo>
                      <a:cubicBezTo>
                        <a:pt x="977" y="1267"/>
                        <a:pt x="1238" y="970"/>
                        <a:pt x="1238" y="616"/>
                      </a:cubicBezTo>
                      <a:cubicBezTo>
                        <a:pt x="1238" y="262"/>
                        <a:pt x="977" y="1"/>
                        <a:pt x="6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51"/>
                <p:cNvSpPr/>
                <p:nvPr/>
              </p:nvSpPr>
              <p:spPr>
                <a:xfrm>
                  <a:off x="4981875" y="2346077"/>
                  <a:ext cx="33805" cy="33528"/>
                </a:xfrm>
                <a:custGeom>
                  <a:avLst/>
                  <a:gdLst/>
                  <a:ahLst/>
                  <a:cxnLst/>
                  <a:rect l="l" t="t" r="r" b="b"/>
                  <a:pathLst>
                    <a:path w="978" h="970" extrusionOk="0">
                      <a:moveTo>
                        <a:pt x="475" y="1"/>
                      </a:moveTo>
                      <a:cubicBezTo>
                        <a:pt x="213" y="1"/>
                        <a:pt x="1" y="206"/>
                        <a:pt x="1" y="468"/>
                      </a:cubicBezTo>
                      <a:cubicBezTo>
                        <a:pt x="1" y="736"/>
                        <a:pt x="213" y="970"/>
                        <a:pt x="475" y="970"/>
                      </a:cubicBezTo>
                      <a:cubicBezTo>
                        <a:pt x="744" y="970"/>
                        <a:pt x="977" y="736"/>
                        <a:pt x="977" y="468"/>
                      </a:cubicBezTo>
                      <a:cubicBezTo>
                        <a:pt x="977" y="206"/>
                        <a:pt x="744" y="1"/>
                        <a:pt x="4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51"/>
                <p:cNvSpPr/>
                <p:nvPr/>
              </p:nvSpPr>
              <p:spPr>
                <a:xfrm>
                  <a:off x="5191932" y="2346077"/>
                  <a:ext cx="33528" cy="33528"/>
                </a:xfrm>
                <a:custGeom>
                  <a:avLst/>
                  <a:gdLst/>
                  <a:ahLst/>
                  <a:cxnLst/>
                  <a:rect l="l" t="t" r="r" b="b"/>
                  <a:pathLst>
                    <a:path w="970" h="970" extrusionOk="0">
                      <a:moveTo>
                        <a:pt x="468" y="1"/>
                      </a:moveTo>
                      <a:cubicBezTo>
                        <a:pt x="206" y="1"/>
                        <a:pt x="1" y="206"/>
                        <a:pt x="1" y="468"/>
                      </a:cubicBezTo>
                      <a:cubicBezTo>
                        <a:pt x="1" y="736"/>
                        <a:pt x="206" y="970"/>
                        <a:pt x="468" y="970"/>
                      </a:cubicBezTo>
                      <a:cubicBezTo>
                        <a:pt x="736" y="970"/>
                        <a:pt x="970" y="736"/>
                        <a:pt x="970" y="468"/>
                      </a:cubicBezTo>
                      <a:cubicBezTo>
                        <a:pt x="970" y="206"/>
                        <a:pt x="736" y="1"/>
                        <a:pt x="4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51"/>
                <p:cNvSpPr/>
                <p:nvPr/>
              </p:nvSpPr>
              <p:spPr>
                <a:xfrm>
                  <a:off x="5340600" y="2138232"/>
                  <a:ext cx="33805" cy="33528"/>
                </a:xfrm>
                <a:custGeom>
                  <a:avLst/>
                  <a:gdLst/>
                  <a:ahLst/>
                  <a:cxnLst/>
                  <a:rect l="l" t="t" r="r" b="b"/>
                  <a:pathLst>
                    <a:path w="978" h="970" extrusionOk="0">
                      <a:moveTo>
                        <a:pt x="475" y="1"/>
                      </a:moveTo>
                      <a:cubicBezTo>
                        <a:pt x="206" y="1"/>
                        <a:pt x="1" y="206"/>
                        <a:pt x="1" y="467"/>
                      </a:cubicBezTo>
                      <a:cubicBezTo>
                        <a:pt x="1" y="736"/>
                        <a:pt x="206" y="970"/>
                        <a:pt x="475" y="970"/>
                      </a:cubicBezTo>
                      <a:cubicBezTo>
                        <a:pt x="737" y="970"/>
                        <a:pt x="977" y="736"/>
                        <a:pt x="977" y="467"/>
                      </a:cubicBezTo>
                      <a:cubicBezTo>
                        <a:pt x="977" y="206"/>
                        <a:pt x="737" y="1"/>
                        <a:pt x="4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51"/>
                <p:cNvSpPr/>
                <p:nvPr/>
              </p:nvSpPr>
              <p:spPr>
                <a:xfrm>
                  <a:off x="4882118" y="2231906"/>
                  <a:ext cx="44796" cy="44762"/>
                </a:xfrm>
                <a:custGeom>
                  <a:avLst/>
                  <a:gdLst/>
                  <a:ahLst/>
                  <a:cxnLst/>
                  <a:rect l="l" t="t" r="r" b="b"/>
                  <a:pathLst>
                    <a:path w="1296" h="1295" extrusionOk="0">
                      <a:moveTo>
                        <a:pt x="651" y="0"/>
                      </a:moveTo>
                      <a:cubicBezTo>
                        <a:pt x="298" y="0"/>
                        <a:pt x="0" y="297"/>
                        <a:pt x="0" y="651"/>
                      </a:cubicBezTo>
                      <a:cubicBezTo>
                        <a:pt x="0" y="1005"/>
                        <a:pt x="298" y="1295"/>
                        <a:pt x="651" y="1295"/>
                      </a:cubicBezTo>
                      <a:cubicBezTo>
                        <a:pt x="1005" y="1295"/>
                        <a:pt x="1295" y="1005"/>
                        <a:pt x="1295" y="651"/>
                      </a:cubicBezTo>
                      <a:cubicBezTo>
                        <a:pt x="1295" y="297"/>
                        <a:pt x="1005" y="0"/>
                        <a:pt x="6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51"/>
                <p:cNvSpPr/>
                <p:nvPr/>
              </p:nvSpPr>
              <p:spPr>
                <a:xfrm>
                  <a:off x="5088995" y="2213551"/>
                  <a:ext cx="38678" cy="38678"/>
                </a:xfrm>
                <a:custGeom>
                  <a:avLst/>
                  <a:gdLst/>
                  <a:ahLst/>
                  <a:cxnLst/>
                  <a:rect l="l" t="t" r="r" b="b"/>
                  <a:pathLst>
                    <a:path w="1119" h="1119" extrusionOk="0">
                      <a:moveTo>
                        <a:pt x="559" y="0"/>
                      </a:moveTo>
                      <a:cubicBezTo>
                        <a:pt x="234" y="0"/>
                        <a:pt x="0" y="262"/>
                        <a:pt x="0" y="559"/>
                      </a:cubicBezTo>
                      <a:cubicBezTo>
                        <a:pt x="0" y="885"/>
                        <a:pt x="234" y="1118"/>
                        <a:pt x="559" y="1118"/>
                      </a:cubicBezTo>
                      <a:cubicBezTo>
                        <a:pt x="856" y="1118"/>
                        <a:pt x="1118" y="885"/>
                        <a:pt x="1118" y="559"/>
                      </a:cubicBezTo>
                      <a:cubicBezTo>
                        <a:pt x="1118" y="262"/>
                        <a:pt x="856" y="0"/>
                        <a:pt x="5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51"/>
                <p:cNvSpPr/>
                <p:nvPr/>
              </p:nvSpPr>
              <p:spPr>
                <a:xfrm>
                  <a:off x="5323248" y="2120880"/>
                  <a:ext cx="67263" cy="67263"/>
                </a:xfrm>
                <a:custGeom>
                  <a:avLst/>
                  <a:gdLst/>
                  <a:ahLst/>
                  <a:cxnLst/>
                  <a:rect l="l" t="t" r="r" b="b"/>
                  <a:pathLst>
                    <a:path w="1946" h="1946" extrusionOk="0">
                      <a:moveTo>
                        <a:pt x="977" y="113"/>
                      </a:moveTo>
                      <a:cubicBezTo>
                        <a:pt x="1444" y="113"/>
                        <a:pt x="1833" y="503"/>
                        <a:pt x="1833" y="969"/>
                      </a:cubicBezTo>
                      <a:cubicBezTo>
                        <a:pt x="1833" y="1443"/>
                        <a:pt x="1444" y="1825"/>
                        <a:pt x="977" y="1825"/>
                      </a:cubicBezTo>
                      <a:cubicBezTo>
                        <a:pt x="503" y="1825"/>
                        <a:pt x="121" y="1443"/>
                        <a:pt x="121" y="969"/>
                      </a:cubicBezTo>
                      <a:cubicBezTo>
                        <a:pt x="121" y="503"/>
                        <a:pt x="503" y="113"/>
                        <a:pt x="977" y="113"/>
                      </a:cubicBezTo>
                      <a:close/>
                      <a:moveTo>
                        <a:pt x="977" y="0"/>
                      </a:moveTo>
                      <a:cubicBezTo>
                        <a:pt x="446" y="0"/>
                        <a:pt x="1" y="439"/>
                        <a:pt x="1" y="969"/>
                      </a:cubicBezTo>
                      <a:cubicBezTo>
                        <a:pt x="1" y="1500"/>
                        <a:pt x="446" y="1946"/>
                        <a:pt x="977" y="1946"/>
                      </a:cubicBezTo>
                      <a:cubicBezTo>
                        <a:pt x="1507" y="1946"/>
                        <a:pt x="1946" y="1500"/>
                        <a:pt x="1946" y="969"/>
                      </a:cubicBezTo>
                      <a:cubicBezTo>
                        <a:pt x="1946" y="439"/>
                        <a:pt x="1507" y="0"/>
                        <a:pt x="9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876" name="Google Shape;1876;p51"/>
          <p:cNvGrpSpPr/>
          <p:nvPr/>
        </p:nvGrpSpPr>
        <p:grpSpPr>
          <a:xfrm>
            <a:off x="7800015" y="924925"/>
            <a:ext cx="360758" cy="258297"/>
            <a:chOff x="4992850" y="4345375"/>
            <a:chExt cx="607336" cy="638400"/>
          </a:xfrm>
        </p:grpSpPr>
        <p:sp>
          <p:nvSpPr>
            <p:cNvPr id="1877" name="Google Shape;1877;p51"/>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51"/>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9" name="Google Shape;1879;p51"/>
          <p:cNvGrpSpPr/>
          <p:nvPr/>
        </p:nvGrpSpPr>
        <p:grpSpPr>
          <a:xfrm>
            <a:off x="7925979" y="3435347"/>
            <a:ext cx="234788" cy="188409"/>
            <a:chOff x="6428979" y="917397"/>
            <a:chExt cx="234788" cy="188409"/>
          </a:xfrm>
        </p:grpSpPr>
        <p:sp>
          <p:nvSpPr>
            <p:cNvPr id="1880" name="Google Shape;1880;p51"/>
            <p:cNvSpPr/>
            <p:nvPr/>
          </p:nvSpPr>
          <p:spPr>
            <a:xfrm>
              <a:off x="6538500" y="917397"/>
              <a:ext cx="125267" cy="188409"/>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51"/>
            <p:cNvSpPr/>
            <p:nvPr/>
          </p:nvSpPr>
          <p:spPr>
            <a:xfrm>
              <a:off x="6428979" y="917397"/>
              <a:ext cx="122220" cy="188409"/>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2" name="Google Shape;1882;p51"/>
          <p:cNvSpPr/>
          <p:nvPr/>
        </p:nvSpPr>
        <p:spPr>
          <a:xfrm>
            <a:off x="5188325" y="3945500"/>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itle 2">
            <a:extLst>
              <a:ext uri="{FF2B5EF4-FFF2-40B4-BE49-F238E27FC236}">
                <a16:creationId xmlns:a16="http://schemas.microsoft.com/office/drawing/2014/main" id="{76FE6E55-1693-B1BA-68B8-952E41DD8E7D}"/>
              </a:ext>
            </a:extLst>
          </p:cNvPr>
          <p:cNvSpPr>
            <a:spLocks noGrp="1"/>
          </p:cNvSpPr>
          <p:nvPr>
            <p:ph type="title"/>
          </p:nvPr>
        </p:nvSpPr>
        <p:spPr>
          <a:xfrm>
            <a:off x="620227" y="1856775"/>
            <a:ext cx="4471663" cy="915899"/>
          </a:xfrm>
        </p:spPr>
        <p:txBody>
          <a:bodyPr/>
          <a:lstStyle/>
          <a:p>
            <a:r>
              <a:rPr lang="en-IN" sz="6000" dirty="0"/>
              <a:t>Heap Tree</a:t>
            </a:r>
          </a:p>
        </p:txBody>
      </p:sp>
      <p:sp>
        <p:nvSpPr>
          <p:cNvPr id="4" name="Google Shape;910;p41">
            <a:extLst>
              <a:ext uri="{FF2B5EF4-FFF2-40B4-BE49-F238E27FC236}">
                <a16:creationId xmlns:a16="http://schemas.microsoft.com/office/drawing/2014/main" id="{1DF1949E-BD39-A61C-D106-0C69561C60EE}"/>
              </a:ext>
            </a:extLst>
          </p:cNvPr>
          <p:cNvSpPr txBox="1">
            <a:spLocks/>
          </p:cNvSpPr>
          <p:nvPr/>
        </p:nvSpPr>
        <p:spPr>
          <a:xfrm>
            <a:off x="604068" y="1157643"/>
            <a:ext cx="1178911" cy="9159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6000" b="1" dirty="0">
                <a:solidFill>
                  <a:schemeClr val="accent2"/>
                </a:solidFill>
                <a:latin typeface="Poppins" panose="00000500000000000000" pitchFamily="2" charset="0"/>
                <a:cs typeface="Poppins" panose="00000500000000000000" pitchFamily="2" charset="0"/>
              </a:rPr>
              <a:t>08</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DEFINITION</a:t>
            </a:r>
          </a:p>
        </p:txBody>
      </p:sp>
      <p:sp>
        <p:nvSpPr>
          <p:cNvPr id="3" name="Content Placeholder 2"/>
          <p:cNvSpPr>
            <a:spLocks noGrp="1"/>
          </p:cNvSpPr>
          <p:nvPr>
            <p:ph idx="1"/>
          </p:nvPr>
        </p:nvSpPr>
        <p:spPr>
          <a:xfrm>
            <a:off x="395536" y="987574"/>
            <a:ext cx="4618856" cy="3943349"/>
          </a:xfrm>
        </p:spPr>
        <p:txBody>
          <a:bodyPr>
            <a:normAutofit/>
          </a:bodyPr>
          <a:lstStyle/>
          <a:p>
            <a:pPr>
              <a:buFont typeface="Wingdings" pitchFamily="2" charset="2"/>
              <a:buChar char="v"/>
            </a:pPr>
            <a:r>
              <a:rPr lang="en-US" sz="1800" dirty="0"/>
              <a:t>A </a:t>
            </a:r>
            <a:r>
              <a:rPr lang="en-US" sz="1800" b="1" dirty="0"/>
              <a:t>heap tree</a:t>
            </a:r>
            <a:r>
              <a:rPr lang="en-US" sz="1800" dirty="0"/>
              <a:t> is a complete binary tree .</a:t>
            </a:r>
          </a:p>
          <a:p>
            <a:pPr>
              <a:buFont typeface="Wingdings" pitchFamily="2" charset="2"/>
              <a:buChar char="v"/>
            </a:pPr>
            <a:endParaRPr lang="en-US" sz="1800" dirty="0"/>
          </a:p>
          <a:p>
            <a:pPr>
              <a:buFont typeface="Wingdings" pitchFamily="2" charset="2"/>
              <a:buChar char="v"/>
            </a:pPr>
            <a:r>
              <a:rPr lang="en-US" sz="1800" dirty="0"/>
              <a:t>In which the data values stored in any node is greater than or equal to the value of each of its children (if any).</a:t>
            </a:r>
          </a:p>
          <a:p>
            <a:pPr>
              <a:buFont typeface="Wingdings" pitchFamily="2" charset="2"/>
              <a:buChar char="v"/>
            </a:pPr>
            <a:endParaRPr lang="en-US" sz="1800" dirty="0"/>
          </a:p>
          <a:p>
            <a:pPr>
              <a:buFont typeface="Wingdings" pitchFamily="2" charset="2"/>
              <a:buChar char="v"/>
            </a:pPr>
            <a:r>
              <a:rPr lang="en-US" sz="1800" dirty="0"/>
              <a:t> A heap tree must satisfy the following two properties: </a:t>
            </a:r>
          </a:p>
          <a:p>
            <a:pPr marL="985838">
              <a:buFont typeface="Wingdings" pitchFamily="2" charset="2"/>
              <a:buChar char="ü"/>
            </a:pPr>
            <a:r>
              <a:rPr lang="en-US" sz="1800" b="1" dirty="0"/>
              <a:t>Structure property</a:t>
            </a:r>
          </a:p>
          <a:p>
            <a:pPr marL="985838">
              <a:buFont typeface="Wingdings" pitchFamily="2" charset="2"/>
              <a:buChar char="ü"/>
            </a:pPr>
            <a:r>
              <a:rPr lang="en-US" sz="1800" b="1" dirty="0"/>
              <a:t>Heap property</a:t>
            </a:r>
            <a:endParaRPr lang="en-US" sz="1800" dirty="0"/>
          </a:p>
        </p:txBody>
      </p:sp>
      <p:sp>
        <p:nvSpPr>
          <p:cNvPr id="1026" name="AutoShape 2" descr="Binary Heap - GeeksforGeeks"/>
          <p:cNvSpPr>
            <a:spLocks noChangeAspect="1" noChangeArrowheads="1"/>
          </p:cNvSpPr>
          <p:nvPr/>
        </p:nvSpPr>
        <p:spPr bwMode="auto">
          <a:xfrm>
            <a:off x="155575" y="-136525"/>
            <a:ext cx="298450" cy="2984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Binary Heap - GeeksforGeeks"/>
          <p:cNvSpPr>
            <a:spLocks noChangeAspect="1" noChangeArrowheads="1"/>
          </p:cNvSpPr>
          <p:nvPr/>
        </p:nvSpPr>
        <p:spPr bwMode="auto">
          <a:xfrm>
            <a:off x="155575" y="-136525"/>
            <a:ext cx="298450" cy="2984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Binary Heap - GeeksforGeeks"/>
          <p:cNvSpPr>
            <a:spLocks noChangeAspect="1" noChangeArrowheads="1"/>
          </p:cNvSpPr>
          <p:nvPr/>
        </p:nvSpPr>
        <p:spPr bwMode="auto">
          <a:xfrm>
            <a:off x="155575" y="-136525"/>
            <a:ext cx="298450" cy="2984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2" name="AutoShape 8" descr="Binary Heap - GeeksforGeeks"/>
          <p:cNvSpPr>
            <a:spLocks noChangeAspect="1" noChangeArrowheads="1"/>
          </p:cNvSpPr>
          <p:nvPr/>
        </p:nvSpPr>
        <p:spPr bwMode="auto">
          <a:xfrm>
            <a:off x="155575" y="-136525"/>
            <a:ext cx="298450" cy="2984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4" name="AutoShape 10" descr="Binary Heap - GeeksforGeeks"/>
          <p:cNvSpPr>
            <a:spLocks noChangeAspect="1" noChangeArrowheads="1"/>
          </p:cNvSpPr>
          <p:nvPr/>
        </p:nvSpPr>
        <p:spPr bwMode="auto">
          <a:xfrm>
            <a:off x="155575" y="-136525"/>
            <a:ext cx="298450" cy="2984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6" name="AutoShape 12" descr="Binary Heap - GeeksforGeeks"/>
          <p:cNvSpPr>
            <a:spLocks noChangeAspect="1" noChangeArrowheads="1"/>
          </p:cNvSpPr>
          <p:nvPr/>
        </p:nvSpPr>
        <p:spPr bwMode="auto">
          <a:xfrm>
            <a:off x="155575" y="-136525"/>
            <a:ext cx="298450" cy="2984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8" name="AutoShape 14" descr="Binary Heap - GeeksforGeeks"/>
          <p:cNvSpPr>
            <a:spLocks noChangeAspect="1" noChangeArrowheads="1"/>
          </p:cNvSpPr>
          <p:nvPr/>
        </p:nvSpPr>
        <p:spPr bwMode="auto">
          <a:xfrm>
            <a:off x="155575" y="-136525"/>
            <a:ext cx="298450" cy="2984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0" name="AutoShape 16" descr="Binary Heap - GeeksforGeeks"/>
          <p:cNvSpPr>
            <a:spLocks noChangeAspect="1" noChangeArrowheads="1"/>
          </p:cNvSpPr>
          <p:nvPr/>
        </p:nvSpPr>
        <p:spPr bwMode="auto">
          <a:xfrm>
            <a:off x="155575" y="-136525"/>
            <a:ext cx="298450" cy="2984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2" name="AutoShape 18" descr="Binary Heap - GeeksforGeeks"/>
          <p:cNvSpPr>
            <a:spLocks noChangeAspect="1" noChangeArrowheads="1"/>
          </p:cNvSpPr>
          <p:nvPr/>
        </p:nvSpPr>
        <p:spPr bwMode="auto">
          <a:xfrm>
            <a:off x="155575" y="-136525"/>
            <a:ext cx="298450" cy="2984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4" name="AutoShape 20" descr="Binary Heap - GeeksforGeeks"/>
          <p:cNvSpPr>
            <a:spLocks noChangeAspect="1" noChangeArrowheads="1"/>
          </p:cNvSpPr>
          <p:nvPr/>
        </p:nvSpPr>
        <p:spPr bwMode="auto">
          <a:xfrm>
            <a:off x="155575" y="-136525"/>
            <a:ext cx="298450" cy="2984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6" name="AutoShape 22" descr="Binary Heap - GeeksforGeeks"/>
          <p:cNvSpPr>
            <a:spLocks noChangeAspect="1" noChangeArrowheads="1"/>
          </p:cNvSpPr>
          <p:nvPr/>
        </p:nvSpPr>
        <p:spPr bwMode="auto">
          <a:xfrm>
            <a:off x="155575" y="-136525"/>
            <a:ext cx="298450" cy="2984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 name="AutoShape 24" descr="Binary Heap - GeeksforGeeks"/>
          <p:cNvSpPr>
            <a:spLocks noChangeAspect="1" noChangeArrowheads="1"/>
          </p:cNvSpPr>
          <p:nvPr/>
        </p:nvSpPr>
        <p:spPr bwMode="auto">
          <a:xfrm>
            <a:off x="155575" y="-136525"/>
            <a:ext cx="298450" cy="2984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50" name="AutoShape 26" descr="Binary Heap - GeeksforGeeks"/>
          <p:cNvSpPr>
            <a:spLocks noChangeAspect="1" noChangeArrowheads="1"/>
          </p:cNvSpPr>
          <p:nvPr/>
        </p:nvSpPr>
        <p:spPr bwMode="auto">
          <a:xfrm>
            <a:off x="155575" y="-136525"/>
            <a:ext cx="298450" cy="2984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52" name="AutoShape 28" descr="Binary Heap - GeeksforGeeks"/>
          <p:cNvSpPr>
            <a:spLocks noChangeAspect="1" noChangeArrowheads="1"/>
          </p:cNvSpPr>
          <p:nvPr/>
        </p:nvSpPr>
        <p:spPr bwMode="auto">
          <a:xfrm>
            <a:off x="155575" y="-136525"/>
            <a:ext cx="298450" cy="2984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54" name="AutoShape 30" descr="Binary Heap - GeeksforGeeks"/>
          <p:cNvSpPr>
            <a:spLocks noChangeAspect="1" noChangeArrowheads="1"/>
          </p:cNvSpPr>
          <p:nvPr/>
        </p:nvSpPr>
        <p:spPr bwMode="auto">
          <a:xfrm>
            <a:off x="155575" y="-136525"/>
            <a:ext cx="298450" cy="2984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9" name="Picture 18" descr="heap.png"/>
          <p:cNvPicPr>
            <a:picLocks noChangeAspect="1"/>
          </p:cNvPicPr>
          <p:nvPr/>
        </p:nvPicPr>
        <p:blipFill>
          <a:blip r:embed="rId2" cstate="print"/>
          <a:stretch>
            <a:fillRect/>
          </a:stretch>
        </p:blipFill>
        <p:spPr>
          <a:xfrm>
            <a:off x="5076056" y="339502"/>
            <a:ext cx="3888432" cy="4536504"/>
          </a:xfrm>
          <a:prstGeom prst="rect">
            <a:avLst/>
          </a:prstGeom>
        </p:spPr>
      </p:pic>
    </p:spTree>
    <p:extLst>
      <p:ext uri="{BB962C8B-B14F-4D97-AF65-F5344CB8AC3E}">
        <p14:creationId xmlns:p14="http://schemas.microsoft.com/office/powerpoint/2010/main" val="5427838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404861"/>
            <a:ext cx="3805518" cy="4183113"/>
          </a:xfrm>
        </p:spPr>
        <p:txBody>
          <a:bodyPr>
            <a:normAutofit/>
          </a:bodyPr>
          <a:lstStyle/>
          <a:p>
            <a:pPr>
              <a:buFont typeface="Wingdings" pitchFamily="2" charset="2"/>
              <a:buChar char="v"/>
            </a:pPr>
            <a:r>
              <a:rPr lang="en-US" sz="1800" b="1" dirty="0"/>
              <a:t>Structure property</a:t>
            </a:r>
            <a:r>
              <a:rPr lang="en-US" sz="1800" dirty="0"/>
              <a:t>: The tree must be a complete binary tree, meaning that all levels of the tree must be full except the bottom level, which may be partially full.</a:t>
            </a:r>
          </a:p>
          <a:p>
            <a:pPr>
              <a:buFont typeface="Wingdings" pitchFamily="2" charset="2"/>
              <a:buChar char="v"/>
            </a:pPr>
            <a:endParaRPr lang="en-US" sz="1800" dirty="0"/>
          </a:p>
          <a:p>
            <a:pPr>
              <a:buFont typeface="Wingdings" pitchFamily="2" charset="2"/>
              <a:buChar char="v"/>
            </a:pPr>
            <a:r>
              <a:rPr lang="en-US" sz="1800" b="1" dirty="0"/>
              <a:t>Heap property</a:t>
            </a:r>
            <a:r>
              <a:rPr lang="en-US" sz="1800" dirty="0"/>
              <a:t>: For any given node C, if P is a parent node of C, then the key (the value) of P is greater than or equal to the key of C.</a:t>
            </a:r>
          </a:p>
        </p:txBody>
      </p:sp>
      <p:pic>
        <p:nvPicPr>
          <p:cNvPr id="4" name="Picture 3" descr="he.png"/>
          <p:cNvPicPr>
            <a:picLocks noChangeAspect="1"/>
          </p:cNvPicPr>
          <p:nvPr/>
        </p:nvPicPr>
        <p:blipFill>
          <a:blip r:embed="rId2" cstate="print"/>
          <a:stretch>
            <a:fillRect/>
          </a:stretch>
        </p:blipFill>
        <p:spPr>
          <a:xfrm>
            <a:off x="4144725" y="963704"/>
            <a:ext cx="4752528" cy="3065425"/>
          </a:xfrm>
          <a:prstGeom prst="rect">
            <a:avLst/>
          </a:prstGeom>
        </p:spPr>
      </p:pic>
    </p:spTree>
    <p:extLst>
      <p:ext uri="{BB962C8B-B14F-4D97-AF65-F5344CB8AC3E}">
        <p14:creationId xmlns:p14="http://schemas.microsoft.com/office/powerpoint/2010/main" val="14448985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4025" y="327629"/>
            <a:ext cx="7717500" cy="572700"/>
          </a:xfrm>
        </p:spPr>
        <p:txBody>
          <a:bodyPr>
            <a:noAutofit/>
          </a:bodyPr>
          <a:lstStyle/>
          <a:p>
            <a:pPr algn="l"/>
            <a:r>
              <a:rPr lang="en-US" dirty="0"/>
              <a:t>TYPES OF HEAP TREE</a:t>
            </a:r>
          </a:p>
        </p:txBody>
      </p:sp>
      <p:sp>
        <p:nvSpPr>
          <p:cNvPr id="3" name="Content Placeholder 2"/>
          <p:cNvSpPr>
            <a:spLocks noGrp="1"/>
          </p:cNvSpPr>
          <p:nvPr>
            <p:ph idx="1"/>
          </p:nvPr>
        </p:nvSpPr>
        <p:spPr>
          <a:xfrm>
            <a:off x="454025" y="925902"/>
            <a:ext cx="8435280" cy="783290"/>
          </a:xfrm>
        </p:spPr>
        <p:txBody>
          <a:bodyPr>
            <a:noAutofit/>
          </a:bodyPr>
          <a:lstStyle/>
          <a:p>
            <a:pPr>
              <a:buFont typeface="Wingdings" pitchFamily="2" charset="2"/>
              <a:buChar char="v"/>
            </a:pPr>
            <a:r>
              <a:rPr lang="en-US" sz="1800" b="1" dirty="0"/>
              <a:t>Max heap: </a:t>
            </a:r>
            <a:r>
              <a:rPr lang="en-US" sz="1800" dirty="0"/>
              <a:t>In a max heap, the value of the root node is always the largest value in the tree.</a:t>
            </a:r>
          </a:p>
          <a:p>
            <a:pPr>
              <a:buNone/>
            </a:pPr>
            <a:br>
              <a:rPr lang="en-US" sz="2800" dirty="0"/>
            </a:br>
            <a:endParaRPr lang="en-US" sz="2800" dirty="0"/>
          </a:p>
        </p:txBody>
      </p:sp>
      <p:sp>
        <p:nvSpPr>
          <p:cNvPr id="15362" name="AutoShape 2" descr="Binary heap Min-max heap Data structure Tree, heap, angle, text, number png  | PNGWing"/>
          <p:cNvSpPr>
            <a:spLocks noChangeAspect="1" noChangeArrowheads="1"/>
          </p:cNvSpPr>
          <p:nvPr/>
        </p:nvSpPr>
        <p:spPr bwMode="auto">
          <a:xfrm>
            <a:off x="155575" y="-136525"/>
            <a:ext cx="298450" cy="2984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64" name="AutoShape 4" descr="Binary heap Min-max heap Data structure Tree, heap, angle, text, number png  | PNGWing"/>
          <p:cNvSpPr>
            <a:spLocks noChangeAspect="1" noChangeArrowheads="1"/>
          </p:cNvSpPr>
          <p:nvPr/>
        </p:nvSpPr>
        <p:spPr bwMode="auto">
          <a:xfrm>
            <a:off x="155575" y="-136525"/>
            <a:ext cx="298450" cy="2984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8" name="Picture 7" descr="MA.jpg"/>
          <p:cNvPicPr>
            <a:picLocks noChangeAspect="1"/>
          </p:cNvPicPr>
          <p:nvPr/>
        </p:nvPicPr>
        <p:blipFill>
          <a:blip r:embed="rId2" cstate="print"/>
          <a:stretch>
            <a:fillRect/>
          </a:stretch>
        </p:blipFill>
        <p:spPr>
          <a:xfrm>
            <a:off x="5061338" y="1857087"/>
            <a:ext cx="3430480" cy="2313446"/>
          </a:xfrm>
          <a:prstGeom prst="rect">
            <a:avLst/>
          </a:prstGeom>
        </p:spPr>
      </p:pic>
      <p:grpSp>
        <p:nvGrpSpPr>
          <p:cNvPr id="4" name="Google Shape;772;p40">
            <a:extLst>
              <a:ext uri="{FF2B5EF4-FFF2-40B4-BE49-F238E27FC236}">
                <a16:creationId xmlns:a16="http://schemas.microsoft.com/office/drawing/2014/main" id="{F9F1EC64-83F5-3646-03FC-860255B6C754}"/>
              </a:ext>
            </a:extLst>
          </p:cNvPr>
          <p:cNvGrpSpPr/>
          <p:nvPr/>
        </p:nvGrpSpPr>
        <p:grpSpPr>
          <a:xfrm>
            <a:off x="962991" y="1804657"/>
            <a:ext cx="3103219" cy="2865444"/>
            <a:chOff x="520010" y="913806"/>
            <a:chExt cx="4279321" cy="3689957"/>
          </a:xfrm>
        </p:grpSpPr>
        <p:grpSp>
          <p:nvGrpSpPr>
            <p:cNvPr id="5" name="Google Shape;773;p40">
              <a:extLst>
                <a:ext uri="{FF2B5EF4-FFF2-40B4-BE49-F238E27FC236}">
                  <a16:creationId xmlns:a16="http://schemas.microsoft.com/office/drawing/2014/main" id="{5D7F10D7-83B6-1A99-A46B-953FF923CE56}"/>
                </a:ext>
              </a:extLst>
            </p:cNvPr>
            <p:cNvGrpSpPr/>
            <p:nvPr/>
          </p:nvGrpSpPr>
          <p:grpSpPr>
            <a:xfrm>
              <a:off x="556838" y="1010468"/>
              <a:ext cx="4235148" cy="3496847"/>
              <a:chOff x="3257382" y="114825"/>
              <a:chExt cx="1326095" cy="1094954"/>
            </a:xfrm>
          </p:grpSpPr>
          <p:sp>
            <p:nvSpPr>
              <p:cNvPr id="15431" name="Google Shape;774;p40">
                <a:extLst>
                  <a:ext uri="{FF2B5EF4-FFF2-40B4-BE49-F238E27FC236}">
                    <a16:creationId xmlns:a16="http://schemas.microsoft.com/office/drawing/2014/main" id="{829C73F0-F0D5-EA36-4517-24FA52225C3D}"/>
                  </a:ext>
                </a:extLst>
              </p:cNvPr>
              <p:cNvSpPr/>
              <p:nvPr/>
            </p:nvSpPr>
            <p:spPr>
              <a:xfrm>
                <a:off x="4310616" y="243907"/>
                <a:ext cx="272860" cy="341306"/>
              </a:xfrm>
              <a:custGeom>
                <a:avLst/>
                <a:gdLst/>
                <a:ahLst/>
                <a:cxnLst/>
                <a:rect l="l" t="t" r="r" b="b"/>
                <a:pathLst>
                  <a:path w="7690" h="9619" extrusionOk="0">
                    <a:moveTo>
                      <a:pt x="1814" y="0"/>
                    </a:moveTo>
                    <a:cubicBezTo>
                      <a:pt x="1314" y="0"/>
                      <a:pt x="835" y="161"/>
                      <a:pt x="503" y="527"/>
                    </a:cubicBezTo>
                    <a:cubicBezTo>
                      <a:pt x="114" y="938"/>
                      <a:pt x="1" y="1532"/>
                      <a:pt x="29" y="2063"/>
                    </a:cubicBezTo>
                    <a:cubicBezTo>
                      <a:pt x="57" y="2621"/>
                      <a:pt x="234" y="3152"/>
                      <a:pt x="383" y="3683"/>
                    </a:cubicBezTo>
                    <a:cubicBezTo>
                      <a:pt x="913" y="5777"/>
                      <a:pt x="149" y="9017"/>
                      <a:pt x="3064" y="9547"/>
                    </a:cubicBezTo>
                    <a:cubicBezTo>
                      <a:pt x="3307" y="9596"/>
                      <a:pt x="3542" y="9619"/>
                      <a:pt x="3768" y="9619"/>
                    </a:cubicBezTo>
                    <a:cubicBezTo>
                      <a:pt x="6281" y="9619"/>
                      <a:pt x="7690" y="6774"/>
                      <a:pt x="7365" y="4418"/>
                    </a:cubicBezTo>
                    <a:cubicBezTo>
                      <a:pt x="7252" y="3739"/>
                      <a:pt x="6983" y="3060"/>
                      <a:pt x="6573" y="2501"/>
                    </a:cubicBezTo>
                    <a:cubicBezTo>
                      <a:pt x="6276" y="2119"/>
                      <a:pt x="5922" y="1822"/>
                      <a:pt x="5512" y="1589"/>
                    </a:cubicBezTo>
                    <a:cubicBezTo>
                      <a:pt x="5129" y="1383"/>
                      <a:pt x="4684" y="1263"/>
                      <a:pt x="4274" y="1058"/>
                    </a:cubicBezTo>
                    <a:cubicBezTo>
                      <a:pt x="3863" y="825"/>
                      <a:pt x="3474" y="527"/>
                      <a:pt x="3064" y="322"/>
                    </a:cubicBezTo>
                    <a:cubicBezTo>
                      <a:pt x="2683" y="117"/>
                      <a:pt x="2240" y="0"/>
                      <a:pt x="1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2" name="Google Shape;775;p40">
                <a:extLst>
                  <a:ext uri="{FF2B5EF4-FFF2-40B4-BE49-F238E27FC236}">
                    <a16:creationId xmlns:a16="http://schemas.microsoft.com/office/drawing/2014/main" id="{46347BAA-7ADB-4ABA-C654-47AF69D71F54}"/>
                  </a:ext>
                </a:extLst>
              </p:cNvPr>
              <p:cNvSpPr/>
              <p:nvPr/>
            </p:nvSpPr>
            <p:spPr>
              <a:xfrm>
                <a:off x="3257382" y="114825"/>
                <a:ext cx="1233017" cy="1094954"/>
              </a:xfrm>
              <a:custGeom>
                <a:avLst/>
                <a:gdLst/>
                <a:ahLst/>
                <a:cxnLst/>
                <a:rect l="l" t="t" r="r" b="b"/>
                <a:pathLst>
                  <a:path w="34750" h="30859" extrusionOk="0">
                    <a:moveTo>
                      <a:pt x="19927" y="1"/>
                    </a:moveTo>
                    <a:cubicBezTo>
                      <a:pt x="17317" y="1"/>
                      <a:pt x="14720" y="895"/>
                      <a:pt x="13116" y="2899"/>
                    </a:cubicBezTo>
                    <a:cubicBezTo>
                      <a:pt x="11970" y="4342"/>
                      <a:pt x="11440" y="6203"/>
                      <a:pt x="10492" y="7795"/>
                    </a:cubicBezTo>
                    <a:cubicBezTo>
                      <a:pt x="9346" y="9768"/>
                      <a:pt x="7606" y="11332"/>
                      <a:pt x="5837" y="12832"/>
                    </a:cubicBezTo>
                    <a:cubicBezTo>
                      <a:pt x="4542" y="13949"/>
                      <a:pt x="3184" y="15074"/>
                      <a:pt x="2208" y="16517"/>
                    </a:cubicBezTo>
                    <a:cubicBezTo>
                      <a:pt x="262" y="19290"/>
                      <a:pt x="1" y="23118"/>
                      <a:pt x="1472" y="26153"/>
                    </a:cubicBezTo>
                    <a:cubicBezTo>
                      <a:pt x="2859" y="28926"/>
                      <a:pt x="5250" y="30135"/>
                      <a:pt x="8221" y="30312"/>
                    </a:cubicBezTo>
                    <a:cubicBezTo>
                      <a:pt x="12027" y="30574"/>
                      <a:pt x="15826" y="30786"/>
                      <a:pt x="19632" y="30843"/>
                    </a:cubicBezTo>
                    <a:cubicBezTo>
                      <a:pt x="20489" y="30852"/>
                      <a:pt x="21343" y="30858"/>
                      <a:pt x="22195" y="30858"/>
                    </a:cubicBezTo>
                    <a:cubicBezTo>
                      <a:pt x="23952" y="30858"/>
                      <a:pt x="25703" y="30832"/>
                      <a:pt x="27470" y="30751"/>
                    </a:cubicBezTo>
                    <a:cubicBezTo>
                      <a:pt x="29126" y="30666"/>
                      <a:pt x="30894" y="30517"/>
                      <a:pt x="32246" y="29577"/>
                    </a:cubicBezTo>
                    <a:cubicBezTo>
                      <a:pt x="34042" y="28339"/>
                      <a:pt x="34750" y="25976"/>
                      <a:pt x="34488" y="23825"/>
                    </a:cubicBezTo>
                    <a:cubicBezTo>
                      <a:pt x="34219" y="21703"/>
                      <a:pt x="33102" y="19757"/>
                      <a:pt x="31863" y="17989"/>
                    </a:cubicBezTo>
                    <a:cubicBezTo>
                      <a:pt x="31099" y="16899"/>
                      <a:pt x="30243" y="15866"/>
                      <a:pt x="29656" y="14657"/>
                    </a:cubicBezTo>
                    <a:cubicBezTo>
                      <a:pt x="28680" y="12683"/>
                      <a:pt x="28447" y="10476"/>
                      <a:pt x="28029" y="8325"/>
                    </a:cubicBezTo>
                    <a:cubicBezTo>
                      <a:pt x="27591" y="6111"/>
                      <a:pt x="27675" y="3727"/>
                      <a:pt x="25971" y="1986"/>
                    </a:cubicBezTo>
                    <a:cubicBezTo>
                      <a:pt x="25058" y="1039"/>
                      <a:pt x="23728" y="543"/>
                      <a:pt x="22433" y="274"/>
                    </a:cubicBezTo>
                    <a:cubicBezTo>
                      <a:pt x="21619" y="95"/>
                      <a:pt x="20772" y="1"/>
                      <a:pt x="199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776;p40">
              <a:extLst>
                <a:ext uri="{FF2B5EF4-FFF2-40B4-BE49-F238E27FC236}">
                  <a16:creationId xmlns:a16="http://schemas.microsoft.com/office/drawing/2014/main" id="{E159E08C-8407-3ED5-90E4-927C7A24042E}"/>
                </a:ext>
              </a:extLst>
            </p:cNvPr>
            <p:cNvGrpSpPr/>
            <p:nvPr/>
          </p:nvGrpSpPr>
          <p:grpSpPr>
            <a:xfrm>
              <a:off x="1174871" y="2057672"/>
              <a:ext cx="3433642" cy="2314438"/>
              <a:chOff x="3450898" y="2575754"/>
              <a:chExt cx="1075130" cy="724711"/>
            </a:xfrm>
          </p:grpSpPr>
          <p:sp>
            <p:nvSpPr>
              <p:cNvPr id="15393" name="Google Shape;777;p40">
                <a:extLst>
                  <a:ext uri="{FF2B5EF4-FFF2-40B4-BE49-F238E27FC236}">
                    <a16:creationId xmlns:a16="http://schemas.microsoft.com/office/drawing/2014/main" id="{AA44CB67-A6F4-4B0B-3B77-568033007C13}"/>
                  </a:ext>
                </a:extLst>
              </p:cNvPr>
              <p:cNvSpPr/>
              <p:nvPr/>
            </p:nvSpPr>
            <p:spPr>
              <a:xfrm>
                <a:off x="3451927" y="2872699"/>
                <a:ext cx="174716" cy="32431"/>
              </a:xfrm>
              <a:custGeom>
                <a:avLst/>
                <a:gdLst/>
                <a:ahLst/>
                <a:cxnLst/>
                <a:rect l="l" t="t" r="r" b="b"/>
                <a:pathLst>
                  <a:path w="4924" h="914" extrusionOk="0">
                    <a:moveTo>
                      <a:pt x="439" y="1"/>
                    </a:moveTo>
                    <a:cubicBezTo>
                      <a:pt x="205" y="1"/>
                      <a:pt x="0" y="206"/>
                      <a:pt x="0" y="446"/>
                    </a:cubicBezTo>
                    <a:cubicBezTo>
                      <a:pt x="0" y="708"/>
                      <a:pt x="205" y="913"/>
                      <a:pt x="439" y="913"/>
                    </a:cubicBezTo>
                    <a:lnTo>
                      <a:pt x="4450" y="913"/>
                    </a:lnTo>
                    <a:cubicBezTo>
                      <a:pt x="4719" y="913"/>
                      <a:pt x="4924" y="708"/>
                      <a:pt x="4924" y="446"/>
                    </a:cubicBezTo>
                    <a:cubicBezTo>
                      <a:pt x="4924" y="206"/>
                      <a:pt x="4719" y="1"/>
                      <a:pt x="4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4" name="Google Shape;778;p40">
                <a:extLst>
                  <a:ext uri="{FF2B5EF4-FFF2-40B4-BE49-F238E27FC236}">
                    <a16:creationId xmlns:a16="http://schemas.microsoft.com/office/drawing/2014/main" id="{5B6B5DE5-D799-C770-2D8A-66166B323866}"/>
                  </a:ext>
                </a:extLst>
              </p:cNvPr>
              <p:cNvSpPr/>
              <p:nvPr/>
            </p:nvSpPr>
            <p:spPr>
              <a:xfrm>
                <a:off x="3658004" y="2872699"/>
                <a:ext cx="138098" cy="32431"/>
              </a:xfrm>
              <a:custGeom>
                <a:avLst/>
                <a:gdLst/>
                <a:ahLst/>
                <a:cxnLst/>
                <a:rect l="l" t="t" r="r" b="b"/>
                <a:pathLst>
                  <a:path w="3892" h="914" extrusionOk="0">
                    <a:moveTo>
                      <a:pt x="467" y="1"/>
                    </a:moveTo>
                    <a:cubicBezTo>
                      <a:pt x="234" y="1"/>
                      <a:pt x="29" y="178"/>
                      <a:pt x="0" y="411"/>
                    </a:cubicBezTo>
                    <a:cubicBezTo>
                      <a:pt x="0" y="680"/>
                      <a:pt x="205" y="913"/>
                      <a:pt x="467" y="913"/>
                    </a:cubicBezTo>
                    <a:lnTo>
                      <a:pt x="3445" y="913"/>
                    </a:lnTo>
                    <a:cubicBezTo>
                      <a:pt x="3714" y="913"/>
                      <a:pt x="3891" y="708"/>
                      <a:pt x="3891" y="446"/>
                    </a:cubicBezTo>
                    <a:cubicBezTo>
                      <a:pt x="3891" y="206"/>
                      <a:pt x="3714" y="1"/>
                      <a:pt x="34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5" name="Google Shape;779;p40">
                <a:extLst>
                  <a:ext uri="{FF2B5EF4-FFF2-40B4-BE49-F238E27FC236}">
                    <a16:creationId xmlns:a16="http://schemas.microsoft.com/office/drawing/2014/main" id="{177A11E1-34E4-5655-C026-4AAAF5860D04}"/>
                  </a:ext>
                </a:extLst>
              </p:cNvPr>
              <p:cNvSpPr/>
              <p:nvPr/>
            </p:nvSpPr>
            <p:spPr>
              <a:xfrm>
                <a:off x="3985321" y="2872699"/>
                <a:ext cx="340916" cy="32431"/>
              </a:xfrm>
              <a:custGeom>
                <a:avLst/>
                <a:gdLst/>
                <a:ahLst/>
                <a:cxnLst/>
                <a:rect l="l" t="t" r="r" b="b"/>
                <a:pathLst>
                  <a:path w="9608" h="914" extrusionOk="0">
                    <a:moveTo>
                      <a:pt x="439" y="1"/>
                    </a:moveTo>
                    <a:cubicBezTo>
                      <a:pt x="205" y="1"/>
                      <a:pt x="0" y="206"/>
                      <a:pt x="0" y="446"/>
                    </a:cubicBezTo>
                    <a:cubicBezTo>
                      <a:pt x="0" y="708"/>
                      <a:pt x="205" y="913"/>
                      <a:pt x="439" y="913"/>
                    </a:cubicBezTo>
                    <a:lnTo>
                      <a:pt x="9169" y="913"/>
                    </a:lnTo>
                    <a:cubicBezTo>
                      <a:pt x="9402" y="913"/>
                      <a:pt x="9607" y="708"/>
                      <a:pt x="9607" y="446"/>
                    </a:cubicBezTo>
                    <a:cubicBezTo>
                      <a:pt x="9607" y="206"/>
                      <a:pt x="9402" y="1"/>
                      <a:pt x="9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6" name="Google Shape;780;p40">
                <a:extLst>
                  <a:ext uri="{FF2B5EF4-FFF2-40B4-BE49-F238E27FC236}">
                    <a16:creationId xmlns:a16="http://schemas.microsoft.com/office/drawing/2014/main" id="{5C20DDF0-9F51-A5C5-CE5C-58421F70B2AA}"/>
                  </a:ext>
                </a:extLst>
              </p:cNvPr>
              <p:cNvSpPr/>
              <p:nvPr/>
            </p:nvSpPr>
            <p:spPr>
              <a:xfrm>
                <a:off x="4362844" y="2872699"/>
                <a:ext cx="131817" cy="32431"/>
              </a:xfrm>
              <a:custGeom>
                <a:avLst/>
                <a:gdLst/>
                <a:ahLst/>
                <a:cxnLst/>
                <a:rect l="l" t="t" r="r" b="b"/>
                <a:pathLst>
                  <a:path w="3715" h="914" extrusionOk="0">
                    <a:moveTo>
                      <a:pt x="474" y="1"/>
                    </a:moveTo>
                    <a:cubicBezTo>
                      <a:pt x="205" y="1"/>
                      <a:pt x="0" y="206"/>
                      <a:pt x="0" y="446"/>
                    </a:cubicBezTo>
                    <a:cubicBezTo>
                      <a:pt x="0" y="708"/>
                      <a:pt x="205" y="913"/>
                      <a:pt x="474" y="913"/>
                    </a:cubicBezTo>
                    <a:lnTo>
                      <a:pt x="3240" y="913"/>
                    </a:lnTo>
                    <a:cubicBezTo>
                      <a:pt x="3509" y="913"/>
                      <a:pt x="3714" y="708"/>
                      <a:pt x="3714" y="446"/>
                    </a:cubicBezTo>
                    <a:cubicBezTo>
                      <a:pt x="3714" y="206"/>
                      <a:pt x="3509" y="1"/>
                      <a:pt x="32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7" name="Google Shape;781;p40">
                <a:extLst>
                  <a:ext uri="{FF2B5EF4-FFF2-40B4-BE49-F238E27FC236}">
                    <a16:creationId xmlns:a16="http://schemas.microsoft.com/office/drawing/2014/main" id="{452839BB-E7F7-C8C8-E903-C1EFD40947E2}"/>
                  </a:ext>
                </a:extLst>
              </p:cNvPr>
              <p:cNvSpPr/>
              <p:nvPr/>
            </p:nvSpPr>
            <p:spPr>
              <a:xfrm>
                <a:off x="4081440" y="2951291"/>
                <a:ext cx="313807" cy="32396"/>
              </a:xfrm>
              <a:custGeom>
                <a:avLst/>
                <a:gdLst/>
                <a:ahLst/>
                <a:cxnLst/>
                <a:rect l="l" t="t" r="r" b="b"/>
                <a:pathLst>
                  <a:path w="8844" h="913" extrusionOk="0">
                    <a:moveTo>
                      <a:pt x="446" y="0"/>
                    </a:moveTo>
                    <a:cubicBezTo>
                      <a:pt x="206" y="0"/>
                      <a:pt x="1" y="205"/>
                      <a:pt x="1" y="467"/>
                    </a:cubicBezTo>
                    <a:cubicBezTo>
                      <a:pt x="1" y="708"/>
                      <a:pt x="206" y="913"/>
                      <a:pt x="446" y="913"/>
                    </a:cubicBezTo>
                    <a:lnTo>
                      <a:pt x="8405" y="913"/>
                    </a:lnTo>
                    <a:cubicBezTo>
                      <a:pt x="8638" y="913"/>
                      <a:pt x="8844" y="708"/>
                      <a:pt x="8844" y="467"/>
                    </a:cubicBezTo>
                    <a:cubicBezTo>
                      <a:pt x="8844" y="205"/>
                      <a:pt x="8638" y="0"/>
                      <a:pt x="84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8" name="Google Shape;782;p40">
                <a:extLst>
                  <a:ext uri="{FF2B5EF4-FFF2-40B4-BE49-F238E27FC236}">
                    <a16:creationId xmlns:a16="http://schemas.microsoft.com/office/drawing/2014/main" id="{99D2251E-C2A1-C3C3-57E0-DCEF528E069B}"/>
                  </a:ext>
                </a:extLst>
              </p:cNvPr>
              <p:cNvSpPr/>
              <p:nvPr/>
            </p:nvSpPr>
            <p:spPr>
              <a:xfrm>
                <a:off x="4422560" y="2951291"/>
                <a:ext cx="91900" cy="32396"/>
              </a:xfrm>
              <a:custGeom>
                <a:avLst/>
                <a:gdLst/>
                <a:ahLst/>
                <a:cxnLst/>
                <a:rect l="l" t="t" r="r" b="b"/>
                <a:pathLst>
                  <a:path w="2590" h="913" extrusionOk="0">
                    <a:moveTo>
                      <a:pt x="439" y="0"/>
                    </a:moveTo>
                    <a:cubicBezTo>
                      <a:pt x="206" y="0"/>
                      <a:pt x="1" y="205"/>
                      <a:pt x="1" y="467"/>
                    </a:cubicBezTo>
                    <a:cubicBezTo>
                      <a:pt x="1" y="708"/>
                      <a:pt x="206" y="913"/>
                      <a:pt x="439" y="913"/>
                    </a:cubicBezTo>
                    <a:lnTo>
                      <a:pt x="2151" y="913"/>
                    </a:lnTo>
                    <a:cubicBezTo>
                      <a:pt x="2385" y="913"/>
                      <a:pt x="2590" y="708"/>
                      <a:pt x="2590" y="467"/>
                    </a:cubicBezTo>
                    <a:cubicBezTo>
                      <a:pt x="2590" y="205"/>
                      <a:pt x="2385" y="0"/>
                      <a:pt x="21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9" name="Google Shape;783;p40">
                <a:extLst>
                  <a:ext uri="{FF2B5EF4-FFF2-40B4-BE49-F238E27FC236}">
                    <a16:creationId xmlns:a16="http://schemas.microsoft.com/office/drawing/2014/main" id="{FE3B246D-3B98-5184-A894-2CDCAF38D201}"/>
                  </a:ext>
                </a:extLst>
              </p:cNvPr>
              <p:cNvSpPr/>
              <p:nvPr/>
            </p:nvSpPr>
            <p:spPr>
              <a:xfrm>
                <a:off x="3985321" y="2951291"/>
                <a:ext cx="67062" cy="32396"/>
              </a:xfrm>
              <a:custGeom>
                <a:avLst/>
                <a:gdLst/>
                <a:ahLst/>
                <a:cxnLst/>
                <a:rect l="l" t="t" r="r" b="b"/>
                <a:pathLst>
                  <a:path w="1890" h="913" extrusionOk="0">
                    <a:moveTo>
                      <a:pt x="439" y="0"/>
                    </a:moveTo>
                    <a:cubicBezTo>
                      <a:pt x="205" y="0"/>
                      <a:pt x="0" y="205"/>
                      <a:pt x="0" y="467"/>
                    </a:cubicBezTo>
                    <a:cubicBezTo>
                      <a:pt x="0" y="708"/>
                      <a:pt x="205" y="913"/>
                      <a:pt x="439" y="913"/>
                    </a:cubicBezTo>
                    <a:lnTo>
                      <a:pt x="1443" y="913"/>
                    </a:lnTo>
                    <a:cubicBezTo>
                      <a:pt x="1677" y="913"/>
                      <a:pt x="1889" y="708"/>
                      <a:pt x="1889" y="467"/>
                    </a:cubicBezTo>
                    <a:cubicBezTo>
                      <a:pt x="1889" y="205"/>
                      <a:pt x="1677" y="0"/>
                      <a:pt x="14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0" name="Google Shape;784;p40">
                <a:extLst>
                  <a:ext uri="{FF2B5EF4-FFF2-40B4-BE49-F238E27FC236}">
                    <a16:creationId xmlns:a16="http://schemas.microsoft.com/office/drawing/2014/main" id="{D3D661D4-F3DC-D60B-F998-90D5FFB69CB9}"/>
                  </a:ext>
                </a:extLst>
              </p:cNvPr>
              <p:cNvSpPr/>
              <p:nvPr/>
            </p:nvSpPr>
            <p:spPr>
              <a:xfrm>
                <a:off x="3772964" y="2951291"/>
                <a:ext cx="167442" cy="32396"/>
              </a:xfrm>
              <a:custGeom>
                <a:avLst/>
                <a:gdLst/>
                <a:ahLst/>
                <a:cxnLst/>
                <a:rect l="l" t="t" r="r" b="b"/>
                <a:pathLst>
                  <a:path w="4719" h="913" extrusionOk="0">
                    <a:moveTo>
                      <a:pt x="446" y="0"/>
                    </a:moveTo>
                    <a:cubicBezTo>
                      <a:pt x="205" y="0"/>
                      <a:pt x="0" y="205"/>
                      <a:pt x="0" y="467"/>
                    </a:cubicBezTo>
                    <a:cubicBezTo>
                      <a:pt x="0" y="708"/>
                      <a:pt x="205" y="913"/>
                      <a:pt x="446" y="913"/>
                    </a:cubicBezTo>
                    <a:lnTo>
                      <a:pt x="4450" y="913"/>
                    </a:lnTo>
                    <a:cubicBezTo>
                      <a:pt x="4599" y="913"/>
                      <a:pt x="4719" y="792"/>
                      <a:pt x="4719" y="644"/>
                    </a:cubicBezTo>
                    <a:lnTo>
                      <a:pt x="4719" y="290"/>
                    </a:lnTo>
                    <a:cubicBezTo>
                      <a:pt x="4719" y="142"/>
                      <a:pt x="4599" y="0"/>
                      <a:pt x="44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1" name="Google Shape;785;p40">
                <a:extLst>
                  <a:ext uri="{FF2B5EF4-FFF2-40B4-BE49-F238E27FC236}">
                    <a16:creationId xmlns:a16="http://schemas.microsoft.com/office/drawing/2014/main" id="{2D096B9A-1393-45AD-3DAD-E32124D17EB8}"/>
                  </a:ext>
                </a:extLst>
              </p:cNvPr>
              <p:cNvSpPr/>
              <p:nvPr/>
            </p:nvSpPr>
            <p:spPr>
              <a:xfrm>
                <a:off x="3523954" y="2951291"/>
                <a:ext cx="219672" cy="32396"/>
              </a:xfrm>
              <a:custGeom>
                <a:avLst/>
                <a:gdLst/>
                <a:ahLst/>
                <a:cxnLst/>
                <a:rect l="l" t="t" r="r" b="b"/>
                <a:pathLst>
                  <a:path w="6191" h="913" extrusionOk="0">
                    <a:moveTo>
                      <a:pt x="298" y="0"/>
                    </a:moveTo>
                    <a:cubicBezTo>
                      <a:pt x="121" y="0"/>
                      <a:pt x="1" y="142"/>
                      <a:pt x="1" y="290"/>
                    </a:cubicBezTo>
                    <a:lnTo>
                      <a:pt x="1" y="644"/>
                    </a:lnTo>
                    <a:cubicBezTo>
                      <a:pt x="1" y="792"/>
                      <a:pt x="121" y="913"/>
                      <a:pt x="298" y="913"/>
                    </a:cubicBezTo>
                    <a:lnTo>
                      <a:pt x="5724" y="913"/>
                    </a:lnTo>
                    <a:cubicBezTo>
                      <a:pt x="5985" y="913"/>
                      <a:pt x="6191" y="708"/>
                      <a:pt x="6191" y="467"/>
                    </a:cubicBezTo>
                    <a:cubicBezTo>
                      <a:pt x="6191" y="205"/>
                      <a:pt x="5985" y="0"/>
                      <a:pt x="5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2" name="Google Shape;786;p40">
                <a:extLst>
                  <a:ext uri="{FF2B5EF4-FFF2-40B4-BE49-F238E27FC236}">
                    <a16:creationId xmlns:a16="http://schemas.microsoft.com/office/drawing/2014/main" id="{1B653D47-60CE-1F64-FA71-C3796ACBA5E8}"/>
                  </a:ext>
                </a:extLst>
              </p:cNvPr>
              <p:cNvSpPr/>
              <p:nvPr/>
            </p:nvSpPr>
            <p:spPr>
              <a:xfrm>
                <a:off x="3451927" y="2951291"/>
                <a:ext cx="36689" cy="32396"/>
              </a:xfrm>
              <a:custGeom>
                <a:avLst/>
                <a:gdLst/>
                <a:ahLst/>
                <a:cxnLst/>
                <a:rect l="l" t="t" r="r" b="b"/>
                <a:pathLst>
                  <a:path w="1034" h="913" extrusionOk="0">
                    <a:moveTo>
                      <a:pt x="439" y="0"/>
                    </a:moveTo>
                    <a:cubicBezTo>
                      <a:pt x="205" y="0"/>
                      <a:pt x="0" y="205"/>
                      <a:pt x="0" y="467"/>
                    </a:cubicBezTo>
                    <a:cubicBezTo>
                      <a:pt x="0" y="708"/>
                      <a:pt x="205" y="913"/>
                      <a:pt x="439" y="913"/>
                    </a:cubicBezTo>
                    <a:lnTo>
                      <a:pt x="587" y="913"/>
                    </a:lnTo>
                    <a:cubicBezTo>
                      <a:pt x="828" y="913"/>
                      <a:pt x="1033" y="708"/>
                      <a:pt x="1033" y="467"/>
                    </a:cubicBezTo>
                    <a:cubicBezTo>
                      <a:pt x="1033" y="205"/>
                      <a:pt x="828" y="0"/>
                      <a:pt x="58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3" name="Google Shape;787;p40">
                <a:extLst>
                  <a:ext uri="{FF2B5EF4-FFF2-40B4-BE49-F238E27FC236}">
                    <a16:creationId xmlns:a16="http://schemas.microsoft.com/office/drawing/2014/main" id="{D3F6323C-2D24-0D3C-519C-E2277F9709A7}"/>
                  </a:ext>
                </a:extLst>
              </p:cNvPr>
              <p:cNvSpPr/>
              <p:nvPr/>
            </p:nvSpPr>
            <p:spPr>
              <a:xfrm>
                <a:off x="3450898" y="3030592"/>
                <a:ext cx="377569" cy="32431"/>
              </a:xfrm>
              <a:custGeom>
                <a:avLst/>
                <a:gdLst/>
                <a:ahLst/>
                <a:cxnLst/>
                <a:rect l="l" t="t" r="r" b="b"/>
                <a:pathLst>
                  <a:path w="10641" h="914" extrusionOk="0">
                    <a:moveTo>
                      <a:pt x="532" y="1"/>
                    </a:moveTo>
                    <a:cubicBezTo>
                      <a:pt x="234" y="1"/>
                      <a:pt x="1" y="206"/>
                      <a:pt x="1" y="475"/>
                    </a:cubicBezTo>
                    <a:cubicBezTo>
                      <a:pt x="1" y="708"/>
                      <a:pt x="234" y="913"/>
                      <a:pt x="532" y="913"/>
                    </a:cubicBezTo>
                    <a:lnTo>
                      <a:pt x="10082" y="913"/>
                    </a:lnTo>
                    <a:cubicBezTo>
                      <a:pt x="10372" y="913"/>
                      <a:pt x="10641" y="708"/>
                      <a:pt x="10641" y="475"/>
                    </a:cubicBezTo>
                    <a:cubicBezTo>
                      <a:pt x="10641" y="206"/>
                      <a:pt x="10372" y="1"/>
                      <a:pt x="100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4" name="Google Shape;788;p40">
                <a:extLst>
                  <a:ext uri="{FF2B5EF4-FFF2-40B4-BE49-F238E27FC236}">
                    <a16:creationId xmlns:a16="http://schemas.microsoft.com/office/drawing/2014/main" id="{489D78E0-0DF7-23B0-E786-3F0887D8B8DE}"/>
                  </a:ext>
                </a:extLst>
              </p:cNvPr>
              <p:cNvSpPr/>
              <p:nvPr/>
            </p:nvSpPr>
            <p:spPr>
              <a:xfrm>
                <a:off x="4004126" y="3030592"/>
                <a:ext cx="356741" cy="32431"/>
              </a:xfrm>
              <a:custGeom>
                <a:avLst/>
                <a:gdLst/>
                <a:ahLst/>
                <a:cxnLst/>
                <a:rect l="l" t="t" r="r" b="b"/>
                <a:pathLst>
                  <a:path w="10054" h="914" extrusionOk="0">
                    <a:moveTo>
                      <a:pt x="326" y="1"/>
                    </a:moveTo>
                    <a:cubicBezTo>
                      <a:pt x="121" y="1"/>
                      <a:pt x="1" y="206"/>
                      <a:pt x="1" y="475"/>
                    </a:cubicBezTo>
                    <a:cubicBezTo>
                      <a:pt x="1" y="708"/>
                      <a:pt x="121" y="913"/>
                      <a:pt x="326" y="913"/>
                    </a:cubicBezTo>
                    <a:lnTo>
                      <a:pt x="9728" y="913"/>
                    </a:lnTo>
                    <a:cubicBezTo>
                      <a:pt x="9905" y="913"/>
                      <a:pt x="10053" y="708"/>
                      <a:pt x="10053" y="475"/>
                    </a:cubicBezTo>
                    <a:cubicBezTo>
                      <a:pt x="10053" y="206"/>
                      <a:pt x="9905" y="1"/>
                      <a:pt x="97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5" name="Google Shape;789;p40">
                <a:extLst>
                  <a:ext uri="{FF2B5EF4-FFF2-40B4-BE49-F238E27FC236}">
                    <a16:creationId xmlns:a16="http://schemas.microsoft.com/office/drawing/2014/main" id="{7DACD1EC-40C0-0B28-B5A6-8B071C2B4247}"/>
                  </a:ext>
                </a:extLst>
              </p:cNvPr>
              <p:cNvSpPr/>
              <p:nvPr/>
            </p:nvSpPr>
            <p:spPr>
              <a:xfrm>
                <a:off x="4395204" y="3030592"/>
                <a:ext cx="130824" cy="32431"/>
              </a:xfrm>
              <a:custGeom>
                <a:avLst/>
                <a:gdLst/>
                <a:ahLst/>
                <a:cxnLst/>
                <a:rect l="l" t="t" r="r" b="b"/>
                <a:pathLst>
                  <a:path w="3687" h="914" extrusionOk="0">
                    <a:moveTo>
                      <a:pt x="446" y="1"/>
                    </a:moveTo>
                    <a:cubicBezTo>
                      <a:pt x="206" y="1"/>
                      <a:pt x="1" y="206"/>
                      <a:pt x="1" y="475"/>
                    </a:cubicBezTo>
                    <a:cubicBezTo>
                      <a:pt x="1" y="708"/>
                      <a:pt x="206" y="913"/>
                      <a:pt x="446" y="913"/>
                    </a:cubicBezTo>
                    <a:lnTo>
                      <a:pt x="3248" y="913"/>
                    </a:lnTo>
                    <a:cubicBezTo>
                      <a:pt x="3481" y="913"/>
                      <a:pt x="3686" y="708"/>
                      <a:pt x="3686" y="475"/>
                    </a:cubicBezTo>
                    <a:cubicBezTo>
                      <a:pt x="3686" y="206"/>
                      <a:pt x="3481" y="1"/>
                      <a:pt x="32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6" name="Google Shape;790;p40">
                <a:extLst>
                  <a:ext uri="{FF2B5EF4-FFF2-40B4-BE49-F238E27FC236}">
                    <a16:creationId xmlns:a16="http://schemas.microsoft.com/office/drawing/2014/main" id="{B82D84F0-D2BF-DD9E-B9B2-3FFC92F90183}"/>
                  </a:ext>
                </a:extLst>
              </p:cNvPr>
              <p:cNvSpPr/>
              <p:nvPr/>
            </p:nvSpPr>
            <p:spPr>
              <a:xfrm>
                <a:off x="4107555" y="3110177"/>
                <a:ext cx="381827" cy="32396"/>
              </a:xfrm>
              <a:custGeom>
                <a:avLst/>
                <a:gdLst/>
                <a:ahLst/>
                <a:cxnLst/>
                <a:rect l="l" t="t" r="r" b="b"/>
                <a:pathLst>
                  <a:path w="10761" h="913" extrusionOk="0">
                    <a:moveTo>
                      <a:pt x="446" y="0"/>
                    </a:moveTo>
                    <a:cubicBezTo>
                      <a:pt x="213" y="0"/>
                      <a:pt x="0" y="205"/>
                      <a:pt x="0" y="439"/>
                    </a:cubicBezTo>
                    <a:cubicBezTo>
                      <a:pt x="0" y="708"/>
                      <a:pt x="213" y="913"/>
                      <a:pt x="446" y="913"/>
                    </a:cubicBezTo>
                    <a:lnTo>
                      <a:pt x="10322" y="913"/>
                    </a:lnTo>
                    <a:cubicBezTo>
                      <a:pt x="10584" y="913"/>
                      <a:pt x="10761" y="708"/>
                      <a:pt x="10761" y="439"/>
                    </a:cubicBezTo>
                    <a:cubicBezTo>
                      <a:pt x="10761" y="205"/>
                      <a:pt x="10584" y="0"/>
                      <a:pt x="103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7" name="Google Shape;791;p40">
                <a:extLst>
                  <a:ext uri="{FF2B5EF4-FFF2-40B4-BE49-F238E27FC236}">
                    <a16:creationId xmlns:a16="http://schemas.microsoft.com/office/drawing/2014/main" id="{4FA6BDF6-CB1F-DCF5-B9B4-6B7841656E23}"/>
                  </a:ext>
                </a:extLst>
              </p:cNvPr>
              <p:cNvSpPr/>
              <p:nvPr/>
            </p:nvSpPr>
            <p:spPr>
              <a:xfrm>
                <a:off x="3537757" y="3110177"/>
                <a:ext cx="301246" cy="32396"/>
              </a:xfrm>
              <a:custGeom>
                <a:avLst/>
                <a:gdLst/>
                <a:ahLst/>
                <a:cxnLst/>
                <a:rect l="l" t="t" r="r" b="b"/>
                <a:pathLst>
                  <a:path w="8490" h="913" extrusionOk="0">
                    <a:moveTo>
                      <a:pt x="468" y="0"/>
                    </a:moveTo>
                    <a:cubicBezTo>
                      <a:pt x="206" y="0"/>
                      <a:pt x="1" y="205"/>
                      <a:pt x="1" y="439"/>
                    </a:cubicBezTo>
                    <a:cubicBezTo>
                      <a:pt x="1" y="708"/>
                      <a:pt x="206" y="913"/>
                      <a:pt x="468" y="913"/>
                    </a:cubicBezTo>
                    <a:lnTo>
                      <a:pt x="8044" y="913"/>
                    </a:lnTo>
                    <a:cubicBezTo>
                      <a:pt x="8278" y="913"/>
                      <a:pt x="8490" y="708"/>
                      <a:pt x="8490" y="439"/>
                    </a:cubicBezTo>
                    <a:cubicBezTo>
                      <a:pt x="8490" y="205"/>
                      <a:pt x="8278" y="0"/>
                      <a:pt x="80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8" name="Google Shape;792;p40">
                <a:extLst>
                  <a:ext uri="{FF2B5EF4-FFF2-40B4-BE49-F238E27FC236}">
                    <a16:creationId xmlns:a16="http://schemas.microsoft.com/office/drawing/2014/main" id="{813B6D0D-4667-4B1C-65FC-096F192F3BEE}"/>
                  </a:ext>
                </a:extLst>
              </p:cNvPr>
              <p:cNvSpPr/>
              <p:nvPr/>
            </p:nvSpPr>
            <p:spPr>
              <a:xfrm>
                <a:off x="3857800" y="3110177"/>
                <a:ext cx="195580" cy="32396"/>
              </a:xfrm>
              <a:custGeom>
                <a:avLst/>
                <a:gdLst/>
                <a:ahLst/>
                <a:cxnLst/>
                <a:rect l="l" t="t" r="r" b="b"/>
                <a:pathLst>
                  <a:path w="5512" h="913" extrusionOk="0">
                    <a:moveTo>
                      <a:pt x="467" y="0"/>
                    </a:moveTo>
                    <a:cubicBezTo>
                      <a:pt x="206" y="0"/>
                      <a:pt x="0" y="205"/>
                      <a:pt x="0" y="439"/>
                    </a:cubicBezTo>
                    <a:cubicBezTo>
                      <a:pt x="0" y="708"/>
                      <a:pt x="206" y="913"/>
                      <a:pt x="467" y="913"/>
                    </a:cubicBezTo>
                    <a:lnTo>
                      <a:pt x="5066" y="913"/>
                    </a:lnTo>
                    <a:cubicBezTo>
                      <a:pt x="5306" y="913"/>
                      <a:pt x="5511" y="708"/>
                      <a:pt x="5511" y="439"/>
                    </a:cubicBezTo>
                    <a:cubicBezTo>
                      <a:pt x="5511" y="205"/>
                      <a:pt x="5306" y="0"/>
                      <a:pt x="50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9" name="Google Shape;793;p40">
                <a:extLst>
                  <a:ext uri="{FF2B5EF4-FFF2-40B4-BE49-F238E27FC236}">
                    <a16:creationId xmlns:a16="http://schemas.microsoft.com/office/drawing/2014/main" id="{851DB99C-8FA7-BAE0-D442-4AEF854C86A8}"/>
                  </a:ext>
                </a:extLst>
              </p:cNvPr>
              <p:cNvSpPr/>
              <p:nvPr/>
            </p:nvSpPr>
            <p:spPr>
              <a:xfrm>
                <a:off x="3658004" y="3189727"/>
                <a:ext cx="58511" cy="31437"/>
              </a:xfrm>
              <a:custGeom>
                <a:avLst/>
                <a:gdLst/>
                <a:ahLst/>
                <a:cxnLst/>
                <a:rect l="l" t="t" r="r" b="b"/>
                <a:pathLst>
                  <a:path w="1649" h="886" extrusionOk="0">
                    <a:moveTo>
                      <a:pt x="467" y="1"/>
                    </a:moveTo>
                    <a:cubicBezTo>
                      <a:pt x="205" y="1"/>
                      <a:pt x="0" y="178"/>
                      <a:pt x="0" y="439"/>
                    </a:cubicBezTo>
                    <a:cubicBezTo>
                      <a:pt x="0" y="673"/>
                      <a:pt x="205" y="885"/>
                      <a:pt x="467" y="885"/>
                    </a:cubicBezTo>
                    <a:lnTo>
                      <a:pt x="1175" y="885"/>
                    </a:lnTo>
                    <a:cubicBezTo>
                      <a:pt x="1443" y="885"/>
                      <a:pt x="1649" y="673"/>
                      <a:pt x="1649" y="439"/>
                    </a:cubicBezTo>
                    <a:cubicBezTo>
                      <a:pt x="1649" y="178"/>
                      <a:pt x="1443" y="1"/>
                      <a:pt x="11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0" name="Google Shape;794;p40">
                <a:extLst>
                  <a:ext uri="{FF2B5EF4-FFF2-40B4-BE49-F238E27FC236}">
                    <a16:creationId xmlns:a16="http://schemas.microsoft.com/office/drawing/2014/main" id="{5483AAD8-1D42-C5E5-A71B-85C58165678B}"/>
                  </a:ext>
                </a:extLst>
              </p:cNvPr>
              <p:cNvSpPr/>
              <p:nvPr/>
            </p:nvSpPr>
            <p:spPr>
              <a:xfrm>
                <a:off x="3451927" y="3189727"/>
                <a:ext cx="155910" cy="31437"/>
              </a:xfrm>
              <a:custGeom>
                <a:avLst/>
                <a:gdLst/>
                <a:ahLst/>
                <a:cxnLst/>
                <a:rect l="l" t="t" r="r" b="b"/>
                <a:pathLst>
                  <a:path w="4394" h="886" extrusionOk="0">
                    <a:moveTo>
                      <a:pt x="439" y="1"/>
                    </a:moveTo>
                    <a:cubicBezTo>
                      <a:pt x="205" y="1"/>
                      <a:pt x="0" y="178"/>
                      <a:pt x="0" y="439"/>
                    </a:cubicBezTo>
                    <a:cubicBezTo>
                      <a:pt x="0" y="673"/>
                      <a:pt x="205" y="885"/>
                      <a:pt x="439" y="885"/>
                    </a:cubicBezTo>
                    <a:lnTo>
                      <a:pt x="4393" y="885"/>
                    </a:lnTo>
                    <a:lnTo>
                      <a:pt x="43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1" name="Google Shape;795;p40">
                <a:extLst>
                  <a:ext uri="{FF2B5EF4-FFF2-40B4-BE49-F238E27FC236}">
                    <a16:creationId xmlns:a16="http://schemas.microsoft.com/office/drawing/2014/main" id="{B9122521-F365-A942-6842-FF3930AA9EEF}"/>
                  </a:ext>
                </a:extLst>
              </p:cNvPr>
              <p:cNvSpPr/>
              <p:nvPr/>
            </p:nvSpPr>
            <p:spPr>
              <a:xfrm>
                <a:off x="3737305" y="3189727"/>
                <a:ext cx="54501" cy="31437"/>
              </a:xfrm>
              <a:custGeom>
                <a:avLst/>
                <a:gdLst/>
                <a:ahLst/>
                <a:cxnLst/>
                <a:rect l="l" t="t" r="r" b="b"/>
                <a:pathLst>
                  <a:path w="1536" h="886" extrusionOk="0">
                    <a:moveTo>
                      <a:pt x="475" y="1"/>
                    </a:moveTo>
                    <a:cubicBezTo>
                      <a:pt x="213" y="1"/>
                      <a:pt x="1" y="178"/>
                      <a:pt x="1" y="439"/>
                    </a:cubicBezTo>
                    <a:cubicBezTo>
                      <a:pt x="1" y="673"/>
                      <a:pt x="213" y="885"/>
                      <a:pt x="475" y="885"/>
                    </a:cubicBezTo>
                    <a:lnTo>
                      <a:pt x="1062" y="885"/>
                    </a:lnTo>
                    <a:cubicBezTo>
                      <a:pt x="1331" y="885"/>
                      <a:pt x="1536" y="673"/>
                      <a:pt x="1536" y="439"/>
                    </a:cubicBezTo>
                    <a:cubicBezTo>
                      <a:pt x="1536" y="178"/>
                      <a:pt x="1331" y="1"/>
                      <a:pt x="10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2" name="Google Shape;796;p40">
                <a:extLst>
                  <a:ext uri="{FF2B5EF4-FFF2-40B4-BE49-F238E27FC236}">
                    <a16:creationId xmlns:a16="http://schemas.microsoft.com/office/drawing/2014/main" id="{9BAB067D-BCF3-FCDC-3734-3AD35D96F7CC}"/>
                  </a:ext>
                </a:extLst>
              </p:cNvPr>
              <p:cNvSpPr/>
              <p:nvPr/>
            </p:nvSpPr>
            <p:spPr>
              <a:xfrm>
                <a:off x="3812632" y="3189727"/>
                <a:ext cx="242736" cy="31437"/>
              </a:xfrm>
              <a:custGeom>
                <a:avLst/>
                <a:gdLst/>
                <a:ahLst/>
                <a:cxnLst/>
                <a:rect l="l" t="t" r="r" b="b"/>
                <a:pathLst>
                  <a:path w="6841" h="886" extrusionOk="0">
                    <a:moveTo>
                      <a:pt x="474" y="1"/>
                    </a:moveTo>
                    <a:cubicBezTo>
                      <a:pt x="212" y="1"/>
                      <a:pt x="0" y="178"/>
                      <a:pt x="0" y="439"/>
                    </a:cubicBezTo>
                    <a:cubicBezTo>
                      <a:pt x="0" y="673"/>
                      <a:pt x="212" y="885"/>
                      <a:pt x="474" y="885"/>
                    </a:cubicBezTo>
                    <a:lnTo>
                      <a:pt x="6402" y="885"/>
                    </a:lnTo>
                    <a:cubicBezTo>
                      <a:pt x="6664" y="885"/>
                      <a:pt x="6841" y="673"/>
                      <a:pt x="6841" y="439"/>
                    </a:cubicBezTo>
                    <a:cubicBezTo>
                      <a:pt x="6841" y="178"/>
                      <a:pt x="6664" y="1"/>
                      <a:pt x="6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3" name="Google Shape;797;p40">
                <a:extLst>
                  <a:ext uri="{FF2B5EF4-FFF2-40B4-BE49-F238E27FC236}">
                    <a16:creationId xmlns:a16="http://schemas.microsoft.com/office/drawing/2014/main" id="{0C5EF0E7-E172-C3EB-2C44-27281E513B60}"/>
                  </a:ext>
                </a:extLst>
              </p:cNvPr>
              <p:cNvSpPr/>
              <p:nvPr/>
            </p:nvSpPr>
            <p:spPr>
              <a:xfrm>
                <a:off x="4089991" y="3189727"/>
                <a:ext cx="109712" cy="31437"/>
              </a:xfrm>
              <a:custGeom>
                <a:avLst/>
                <a:gdLst/>
                <a:ahLst/>
                <a:cxnLst/>
                <a:rect l="l" t="t" r="r" b="b"/>
                <a:pathLst>
                  <a:path w="3092" h="886" extrusionOk="0">
                    <a:moveTo>
                      <a:pt x="467" y="1"/>
                    </a:moveTo>
                    <a:cubicBezTo>
                      <a:pt x="205" y="1"/>
                      <a:pt x="0" y="178"/>
                      <a:pt x="0" y="439"/>
                    </a:cubicBezTo>
                    <a:cubicBezTo>
                      <a:pt x="0" y="673"/>
                      <a:pt x="205" y="885"/>
                      <a:pt x="467" y="885"/>
                    </a:cubicBezTo>
                    <a:lnTo>
                      <a:pt x="2653" y="885"/>
                    </a:lnTo>
                    <a:cubicBezTo>
                      <a:pt x="2887" y="885"/>
                      <a:pt x="3092" y="673"/>
                      <a:pt x="3092" y="439"/>
                    </a:cubicBezTo>
                    <a:cubicBezTo>
                      <a:pt x="3092" y="178"/>
                      <a:pt x="2887" y="1"/>
                      <a:pt x="26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4" name="Google Shape;798;p40">
                <a:extLst>
                  <a:ext uri="{FF2B5EF4-FFF2-40B4-BE49-F238E27FC236}">
                    <a16:creationId xmlns:a16="http://schemas.microsoft.com/office/drawing/2014/main" id="{289BED7B-22A4-78AD-6978-ECD39DC4DD58}"/>
                  </a:ext>
                </a:extLst>
              </p:cNvPr>
              <p:cNvSpPr/>
              <p:nvPr/>
            </p:nvSpPr>
            <p:spPr>
              <a:xfrm>
                <a:off x="4246855" y="3189727"/>
                <a:ext cx="111734" cy="31437"/>
              </a:xfrm>
              <a:custGeom>
                <a:avLst/>
                <a:gdLst/>
                <a:ahLst/>
                <a:cxnLst/>
                <a:rect l="l" t="t" r="r" b="b"/>
                <a:pathLst>
                  <a:path w="3149" h="886" extrusionOk="0">
                    <a:moveTo>
                      <a:pt x="468" y="1"/>
                    </a:moveTo>
                    <a:cubicBezTo>
                      <a:pt x="206" y="1"/>
                      <a:pt x="1" y="178"/>
                      <a:pt x="1" y="439"/>
                    </a:cubicBezTo>
                    <a:cubicBezTo>
                      <a:pt x="1" y="673"/>
                      <a:pt x="206" y="885"/>
                      <a:pt x="468" y="885"/>
                    </a:cubicBezTo>
                    <a:lnTo>
                      <a:pt x="2710" y="885"/>
                    </a:lnTo>
                    <a:cubicBezTo>
                      <a:pt x="2944" y="885"/>
                      <a:pt x="3149" y="673"/>
                      <a:pt x="3149" y="439"/>
                    </a:cubicBezTo>
                    <a:cubicBezTo>
                      <a:pt x="3149" y="178"/>
                      <a:pt x="2944" y="1"/>
                      <a:pt x="27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5" name="Google Shape;799;p40">
                <a:extLst>
                  <a:ext uri="{FF2B5EF4-FFF2-40B4-BE49-F238E27FC236}">
                    <a16:creationId xmlns:a16="http://schemas.microsoft.com/office/drawing/2014/main" id="{9A477326-00A4-E7E8-3CF5-FF7052E1C247}"/>
                  </a:ext>
                </a:extLst>
              </p:cNvPr>
              <p:cNvSpPr/>
              <p:nvPr/>
            </p:nvSpPr>
            <p:spPr>
              <a:xfrm>
                <a:off x="4415038" y="3189727"/>
                <a:ext cx="74336" cy="31437"/>
              </a:xfrm>
              <a:custGeom>
                <a:avLst/>
                <a:gdLst/>
                <a:ahLst/>
                <a:cxnLst/>
                <a:rect l="l" t="t" r="r" b="b"/>
                <a:pathLst>
                  <a:path w="2095" h="886" extrusionOk="0">
                    <a:moveTo>
                      <a:pt x="446" y="1"/>
                    </a:moveTo>
                    <a:cubicBezTo>
                      <a:pt x="177" y="1"/>
                      <a:pt x="1" y="178"/>
                      <a:pt x="1" y="439"/>
                    </a:cubicBezTo>
                    <a:cubicBezTo>
                      <a:pt x="1" y="673"/>
                      <a:pt x="177" y="885"/>
                      <a:pt x="446" y="885"/>
                    </a:cubicBezTo>
                    <a:lnTo>
                      <a:pt x="1656" y="885"/>
                    </a:lnTo>
                    <a:cubicBezTo>
                      <a:pt x="1918" y="885"/>
                      <a:pt x="2095" y="673"/>
                      <a:pt x="2095" y="439"/>
                    </a:cubicBezTo>
                    <a:cubicBezTo>
                      <a:pt x="2095" y="178"/>
                      <a:pt x="1918" y="1"/>
                      <a:pt x="16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6" name="Google Shape;800;p40">
                <a:extLst>
                  <a:ext uri="{FF2B5EF4-FFF2-40B4-BE49-F238E27FC236}">
                    <a16:creationId xmlns:a16="http://schemas.microsoft.com/office/drawing/2014/main" id="{C1FC8C90-756D-7C69-68DD-E8F663AC3CD2}"/>
                  </a:ext>
                </a:extLst>
              </p:cNvPr>
              <p:cNvSpPr/>
              <p:nvPr/>
            </p:nvSpPr>
            <p:spPr>
              <a:xfrm>
                <a:off x="3640156" y="3268034"/>
                <a:ext cx="231239" cy="32431"/>
              </a:xfrm>
              <a:custGeom>
                <a:avLst/>
                <a:gdLst/>
                <a:ahLst/>
                <a:cxnLst/>
                <a:rect l="l" t="t" r="r" b="b"/>
                <a:pathLst>
                  <a:path w="6517" h="914" extrusionOk="0">
                    <a:moveTo>
                      <a:pt x="475" y="1"/>
                    </a:moveTo>
                    <a:cubicBezTo>
                      <a:pt x="206" y="1"/>
                      <a:pt x="1" y="206"/>
                      <a:pt x="1" y="475"/>
                    </a:cubicBezTo>
                    <a:cubicBezTo>
                      <a:pt x="1" y="708"/>
                      <a:pt x="206" y="914"/>
                      <a:pt x="475" y="914"/>
                    </a:cubicBezTo>
                    <a:lnTo>
                      <a:pt x="6042" y="914"/>
                    </a:lnTo>
                    <a:cubicBezTo>
                      <a:pt x="6311" y="914"/>
                      <a:pt x="6516" y="708"/>
                      <a:pt x="6516" y="475"/>
                    </a:cubicBezTo>
                    <a:cubicBezTo>
                      <a:pt x="6516" y="206"/>
                      <a:pt x="6311" y="1"/>
                      <a:pt x="60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7" name="Google Shape;801;p40">
                <a:extLst>
                  <a:ext uri="{FF2B5EF4-FFF2-40B4-BE49-F238E27FC236}">
                    <a16:creationId xmlns:a16="http://schemas.microsoft.com/office/drawing/2014/main" id="{4A9F3356-6DB0-F44E-C565-D4FA80AD17A0}"/>
                  </a:ext>
                </a:extLst>
              </p:cNvPr>
              <p:cNvSpPr/>
              <p:nvPr/>
            </p:nvSpPr>
            <p:spPr>
              <a:xfrm>
                <a:off x="3916274" y="3268034"/>
                <a:ext cx="61811" cy="32431"/>
              </a:xfrm>
              <a:custGeom>
                <a:avLst/>
                <a:gdLst/>
                <a:ahLst/>
                <a:cxnLst/>
                <a:rect l="l" t="t" r="r" b="b"/>
                <a:pathLst>
                  <a:path w="1742" h="914" extrusionOk="0">
                    <a:moveTo>
                      <a:pt x="439" y="1"/>
                    </a:moveTo>
                    <a:cubicBezTo>
                      <a:pt x="206" y="1"/>
                      <a:pt x="1" y="206"/>
                      <a:pt x="1" y="475"/>
                    </a:cubicBezTo>
                    <a:cubicBezTo>
                      <a:pt x="1" y="708"/>
                      <a:pt x="206" y="914"/>
                      <a:pt x="439" y="914"/>
                    </a:cubicBezTo>
                    <a:lnTo>
                      <a:pt x="1295" y="914"/>
                    </a:lnTo>
                    <a:cubicBezTo>
                      <a:pt x="1564" y="914"/>
                      <a:pt x="1741" y="708"/>
                      <a:pt x="1741" y="475"/>
                    </a:cubicBezTo>
                    <a:cubicBezTo>
                      <a:pt x="1741" y="206"/>
                      <a:pt x="1564" y="1"/>
                      <a:pt x="12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8" name="Google Shape;802;p40">
                <a:extLst>
                  <a:ext uri="{FF2B5EF4-FFF2-40B4-BE49-F238E27FC236}">
                    <a16:creationId xmlns:a16="http://schemas.microsoft.com/office/drawing/2014/main" id="{37E5535A-5A79-7999-B08C-A123358F2092}"/>
                  </a:ext>
                </a:extLst>
              </p:cNvPr>
              <p:cNvSpPr/>
              <p:nvPr/>
            </p:nvSpPr>
            <p:spPr>
              <a:xfrm>
                <a:off x="4041772" y="3268034"/>
                <a:ext cx="184048" cy="32431"/>
              </a:xfrm>
              <a:custGeom>
                <a:avLst/>
                <a:gdLst/>
                <a:ahLst/>
                <a:cxnLst/>
                <a:rect l="l" t="t" r="r" b="b"/>
                <a:pathLst>
                  <a:path w="5187" h="914" extrusionOk="0">
                    <a:moveTo>
                      <a:pt x="475" y="1"/>
                    </a:moveTo>
                    <a:cubicBezTo>
                      <a:pt x="206" y="1"/>
                      <a:pt x="1" y="206"/>
                      <a:pt x="1" y="475"/>
                    </a:cubicBezTo>
                    <a:cubicBezTo>
                      <a:pt x="1" y="708"/>
                      <a:pt x="206" y="914"/>
                      <a:pt x="475" y="914"/>
                    </a:cubicBezTo>
                    <a:lnTo>
                      <a:pt x="4720" y="914"/>
                    </a:lnTo>
                    <a:cubicBezTo>
                      <a:pt x="4981" y="914"/>
                      <a:pt x="5186" y="708"/>
                      <a:pt x="5186" y="475"/>
                    </a:cubicBezTo>
                    <a:cubicBezTo>
                      <a:pt x="5186" y="206"/>
                      <a:pt x="4981" y="1"/>
                      <a:pt x="472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9" name="Google Shape;803;p40">
                <a:extLst>
                  <a:ext uri="{FF2B5EF4-FFF2-40B4-BE49-F238E27FC236}">
                    <a16:creationId xmlns:a16="http://schemas.microsoft.com/office/drawing/2014/main" id="{85DCB8E1-6B1D-0A70-F0DA-A37386BF715E}"/>
                  </a:ext>
                </a:extLst>
              </p:cNvPr>
              <p:cNvSpPr/>
              <p:nvPr/>
            </p:nvSpPr>
            <p:spPr>
              <a:xfrm>
                <a:off x="4258174" y="3268034"/>
                <a:ext cx="150623" cy="32431"/>
              </a:xfrm>
              <a:custGeom>
                <a:avLst/>
                <a:gdLst/>
                <a:ahLst/>
                <a:cxnLst/>
                <a:rect l="l" t="t" r="r" b="b"/>
                <a:pathLst>
                  <a:path w="4245" h="914" extrusionOk="0">
                    <a:moveTo>
                      <a:pt x="446" y="1"/>
                    </a:moveTo>
                    <a:cubicBezTo>
                      <a:pt x="212" y="1"/>
                      <a:pt x="0" y="206"/>
                      <a:pt x="0" y="475"/>
                    </a:cubicBezTo>
                    <a:cubicBezTo>
                      <a:pt x="0" y="708"/>
                      <a:pt x="212" y="914"/>
                      <a:pt x="446" y="914"/>
                    </a:cubicBezTo>
                    <a:lnTo>
                      <a:pt x="3778" y="914"/>
                    </a:lnTo>
                    <a:cubicBezTo>
                      <a:pt x="4040" y="914"/>
                      <a:pt x="4245" y="708"/>
                      <a:pt x="4245" y="475"/>
                    </a:cubicBezTo>
                    <a:cubicBezTo>
                      <a:pt x="4245" y="206"/>
                      <a:pt x="4040" y="1"/>
                      <a:pt x="37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0" name="Google Shape;804;p40">
                <a:extLst>
                  <a:ext uri="{FF2B5EF4-FFF2-40B4-BE49-F238E27FC236}">
                    <a16:creationId xmlns:a16="http://schemas.microsoft.com/office/drawing/2014/main" id="{D68F6F4C-D725-A1F6-1003-DA2CCF6C4EAB}"/>
                  </a:ext>
                </a:extLst>
              </p:cNvPr>
              <p:cNvSpPr/>
              <p:nvPr/>
            </p:nvSpPr>
            <p:spPr>
              <a:xfrm>
                <a:off x="4130653" y="2643772"/>
                <a:ext cx="381827" cy="32431"/>
              </a:xfrm>
              <a:custGeom>
                <a:avLst/>
                <a:gdLst/>
                <a:ahLst/>
                <a:cxnLst/>
                <a:rect l="l" t="t" r="r" b="b"/>
                <a:pathLst>
                  <a:path w="10761" h="914" extrusionOk="0">
                    <a:moveTo>
                      <a:pt x="446" y="1"/>
                    </a:moveTo>
                    <a:cubicBezTo>
                      <a:pt x="177" y="1"/>
                      <a:pt x="0" y="206"/>
                      <a:pt x="0" y="468"/>
                    </a:cubicBezTo>
                    <a:cubicBezTo>
                      <a:pt x="0" y="708"/>
                      <a:pt x="177" y="914"/>
                      <a:pt x="446" y="914"/>
                    </a:cubicBezTo>
                    <a:lnTo>
                      <a:pt x="10315" y="914"/>
                    </a:lnTo>
                    <a:cubicBezTo>
                      <a:pt x="10555" y="914"/>
                      <a:pt x="10760" y="708"/>
                      <a:pt x="10760" y="468"/>
                    </a:cubicBezTo>
                    <a:cubicBezTo>
                      <a:pt x="10760" y="206"/>
                      <a:pt x="10555" y="1"/>
                      <a:pt x="103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1" name="Google Shape;805;p40">
                <a:extLst>
                  <a:ext uri="{FF2B5EF4-FFF2-40B4-BE49-F238E27FC236}">
                    <a16:creationId xmlns:a16="http://schemas.microsoft.com/office/drawing/2014/main" id="{2392E371-C164-FEC5-74FD-71C76ED81908}"/>
                  </a:ext>
                </a:extLst>
              </p:cNvPr>
              <p:cNvSpPr/>
              <p:nvPr/>
            </p:nvSpPr>
            <p:spPr>
              <a:xfrm>
                <a:off x="4199665" y="2575754"/>
                <a:ext cx="74336" cy="32431"/>
              </a:xfrm>
              <a:custGeom>
                <a:avLst/>
                <a:gdLst/>
                <a:ahLst/>
                <a:cxnLst/>
                <a:rect l="l" t="t" r="r" b="b"/>
                <a:pathLst>
                  <a:path w="2095" h="914" extrusionOk="0">
                    <a:moveTo>
                      <a:pt x="446" y="1"/>
                    </a:moveTo>
                    <a:cubicBezTo>
                      <a:pt x="206" y="1"/>
                      <a:pt x="1" y="206"/>
                      <a:pt x="1" y="439"/>
                    </a:cubicBezTo>
                    <a:cubicBezTo>
                      <a:pt x="1" y="708"/>
                      <a:pt x="206" y="913"/>
                      <a:pt x="446" y="913"/>
                    </a:cubicBezTo>
                    <a:lnTo>
                      <a:pt x="1649" y="913"/>
                    </a:lnTo>
                    <a:cubicBezTo>
                      <a:pt x="1890" y="913"/>
                      <a:pt x="2095" y="708"/>
                      <a:pt x="2095" y="439"/>
                    </a:cubicBezTo>
                    <a:cubicBezTo>
                      <a:pt x="2095" y="206"/>
                      <a:pt x="1890" y="1"/>
                      <a:pt x="1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2" name="Google Shape;806;p40">
                <a:extLst>
                  <a:ext uri="{FF2B5EF4-FFF2-40B4-BE49-F238E27FC236}">
                    <a16:creationId xmlns:a16="http://schemas.microsoft.com/office/drawing/2014/main" id="{5F86DDA3-A114-720F-4B62-D6BFCF331392}"/>
                  </a:ext>
                </a:extLst>
              </p:cNvPr>
              <p:cNvSpPr/>
              <p:nvPr/>
            </p:nvSpPr>
            <p:spPr>
              <a:xfrm>
                <a:off x="3988337" y="2575754"/>
                <a:ext cx="177980" cy="32431"/>
              </a:xfrm>
              <a:custGeom>
                <a:avLst/>
                <a:gdLst/>
                <a:ahLst/>
                <a:cxnLst/>
                <a:rect l="l" t="t" r="r" b="b"/>
                <a:pathLst>
                  <a:path w="5016" h="914" extrusionOk="0">
                    <a:moveTo>
                      <a:pt x="474" y="1"/>
                    </a:moveTo>
                    <a:cubicBezTo>
                      <a:pt x="212" y="1"/>
                      <a:pt x="0" y="206"/>
                      <a:pt x="0" y="439"/>
                    </a:cubicBezTo>
                    <a:cubicBezTo>
                      <a:pt x="0" y="708"/>
                      <a:pt x="212" y="913"/>
                      <a:pt x="474" y="913"/>
                    </a:cubicBezTo>
                    <a:lnTo>
                      <a:pt x="4570" y="913"/>
                    </a:lnTo>
                    <a:cubicBezTo>
                      <a:pt x="4811" y="913"/>
                      <a:pt x="5016" y="708"/>
                      <a:pt x="5016" y="439"/>
                    </a:cubicBezTo>
                    <a:cubicBezTo>
                      <a:pt x="5016" y="206"/>
                      <a:pt x="4811" y="1"/>
                      <a:pt x="45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3" name="Google Shape;807;p40">
                <a:extLst>
                  <a:ext uri="{FF2B5EF4-FFF2-40B4-BE49-F238E27FC236}">
                    <a16:creationId xmlns:a16="http://schemas.microsoft.com/office/drawing/2014/main" id="{5F1F7522-851D-7871-9B6E-3B3342CC91EC}"/>
                  </a:ext>
                </a:extLst>
              </p:cNvPr>
              <p:cNvSpPr/>
              <p:nvPr/>
            </p:nvSpPr>
            <p:spPr>
              <a:xfrm>
                <a:off x="4299084" y="2575754"/>
                <a:ext cx="213392" cy="32431"/>
              </a:xfrm>
              <a:custGeom>
                <a:avLst/>
                <a:gdLst/>
                <a:ahLst/>
                <a:cxnLst/>
                <a:rect l="l" t="t" r="r" b="b"/>
                <a:pathLst>
                  <a:path w="6014" h="914" extrusionOk="0">
                    <a:moveTo>
                      <a:pt x="474" y="1"/>
                    </a:moveTo>
                    <a:cubicBezTo>
                      <a:pt x="205" y="1"/>
                      <a:pt x="0" y="206"/>
                      <a:pt x="0" y="439"/>
                    </a:cubicBezTo>
                    <a:cubicBezTo>
                      <a:pt x="0" y="708"/>
                      <a:pt x="205" y="913"/>
                      <a:pt x="474" y="913"/>
                    </a:cubicBezTo>
                    <a:lnTo>
                      <a:pt x="5568" y="913"/>
                    </a:lnTo>
                    <a:cubicBezTo>
                      <a:pt x="5808" y="913"/>
                      <a:pt x="6013" y="708"/>
                      <a:pt x="6013" y="439"/>
                    </a:cubicBezTo>
                    <a:cubicBezTo>
                      <a:pt x="6013" y="206"/>
                      <a:pt x="5808" y="1"/>
                      <a:pt x="556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4" name="Google Shape;808;p40">
                <a:extLst>
                  <a:ext uri="{FF2B5EF4-FFF2-40B4-BE49-F238E27FC236}">
                    <a16:creationId xmlns:a16="http://schemas.microsoft.com/office/drawing/2014/main" id="{1BFF7B09-F186-E814-767D-E4204724E4C5}"/>
                  </a:ext>
                </a:extLst>
              </p:cNvPr>
              <p:cNvSpPr/>
              <p:nvPr/>
            </p:nvSpPr>
            <p:spPr>
              <a:xfrm>
                <a:off x="4112806" y="2723109"/>
                <a:ext cx="109996" cy="32431"/>
              </a:xfrm>
              <a:custGeom>
                <a:avLst/>
                <a:gdLst/>
                <a:ahLst/>
                <a:cxnLst/>
                <a:rect l="l" t="t" r="r" b="b"/>
                <a:pathLst>
                  <a:path w="3100" h="914" extrusionOk="0">
                    <a:moveTo>
                      <a:pt x="475" y="0"/>
                    </a:moveTo>
                    <a:cubicBezTo>
                      <a:pt x="206" y="0"/>
                      <a:pt x="1" y="206"/>
                      <a:pt x="1" y="446"/>
                    </a:cubicBezTo>
                    <a:cubicBezTo>
                      <a:pt x="1" y="708"/>
                      <a:pt x="206" y="913"/>
                      <a:pt x="475" y="913"/>
                    </a:cubicBezTo>
                    <a:lnTo>
                      <a:pt x="2654" y="913"/>
                    </a:lnTo>
                    <a:cubicBezTo>
                      <a:pt x="2894" y="913"/>
                      <a:pt x="3100" y="708"/>
                      <a:pt x="3100" y="446"/>
                    </a:cubicBezTo>
                    <a:cubicBezTo>
                      <a:pt x="3100" y="206"/>
                      <a:pt x="2894" y="0"/>
                      <a:pt x="26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5" name="Google Shape;809;p40">
                <a:extLst>
                  <a:ext uri="{FF2B5EF4-FFF2-40B4-BE49-F238E27FC236}">
                    <a16:creationId xmlns:a16="http://schemas.microsoft.com/office/drawing/2014/main" id="{EF2F3598-4911-0C14-33A8-5B568EC77176}"/>
                  </a:ext>
                </a:extLst>
              </p:cNvPr>
              <p:cNvSpPr/>
              <p:nvPr/>
            </p:nvSpPr>
            <p:spPr>
              <a:xfrm>
                <a:off x="4269705" y="2723109"/>
                <a:ext cx="111983" cy="32431"/>
              </a:xfrm>
              <a:custGeom>
                <a:avLst/>
                <a:gdLst/>
                <a:ahLst/>
                <a:cxnLst/>
                <a:rect l="l" t="t" r="r" b="b"/>
                <a:pathLst>
                  <a:path w="3156" h="914" extrusionOk="0">
                    <a:moveTo>
                      <a:pt x="446" y="0"/>
                    </a:moveTo>
                    <a:cubicBezTo>
                      <a:pt x="206" y="0"/>
                      <a:pt x="0" y="206"/>
                      <a:pt x="0" y="446"/>
                    </a:cubicBezTo>
                    <a:cubicBezTo>
                      <a:pt x="0" y="708"/>
                      <a:pt x="206" y="913"/>
                      <a:pt x="446" y="913"/>
                    </a:cubicBezTo>
                    <a:lnTo>
                      <a:pt x="2717" y="913"/>
                    </a:lnTo>
                    <a:cubicBezTo>
                      <a:pt x="2950" y="913"/>
                      <a:pt x="3156" y="708"/>
                      <a:pt x="3156" y="446"/>
                    </a:cubicBezTo>
                    <a:cubicBezTo>
                      <a:pt x="3156" y="206"/>
                      <a:pt x="2950" y="0"/>
                      <a:pt x="271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6" name="Google Shape;810;p40">
                <a:extLst>
                  <a:ext uri="{FF2B5EF4-FFF2-40B4-BE49-F238E27FC236}">
                    <a16:creationId xmlns:a16="http://schemas.microsoft.com/office/drawing/2014/main" id="{D7529336-C6B0-2613-E835-AA74031792AF}"/>
                  </a:ext>
                </a:extLst>
              </p:cNvPr>
              <p:cNvSpPr/>
              <p:nvPr/>
            </p:nvSpPr>
            <p:spPr>
              <a:xfrm>
                <a:off x="4428840" y="2723109"/>
                <a:ext cx="89913" cy="32431"/>
              </a:xfrm>
              <a:custGeom>
                <a:avLst/>
                <a:gdLst/>
                <a:ahLst/>
                <a:cxnLst/>
                <a:rect l="l" t="t" r="r" b="b"/>
                <a:pathLst>
                  <a:path w="2534" h="914" extrusionOk="0">
                    <a:moveTo>
                      <a:pt x="439" y="0"/>
                    </a:moveTo>
                    <a:cubicBezTo>
                      <a:pt x="177" y="0"/>
                      <a:pt x="1" y="206"/>
                      <a:pt x="1" y="446"/>
                    </a:cubicBezTo>
                    <a:cubicBezTo>
                      <a:pt x="1" y="708"/>
                      <a:pt x="177" y="913"/>
                      <a:pt x="439" y="913"/>
                    </a:cubicBezTo>
                    <a:lnTo>
                      <a:pt x="2088" y="913"/>
                    </a:lnTo>
                    <a:cubicBezTo>
                      <a:pt x="2328" y="913"/>
                      <a:pt x="2533" y="708"/>
                      <a:pt x="2533" y="446"/>
                    </a:cubicBezTo>
                    <a:cubicBezTo>
                      <a:pt x="2533" y="206"/>
                      <a:pt x="2328" y="0"/>
                      <a:pt x="20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7" name="Google Shape;811;p40">
                <a:extLst>
                  <a:ext uri="{FF2B5EF4-FFF2-40B4-BE49-F238E27FC236}">
                    <a16:creationId xmlns:a16="http://schemas.microsoft.com/office/drawing/2014/main" id="{D01713C1-04D3-33D9-0038-72A534D26715}"/>
                  </a:ext>
                </a:extLst>
              </p:cNvPr>
              <p:cNvSpPr/>
              <p:nvPr/>
            </p:nvSpPr>
            <p:spPr>
              <a:xfrm>
                <a:off x="4187140" y="2802694"/>
                <a:ext cx="122521" cy="32396"/>
              </a:xfrm>
              <a:custGeom>
                <a:avLst/>
                <a:gdLst/>
                <a:ahLst/>
                <a:cxnLst/>
                <a:rect l="l" t="t" r="r" b="b"/>
                <a:pathLst>
                  <a:path w="3453" h="913" extrusionOk="0">
                    <a:moveTo>
                      <a:pt x="446" y="0"/>
                    </a:moveTo>
                    <a:cubicBezTo>
                      <a:pt x="205" y="0"/>
                      <a:pt x="0" y="205"/>
                      <a:pt x="0" y="439"/>
                    </a:cubicBezTo>
                    <a:cubicBezTo>
                      <a:pt x="0" y="707"/>
                      <a:pt x="205" y="913"/>
                      <a:pt x="446" y="913"/>
                    </a:cubicBezTo>
                    <a:lnTo>
                      <a:pt x="2978" y="913"/>
                    </a:lnTo>
                    <a:cubicBezTo>
                      <a:pt x="3240" y="913"/>
                      <a:pt x="3452" y="707"/>
                      <a:pt x="3452" y="439"/>
                    </a:cubicBezTo>
                    <a:cubicBezTo>
                      <a:pt x="3452" y="205"/>
                      <a:pt x="3240" y="0"/>
                      <a:pt x="297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8" name="Google Shape;812;p40">
                <a:extLst>
                  <a:ext uri="{FF2B5EF4-FFF2-40B4-BE49-F238E27FC236}">
                    <a16:creationId xmlns:a16="http://schemas.microsoft.com/office/drawing/2014/main" id="{64143CEB-8AA8-EDE8-4BF2-0916A5B96879}"/>
                  </a:ext>
                </a:extLst>
              </p:cNvPr>
              <p:cNvSpPr/>
              <p:nvPr/>
            </p:nvSpPr>
            <p:spPr>
              <a:xfrm>
                <a:off x="3939372" y="2802694"/>
                <a:ext cx="61527" cy="32396"/>
              </a:xfrm>
              <a:custGeom>
                <a:avLst/>
                <a:gdLst/>
                <a:ahLst/>
                <a:cxnLst/>
                <a:rect l="l" t="t" r="r" b="b"/>
                <a:pathLst>
                  <a:path w="1734" h="913" extrusionOk="0">
                    <a:moveTo>
                      <a:pt x="439" y="0"/>
                    </a:moveTo>
                    <a:cubicBezTo>
                      <a:pt x="206" y="0"/>
                      <a:pt x="1" y="205"/>
                      <a:pt x="1" y="439"/>
                    </a:cubicBezTo>
                    <a:cubicBezTo>
                      <a:pt x="1" y="707"/>
                      <a:pt x="206" y="913"/>
                      <a:pt x="439" y="913"/>
                    </a:cubicBezTo>
                    <a:lnTo>
                      <a:pt x="1295" y="913"/>
                    </a:lnTo>
                    <a:cubicBezTo>
                      <a:pt x="1529" y="913"/>
                      <a:pt x="1734" y="707"/>
                      <a:pt x="1734" y="439"/>
                    </a:cubicBezTo>
                    <a:cubicBezTo>
                      <a:pt x="1734" y="205"/>
                      <a:pt x="1529" y="0"/>
                      <a:pt x="12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9" name="Google Shape;813;p40">
                <a:extLst>
                  <a:ext uri="{FF2B5EF4-FFF2-40B4-BE49-F238E27FC236}">
                    <a16:creationId xmlns:a16="http://schemas.microsoft.com/office/drawing/2014/main" id="{E33D4495-07CF-1F92-AA3F-D3B6841484F5}"/>
                  </a:ext>
                </a:extLst>
              </p:cNvPr>
              <p:cNvSpPr/>
              <p:nvPr/>
            </p:nvSpPr>
            <p:spPr>
              <a:xfrm>
                <a:off x="4031234" y="2802694"/>
                <a:ext cx="99457" cy="32396"/>
              </a:xfrm>
              <a:custGeom>
                <a:avLst/>
                <a:gdLst/>
                <a:ahLst/>
                <a:cxnLst/>
                <a:rect l="l" t="t" r="r" b="b"/>
                <a:pathLst>
                  <a:path w="2803" h="913" extrusionOk="0">
                    <a:moveTo>
                      <a:pt x="447" y="0"/>
                    </a:moveTo>
                    <a:cubicBezTo>
                      <a:pt x="206" y="0"/>
                      <a:pt x="1" y="205"/>
                      <a:pt x="1" y="439"/>
                    </a:cubicBezTo>
                    <a:cubicBezTo>
                      <a:pt x="1" y="707"/>
                      <a:pt x="206" y="913"/>
                      <a:pt x="447" y="913"/>
                    </a:cubicBezTo>
                    <a:lnTo>
                      <a:pt x="2328" y="913"/>
                    </a:lnTo>
                    <a:cubicBezTo>
                      <a:pt x="2597" y="913"/>
                      <a:pt x="2802" y="707"/>
                      <a:pt x="2802" y="439"/>
                    </a:cubicBezTo>
                    <a:cubicBezTo>
                      <a:pt x="2802" y="205"/>
                      <a:pt x="2597" y="0"/>
                      <a:pt x="232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0" name="Google Shape;814;p40">
                <a:extLst>
                  <a:ext uri="{FF2B5EF4-FFF2-40B4-BE49-F238E27FC236}">
                    <a16:creationId xmlns:a16="http://schemas.microsoft.com/office/drawing/2014/main" id="{E779103B-6915-051E-2AFA-7D1991A79F79}"/>
                  </a:ext>
                </a:extLst>
              </p:cNvPr>
              <p:cNvSpPr/>
              <p:nvPr/>
            </p:nvSpPr>
            <p:spPr>
              <a:xfrm>
                <a:off x="4369089" y="2802694"/>
                <a:ext cx="149665" cy="32396"/>
              </a:xfrm>
              <a:custGeom>
                <a:avLst/>
                <a:gdLst/>
                <a:ahLst/>
                <a:cxnLst/>
                <a:rect l="l" t="t" r="r" b="b"/>
                <a:pathLst>
                  <a:path w="4218" h="913" extrusionOk="0">
                    <a:moveTo>
                      <a:pt x="447" y="0"/>
                    </a:moveTo>
                    <a:cubicBezTo>
                      <a:pt x="206" y="0"/>
                      <a:pt x="1" y="205"/>
                      <a:pt x="1" y="439"/>
                    </a:cubicBezTo>
                    <a:cubicBezTo>
                      <a:pt x="1" y="707"/>
                      <a:pt x="206" y="913"/>
                      <a:pt x="447" y="913"/>
                    </a:cubicBezTo>
                    <a:lnTo>
                      <a:pt x="3772" y="913"/>
                    </a:lnTo>
                    <a:cubicBezTo>
                      <a:pt x="4040" y="913"/>
                      <a:pt x="4217" y="707"/>
                      <a:pt x="4217" y="439"/>
                    </a:cubicBezTo>
                    <a:cubicBezTo>
                      <a:pt x="4217" y="205"/>
                      <a:pt x="4040" y="0"/>
                      <a:pt x="37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 name="Google Shape;815;p40">
              <a:extLst>
                <a:ext uri="{FF2B5EF4-FFF2-40B4-BE49-F238E27FC236}">
                  <a16:creationId xmlns:a16="http://schemas.microsoft.com/office/drawing/2014/main" id="{81A8B4F7-4A76-7C2F-5639-0DEB00FCD455}"/>
                </a:ext>
              </a:extLst>
            </p:cNvPr>
            <p:cNvGrpSpPr/>
            <p:nvPr/>
          </p:nvGrpSpPr>
          <p:grpSpPr>
            <a:xfrm>
              <a:off x="1158100" y="913806"/>
              <a:ext cx="1910430" cy="3689957"/>
              <a:chOff x="3445647" y="3610431"/>
              <a:chExt cx="598187" cy="1155422"/>
            </a:xfrm>
          </p:grpSpPr>
          <p:sp>
            <p:nvSpPr>
              <p:cNvPr id="44" name="Google Shape;816;p40">
                <a:extLst>
                  <a:ext uri="{FF2B5EF4-FFF2-40B4-BE49-F238E27FC236}">
                    <a16:creationId xmlns:a16="http://schemas.microsoft.com/office/drawing/2014/main" id="{3BC0CF87-54F9-F3BE-4459-8831F56AFD0E}"/>
                  </a:ext>
                </a:extLst>
              </p:cNvPr>
              <p:cNvSpPr/>
              <p:nvPr/>
            </p:nvSpPr>
            <p:spPr>
              <a:xfrm>
                <a:off x="3891188" y="4339258"/>
                <a:ext cx="69049" cy="149630"/>
              </a:xfrm>
              <a:custGeom>
                <a:avLst/>
                <a:gdLst/>
                <a:ahLst/>
                <a:cxnLst/>
                <a:rect l="l" t="t" r="r" b="b"/>
                <a:pathLst>
                  <a:path w="1946" h="4217" extrusionOk="0">
                    <a:moveTo>
                      <a:pt x="822" y="0"/>
                    </a:moveTo>
                    <a:cubicBezTo>
                      <a:pt x="730" y="0"/>
                      <a:pt x="639" y="17"/>
                      <a:pt x="559" y="53"/>
                    </a:cubicBezTo>
                    <a:cubicBezTo>
                      <a:pt x="262" y="201"/>
                      <a:pt x="57" y="463"/>
                      <a:pt x="29" y="789"/>
                    </a:cubicBezTo>
                    <a:cubicBezTo>
                      <a:pt x="0" y="965"/>
                      <a:pt x="29" y="1142"/>
                      <a:pt x="57" y="1319"/>
                    </a:cubicBezTo>
                    <a:cubicBezTo>
                      <a:pt x="177" y="1970"/>
                      <a:pt x="297" y="2649"/>
                      <a:pt x="411" y="3293"/>
                    </a:cubicBezTo>
                    <a:cubicBezTo>
                      <a:pt x="498" y="3691"/>
                      <a:pt x="528" y="4217"/>
                      <a:pt x="1014" y="4217"/>
                    </a:cubicBezTo>
                    <a:cubicBezTo>
                      <a:pt x="1038" y="4217"/>
                      <a:pt x="1063" y="4215"/>
                      <a:pt x="1090" y="4213"/>
                    </a:cubicBezTo>
                    <a:cubicBezTo>
                      <a:pt x="1267" y="4213"/>
                      <a:pt x="1444" y="4149"/>
                      <a:pt x="1592" y="4036"/>
                    </a:cubicBezTo>
                    <a:cubicBezTo>
                      <a:pt x="1946" y="3710"/>
                      <a:pt x="1826" y="3059"/>
                      <a:pt x="1797" y="2649"/>
                    </a:cubicBezTo>
                    <a:cubicBezTo>
                      <a:pt x="1797" y="2055"/>
                      <a:pt x="1741" y="1496"/>
                      <a:pt x="1649" y="937"/>
                    </a:cubicBezTo>
                    <a:cubicBezTo>
                      <a:pt x="1620" y="704"/>
                      <a:pt x="1564" y="463"/>
                      <a:pt x="1415" y="258"/>
                    </a:cubicBezTo>
                    <a:cubicBezTo>
                      <a:pt x="1271" y="94"/>
                      <a:pt x="1040" y="0"/>
                      <a:pt x="822" y="0"/>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817;p40">
                <a:extLst>
                  <a:ext uri="{FF2B5EF4-FFF2-40B4-BE49-F238E27FC236}">
                    <a16:creationId xmlns:a16="http://schemas.microsoft.com/office/drawing/2014/main" id="{444934D5-6447-5E5C-6E2B-C8AA33F51FA0}"/>
                  </a:ext>
                </a:extLst>
              </p:cNvPr>
              <p:cNvSpPr/>
              <p:nvPr/>
            </p:nvSpPr>
            <p:spPr>
              <a:xfrm>
                <a:off x="3905736" y="4458334"/>
                <a:ext cx="138098" cy="51237"/>
              </a:xfrm>
              <a:custGeom>
                <a:avLst/>
                <a:gdLst/>
                <a:ahLst/>
                <a:cxnLst/>
                <a:rect l="l" t="t" r="r" b="b"/>
                <a:pathLst>
                  <a:path w="3892" h="1444" extrusionOk="0">
                    <a:moveTo>
                      <a:pt x="1416" y="1"/>
                    </a:moveTo>
                    <a:cubicBezTo>
                      <a:pt x="1359" y="1"/>
                      <a:pt x="1267" y="1"/>
                      <a:pt x="1210" y="29"/>
                    </a:cubicBezTo>
                    <a:cubicBezTo>
                      <a:pt x="800" y="85"/>
                      <a:pt x="418" y="149"/>
                      <a:pt x="1" y="234"/>
                    </a:cubicBezTo>
                    <a:cubicBezTo>
                      <a:pt x="64" y="468"/>
                      <a:pt x="93" y="708"/>
                      <a:pt x="64" y="970"/>
                    </a:cubicBezTo>
                    <a:lnTo>
                      <a:pt x="64" y="1295"/>
                    </a:lnTo>
                    <a:cubicBezTo>
                      <a:pt x="93" y="1387"/>
                      <a:pt x="149" y="1444"/>
                      <a:pt x="241" y="1444"/>
                    </a:cubicBezTo>
                    <a:lnTo>
                      <a:pt x="3276" y="1444"/>
                    </a:lnTo>
                    <a:cubicBezTo>
                      <a:pt x="3389" y="1444"/>
                      <a:pt x="3510" y="1415"/>
                      <a:pt x="3658" y="1415"/>
                    </a:cubicBezTo>
                    <a:cubicBezTo>
                      <a:pt x="3743" y="1415"/>
                      <a:pt x="3863" y="1352"/>
                      <a:pt x="3863" y="1239"/>
                    </a:cubicBezTo>
                    <a:cubicBezTo>
                      <a:pt x="3892" y="736"/>
                      <a:pt x="2010" y="383"/>
                      <a:pt x="1684" y="149"/>
                    </a:cubicBezTo>
                    <a:cubicBezTo>
                      <a:pt x="1592" y="85"/>
                      <a:pt x="1507" y="29"/>
                      <a:pt x="14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818;p40">
                <a:extLst>
                  <a:ext uri="{FF2B5EF4-FFF2-40B4-BE49-F238E27FC236}">
                    <a16:creationId xmlns:a16="http://schemas.microsoft.com/office/drawing/2014/main" id="{E0071CF6-EDAC-4496-2405-E0B7643B923A}"/>
                  </a:ext>
                </a:extLst>
              </p:cNvPr>
              <p:cNvSpPr/>
              <p:nvPr/>
            </p:nvSpPr>
            <p:spPr>
              <a:xfrm>
                <a:off x="3531476" y="4605511"/>
                <a:ext cx="69084" cy="128979"/>
              </a:xfrm>
              <a:custGeom>
                <a:avLst/>
                <a:gdLst/>
                <a:ahLst/>
                <a:cxnLst/>
                <a:rect l="l" t="t" r="r" b="b"/>
                <a:pathLst>
                  <a:path w="1947" h="3635" extrusionOk="0">
                    <a:moveTo>
                      <a:pt x="993" y="0"/>
                    </a:moveTo>
                    <a:cubicBezTo>
                      <a:pt x="754" y="0"/>
                      <a:pt x="514" y="90"/>
                      <a:pt x="383" y="246"/>
                    </a:cubicBezTo>
                    <a:cubicBezTo>
                      <a:pt x="291" y="359"/>
                      <a:pt x="263" y="508"/>
                      <a:pt x="234" y="628"/>
                    </a:cubicBezTo>
                    <a:cubicBezTo>
                      <a:pt x="1" y="1597"/>
                      <a:pt x="234" y="2630"/>
                      <a:pt x="319" y="3634"/>
                    </a:cubicBezTo>
                    <a:cubicBezTo>
                      <a:pt x="708" y="3571"/>
                      <a:pt x="1090" y="3514"/>
                      <a:pt x="1472" y="3429"/>
                    </a:cubicBezTo>
                    <a:cubicBezTo>
                      <a:pt x="1501" y="3429"/>
                      <a:pt x="1557" y="3429"/>
                      <a:pt x="1593" y="3366"/>
                    </a:cubicBezTo>
                    <a:cubicBezTo>
                      <a:pt x="1621" y="3366"/>
                      <a:pt x="1621" y="3309"/>
                      <a:pt x="1621" y="3281"/>
                    </a:cubicBezTo>
                    <a:cubicBezTo>
                      <a:pt x="1677" y="2630"/>
                      <a:pt x="1734" y="2014"/>
                      <a:pt x="1798" y="1364"/>
                    </a:cubicBezTo>
                    <a:cubicBezTo>
                      <a:pt x="1826" y="1130"/>
                      <a:pt x="1946" y="656"/>
                      <a:pt x="1854" y="423"/>
                    </a:cubicBezTo>
                    <a:cubicBezTo>
                      <a:pt x="1734" y="210"/>
                      <a:pt x="1295" y="34"/>
                      <a:pt x="1090" y="5"/>
                    </a:cubicBezTo>
                    <a:cubicBezTo>
                      <a:pt x="1058" y="2"/>
                      <a:pt x="1026" y="0"/>
                      <a:pt x="993" y="0"/>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819;p40">
                <a:extLst>
                  <a:ext uri="{FF2B5EF4-FFF2-40B4-BE49-F238E27FC236}">
                    <a16:creationId xmlns:a16="http://schemas.microsoft.com/office/drawing/2014/main" id="{A37DF779-407B-C3CC-DAF2-8472FA5915C5}"/>
                  </a:ext>
                </a:extLst>
              </p:cNvPr>
              <p:cNvSpPr/>
              <p:nvPr/>
            </p:nvSpPr>
            <p:spPr>
              <a:xfrm>
                <a:off x="3591972" y="3683204"/>
                <a:ext cx="60782" cy="130930"/>
              </a:xfrm>
              <a:custGeom>
                <a:avLst/>
                <a:gdLst/>
                <a:ahLst/>
                <a:cxnLst/>
                <a:rect l="l" t="t" r="r" b="b"/>
                <a:pathLst>
                  <a:path w="1713" h="3690" extrusionOk="0">
                    <a:moveTo>
                      <a:pt x="206" y="1"/>
                    </a:moveTo>
                    <a:cubicBezTo>
                      <a:pt x="149" y="1"/>
                      <a:pt x="93" y="1"/>
                      <a:pt x="64" y="29"/>
                    </a:cubicBezTo>
                    <a:cubicBezTo>
                      <a:pt x="1" y="65"/>
                      <a:pt x="1" y="178"/>
                      <a:pt x="1" y="270"/>
                    </a:cubicBezTo>
                    <a:cubicBezTo>
                      <a:pt x="1" y="418"/>
                      <a:pt x="29" y="560"/>
                      <a:pt x="64" y="708"/>
                    </a:cubicBezTo>
                    <a:lnTo>
                      <a:pt x="64" y="829"/>
                    </a:lnTo>
                    <a:cubicBezTo>
                      <a:pt x="121" y="1154"/>
                      <a:pt x="64" y="1479"/>
                      <a:pt x="29" y="1798"/>
                    </a:cubicBezTo>
                    <a:cubicBezTo>
                      <a:pt x="29" y="1862"/>
                      <a:pt x="1" y="1946"/>
                      <a:pt x="1" y="1975"/>
                    </a:cubicBezTo>
                    <a:cubicBezTo>
                      <a:pt x="1" y="2152"/>
                      <a:pt x="1" y="2300"/>
                      <a:pt x="64" y="2477"/>
                    </a:cubicBezTo>
                    <a:cubicBezTo>
                      <a:pt x="121" y="2859"/>
                      <a:pt x="475" y="3630"/>
                      <a:pt x="949" y="3687"/>
                    </a:cubicBezTo>
                    <a:cubicBezTo>
                      <a:pt x="957" y="3689"/>
                      <a:pt x="965" y="3690"/>
                      <a:pt x="973" y="3690"/>
                    </a:cubicBezTo>
                    <a:cubicBezTo>
                      <a:pt x="1079" y="3690"/>
                      <a:pt x="1188" y="3532"/>
                      <a:pt x="1267" y="3453"/>
                    </a:cubicBezTo>
                    <a:cubicBezTo>
                      <a:pt x="1479" y="3184"/>
                      <a:pt x="1656" y="2859"/>
                      <a:pt x="1713" y="2505"/>
                    </a:cubicBezTo>
                    <a:cubicBezTo>
                      <a:pt x="1713" y="2328"/>
                      <a:pt x="1713" y="2152"/>
                      <a:pt x="1684" y="2010"/>
                    </a:cubicBezTo>
                    <a:cubicBezTo>
                      <a:pt x="1656" y="1741"/>
                      <a:pt x="1656" y="1508"/>
                      <a:pt x="1621" y="1267"/>
                    </a:cubicBezTo>
                    <a:cubicBezTo>
                      <a:pt x="1621" y="1154"/>
                      <a:pt x="1592" y="1034"/>
                      <a:pt x="1592" y="914"/>
                    </a:cubicBezTo>
                    <a:cubicBezTo>
                      <a:pt x="1536" y="708"/>
                      <a:pt x="1444" y="503"/>
                      <a:pt x="1302" y="355"/>
                    </a:cubicBezTo>
                    <a:cubicBezTo>
                      <a:pt x="1034" y="29"/>
                      <a:pt x="595" y="1"/>
                      <a:pt x="206" y="1"/>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820;p40">
                <a:extLst>
                  <a:ext uri="{FF2B5EF4-FFF2-40B4-BE49-F238E27FC236}">
                    <a16:creationId xmlns:a16="http://schemas.microsoft.com/office/drawing/2014/main" id="{FA28F323-6E42-C378-C1C1-2F5DB3E9B658}"/>
                  </a:ext>
                </a:extLst>
              </p:cNvPr>
              <p:cNvSpPr/>
              <p:nvPr/>
            </p:nvSpPr>
            <p:spPr>
              <a:xfrm>
                <a:off x="3591972" y="3690939"/>
                <a:ext cx="53508" cy="43537"/>
              </a:xfrm>
              <a:custGeom>
                <a:avLst/>
                <a:gdLst/>
                <a:ahLst/>
                <a:cxnLst/>
                <a:rect l="l" t="t" r="r" b="b"/>
                <a:pathLst>
                  <a:path w="1508" h="1227" extrusionOk="0">
                    <a:moveTo>
                      <a:pt x="681" y="1"/>
                    </a:moveTo>
                    <a:cubicBezTo>
                      <a:pt x="528" y="1"/>
                      <a:pt x="382" y="53"/>
                      <a:pt x="270" y="165"/>
                    </a:cubicBezTo>
                    <a:cubicBezTo>
                      <a:pt x="241" y="200"/>
                      <a:pt x="206" y="229"/>
                      <a:pt x="178" y="257"/>
                    </a:cubicBezTo>
                    <a:cubicBezTo>
                      <a:pt x="149" y="285"/>
                      <a:pt x="93" y="285"/>
                      <a:pt x="64" y="314"/>
                    </a:cubicBezTo>
                    <a:cubicBezTo>
                      <a:pt x="1" y="342"/>
                      <a:pt x="29" y="405"/>
                      <a:pt x="29" y="434"/>
                    </a:cubicBezTo>
                    <a:cubicBezTo>
                      <a:pt x="64" y="554"/>
                      <a:pt x="64" y="696"/>
                      <a:pt x="93" y="816"/>
                    </a:cubicBezTo>
                    <a:cubicBezTo>
                      <a:pt x="93" y="936"/>
                      <a:pt x="64" y="1085"/>
                      <a:pt x="64" y="1226"/>
                    </a:cubicBezTo>
                    <a:cubicBezTo>
                      <a:pt x="64" y="1226"/>
                      <a:pt x="736" y="1113"/>
                      <a:pt x="1005" y="1021"/>
                    </a:cubicBezTo>
                    <a:cubicBezTo>
                      <a:pt x="1154" y="993"/>
                      <a:pt x="1331" y="936"/>
                      <a:pt x="1508" y="872"/>
                    </a:cubicBezTo>
                    <a:lnTo>
                      <a:pt x="1508" y="788"/>
                    </a:lnTo>
                    <a:cubicBezTo>
                      <a:pt x="1508" y="696"/>
                      <a:pt x="1444" y="611"/>
                      <a:pt x="1416" y="519"/>
                    </a:cubicBezTo>
                    <a:cubicBezTo>
                      <a:pt x="1359" y="434"/>
                      <a:pt x="1331" y="377"/>
                      <a:pt x="1267" y="285"/>
                    </a:cubicBezTo>
                    <a:cubicBezTo>
                      <a:pt x="1182" y="200"/>
                      <a:pt x="1062" y="108"/>
                      <a:pt x="949" y="52"/>
                    </a:cubicBezTo>
                    <a:cubicBezTo>
                      <a:pt x="861" y="18"/>
                      <a:pt x="769" y="1"/>
                      <a:pt x="6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821;p40">
                <a:extLst>
                  <a:ext uri="{FF2B5EF4-FFF2-40B4-BE49-F238E27FC236}">
                    <a16:creationId xmlns:a16="http://schemas.microsoft.com/office/drawing/2014/main" id="{38B2AA81-6890-D720-6134-DA8DC9F333CF}"/>
                  </a:ext>
                </a:extLst>
              </p:cNvPr>
              <p:cNvSpPr/>
              <p:nvPr/>
            </p:nvSpPr>
            <p:spPr>
              <a:xfrm>
                <a:off x="3646437" y="3627817"/>
                <a:ext cx="21893" cy="47156"/>
              </a:xfrm>
              <a:custGeom>
                <a:avLst/>
                <a:gdLst/>
                <a:ahLst/>
                <a:cxnLst/>
                <a:rect l="l" t="t" r="r" b="b"/>
                <a:pathLst>
                  <a:path w="617" h="1329" extrusionOk="0">
                    <a:moveTo>
                      <a:pt x="213" y="0"/>
                    </a:moveTo>
                    <a:cubicBezTo>
                      <a:pt x="180" y="0"/>
                      <a:pt x="149" y="10"/>
                      <a:pt x="121" y="34"/>
                    </a:cubicBezTo>
                    <a:cubicBezTo>
                      <a:pt x="1" y="119"/>
                      <a:pt x="178" y="472"/>
                      <a:pt x="234" y="593"/>
                    </a:cubicBezTo>
                    <a:cubicBezTo>
                      <a:pt x="326" y="770"/>
                      <a:pt x="298" y="946"/>
                      <a:pt x="326" y="1123"/>
                    </a:cubicBezTo>
                    <a:cubicBezTo>
                      <a:pt x="326" y="1180"/>
                      <a:pt x="326" y="1237"/>
                      <a:pt x="355" y="1272"/>
                    </a:cubicBezTo>
                    <a:cubicBezTo>
                      <a:pt x="383" y="1300"/>
                      <a:pt x="439" y="1328"/>
                      <a:pt x="503" y="1328"/>
                    </a:cubicBezTo>
                    <a:cubicBezTo>
                      <a:pt x="560" y="1300"/>
                      <a:pt x="560" y="1237"/>
                      <a:pt x="588" y="1180"/>
                    </a:cubicBezTo>
                    <a:lnTo>
                      <a:pt x="588" y="918"/>
                    </a:lnTo>
                    <a:cubicBezTo>
                      <a:pt x="616" y="706"/>
                      <a:pt x="616" y="472"/>
                      <a:pt x="560" y="267"/>
                    </a:cubicBezTo>
                    <a:cubicBezTo>
                      <a:pt x="514" y="171"/>
                      <a:pt x="349" y="0"/>
                      <a:pt x="2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822;p40">
                <a:extLst>
                  <a:ext uri="{FF2B5EF4-FFF2-40B4-BE49-F238E27FC236}">
                    <a16:creationId xmlns:a16="http://schemas.microsoft.com/office/drawing/2014/main" id="{7EA91E0A-A0D9-46D8-B682-89A78D3D6673}"/>
                  </a:ext>
                </a:extLst>
              </p:cNvPr>
              <p:cNvSpPr/>
              <p:nvPr/>
            </p:nvSpPr>
            <p:spPr>
              <a:xfrm>
                <a:off x="3656975" y="3663724"/>
                <a:ext cx="19870" cy="27180"/>
              </a:xfrm>
              <a:custGeom>
                <a:avLst/>
                <a:gdLst/>
                <a:ahLst/>
                <a:cxnLst/>
                <a:rect l="l" t="t" r="r" b="b"/>
                <a:pathLst>
                  <a:path w="560" h="766" extrusionOk="0">
                    <a:moveTo>
                      <a:pt x="214" y="0"/>
                    </a:moveTo>
                    <a:cubicBezTo>
                      <a:pt x="122" y="0"/>
                      <a:pt x="37" y="58"/>
                      <a:pt x="1" y="196"/>
                    </a:cubicBezTo>
                    <a:lnTo>
                      <a:pt x="142" y="755"/>
                    </a:lnTo>
                    <a:cubicBezTo>
                      <a:pt x="167" y="762"/>
                      <a:pt x="189" y="765"/>
                      <a:pt x="211" y="765"/>
                    </a:cubicBezTo>
                    <a:cubicBezTo>
                      <a:pt x="299" y="765"/>
                      <a:pt x="372" y="715"/>
                      <a:pt x="440" y="670"/>
                    </a:cubicBezTo>
                    <a:cubicBezTo>
                      <a:pt x="532" y="550"/>
                      <a:pt x="560" y="401"/>
                      <a:pt x="532" y="260"/>
                    </a:cubicBezTo>
                    <a:cubicBezTo>
                      <a:pt x="479" y="105"/>
                      <a:pt x="339" y="0"/>
                      <a:pt x="214" y="0"/>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823;p40">
                <a:extLst>
                  <a:ext uri="{FF2B5EF4-FFF2-40B4-BE49-F238E27FC236}">
                    <a16:creationId xmlns:a16="http://schemas.microsoft.com/office/drawing/2014/main" id="{8D820913-3C45-A251-6872-ED0C95CBB5CF}"/>
                  </a:ext>
                </a:extLst>
              </p:cNvPr>
              <p:cNvSpPr/>
              <p:nvPr/>
            </p:nvSpPr>
            <p:spPr>
              <a:xfrm>
                <a:off x="3581683" y="3629165"/>
                <a:ext cx="84626" cy="101409"/>
              </a:xfrm>
              <a:custGeom>
                <a:avLst/>
                <a:gdLst/>
                <a:ahLst/>
                <a:cxnLst/>
                <a:rect l="l" t="t" r="r" b="b"/>
                <a:pathLst>
                  <a:path w="2385" h="2858" extrusionOk="0">
                    <a:moveTo>
                      <a:pt x="1958" y="1"/>
                    </a:moveTo>
                    <a:cubicBezTo>
                      <a:pt x="1709" y="1"/>
                      <a:pt x="1264" y="290"/>
                      <a:pt x="1062" y="314"/>
                    </a:cubicBezTo>
                    <a:cubicBezTo>
                      <a:pt x="850" y="378"/>
                      <a:pt x="496" y="434"/>
                      <a:pt x="319" y="583"/>
                    </a:cubicBezTo>
                    <a:cubicBezTo>
                      <a:pt x="1" y="937"/>
                      <a:pt x="57" y="1552"/>
                      <a:pt x="262" y="1998"/>
                    </a:cubicBezTo>
                    <a:cubicBezTo>
                      <a:pt x="291" y="2055"/>
                      <a:pt x="383" y="2260"/>
                      <a:pt x="411" y="2323"/>
                    </a:cubicBezTo>
                    <a:cubicBezTo>
                      <a:pt x="682" y="2729"/>
                      <a:pt x="1105" y="2858"/>
                      <a:pt x="1435" y="2858"/>
                    </a:cubicBezTo>
                    <a:cubicBezTo>
                      <a:pt x="1537" y="2858"/>
                      <a:pt x="1629" y="2846"/>
                      <a:pt x="1706" y="2826"/>
                    </a:cubicBezTo>
                    <a:cubicBezTo>
                      <a:pt x="2088" y="2734"/>
                      <a:pt x="2300" y="2408"/>
                      <a:pt x="2356" y="1970"/>
                    </a:cubicBezTo>
                    <a:cubicBezTo>
                      <a:pt x="2356" y="1906"/>
                      <a:pt x="2385" y="1644"/>
                      <a:pt x="2385" y="1552"/>
                    </a:cubicBezTo>
                    <a:cubicBezTo>
                      <a:pt x="2385" y="1057"/>
                      <a:pt x="2264" y="137"/>
                      <a:pt x="2059" y="24"/>
                    </a:cubicBezTo>
                    <a:cubicBezTo>
                      <a:pt x="2032" y="8"/>
                      <a:pt x="1997" y="1"/>
                      <a:pt x="1958" y="1"/>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824;p40">
                <a:extLst>
                  <a:ext uri="{FF2B5EF4-FFF2-40B4-BE49-F238E27FC236}">
                    <a16:creationId xmlns:a16="http://schemas.microsoft.com/office/drawing/2014/main" id="{395397CE-0820-58C4-DA8C-76A7B60E8DE1}"/>
                  </a:ext>
                </a:extLst>
              </p:cNvPr>
              <p:cNvSpPr/>
              <p:nvPr/>
            </p:nvSpPr>
            <p:spPr>
              <a:xfrm>
                <a:off x="3573167" y="3610431"/>
                <a:ext cx="94171" cy="76855"/>
              </a:xfrm>
              <a:custGeom>
                <a:avLst/>
                <a:gdLst/>
                <a:ahLst/>
                <a:cxnLst/>
                <a:rect l="l" t="t" r="r" b="b"/>
                <a:pathLst>
                  <a:path w="2654" h="2166" extrusionOk="0">
                    <a:moveTo>
                      <a:pt x="1228" y="0"/>
                    </a:moveTo>
                    <a:cubicBezTo>
                      <a:pt x="1132" y="0"/>
                      <a:pt x="1037" y="7"/>
                      <a:pt x="948" y="22"/>
                    </a:cubicBezTo>
                    <a:cubicBezTo>
                      <a:pt x="708" y="78"/>
                      <a:pt x="474" y="198"/>
                      <a:pt x="297" y="404"/>
                    </a:cubicBezTo>
                    <a:cubicBezTo>
                      <a:pt x="92" y="665"/>
                      <a:pt x="0" y="1054"/>
                      <a:pt x="92" y="1408"/>
                    </a:cubicBezTo>
                    <a:cubicBezTo>
                      <a:pt x="120" y="1642"/>
                      <a:pt x="205" y="2024"/>
                      <a:pt x="474" y="2144"/>
                    </a:cubicBezTo>
                    <a:cubicBezTo>
                      <a:pt x="511" y="2158"/>
                      <a:pt x="546" y="2165"/>
                      <a:pt x="578" y="2165"/>
                    </a:cubicBezTo>
                    <a:cubicBezTo>
                      <a:pt x="674" y="2165"/>
                      <a:pt x="745" y="2100"/>
                      <a:pt x="771" y="1967"/>
                    </a:cubicBezTo>
                    <a:cubicBezTo>
                      <a:pt x="800" y="1790"/>
                      <a:pt x="771" y="1585"/>
                      <a:pt x="771" y="1373"/>
                    </a:cubicBezTo>
                    <a:cubicBezTo>
                      <a:pt x="771" y="1345"/>
                      <a:pt x="771" y="1345"/>
                      <a:pt x="800" y="1316"/>
                    </a:cubicBezTo>
                    <a:cubicBezTo>
                      <a:pt x="828" y="1288"/>
                      <a:pt x="856" y="1288"/>
                      <a:pt x="884" y="1288"/>
                    </a:cubicBezTo>
                    <a:cubicBezTo>
                      <a:pt x="1330" y="1231"/>
                      <a:pt x="1684" y="1019"/>
                      <a:pt x="2038" y="757"/>
                    </a:cubicBezTo>
                    <a:cubicBezTo>
                      <a:pt x="2122" y="842"/>
                      <a:pt x="2214" y="906"/>
                      <a:pt x="2328" y="934"/>
                    </a:cubicBezTo>
                    <a:cubicBezTo>
                      <a:pt x="2391" y="934"/>
                      <a:pt x="2476" y="934"/>
                      <a:pt x="2540" y="906"/>
                    </a:cubicBezTo>
                    <a:cubicBezTo>
                      <a:pt x="2625" y="878"/>
                      <a:pt x="2653" y="814"/>
                      <a:pt x="2625" y="729"/>
                    </a:cubicBezTo>
                    <a:cubicBezTo>
                      <a:pt x="2625" y="665"/>
                      <a:pt x="2596" y="609"/>
                      <a:pt x="2540" y="552"/>
                    </a:cubicBezTo>
                    <a:cubicBezTo>
                      <a:pt x="2448" y="404"/>
                      <a:pt x="2328" y="312"/>
                      <a:pt x="2214" y="227"/>
                    </a:cubicBezTo>
                    <a:cubicBezTo>
                      <a:pt x="2009" y="106"/>
                      <a:pt x="1769" y="50"/>
                      <a:pt x="1507" y="22"/>
                    </a:cubicBezTo>
                    <a:cubicBezTo>
                      <a:pt x="1419" y="7"/>
                      <a:pt x="1323" y="0"/>
                      <a:pt x="12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825;p40">
                <a:extLst>
                  <a:ext uri="{FF2B5EF4-FFF2-40B4-BE49-F238E27FC236}">
                    <a16:creationId xmlns:a16="http://schemas.microsoft.com/office/drawing/2014/main" id="{41CDE8A9-C2B5-4F85-287E-0E28914F3582}"/>
                  </a:ext>
                </a:extLst>
              </p:cNvPr>
              <p:cNvSpPr/>
              <p:nvPr/>
            </p:nvSpPr>
            <p:spPr>
              <a:xfrm>
                <a:off x="3574125" y="3667876"/>
                <a:ext cx="29450" cy="30586"/>
              </a:xfrm>
              <a:custGeom>
                <a:avLst/>
                <a:gdLst/>
                <a:ahLst/>
                <a:cxnLst/>
                <a:rect l="l" t="t" r="r" b="b"/>
                <a:pathLst>
                  <a:path w="830" h="862" extrusionOk="0">
                    <a:moveTo>
                      <a:pt x="435" y="1"/>
                    </a:moveTo>
                    <a:cubicBezTo>
                      <a:pt x="73" y="1"/>
                      <a:pt x="0" y="551"/>
                      <a:pt x="242" y="787"/>
                    </a:cubicBezTo>
                    <a:cubicBezTo>
                      <a:pt x="290" y="837"/>
                      <a:pt x="349" y="862"/>
                      <a:pt x="410" y="862"/>
                    </a:cubicBezTo>
                    <a:cubicBezTo>
                      <a:pt x="494" y="862"/>
                      <a:pt x="583" y="816"/>
                      <a:pt x="652" y="730"/>
                    </a:cubicBezTo>
                    <a:lnTo>
                      <a:pt x="829" y="284"/>
                    </a:lnTo>
                    <a:cubicBezTo>
                      <a:pt x="744" y="171"/>
                      <a:pt x="681" y="51"/>
                      <a:pt x="567" y="23"/>
                    </a:cubicBezTo>
                    <a:cubicBezTo>
                      <a:pt x="520" y="8"/>
                      <a:pt x="476" y="1"/>
                      <a:pt x="435" y="1"/>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826;p40">
                <a:extLst>
                  <a:ext uri="{FF2B5EF4-FFF2-40B4-BE49-F238E27FC236}">
                    <a16:creationId xmlns:a16="http://schemas.microsoft.com/office/drawing/2014/main" id="{82825A6E-5B4D-AFCF-3E60-7381CFBF5D78}"/>
                  </a:ext>
                </a:extLst>
              </p:cNvPr>
              <p:cNvSpPr/>
              <p:nvPr/>
            </p:nvSpPr>
            <p:spPr>
              <a:xfrm>
                <a:off x="3507384" y="4019214"/>
                <a:ext cx="479972" cy="645249"/>
              </a:xfrm>
              <a:custGeom>
                <a:avLst/>
                <a:gdLst/>
                <a:ahLst/>
                <a:cxnLst/>
                <a:rect l="l" t="t" r="r" b="b"/>
                <a:pathLst>
                  <a:path w="13527" h="18185" extrusionOk="0">
                    <a:moveTo>
                      <a:pt x="2992" y="0"/>
                    </a:moveTo>
                    <a:cubicBezTo>
                      <a:pt x="2859" y="0"/>
                      <a:pt x="2725" y="8"/>
                      <a:pt x="2590" y="25"/>
                    </a:cubicBezTo>
                    <a:cubicBezTo>
                      <a:pt x="2003" y="81"/>
                      <a:pt x="1147" y="407"/>
                      <a:pt x="885" y="994"/>
                    </a:cubicBezTo>
                    <a:cubicBezTo>
                      <a:pt x="588" y="1673"/>
                      <a:pt x="383" y="2501"/>
                      <a:pt x="262" y="3237"/>
                    </a:cubicBezTo>
                    <a:cubicBezTo>
                      <a:pt x="29" y="4800"/>
                      <a:pt x="57" y="6300"/>
                      <a:pt x="86" y="7891"/>
                    </a:cubicBezTo>
                    <a:cubicBezTo>
                      <a:pt x="149" y="9342"/>
                      <a:pt x="1" y="11167"/>
                      <a:pt x="29" y="12638"/>
                    </a:cubicBezTo>
                    <a:cubicBezTo>
                      <a:pt x="57" y="14612"/>
                      <a:pt x="57" y="16147"/>
                      <a:pt x="206" y="18008"/>
                    </a:cubicBezTo>
                    <a:cubicBezTo>
                      <a:pt x="234" y="18093"/>
                      <a:pt x="765" y="18149"/>
                      <a:pt x="857" y="18149"/>
                    </a:cubicBezTo>
                    <a:cubicBezTo>
                      <a:pt x="1052" y="18164"/>
                      <a:pt x="1248" y="18169"/>
                      <a:pt x="1443" y="18169"/>
                    </a:cubicBezTo>
                    <a:cubicBezTo>
                      <a:pt x="1842" y="18169"/>
                      <a:pt x="2240" y="18149"/>
                      <a:pt x="2634" y="18149"/>
                    </a:cubicBezTo>
                    <a:cubicBezTo>
                      <a:pt x="2888" y="18149"/>
                      <a:pt x="3140" y="18157"/>
                      <a:pt x="3389" y="18185"/>
                    </a:cubicBezTo>
                    <a:cubicBezTo>
                      <a:pt x="3418" y="16324"/>
                      <a:pt x="3474" y="14471"/>
                      <a:pt x="3510" y="12610"/>
                    </a:cubicBezTo>
                    <a:cubicBezTo>
                      <a:pt x="3538" y="11315"/>
                      <a:pt x="3538" y="9985"/>
                      <a:pt x="3715" y="8691"/>
                    </a:cubicBezTo>
                    <a:cubicBezTo>
                      <a:pt x="3828" y="7573"/>
                      <a:pt x="3920" y="6448"/>
                      <a:pt x="4005" y="5359"/>
                    </a:cubicBezTo>
                    <a:cubicBezTo>
                      <a:pt x="4005" y="5154"/>
                      <a:pt x="3976" y="4885"/>
                      <a:pt x="4040" y="4708"/>
                    </a:cubicBezTo>
                    <a:cubicBezTo>
                      <a:pt x="4066" y="4590"/>
                      <a:pt x="4151" y="4556"/>
                      <a:pt x="4259" y="4556"/>
                    </a:cubicBezTo>
                    <a:cubicBezTo>
                      <a:pt x="4391" y="4556"/>
                      <a:pt x="4555" y="4608"/>
                      <a:pt x="4684" y="4623"/>
                    </a:cubicBezTo>
                    <a:cubicBezTo>
                      <a:pt x="5214" y="4743"/>
                      <a:pt x="5717" y="4920"/>
                      <a:pt x="6219" y="5062"/>
                    </a:cubicBezTo>
                    <a:cubicBezTo>
                      <a:pt x="7400" y="5479"/>
                      <a:pt x="8667" y="5805"/>
                      <a:pt x="9905" y="5946"/>
                    </a:cubicBezTo>
                    <a:cubicBezTo>
                      <a:pt x="9876" y="6010"/>
                      <a:pt x="9841" y="6066"/>
                      <a:pt x="9841" y="6123"/>
                    </a:cubicBezTo>
                    <a:lnTo>
                      <a:pt x="9841" y="6215"/>
                    </a:lnTo>
                    <a:cubicBezTo>
                      <a:pt x="9905" y="7043"/>
                      <a:pt x="9933" y="7835"/>
                      <a:pt x="9961" y="8663"/>
                    </a:cubicBezTo>
                    <a:cubicBezTo>
                      <a:pt x="9961" y="8896"/>
                      <a:pt x="10195" y="10757"/>
                      <a:pt x="10195" y="11344"/>
                    </a:cubicBezTo>
                    <a:cubicBezTo>
                      <a:pt x="10195" y="11429"/>
                      <a:pt x="10287" y="11492"/>
                      <a:pt x="10372" y="11492"/>
                    </a:cubicBezTo>
                    <a:cubicBezTo>
                      <a:pt x="10496" y="11454"/>
                      <a:pt x="10647" y="11443"/>
                      <a:pt x="10801" y="11443"/>
                    </a:cubicBezTo>
                    <a:cubicBezTo>
                      <a:pt x="11015" y="11443"/>
                      <a:pt x="11236" y="11464"/>
                      <a:pt x="11405" y="11464"/>
                    </a:cubicBezTo>
                    <a:cubicBezTo>
                      <a:pt x="11935" y="11429"/>
                      <a:pt x="12466" y="11400"/>
                      <a:pt x="12996" y="11344"/>
                    </a:cubicBezTo>
                    <a:cubicBezTo>
                      <a:pt x="13060" y="11344"/>
                      <a:pt x="13117" y="11315"/>
                      <a:pt x="13145" y="11287"/>
                    </a:cubicBezTo>
                    <a:cubicBezTo>
                      <a:pt x="13201" y="11252"/>
                      <a:pt x="13201" y="11195"/>
                      <a:pt x="13201" y="11139"/>
                    </a:cubicBezTo>
                    <a:cubicBezTo>
                      <a:pt x="13527" y="9221"/>
                      <a:pt x="13499" y="7425"/>
                      <a:pt x="13350" y="5451"/>
                    </a:cubicBezTo>
                    <a:cubicBezTo>
                      <a:pt x="13293" y="4651"/>
                      <a:pt x="13378" y="3442"/>
                      <a:pt x="12586" y="3003"/>
                    </a:cubicBezTo>
                    <a:cubicBezTo>
                      <a:pt x="11645" y="2409"/>
                      <a:pt x="10315" y="2267"/>
                      <a:pt x="9226" y="1998"/>
                    </a:cubicBezTo>
                    <a:cubicBezTo>
                      <a:pt x="8370" y="1765"/>
                      <a:pt x="7514" y="1560"/>
                      <a:pt x="6693" y="1234"/>
                    </a:cubicBezTo>
                    <a:cubicBezTo>
                      <a:pt x="6014" y="966"/>
                      <a:pt x="5391" y="640"/>
                      <a:pt x="4712" y="378"/>
                    </a:cubicBezTo>
                    <a:cubicBezTo>
                      <a:pt x="4162" y="159"/>
                      <a:pt x="3589" y="0"/>
                      <a:pt x="29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827;p40">
                <a:extLst>
                  <a:ext uri="{FF2B5EF4-FFF2-40B4-BE49-F238E27FC236}">
                    <a16:creationId xmlns:a16="http://schemas.microsoft.com/office/drawing/2014/main" id="{BB4A9436-A43C-9A90-B323-D69ACA637060}"/>
                  </a:ext>
                </a:extLst>
              </p:cNvPr>
              <p:cNvSpPr/>
              <p:nvPr/>
            </p:nvSpPr>
            <p:spPr>
              <a:xfrm>
                <a:off x="3470732" y="3752251"/>
                <a:ext cx="313807" cy="326404"/>
              </a:xfrm>
              <a:custGeom>
                <a:avLst/>
                <a:gdLst/>
                <a:ahLst/>
                <a:cxnLst/>
                <a:rect l="l" t="t" r="r" b="b"/>
                <a:pathLst>
                  <a:path w="8844" h="9199" extrusionOk="0">
                    <a:moveTo>
                      <a:pt x="3418" y="0"/>
                    </a:moveTo>
                    <a:cubicBezTo>
                      <a:pt x="3036" y="121"/>
                      <a:pt x="2654" y="92"/>
                      <a:pt x="2243" y="149"/>
                    </a:cubicBezTo>
                    <a:cubicBezTo>
                      <a:pt x="1975" y="177"/>
                      <a:pt x="1741" y="269"/>
                      <a:pt x="1444" y="298"/>
                    </a:cubicBezTo>
                    <a:cubicBezTo>
                      <a:pt x="913" y="418"/>
                      <a:pt x="439" y="800"/>
                      <a:pt x="206" y="1302"/>
                    </a:cubicBezTo>
                    <a:cubicBezTo>
                      <a:pt x="86" y="1536"/>
                      <a:pt x="1" y="1769"/>
                      <a:pt x="1" y="2038"/>
                    </a:cubicBezTo>
                    <a:cubicBezTo>
                      <a:pt x="1" y="2243"/>
                      <a:pt x="29" y="2476"/>
                      <a:pt x="57" y="2682"/>
                    </a:cubicBezTo>
                    <a:cubicBezTo>
                      <a:pt x="178" y="3453"/>
                      <a:pt x="206" y="4309"/>
                      <a:pt x="503" y="5016"/>
                    </a:cubicBezTo>
                    <a:cubicBezTo>
                      <a:pt x="616" y="5334"/>
                      <a:pt x="828" y="5632"/>
                      <a:pt x="1034" y="5929"/>
                    </a:cubicBezTo>
                    <a:cubicBezTo>
                      <a:pt x="1119" y="6077"/>
                      <a:pt x="1211" y="6219"/>
                      <a:pt x="1324" y="6339"/>
                    </a:cubicBezTo>
                    <a:cubicBezTo>
                      <a:pt x="1383" y="6366"/>
                      <a:pt x="1567" y="6547"/>
                      <a:pt x="1636" y="6547"/>
                    </a:cubicBezTo>
                    <a:cubicBezTo>
                      <a:pt x="1641" y="6547"/>
                      <a:pt x="1645" y="6546"/>
                      <a:pt x="1649" y="6544"/>
                    </a:cubicBezTo>
                    <a:lnTo>
                      <a:pt x="1677" y="6544"/>
                    </a:lnTo>
                    <a:cubicBezTo>
                      <a:pt x="1621" y="6898"/>
                      <a:pt x="1593" y="7315"/>
                      <a:pt x="1501" y="7697"/>
                    </a:cubicBezTo>
                    <a:cubicBezTo>
                      <a:pt x="1472" y="7931"/>
                      <a:pt x="1324" y="8284"/>
                      <a:pt x="1472" y="8518"/>
                    </a:cubicBezTo>
                    <a:cubicBezTo>
                      <a:pt x="1593" y="8730"/>
                      <a:pt x="1946" y="8787"/>
                      <a:pt x="2151" y="8815"/>
                    </a:cubicBezTo>
                    <a:cubicBezTo>
                      <a:pt x="2774" y="8935"/>
                      <a:pt x="3389" y="8992"/>
                      <a:pt x="4040" y="9084"/>
                    </a:cubicBezTo>
                    <a:cubicBezTo>
                      <a:pt x="4571" y="9140"/>
                      <a:pt x="5116" y="9199"/>
                      <a:pt x="5657" y="9199"/>
                    </a:cubicBezTo>
                    <a:cubicBezTo>
                      <a:pt x="6198" y="9199"/>
                      <a:pt x="6736" y="9140"/>
                      <a:pt x="7252" y="8964"/>
                    </a:cubicBezTo>
                    <a:cubicBezTo>
                      <a:pt x="7401" y="8907"/>
                      <a:pt x="7577" y="8843"/>
                      <a:pt x="7691" y="8730"/>
                    </a:cubicBezTo>
                    <a:cubicBezTo>
                      <a:pt x="7988" y="8433"/>
                      <a:pt x="7811" y="7697"/>
                      <a:pt x="7811" y="7315"/>
                    </a:cubicBezTo>
                    <a:cubicBezTo>
                      <a:pt x="7811" y="7223"/>
                      <a:pt x="7811" y="6693"/>
                      <a:pt x="7662" y="6693"/>
                    </a:cubicBezTo>
                    <a:cubicBezTo>
                      <a:pt x="7811" y="6693"/>
                      <a:pt x="7959" y="6664"/>
                      <a:pt x="8080" y="6608"/>
                    </a:cubicBezTo>
                    <a:cubicBezTo>
                      <a:pt x="8341" y="6431"/>
                      <a:pt x="8490" y="6106"/>
                      <a:pt x="8575" y="5780"/>
                    </a:cubicBezTo>
                    <a:cubicBezTo>
                      <a:pt x="8723" y="5306"/>
                      <a:pt x="8844" y="4776"/>
                      <a:pt x="8815" y="4273"/>
                    </a:cubicBezTo>
                    <a:cubicBezTo>
                      <a:pt x="8787" y="3920"/>
                      <a:pt x="8723" y="3601"/>
                      <a:pt x="8639" y="3276"/>
                    </a:cubicBezTo>
                    <a:cubicBezTo>
                      <a:pt x="8490" y="2653"/>
                      <a:pt x="8221" y="2094"/>
                      <a:pt x="7959" y="1564"/>
                    </a:cubicBezTo>
                    <a:cubicBezTo>
                      <a:pt x="7867" y="1387"/>
                      <a:pt x="7783" y="1210"/>
                      <a:pt x="7662" y="1062"/>
                    </a:cubicBezTo>
                    <a:cubicBezTo>
                      <a:pt x="7309" y="595"/>
                      <a:pt x="6870" y="241"/>
                      <a:pt x="6276" y="149"/>
                    </a:cubicBezTo>
                    <a:cubicBezTo>
                      <a:pt x="5894" y="92"/>
                      <a:pt x="5483" y="121"/>
                      <a:pt x="5101" y="29"/>
                    </a:cubicBezTo>
                    <a:cubicBezTo>
                      <a:pt x="5073" y="418"/>
                      <a:pt x="4719" y="708"/>
                      <a:pt x="4366" y="708"/>
                    </a:cubicBezTo>
                    <a:cubicBezTo>
                      <a:pt x="4012" y="708"/>
                      <a:pt x="3623" y="651"/>
                      <a:pt x="3481" y="326"/>
                    </a:cubicBezTo>
                    <a:cubicBezTo>
                      <a:pt x="3446" y="241"/>
                      <a:pt x="3418" y="121"/>
                      <a:pt x="34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828;p40">
                <a:extLst>
                  <a:ext uri="{FF2B5EF4-FFF2-40B4-BE49-F238E27FC236}">
                    <a16:creationId xmlns:a16="http://schemas.microsoft.com/office/drawing/2014/main" id="{CF8DD6A3-C464-D6B4-71CA-CC6D31E7A030}"/>
                  </a:ext>
                </a:extLst>
              </p:cNvPr>
              <p:cNvSpPr/>
              <p:nvPr/>
            </p:nvSpPr>
            <p:spPr>
              <a:xfrm>
                <a:off x="3514658" y="3905638"/>
                <a:ext cx="168471" cy="85123"/>
              </a:xfrm>
              <a:custGeom>
                <a:avLst/>
                <a:gdLst/>
                <a:ahLst/>
                <a:cxnLst/>
                <a:rect l="l" t="t" r="r" b="b"/>
                <a:pathLst>
                  <a:path w="4748" h="2399" extrusionOk="0">
                    <a:moveTo>
                      <a:pt x="2468" y="0"/>
                    </a:moveTo>
                    <a:cubicBezTo>
                      <a:pt x="2068" y="0"/>
                      <a:pt x="1674" y="36"/>
                      <a:pt x="1295" y="163"/>
                    </a:cubicBezTo>
                    <a:cubicBezTo>
                      <a:pt x="652" y="396"/>
                      <a:pt x="29" y="955"/>
                      <a:pt x="29" y="1662"/>
                    </a:cubicBezTo>
                    <a:cubicBezTo>
                      <a:pt x="1" y="2313"/>
                      <a:pt x="737" y="2398"/>
                      <a:pt x="1211" y="2398"/>
                    </a:cubicBezTo>
                    <a:cubicBezTo>
                      <a:pt x="1593" y="2370"/>
                      <a:pt x="2003" y="2285"/>
                      <a:pt x="2385" y="2193"/>
                    </a:cubicBezTo>
                    <a:cubicBezTo>
                      <a:pt x="3064" y="2016"/>
                      <a:pt x="3771" y="1839"/>
                      <a:pt x="4479" y="1634"/>
                    </a:cubicBezTo>
                    <a:cubicBezTo>
                      <a:pt x="4571" y="1634"/>
                      <a:pt x="4656" y="1606"/>
                      <a:pt x="4748" y="1577"/>
                    </a:cubicBezTo>
                    <a:cubicBezTo>
                      <a:pt x="4479" y="1365"/>
                      <a:pt x="4245" y="1132"/>
                      <a:pt x="4012" y="927"/>
                    </a:cubicBezTo>
                    <a:cubicBezTo>
                      <a:pt x="3835" y="750"/>
                      <a:pt x="3623" y="601"/>
                      <a:pt x="3446" y="424"/>
                    </a:cubicBezTo>
                    <a:cubicBezTo>
                      <a:pt x="3305" y="247"/>
                      <a:pt x="3156" y="99"/>
                      <a:pt x="2951" y="14"/>
                    </a:cubicBezTo>
                    <a:cubicBezTo>
                      <a:pt x="2789" y="6"/>
                      <a:pt x="2628" y="0"/>
                      <a:pt x="2468" y="0"/>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829;p40">
                <a:extLst>
                  <a:ext uri="{FF2B5EF4-FFF2-40B4-BE49-F238E27FC236}">
                    <a16:creationId xmlns:a16="http://schemas.microsoft.com/office/drawing/2014/main" id="{13D81C89-9773-E2B8-8A29-9C9A8908A987}"/>
                  </a:ext>
                </a:extLst>
              </p:cNvPr>
              <p:cNvSpPr/>
              <p:nvPr/>
            </p:nvSpPr>
            <p:spPr>
              <a:xfrm>
                <a:off x="3625609" y="3907128"/>
                <a:ext cx="169464" cy="78878"/>
              </a:xfrm>
              <a:custGeom>
                <a:avLst/>
                <a:gdLst/>
                <a:ahLst/>
                <a:cxnLst/>
                <a:rect l="l" t="t" r="r" b="b"/>
                <a:pathLst>
                  <a:path w="4776" h="2223" extrusionOk="0">
                    <a:moveTo>
                      <a:pt x="1" y="0"/>
                    </a:moveTo>
                    <a:cubicBezTo>
                      <a:pt x="114" y="85"/>
                      <a:pt x="206" y="177"/>
                      <a:pt x="291" y="262"/>
                    </a:cubicBezTo>
                    <a:cubicBezTo>
                      <a:pt x="468" y="439"/>
                      <a:pt x="644" y="616"/>
                      <a:pt x="850" y="793"/>
                    </a:cubicBezTo>
                    <a:cubicBezTo>
                      <a:pt x="1147" y="1061"/>
                      <a:pt x="1444" y="1323"/>
                      <a:pt x="1734" y="1592"/>
                    </a:cubicBezTo>
                    <a:cubicBezTo>
                      <a:pt x="2088" y="1535"/>
                      <a:pt x="2441" y="1443"/>
                      <a:pt x="2767" y="1387"/>
                    </a:cubicBezTo>
                    <a:cubicBezTo>
                      <a:pt x="2964" y="1348"/>
                      <a:pt x="3161" y="1323"/>
                      <a:pt x="3338" y="1323"/>
                    </a:cubicBezTo>
                    <a:cubicBezTo>
                      <a:pt x="3453" y="1323"/>
                      <a:pt x="3559" y="1333"/>
                      <a:pt x="3651" y="1359"/>
                    </a:cubicBezTo>
                    <a:cubicBezTo>
                      <a:pt x="3828" y="1415"/>
                      <a:pt x="3976" y="1500"/>
                      <a:pt x="4068" y="1649"/>
                    </a:cubicBezTo>
                    <a:cubicBezTo>
                      <a:pt x="4125" y="1712"/>
                      <a:pt x="4182" y="1769"/>
                      <a:pt x="4182" y="1825"/>
                    </a:cubicBezTo>
                    <a:cubicBezTo>
                      <a:pt x="4210" y="1946"/>
                      <a:pt x="4153" y="2066"/>
                      <a:pt x="4125" y="2151"/>
                    </a:cubicBezTo>
                    <a:cubicBezTo>
                      <a:pt x="4125" y="2179"/>
                      <a:pt x="4125" y="2179"/>
                      <a:pt x="4153" y="2179"/>
                    </a:cubicBezTo>
                    <a:cubicBezTo>
                      <a:pt x="4153" y="2199"/>
                      <a:pt x="4167" y="2222"/>
                      <a:pt x="4185" y="2222"/>
                    </a:cubicBezTo>
                    <a:cubicBezTo>
                      <a:pt x="4193" y="2222"/>
                      <a:pt x="4201" y="2218"/>
                      <a:pt x="4210" y="2207"/>
                    </a:cubicBezTo>
                    <a:cubicBezTo>
                      <a:pt x="4468" y="2207"/>
                      <a:pt x="4572" y="1876"/>
                      <a:pt x="4571" y="1636"/>
                    </a:cubicBezTo>
                    <a:lnTo>
                      <a:pt x="4571" y="1636"/>
                    </a:lnTo>
                    <a:cubicBezTo>
                      <a:pt x="4583" y="1728"/>
                      <a:pt x="4607" y="1830"/>
                      <a:pt x="4627" y="1917"/>
                    </a:cubicBezTo>
                    <a:cubicBezTo>
                      <a:pt x="4627" y="1974"/>
                      <a:pt x="4564" y="2151"/>
                      <a:pt x="4627" y="2179"/>
                    </a:cubicBezTo>
                    <a:cubicBezTo>
                      <a:pt x="4636" y="2187"/>
                      <a:pt x="4644" y="2191"/>
                      <a:pt x="4651" y="2191"/>
                    </a:cubicBezTo>
                    <a:cubicBezTo>
                      <a:pt x="4670" y="2191"/>
                      <a:pt x="4684" y="2171"/>
                      <a:pt x="4684" y="2151"/>
                    </a:cubicBezTo>
                    <a:cubicBezTo>
                      <a:pt x="4776" y="2031"/>
                      <a:pt x="4776" y="1854"/>
                      <a:pt x="4776" y="1741"/>
                    </a:cubicBezTo>
                    <a:cubicBezTo>
                      <a:pt x="4776" y="1323"/>
                      <a:pt x="4656" y="941"/>
                      <a:pt x="4422" y="651"/>
                    </a:cubicBezTo>
                    <a:cubicBezTo>
                      <a:pt x="4182" y="382"/>
                      <a:pt x="3856" y="177"/>
                      <a:pt x="3502" y="149"/>
                    </a:cubicBezTo>
                    <a:cubicBezTo>
                      <a:pt x="3309" y="126"/>
                      <a:pt x="3112" y="119"/>
                      <a:pt x="2913" y="119"/>
                    </a:cubicBezTo>
                    <a:cubicBezTo>
                      <a:pt x="2676" y="119"/>
                      <a:pt x="2436" y="128"/>
                      <a:pt x="2194" y="128"/>
                    </a:cubicBezTo>
                    <a:cubicBezTo>
                      <a:pt x="2081" y="128"/>
                      <a:pt x="1968" y="126"/>
                      <a:pt x="1854" y="121"/>
                    </a:cubicBezTo>
                    <a:cubicBezTo>
                      <a:pt x="1239" y="57"/>
                      <a:pt x="616" y="29"/>
                      <a:pt x="1" y="0"/>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830;p40">
                <a:extLst>
                  <a:ext uri="{FF2B5EF4-FFF2-40B4-BE49-F238E27FC236}">
                    <a16:creationId xmlns:a16="http://schemas.microsoft.com/office/drawing/2014/main" id="{E97D0974-7ED2-60B1-DCC9-246CB2E1D7D9}"/>
                  </a:ext>
                </a:extLst>
              </p:cNvPr>
              <p:cNvSpPr/>
              <p:nvPr/>
            </p:nvSpPr>
            <p:spPr>
              <a:xfrm>
                <a:off x="3781231" y="3945767"/>
                <a:ext cx="7593" cy="19870"/>
              </a:xfrm>
              <a:custGeom>
                <a:avLst/>
                <a:gdLst/>
                <a:ahLst/>
                <a:cxnLst/>
                <a:rect l="l" t="t" r="r" b="b"/>
                <a:pathLst>
                  <a:path w="214" h="560" extrusionOk="0">
                    <a:moveTo>
                      <a:pt x="1" y="1"/>
                    </a:moveTo>
                    <a:cubicBezTo>
                      <a:pt x="1" y="29"/>
                      <a:pt x="36" y="57"/>
                      <a:pt x="36" y="93"/>
                    </a:cubicBezTo>
                    <a:cubicBezTo>
                      <a:pt x="64" y="121"/>
                      <a:pt x="93" y="149"/>
                      <a:pt x="93" y="206"/>
                    </a:cubicBezTo>
                    <a:lnTo>
                      <a:pt x="93" y="270"/>
                    </a:lnTo>
                    <a:cubicBezTo>
                      <a:pt x="121" y="354"/>
                      <a:pt x="149" y="446"/>
                      <a:pt x="149" y="560"/>
                    </a:cubicBezTo>
                    <a:lnTo>
                      <a:pt x="213" y="560"/>
                    </a:lnTo>
                    <a:cubicBezTo>
                      <a:pt x="213" y="446"/>
                      <a:pt x="178" y="354"/>
                      <a:pt x="149" y="234"/>
                    </a:cubicBezTo>
                    <a:lnTo>
                      <a:pt x="149" y="178"/>
                    </a:lnTo>
                    <a:cubicBezTo>
                      <a:pt x="121" y="121"/>
                      <a:pt x="121" y="93"/>
                      <a:pt x="93" y="57"/>
                    </a:cubicBezTo>
                    <a:cubicBezTo>
                      <a:pt x="64" y="29"/>
                      <a:pt x="64" y="1"/>
                      <a:pt x="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831;p40">
                <a:extLst>
                  <a:ext uri="{FF2B5EF4-FFF2-40B4-BE49-F238E27FC236}">
                    <a16:creationId xmlns:a16="http://schemas.microsoft.com/office/drawing/2014/main" id="{AF38DC76-9DEB-7BE7-BE03-0EC29F2E936D}"/>
                  </a:ext>
                </a:extLst>
              </p:cNvPr>
              <p:cNvSpPr/>
              <p:nvPr/>
            </p:nvSpPr>
            <p:spPr>
              <a:xfrm>
                <a:off x="3774951" y="3946796"/>
                <a:ext cx="8587" cy="39918"/>
              </a:xfrm>
              <a:custGeom>
                <a:avLst/>
                <a:gdLst/>
                <a:ahLst/>
                <a:cxnLst/>
                <a:rect l="l" t="t" r="r" b="b"/>
                <a:pathLst>
                  <a:path w="242" h="1125" extrusionOk="0">
                    <a:moveTo>
                      <a:pt x="65" y="0"/>
                    </a:moveTo>
                    <a:lnTo>
                      <a:pt x="1" y="28"/>
                    </a:lnTo>
                    <a:cubicBezTo>
                      <a:pt x="1" y="64"/>
                      <a:pt x="36" y="92"/>
                      <a:pt x="36" y="120"/>
                    </a:cubicBezTo>
                    <a:cubicBezTo>
                      <a:pt x="65" y="149"/>
                      <a:pt x="65" y="177"/>
                      <a:pt x="93" y="241"/>
                    </a:cubicBezTo>
                    <a:cubicBezTo>
                      <a:pt x="178" y="531"/>
                      <a:pt x="149" y="828"/>
                      <a:pt x="1" y="1089"/>
                    </a:cubicBezTo>
                    <a:lnTo>
                      <a:pt x="36" y="1125"/>
                    </a:lnTo>
                    <a:cubicBezTo>
                      <a:pt x="213" y="856"/>
                      <a:pt x="241" y="531"/>
                      <a:pt x="149" y="241"/>
                    </a:cubicBezTo>
                    <a:cubicBezTo>
                      <a:pt x="121" y="177"/>
                      <a:pt x="121" y="120"/>
                      <a:pt x="93" y="92"/>
                    </a:cubicBezTo>
                    <a:cubicBezTo>
                      <a:pt x="93" y="64"/>
                      <a:pt x="65" y="28"/>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832;p40">
                <a:extLst>
                  <a:ext uri="{FF2B5EF4-FFF2-40B4-BE49-F238E27FC236}">
                    <a16:creationId xmlns:a16="http://schemas.microsoft.com/office/drawing/2014/main" id="{FAC1B87C-F305-85A2-0792-4BB1ABC6DB1B}"/>
                  </a:ext>
                </a:extLst>
              </p:cNvPr>
              <p:cNvSpPr/>
              <p:nvPr/>
            </p:nvSpPr>
            <p:spPr>
              <a:xfrm>
                <a:off x="3528212" y="3890948"/>
                <a:ext cx="252068" cy="102509"/>
              </a:xfrm>
              <a:custGeom>
                <a:avLst/>
                <a:gdLst/>
                <a:ahLst/>
                <a:cxnLst/>
                <a:rect l="l" t="t" r="r" b="b"/>
                <a:pathLst>
                  <a:path w="7104" h="2889" extrusionOk="0">
                    <a:moveTo>
                      <a:pt x="1566" y="0"/>
                    </a:moveTo>
                    <a:cubicBezTo>
                      <a:pt x="1198" y="0"/>
                      <a:pt x="836" y="69"/>
                      <a:pt x="503" y="251"/>
                    </a:cubicBezTo>
                    <a:cubicBezTo>
                      <a:pt x="326" y="336"/>
                      <a:pt x="206" y="456"/>
                      <a:pt x="121" y="605"/>
                    </a:cubicBezTo>
                    <a:cubicBezTo>
                      <a:pt x="57" y="690"/>
                      <a:pt x="29" y="782"/>
                      <a:pt x="1" y="867"/>
                    </a:cubicBezTo>
                    <a:lnTo>
                      <a:pt x="1" y="1072"/>
                    </a:lnTo>
                    <a:lnTo>
                      <a:pt x="1" y="1192"/>
                    </a:lnTo>
                    <a:cubicBezTo>
                      <a:pt x="121" y="1107"/>
                      <a:pt x="178" y="1015"/>
                      <a:pt x="298" y="959"/>
                    </a:cubicBezTo>
                    <a:cubicBezTo>
                      <a:pt x="475" y="867"/>
                      <a:pt x="623" y="782"/>
                      <a:pt x="800" y="690"/>
                    </a:cubicBezTo>
                    <a:lnTo>
                      <a:pt x="885" y="690"/>
                    </a:lnTo>
                    <a:cubicBezTo>
                      <a:pt x="1713" y="1072"/>
                      <a:pt x="2569" y="1461"/>
                      <a:pt x="3305" y="1991"/>
                    </a:cubicBezTo>
                    <a:cubicBezTo>
                      <a:pt x="3453" y="2076"/>
                      <a:pt x="3566" y="2168"/>
                      <a:pt x="3715" y="2253"/>
                    </a:cubicBezTo>
                    <a:cubicBezTo>
                      <a:pt x="3771" y="2281"/>
                      <a:pt x="3835" y="2345"/>
                      <a:pt x="3892" y="2373"/>
                    </a:cubicBezTo>
                    <a:cubicBezTo>
                      <a:pt x="4069" y="2487"/>
                      <a:pt x="4274" y="2550"/>
                      <a:pt x="4479" y="2663"/>
                    </a:cubicBezTo>
                    <a:cubicBezTo>
                      <a:pt x="4811" y="2822"/>
                      <a:pt x="5160" y="2888"/>
                      <a:pt x="5511" y="2888"/>
                    </a:cubicBezTo>
                    <a:cubicBezTo>
                      <a:pt x="5817" y="2888"/>
                      <a:pt x="6124" y="2838"/>
                      <a:pt x="6424" y="2755"/>
                    </a:cubicBezTo>
                    <a:cubicBezTo>
                      <a:pt x="7103" y="2579"/>
                      <a:pt x="6955" y="1843"/>
                      <a:pt x="6545" y="1425"/>
                    </a:cubicBezTo>
                    <a:cubicBezTo>
                      <a:pt x="6311" y="1135"/>
                      <a:pt x="5929" y="987"/>
                      <a:pt x="5575" y="838"/>
                    </a:cubicBezTo>
                    <a:cubicBezTo>
                      <a:pt x="4719" y="541"/>
                      <a:pt x="3835" y="456"/>
                      <a:pt x="2979" y="251"/>
                    </a:cubicBezTo>
                    <a:cubicBezTo>
                      <a:pt x="2528" y="115"/>
                      <a:pt x="2042" y="0"/>
                      <a:pt x="1566" y="0"/>
                    </a:cubicBezTo>
                    <a:close/>
                  </a:path>
                </a:pathLst>
              </a:custGeom>
              <a:solidFill>
                <a:srgbClr val="F790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833;p40">
                <a:extLst>
                  <a:ext uri="{FF2B5EF4-FFF2-40B4-BE49-F238E27FC236}">
                    <a16:creationId xmlns:a16="http://schemas.microsoft.com/office/drawing/2014/main" id="{0BAF3BB6-E762-B63B-79F6-81363E3924EC}"/>
                  </a:ext>
                </a:extLst>
              </p:cNvPr>
              <p:cNvSpPr/>
              <p:nvPr/>
            </p:nvSpPr>
            <p:spPr>
              <a:xfrm>
                <a:off x="3551311" y="3911386"/>
                <a:ext cx="8338" cy="7309"/>
              </a:xfrm>
              <a:custGeom>
                <a:avLst/>
                <a:gdLst/>
                <a:ahLst/>
                <a:cxnLst/>
                <a:rect l="l" t="t" r="r" b="b"/>
                <a:pathLst>
                  <a:path w="235" h="206" extrusionOk="0">
                    <a:moveTo>
                      <a:pt x="1" y="1"/>
                    </a:moveTo>
                    <a:lnTo>
                      <a:pt x="1" y="57"/>
                    </a:lnTo>
                    <a:cubicBezTo>
                      <a:pt x="29" y="85"/>
                      <a:pt x="57" y="85"/>
                      <a:pt x="86" y="114"/>
                    </a:cubicBezTo>
                    <a:cubicBezTo>
                      <a:pt x="149" y="142"/>
                      <a:pt x="178" y="177"/>
                      <a:pt x="234" y="206"/>
                    </a:cubicBezTo>
                    <a:lnTo>
                      <a:pt x="234" y="142"/>
                    </a:lnTo>
                    <a:cubicBezTo>
                      <a:pt x="206" y="114"/>
                      <a:pt x="178" y="114"/>
                      <a:pt x="114" y="85"/>
                    </a:cubicBezTo>
                    <a:cubicBezTo>
                      <a:pt x="86" y="57"/>
                      <a:pt x="57" y="29"/>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834;p40">
                <a:extLst>
                  <a:ext uri="{FF2B5EF4-FFF2-40B4-BE49-F238E27FC236}">
                    <a16:creationId xmlns:a16="http://schemas.microsoft.com/office/drawing/2014/main" id="{BDBF4DC9-818B-84D7-2766-10351CB70286}"/>
                  </a:ext>
                </a:extLst>
              </p:cNvPr>
              <p:cNvSpPr/>
              <p:nvPr/>
            </p:nvSpPr>
            <p:spPr>
              <a:xfrm>
                <a:off x="3522961" y="3966595"/>
                <a:ext cx="7309" cy="10609"/>
              </a:xfrm>
              <a:custGeom>
                <a:avLst/>
                <a:gdLst/>
                <a:ahLst/>
                <a:cxnLst/>
                <a:rect l="l" t="t" r="r" b="b"/>
                <a:pathLst>
                  <a:path w="206" h="299" extrusionOk="0">
                    <a:moveTo>
                      <a:pt x="0" y="1"/>
                    </a:moveTo>
                    <a:cubicBezTo>
                      <a:pt x="0" y="121"/>
                      <a:pt x="92" y="241"/>
                      <a:pt x="205" y="298"/>
                    </a:cubicBezTo>
                    <a:lnTo>
                      <a:pt x="205" y="241"/>
                    </a:lnTo>
                    <a:cubicBezTo>
                      <a:pt x="121" y="213"/>
                      <a:pt x="64" y="121"/>
                      <a:pt x="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835;p40">
                <a:extLst>
                  <a:ext uri="{FF2B5EF4-FFF2-40B4-BE49-F238E27FC236}">
                    <a16:creationId xmlns:a16="http://schemas.microsoft.com/office/drawing/2014/main" id="{FB02F093-1ACB-850E-E7E0-3C6F11C69E28}"/>
                  </a:ext>
                </a:extLst>
              </p:cNvPr>
              <p:cNvSpPr/>
              <p:nvPr/>
            </p:nvSpPr>
            <p:spPr>
              <a:xfrm>
                <a:off x="3753130" y="3974152"/>
                <a:ext cx="13590" cy="9296"/>
              </a:xfrm>
              <a:custGeom>
                <a:avLst/>
                <a:gdLst/>
                <a:ahLst/>
                <a:cxnLst/>
                <a:rect l="l" t="t" r="r" b="b"/>
                <a:pathLst>
                  <a:path w="383" h="262" extrusionOk="0">
                    <a:moveTo>
                      <a:pt x="354" y="0"/>
                    </a:moveTo>
                    <a:cubicBezTo>
                      <a:pt x="262" y="85"/>
                      <a:pt x="149" y="177"/>
                      <a:pt x="0" y="205"/>
                    </a:cubicBezTo>
                    <a:lnTo>
                      <a:pt x="0" y="262"/>
                    </a:lnTo>
                    <a:cubicBezTo>
                      <a:pt x="149" y="234"/>
                      <a:pt x="298" y="142"/>
                      <a:pt x="382" y="28"/>
                    </a:cubicBezTo>
                    <a:lnTo>
                      <a:pt x="35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0" name="Google Shape;836;p40">
                <a:extLst>
                  <a:ext uri="{FF2B5EF4-FFF2-40B4-BE49-F238E27FC236}">
                    <a16:creationId xmlns:a16="http://schemas.microsoft.com/office/drawing/2014/main" id="{C796235D-EEBA-6A07-3661-364096B18C05}"/>
                  </a:ext>
                </a:extLst>
              </p:cNvPr>
              <p:cNvSpPr/>
              <p:nvPr/>
            </p:nvSpPr>
            <p:spPr>
              <a:xfrm>
                <a:off x="3740569" y="3983413"/>
                <a:ext cx="8338" cy="3300"/>
              </a:xfrm>
              <a:custGeom>
                <a:avLst/>
                <a:gdLst/>
                <a:ahLst/>
                <a:cxnLst/>
                <a:rect l="l" t="t" r="r" b="b"/>
                <a:pathLst>
                  <a:path w="235" h="93" extrusionOk="0">
                    <a:moveTo>
                      <a:pt x="206" y="1"/>
                    </a:moveTo>
                    <a:lnTo>
                      <a:pt x="1" y="29"/>
                    </a:lnTo>
                    <a:lnTo>
                      <a:pt x="1" y="93"/>
                    </a:lnTo>
                    <a:lnTo>
                      <a:pt x="234" y="57"/>
                    </a:lnTo>
                    <a:lnTo>
                      <a:pt x="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1" name="Google Shape;837;p40">
                <a:extLst>
                  <a:ext uri="{FF2B5EF4-FFF2-40B4-BE49-F238E27FC236}">
                    <a16:creationId xmlns:a16="http://schemas.microsoft.com/office/drawing/2014/main" id="{73A69976-56FB-2480-729F-7900006BDC8E}"/>
                  </a:ext>
                </a:extLst>
              </p:cNvPr>
              <p:cNvSpPr/>
              <p:nvPr/>
            </p:nvSpPr>
            <p:spPr>
              <a:xfrm>
                <a:off x="3445647" y="4709330"/>
                <a:ext cx="162191" cy="56524"/>
              </a:xfrm>
              <a:custGeom>
                <a:avLst/>
                <a:gdLst/>
                <a:ahLst/>
                <a:cxnLst/>
                <a:rect l="l" t="t" r="r" b="b"/>
                <a:pathLst>
                  <a:path w="4571" h="1593" extrusionOk="0">
                    <a:moveTo>
                      <a:pt x="2682" y="1"/>
                    </a:moveTo>
                    <a:cubicBezTo>
                      <a:pt x="2384" y="206"/>
                      <a:pt x="2066" y="383"/>
                      <a:pt x="1712" y="532"/>
                    </a:cubicBezTo>
                    <a:cubicBezTo>
                      <a:pt x="1444" y="616"/>
                      <a:pt x="1238" y="737"/>
                      <a:pt x="970" y="885"/>
                    </a:cubicBezTo>
                    <a:cubicBezTo>
                      <a:pt x="736" y="998"/>
                      <a:pt x="0" y="1267"/>
                      <a:pt x="616" y="1501"/>
                    </a:cubicBezTo>
                    <a:cubicBezTo>
                      <a:pt x="856" y="1593"/>
                      <a:pt x="1118" y="1593"/>
                      <a:pt x="1359" y="1593"/>
                    </a:cubicBezTo>
                    <a:cubicBezTo>
                      <a:pt x="2094" y="1564"/>
                      <a:pt x="2858" y="1444"/>
                      <a:pt x="3622" y="1388"/>
                    </a:cubicBezTo>
                    <a:lnTo>
                      <a:pt x="3976" y="1388"/>
                    </a:lnTo>
                    <a:cubicBezTo>
                      <a:pt x="4040" y="1352"/>
                      <a:pt x="4125" y="1352"/>
                      <a:pt x="4217" y="1352"/>
                    </a:cubicBezTo>
                    <a:lnTo>
                      <a:pt x="4245" y="1352"/>
                    </a:lnTo>
                    <a:cubicBezTo>
                      <a:pt x="4570" y="1267"/>
                      <a:pt x="4245" y="114"/>
                      <a:pt x="4012" y="114"/>
                    </a:cubicBezTo>
                    <a:cubicBezTo>
                      <a:pt x="3901" y="123"/>
                      <a:pt x="3792" y="127"/>
                      <a:pt x="3682" y="127"/>
                    </a:cubicBezTo>
                    <a:cubicBezTo>
                      <a:pt x="3349" y="127"/>
                      <a:pt x="3017" y="86"/>
                      <a:pt x="26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3" name="Google Shape;838;p40">
                <a:extLst>
                  <a:ext uri="{FF2B5EF4-FFF2-40B4-BE49-F238E27FC236}">
                    <a16:creationId xmlns:a16="http://schemas.microsoft.com/office/drawing/2014/main" id="{CD06EC62-489A-D839-92BA-CCE8A1C0BE5E}"/>
                  </a:ext>
                </a:extLst>
              </p:cNvPr>
              <p:cNvSpPr/>
              <p:nvPr/>
            </p:nvSpPr>
            <p:spPr>
              <a:xfrm>
                <a:off x="3695650" y="3828572"/>
                <a:ext cx="17848" cy="81610"/>
              </a:xfrm>
              <a:custGeom>
                <a:avLst/>
                <a:gdLst/>
                <a:ahLst/>
                <a:cxnLst/>
                <a:rect l="l" t="t" r="r" b="b"/>
                <a:pathLst>
                  <a:path w="503" h="2300" extrusionOk="0">
                    <a:moveTo>
                      <a:pt x="0" y="0"/>
                    </a:moveTo>
                    <a:cubicBezTo>
                      <a:pt x="234" y="651"/>
                      <a:pt x="382" y="1415"/>
                      <a:pt x="439" y="2299"/>
                    </a:cubicBezTo>
                    <a:lnTo>
                      <a:pt x="503" y="2299"/>
                    </a:lnTo>
                    <a:cubicBezTo>
                      <a:pt x="439" y="1415"/>
                      <a:pt x="290" y="651"/>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5" name="Google Shape;839;p40">
                <a:extLst>
                  <a:ext uri="{FF2B5EF4-FFF2-40B4-BE49-F238E27FC236}">
                    <a16:creationId xmlns:a16="http://schemas.microsoft.com/office/drawing/2014/main" id="{BBF2BC1B-F63A-4FF9-932D-53B582A7B9C8}"/>
                  </a:ext>
                </a:extLst>
              </p:cNvPr>
              <p:cNvSpPr/>
              <p:nvPr/>
            </p:nvSpPr>
            <p:spPr>
              <a:xfrm>
                <a:off x="3544037" y="3828572"/>
                <a:ext cx="13590" cy="65039"/>
              </a:xfrm>
              <a:custGeom>
                <a:avLst/>
                <a:gdLst/>
                <a:ahLst/>
                <a:cxnLst/>
                <a:rect l="l" t="t" r="r" b="b"/>
                <a:pathLst>
                  <a:path w="383" h="1833" extrusionOk="0">
                    <a:moveTo>
                      <a:pt x="1" y="0"/>
                    </a:moveTo>
                    <a:lnTo>
                      <a:pt x="319" y="1832"/>
                    </a:lnTo>
                    <a:lnTo>
                      <a:pt x="383" y="1832"/>
                    </a:lnTo>
                    <a:lnTo>
                      <a:pt x="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6" name="Google Shape;840;p40">
                <a:extLst>
                  <a:ext uri="{FF2B5EF4-FFF2-40B4-BE49-F238E27FC236}">
                    <a16:creationId xmlns:a16="http://schemas.microsoft.com/office/drawing/2014/main" id="{DCE3624F-0905-AF84-F91B-E759F61792B9}"/>
                  </a:ext>
                </a:extLst>
              </p:cNvPr>
              <p:cNvSpPr/>
              <p:nvPr/>
            </p:nvSpPr>
            <p:spPr>
              <a:xfrm>
                <a:off x="3586721" y="3674937"/>
                <a:ext cx="13838" cy="12596"/>
              </a:xfrm>
              <a:custGeom>
                <a:avLst/>
                <a:gdLst/>
                <a:ahLst/>
                <a:cxnLst/>
                <a:rect l="l" t="t" r="r" b="b"/>
                <a:pathLst>
                  <a:path w="390" h="355" extrusionOk="0">
                    <a:moveTo>
                      <a:pt x="0" y="0"/>
                    </a:moveTo>
                    <a:lnTo>
                      <a:pt x="0" y="57"/>
                    </a:lnTo>
                    <a:cubicBezTo>
                      <a:pt x="92" y="57"/>
                      <a:pt x="177" y="85"/>
                      <a:pt x="241" y="149"/>
                    </a:cubicBezTo>
                    <a:cubicBezTo>
                      <a:pt x="297" y="177"/>
                      <a:pt x="326" y="262"/>
                      <a:pt x="326" y="354"/>
                    </a:cubicBezTo>
                    <a:lnTo>
                      <a:pt x="389" y="354"/>
                    </a:lnTo>
                    <a:cubicBezTo>
                      <a:pt x="389" y="262"/>
                      <a:pt x="354" y="149"/>
                      <a:pt x="269" y="85"/>
                    </a:cubicBezTo>
                    <a:cubicBezTo>
                      <a:pt x="212" y="29"/>
                      <a:pt x="92"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7" name="Google Shape;841;p40">
                <a:extLst>
                  <a:ext uri="{FF2B5EF4-FFF2-40B4-BE49-F238E27FC236}">
                    <a16:creationId xmlns:a16="http://schemas.microsoft.com/office/drawing/2014/main" id="{BC023DD0-DFC3-6C1C-833C-D71735CC832D}"/>
                  </a:ext>
                </a:extLst>
              </p:cNvPr>
              <p:cNvSpPr/>
              <p:nvPr/>
            </p:nvSpPr>
            <p:spPr>
              <a:xfrm>
                <a:off x="3925144" y="4127255"/>
                <a:ext cx="51911" cy="52621"/>
              </a:xfrm>
              <a:custGeom>
                <a:avLst/>
                <a:gdLst/>
                <a:ahLst/>
                <a:cxnLst/>
                <a:rect l="l" t="t" r="r" b="b"/>
                <a:pathLst>
                  <a:path w="1463" h="1483" extrusionOk="0">
                    <a:moveTo>
                      <a:pt x="709" y="1"/>
                    </a:moveTo>
                    <a:cubicBezTo>
                      <a:pt x="298" y="1"/>
                      <a:pt x="1" y="584"/>
                      <a:pt x="487" y="1168"/>
                    </a:cubicBezTo>
                    <a:cubicBezTo>
                      <a:pt x="630" y="1335"/>
                      <a:pt x="835" y="1483"/>
                      <a:pt x="1047" y="1483"/>
                    </a:cubicBezTo>
                    <a:cubicBezTo>
                      <a:pt x="1096" y="1483"/>
                      <a:pt x="1145" y="1475"/>
                      <a:pt x="1194" y="1458"/>
                    </a:cubicBezTo>
                    <a:cubicBezTo>
                      <a:pt x="1343" y="1401"/>
                      <a:pt x="1427" y="1224"/>
                      <a:pt x="1463" y="1048"/>
                    </a:cubicBezTo>
                    <a:cubicBezTo>
                      <a:pt x="1463" y="871"/>
                      <a:pt x="1399" y="694"/>
                      <a:pt x="1343" y="545"/>
                    </a:cubicBezTo>
                    <a:cubicBezTo>
                      <a:pt x="1162" y="156"/>
                      <a:pt x="920" y="1"/>
                      <a:pt x="7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8" name="Google Shape;842;p40">
                <a:extLst>
                  <a:ext uri="{FF2B5EF4-FFF2-40B4-BE49-F238E27FC236}">
                    <a16:creationId xmlns:a16="http://schemas.microsoft.com/office/drawing/2014/main" id="{12D858ED-CFC6-427E-8C52-5506660318AB}"/>
                  </a:ext>
                </a:extLst>
              </p:cNvPr>
              <p:cNvSpPr/>
              <p:nvPr/>
            </p:nvSpPr>
            <p:spPr>
              <a:xfrm>
                <a:off x="3549040" y="4340074"/>
                <a:ext cx="51982" cy="50917"/>
              </a:xfrm>
              <a:custGeom>
                <a:avLst/>
                <a:gdLst/>
                <a:ahLst/>
                <a:cxnLst/>
                <a:rect l="l" t="t" r="r" b="b"/>
                <a:pathLst>
                  <a:path w="1465" h="1435" extrusionOk="0">
                    <a:moveTo>
                      <a:pt x="850" y="0"/>
                    </a:moveTo>
                    <a:cubicBezTo>
                      <a:pt x="431" y="0"/>
                      <a:pt x="146" y="485"/>
                      <a:pt x="36" y="829"/>
                    </a:cubicBezTo>
                    <a:cubicBezTo>
                      <a:pt x="36" y="858"/>
                      <a:pt x="1" y="886"/>
                      <a:pt x="1" y="886"/>
                    </a:cubicBezTo>
                    <a:lnTo>
                      <a:pt x="1" y="942"/>
                    </a:lnTo>
                    <a:cubicBezTo>
                      <a:pt x="1" y="1006"/>
                      <a:pt x="36" y="1034"/>
                      <a:pt x="65" y="1091"/>
                    </a:cubicBezTo>
                    <a:cubicBezTo>
                      <a:pt x="150" y="1268"/>
                      <a:pt x="298" y="1388"/>
                      <a:pt x="503" y="1416"/>
                    </a:cubicBezTo>
                    <a:cubicBezTo>
                      <a:pt x="550" y="1429"/>
                      <a:pt x="595" y="1435"/>
                      <a:pt x="639" y="1435"/>
                    </a:cubicBezTo>
                    <a:cubicBezTo>
                      <a:pt x="1127" y="1435"/>
                      <a:pt x="1465" y="727"/>
                      <a:pt x="1303" y="299"/>
                    </a:cubicBezTo>
                    <a:cubicBezTo>
                      <a:pt x="1239" y="150"/>
                      <a:pt x="1062" y="30"/>
                      <a:pt x="885" y="2"/>
                    </a:cubicBezTo>
                    <a:cubicBezTo>
                      <a:pt x="873" y="1"/>
                      <a:pt x="862" y="0"/>
                      <a:pt x="8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9" name="Google Shape;843;p40">
                <a:extLst>
                  <a:ext uri="{FF2B5EF4-FFF2-40B4-BE49-F238E27FC236}">
                    <a16:creationId xmlns:a16="http://schemas.microsoft.com/office/drawing/2014/main" id="{547E6697-5CEB-856B-7B08-29F3200B55BB}"/>
                  </a:ext>
                </a:extLst>
              </p:cNvPr>
              <p:cNvSpPr/>
              <p:nvPr/>
            </p:nvSpPr>
            <p:spPr>
              <a:xfrm>
                <a:off x="3973754" y="4462343"/>
                <a:ext cx="36689" cy="23135"/>
              </a:xfrm>
              <a:custGeom>
                <a:avLst/>
                <a:gdLst/>
                <a:ahLst/>
                <a:cxnLst/>
                <a:rect l="l" t="t" r="r" b="b"/>
                <a:pathLst>
                  <a:path w="1034" h="652" extrusionOk="0">
                    <a:moveTo>
                      <a:pt x="234" y="1"/>
                    </a:moveTo>
                    <a:cubicBezTo>
                      <a:pt x="149" y="93"/>
                      <a:pt x="93" y="178"/>
                      <a:pt x="57" y="270"/>
                    </a:cubicBezTo>
                    <a:cubicBezTo>
                      <a:pt x="1" y="390"/>
                      <a:pt x="29" y="446"/>
                      <a:pt x="93" y="475"/>
                    </a:cubicBezTo>
                    <a:cubicBezTo>
                      <a:pt x="121" y="489"/>
                      <a:pt x="149" y="496"/>
                      <a:pt x="179" y="496"/>
                    </a:cubicBezTo>
                    <a:cubicBezTo>
                      <a:pt x="208" y="496"/>
                      <a:pt x="238" y="489"/>
                      <a:pt x="270" y="475"/>
                    </a:cubicBezTo>
                    <a:cubicBezTo>
                      <a:pt x="298" y="446"/>
                      <a:pt x="355" y="418"/>
                      <a:pt x="383" y="390"/>
                    </a:cubicBezTo>
                    <a:cubicBezTo>
                      <a:pt x="446" y="326"/>
                      <a:pt x="503" y="270"/>
                      <a:pt x="560" y="241"/>
                    </a:cubicBezTo>
                    <a:lnTo>
                      <a:pt x="560" y="241"/>
                    </a:lnTo>
                    <a:cubicBezTo>
                      <a:pt x="560" y="270"/>
                      <a:pt x="560" y="298"/>
                      <a:pt x="531" y="326"/>
                    </a:cubicBezTo>
                    <a:cubicBezTo>
                      <a:pt x="503" y="390"/>
                      <a:pt x="475" y="446"/>
                      <a:pt x="475" y="503"/>
                    </a:cubicBezTo>
                    <a:cubicBezTo>
                      <a:pt x="475" y="567"/>
                      <a:pt x="475" y="595"/>
                      <a:pt x="503" y="623"/>
                    </a:cubicBezTo>
                    <a:cubicBezTo>
                      <a:pt x="531" y="652"/>
                      <a:pt x="560" y="652"/>
                      <a:pt x="588" y="652"/>
                    </a:cubicBezTo>
                    <a:lnTo>
                      <a:pt x="652" y="652"/>
                    </a:lnTo>
                    <a:cubicBezTo>
                      <a:pt x="680" y="623"/>
                      <a:pt x="708" y="595"/>
                      <a:pt x="737" y="567"/>
                    </a:cubicBezTo>
                    <a:cubicBezTo>
                      <a:pt x="829" y="475"/>
                      <a:pt x="885" y="390"/>
                      <a:pt x="1005" y="355"/>
                    </a:cubicBezTo>
                    <a:cubicBezTo>
                      <a:pt x="1034" y="355"/>
                      <a:pt x="1034" y="326"/>
                      <a:pt x="1034" y="298"/>
                    </a:cubicBezTo>
                    <a:cubicBezTo>
                      <a:pt x="1034" y="270"/>
                      <a:pt x="1005" y="241"/>
                      <a:pt x="977" y="241"/>
                    </a:cubicBezTo>
                    <a:cubicBezTo>
                      <a:pt x="829" y="298"/>
                      <a:pt x="737" y="390"/>
                      <a:pt x="652" y="503"/>
                    </a:cubicBezTo>
                    <a:cubicBezTo>
                      <a:pt x="623" y="503"/>
                      <a:pt x="623" y="531"/>
                      <a:pt x="588" y="531"/>
                    </a:cubicBezTo>
                    <a:lnTo>
                      <a:pt x="588" y="503"/>
                    </a:lnTo>
                    <a:cubicBezTo>
                      <a:pt x="588" y="475"/>
                      <a:pt x="623" y="446"/>
                      <a:pt x="652" y="390"/>
                    </a:cubicBezTo>
                    <a:cubicBezTo>
                      <a:pt x="652" y="355"/>
                      <a:pt x="680" y="326"/>
                      <a:pt x="708" y="270"/>
                    </a:cubicBezTo>
                    <a:cubicBezTo>
                      <a:pt x="708" y="213"/>
                      <a:pt x="680" y="178"/>
                      <a:pt x="652" y="149"/>
                    </a:cubicBezTo>
                    <a:cubicBezTo>
                      <a:pt x="652" y="149"/>
                      <a:pt x="639" y="137"/>
                      <a:pt x="620" y="137"/>
                    </a:cubicBezTo>
                    <a:cubicBezTo>
                      <a:pt x="611" y="137"/>
                      <a:pt x="600" y="140"/>
                      <a:pt x="588" y="149"/>
                    </a:cubicBezTo>
                    <a:cubicBezTo>
                      <a:pt x="475" y="149"/>
                      <a:pt x="383" y="213"/>
                      <a:pt x="298" y="298"/>
                    </a:cubicBezTo>
                    <a:cubicBezTo>
                      <a:pt x="270" y="326"/>
                      <a:pt x="234" y="355"/>
                      <a:pt x="206" y="355"/>
                    </a:cubicBezTo>
                    <a:cubicBezTo>
                      <a:pt x="178" y="390"/>
                      <a:pt x="149" y="390"/>
                      <a:pt x="149" y="390"/>
                    </a:cubicBezTo>
                    <a:lnTo>
                      <a:pt x="149" y="326"/>
                    </a:lnTo>
                    <a:cubicBezTo>
                      <a:pt x="178" y="241"/>
                      <a:pt x="234" y="149"/>
                      <a:pt x="298" y="93"/>
                    </a:cubicBezTo>
                    <a:cubicBezTo>
                      <a:pt x="326" y="93"/>
                      <a:pt x="326" y="36"/>
                      <a:pt x="2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0" name="Google Shape;844;p40">
                <a:extLst>
                  <a:ext uri="{FF2B5EF4-FFF2-40B4-BE49-F238E27FC236}">
                    <a16:creationId xmlns:a16="http://schemas.microsoft.com/office/drawing/2014/main" id="{AE9BA376-B08C-5504-CDD8-CD5201DEB065}"/>
                  </a:ext>
                </a:extLst>
              </p:cNvPr>
              <p:cNvSpPr/>
              <p:nvPr/>
            </p:nvSpPr>
            <p:spPr>
              <a:xfrm>
                <a:off x="3485315" y="4717455"/>
                <a:ext cx="35660" cy="25299"/>
              </a:xfrm>
              <a:custGeom>
                <a:avLst/>
                <a:gdLst/>
                <a:ahLst/>
                <a:cxnLst/>
                <a:rect l="l" t="t" r="r" b="b"/>
                <a:pathLst>
                  <a:path w="1005" h="713" extrusionOk="0">
                    <a:moveTo>
                      <a:pt x="787" y="1"/>
                    </a:moveTo>
                    <a:cubicBezTo>
                      <a:pt x="768" y="1"/>
                      <a:pt x="750" y="5"/>
                      <a:pt x="736" y="5"/>
                    </a:cubicBezTo>
                    <a:cubicBezTo>
                      <a:pt x="651" y="62"/>
                      <a:pt x="651" y="211"/>
                      <a:pt x="679" y="274"/>
                    </a:cubicBezTo>
                    <a:lnTo>
                      <a:pt x="679" y="303"/>
                    </a:lnTo>
                    <a:cubicBezTo>
                      <a:pt x="708" y="303"/>
                      <a:pt x="708" y="331"/>
                      <a:pt x="708" y="359"/>
                    </a:cubicBezTo>
                    <a:lnTo>
                      <a:pt x="708" y="387"/>
                    </a:lnTo>
                    <a:cubicBezTo>
                      <a:pt x="708" y="387"/>
                      <a:pt x="679" y="387"/>
                      <a:pt x="623" y="359"/>
                    </a:cubicBezTo>
                    <a:cubicBezTo>
                      <a:pt x="594" y="331"/>
                      <a:pt x="594" y="331"/>
                      <a:pt x="559" y="303"/>
                    </a:cubicBezTo>
                    <a:lnTo>
                      <a:pt x="531" y="274"/>
                    </a:lnTo>
                    <a:cubicBezTo>
                      <a:pt x="531" y="239"/>
                      <a:pt x="502" y="211"/>
                      <a:pt x="474" y="211"/>
                    </a:cubicBezTo>
                    <a:cubicBezTo>
                      <a:pt x="441" y="177"/>
                      <a:pt x="405" y="164"/>
                      <a:pt x="376" y="164"/>
                    </a:cubicBezTo>
                    <a:cubicBezTo>
                      <a:pt x="355" y="164"/>
                      <a:pt x="337" y="171"/>
                      <a:pt x="326" y="182"/>
                    </a:cubicBezTo>
                    <a:cubicBezTo>
                      <a:pt x="241" y="211"/>
                      <a:pt x="205" y="303"/>
                      <a:pt x="241" y="359"/>
                    </a:cubicBezTo>
                    <a:cubicBezTo>
                      <a:pt x="241" y="387"/>
                      <a:pt x="241" y="416"/>
                      <a:pt x="269" y="451"/>
                    </a:cubicBezTo>
                    <a:lnTo>
                      <a:pt x="269" y="508"/>
                    </a:lnTo>
                    <a:cubicBezTo>
                      <a:pt x="297" y="536"/>
                      <a:pt x="297" y="564"/>
                      <a:pt x="269" y="593"/>
                    </a:cubicBezTo>
                    <a:cubicBezTo>
                      <a:pt x="269" y="593"/>
                      <a:pt x="241" y="593"/>
                      <a:pt x="205" y="564"/>
                    </a:cubicBezTo>
                    <a:cubicBezTo>
                      <a:pt x="205" y="564"/>
                      <a:pt x="149" y="508"/>
                      <a:pt x="149" y="451"/>
                    </a:cubicBezTo>
                    <a:cubicBezTo>
                      <a:pt x="120" y="451"/>
                      <a:pt x="120" y="416"/>
                      <a:pt x="120" y="416"/>
                    </a:cubicBezTo>
                    <a:cubicBezTo>
                      <a:pt x="106" y="402"/>
                      <a:pt x="92" y="395"/>
                      <a:pt x="77" y="395"/>
                    </a:cubicBezTo>
                    <a:cubicBezTo>
                      <a:pt x="62" y="395"/>
                      <a:pt x="46" y="402"/>
                      <a:pt x="28" y="416"/>
                    </a:cubicBezTo>
                    <a:cubicBezTo>
                      <a:pt x="0" y="416"/>
                      <a:pt x="0" y="451"/>
                      <a:pt x="0" y="479"/>
                    </a:cubicBezTo>
                    <a:cubicBezTo>
                      <a:pt x="28" y="508"/>
                      <a:pt x="28" y="508"/>
                      <a:pt x="28" y="536"/>
                    </a:cubicBezTo>
                    <a:cubicBezTo>
                      <a:pt x="92" y="593"/>
                      <a:pt x="120" y="656"/>
                      <a:pt x="149" y="685"/>
                    </a:cubicBezTo>
                    <a:cubicBezTo>
                      <a:pt x="177" y="685"/>
                      <a:pt x="205" y="713"/>
                      <a:pt x="269" y="713"/>
                    </a:cubicBezTo>
                    <a:cubicBezTo>
                      <a:pt x="297" y="713"/>
                      <a:pt x="326" y="685"/>
                      <a:pt x="354" y="685"/>
                    </a:cubicBezTo>
                    <a:cubicBezTo>
                      <a:pt x="417" y="628"/>
                      <a:pt x="417" y="536"/>
                      <a:pt x="382" y="479"/>
                    </a:cubicBezTo>
                    <a:lnTo>
                      <a:pt x="382" y="416"/>
                    </a:lnTo>
                    <a:cubicBezTo>
                      <a:pt x="354" y="387"/>
                      <a:pt x="354" y="359"/>
                      <a:pt x="354" y="331"/>
                    </a:cubicBezTo>
                    <a:lnTo>
                      <a:pt x="354" y="274"/>
                    </a:lnTo>
                    <a:cubicBezTo>
                      <a:pt x="382" y="274"/>
                      <a:pt x="382" y="274"/>
                      <a:pt x="417" y="303"/>
                    </a:cubicBezTo>
                    <a:lnTo>
                      <a:pt x="446" y="331"/>
                    </a:lnTo>
                    <a:lnTo>
                      <a:pt x="474" y="359"/>
                    </a:lnTo>
                    <a:cubicBezTo>
                      <a:pt x="502" y="387"/>
                      <a:pt x="531" y="416"/>
                      <a:pt x="559" y="451"/>
                    </a:cubicBezTo>
                    <a:cubicBezTo>
                      <a:pt x="606" y="493"/>
                      <a:pt x="664" y="519"/>
                      <a:pt x="716" y="519"/>
                    </a:cubicBezTo>
                    <a:cubicBezTo>
                      <a:pt x="736" y="519"/>
                      <a:pt x="754" y="515"/>
                      <a:pt x="771" y="508"/>
                    </a:cubicBezTo>
                    <a:cubicBezTo>
                      <a:pt x="828" y="479"/>
                      <a:pt x="828" y="416"/>
                      <a:pt x="828" y="331"/>
                    </a:cubicBezTo>
                    <a:cubicBezTo>
                      <a:pt x="828" y="303"/>
                      <a:pt x="828" y="274"/>
                      <a:pt x="800" y="239"/>
                    </a:cubicBezTo>
                    <a:lnTo>
                      <a:pt x="800" y="211"/>
                    </a:lnTo>
                    <a:cubicBezTo>
                      <a:pt x="771" y="182"/>
                      <a:pt x="800" y="154"/>
                      <a:pt x="800" y="126"/>
                    </a:cubicBezTo>
                    <a:lnTo>
                      <a:pt x="828" y="126"/>
                    </a:lnTo>
                    <a:cubicBezTo>
                      <a:pt x="828" y="154"/>
                      <a:pt x="856" y="182"/>
                      <a:pt x="856" y="239"/>
                    </a:cubicBezTo>
                    <a:cubicBezTo>
                      <a:pt x="876" y="264"/>
                      <a:pt x="897" y="286"/>
                      <a:pt x="919" y="286"/>
                    </a:cubicBezTo>
                    <a:cubicBezTo>
                      <a:pt x="928" y="286"/>
                      <a:pt x="938" y="282"/>
                      <a:pt x="948" y="274"/>
                    </a:cubicBezTo>
                    <a:cubicBezTo>
                      <a:pt x="976" y="274"/>
                      <a:pt x="1005" y="239"/>
                      <a:pt x="976" y="211"/>
                    </a:cubicBezTo>
                    <a:cubicBezTo>
                      <a:pt x="976" y="126"/>
                      <a:pt x="948" y="97"/>
                      <a:pt x="884" y="62"/>
                    </a:cubicBezTo>
                    <a:cubicBezTo>
                      <a:pt x="850" y="11"/>
                      <a:pt x="816" y="1"/>
                      <a:pt x="7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1" name="Google Shape;845;p40">
                <a:extLst>
                  <a:ext uri="{FF2B5EF4-FFF2-40B4-BE49-F238E27FC236}">
                    <a16:creationId xmlns:a16="http://schemas.microsoft.com/office/drawing/2014/main" id="{A8E67EEC-25BE-2FF6-11FB-FAF65849DBE2}"/>
                  </a:ext>
                </a:extLst>
              </p:cNvPr>
              <p:cNvSpPr/>
              <p:nvPr/>
            </p:nvSpPr>
            <p:spPr>
              <a:xfrm>
                <a:off x="3898462" y="4420688"/>
                <a:ext cx="58511" cy="6316"/>
              </a:xfrm>
              <a:custGeom>
                <a:avLst/>
                <a:gdLst/>
                <a:ahLst/>
                <a:cxnLst/>
                <a:rect l="l" t="t" r="r" b="b"/>
                <a:pathLst>
                  <a:path w="1649" h="178" extrusionOk="0">
                    <a:moveTo>
                      <a:pt x="1649" y="0"/>
                    </a:moveTo>
                    <a:cubicBezTo>
                      <a:pt x="1415" y="0"/>
                      <a:pt x="1182" y="29"/>
                      <a:pt x="941" y="57"/>
                    </a:cubicBezTo>
                    <a:cubicBezTo>
                      <a:pt x="800" y="57"/>
                      <a:pt x="680" y="85"/>
                      <a:pt x="531" y="85"/>
                    </a:cubicBezTo>
                    <a:cubicBezTo>
                      <a:pt x="443" y="99"/>
                      <a:pt x="354" y="107"/>
                      <a:pt x="269" y="107"/>
                    </a:cubicBezTo>
                    <a:cubicBezTo>
                      <a:pt x="184" y="107"/>
                      <a:pt x="103" y="99"/>
                      <a:pt x="29" y="85"/>
                    </a:cubicBezTo>
                    <a:lnTo>
                      <a:pt x="1" y="149"/>
                    </a:lnTo>
                    <a:cubicBezTo>
                      <a:pt x="92" y="177"/>
                      <a:pt x="149" y="177"/>
                      <a:pt x="206" y="177"/>
                    </a:cubicBezTo>
                    <a:cubicBezTo>
                      <a:pt x="326" y="177"/>
                      <a:pt x="411" y="149"/>
                      <a:pt x="531" y="149"/>
                    </a:cubicBezTo>
                    <a:cubicBezTo>
                      <a:pt x="680" y="149"/>
                      <a:pt x="828" y="114"/>
                      <a:pt x="941" y="114"/>
                    </a:cubicBezTo>
                    <a:cubicBezTo>
                      <a:pt x="1182" y="85"/>
                      <a:pt x="1415" y="57"/>
                      <a:pt x="1649" y="57"/>
                    </a:cubicBezTo>
                    <a:lnTo>
                      <a:pt x="16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2" name="Google Shape;846;p40">
                <a:extLst>
                  <a:ext uri="{FF2B5EF4-FFF2-40B4-BE49-F238E27FC236}">
                    <a16:creationId xmlns:a16="http://schemas.microsoft.com/office/drawing/2014/main" id="{207F52D8-3347-EDB5-5AB7-35563CC47198}"/>
                  </a:ext>
                </a:extLst>
              </p:cNvPr>
              <p:cNvSpPr/>
              <p:nvPr/>
            </p:nvSpPr>
            <p:spPr>
              <a:xfrm>
                <a:off x="3535486" y="4662140"/>
                <a:ext cx="61811" cy="4329"/>
              </a:xfrm>
              <a:custGeom>
                <a:avLst/>
                <a:gdLst/>
                <a:ahLst/>
                <a:cxnLst/>
                <a:rect l="l" t="t" r="r" b="b"/>
                <a:pathLst>
                  <a:path w="1742" h="122" extrusionOk="0">
                    <a:moveTo>
                      <a:pt x="1" y="1"/>
                    </a:moveTo>
                    <a:lnTo>
                      <a:pt x="1" y="65"/>
                    </a:lnTo>
                    <a:cubicBezTo>
                      <a:pt x="206" y="93"/>
                      <a:pt x="383" y="121"/>
                      <a:pt x="595" y="121"/>
                    </a:cubicBezTo>
                    <a:lnTo>
                      <a:pt x="708" y="121"/>
                    </a:lnTo>
                    <a:cubicBezTo>
                      <a:pt x="829" y="121"/>
                      <a:pt x="949" y="121"/>
                      <a:pt x="1062" y="93"/>
                    </a:cubicBezTo>
                    <a:cubicBezTo>
                      <a:pt x="1165" y="79"/>
                      <a:pt x="1276" y="72"/>
                      <a:pt x="1391" y="72"/>
                    </a:cubicBezTo>
                    <a:cubicBezTo>
                      <a:pt x="1506" y="72"/>
                      <a:pt x="1625" y="79"/>
                      <a:pt x="1741" y="93"/>
                    </a:cubicBezTo>
                    <a:lnTo>
                      <a:pt x="1741" y="29"/>
                    </a:lnTo>
                    <a:cubicBezTo>
                      <a:pt x="1639" y="15"/>
                      <a:pt x="1520" y="8"/>
                      <a:pt x="1398" y="8"/>
                    </a:cubicBezTo>
                    <a:cubicBezTo>
                      <a:pt x="1276" y="8"/>
                      <a:pt x="1151" y="15"/>
                      <a:pt x="1034" y="29"/>
                    </a:cubicBezTo>
                    <a:cubicBezTo>
                      <a:pt x="949" y="65"/>
                      <a:pt x="829" y="65"/>
                      <a:pt x="708" y="65"/>
                    </a:cubicBezTo>
                    <a:cubicBezTo>
                      <a:pt x="475" y="65"/>
                      <a:pt x="242" y="65"/>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3" name="Google Shape;847;p40">
                <a:extLst>
                  <a:ext uri="{FF2B5EF4-FFF2-40B4-BE49-F238E27FC236}">
                    <a16:creationId xmlns:a16="http://schemas.microsoft.com/office/drawing/2014/main" id="{613EE1CF-56FC-9CBA-86D3-37B845C3572D}"/>
                  </a:ext>
                </a:extLst>
              </p:cNvPr>
              <p:cNvSpPr/>
              <p:nvPr/>
            </p:nvSpPr>
            <p:spPr>
              <a:xfrm>
                <a:off x="3521932" y="4093370"/>
                <a:ext cx="49250" cy="27144"/>
              </a:xfrm>
              <a:custGeom>
                <a:avLst/>
                <a:gdLst/>
                <a:ahLst/>
                <a:cxnLst/>
                <a:rect l="l" t="t" r="r" b="b"/>
                <a:pathLst>
                  <a:path w="1388" h="765" extrusionOk="0">
                    <a:moveTo>
                      <a:pt x="1331" y="0"/>
                    </a:moveTo>
                    <a:cubicBezTo>
                      <a:pt x="1211" y="234"/>
                      <a:pt x="942" y="411"/>
                      <a:pt x="588" y="531"/>
                    </a:cubicBezTo>
                    <a:cubicBezTo>
                      <a:pt x="503" y="559"/>
                      <a:pt x="447" y="588"/>
                      <a:pt x="383" y="616"/>
                    </a:cubicBezTo>
                    <a:cubicBezTo>
                      <a:pt x="270" y="644"/>
                      <a:pt x="206" y="673"/>
                      <a:pt x="1" y="708"/>
                    </a:cubicBezTo>
                    <a:lnTo>
                      <a:pt x="1" y="764"/>
                    </a:lnTo>
                    <a:cubicBezTo>
                      <a:pt x="234" y="736"/>
                      <a:pt x="270" y="708"/>
                      <a:pt x="411" y="644"/>
                    </a:cubicBezTo>
                    <a:cubicBezTo>
                      <a:pt x="475" y="644"/>
                      <a:pt x="532" y="616"/>
                      <a:pt x="588" y="588"/>
                    </a:cubicBezTo>
                    <a:cubicBezTo>
                      <a:pt x="977" y="467"/>
                      <a:pt x="1239" y="291"/>
                      <a:pt x="1388" y="29"/>
                    </a:cubicBezTo>
                    <a:lnTo>
                      <a:pt x="13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4" name="Google Shape;848;p40">
                <a:extLst>
                  <a:ext uri="{FF2B5EF4-FFF2-40B4-BE49-F238E27FC236}">
                    <a16:creationId xmlns:a16="http://schemas.microsoft.com/office/drawing/2014/main" id="{1E30AF9F-162B-4C47-BAF2-6B112D129E31}"/>
                  </a:ext>
                </a:extLst>
              </p:cNvPr>
              <p:cNvSpPr/>
              <p:nvPr/>
            </p:nvSpPr>
            <p:spPr>
              <a:xfrm>
                <a:off x="3527219" y="3916318"/>
                <a:ext cx="129795" cy="53579"/>
              </a:xfrm>
              <a:custGeom>
                <a:avLst/>
                <a:gdLst/>
                <a:ahLst/>
                <a:cxnLst/>
                <a:rect l="l" t="t" r="r" b="b"/>
                <a:pathLst>
                  <a:path w="3658" h="1510" extrusionOk="0">
                    <a:moveTo>
                      <a:pt x="884" y="1"/>
                    </a:moveTo>
                    <a:cubicBezTo>
                      <a:pt x="852" y="1"/>
                      <a:pt x="820" y="11"/>
                      <a:pt x="793" y="38"/>
                    </a:cubicBezTo>
                    <a:cubicBezTo>
                      <a:pt x="651" y="95"/>
                      <a:pt x="531" y="152"/>
                      <a:pt x="411" y="244"/>
                    </a:cubicBezTo>
                    <a:cubicBezTo>
                      <a:pt x="262" y="300"/>
                      <a:pt x="149" y="392"/>
                      <a:pt x="1" y="449"/>
                    </a:cubicBezTo>
                    <a:lnTo>
                      <a:pt x="29" y="505"/>
                    </a:lnTo>
                    <a:cubicBezTo>
                      <a:pt x="177" y="449"/>
                      <a:pt x="298" y="357"/>
                      <a:pt x="439" y="300"/>
                    </a:cubicBezTo>
                    <a:cubicBezTo>
                      <a:pt x="559" y="215"/>
                      <a:pt x="680" y="152"/>
                      <a:pt x="793" y="67"/>
                    </a:cubicBezTo>
                    <a:cubicBezTo>
                      <a:pt x="812" y="58"/>
                      <a:pt x="830" y="55"/>
                      <a:pt x="847" y="55"/>
                    </a:cubicBezTo>
                    <a:cubicBezTo>
                      <a:pt x="890" y="55"/>
                      <a:pt x="930" y="75"/>
                      <a:pt x="970" y="95"/>
                    </a:cubicBezTo>
                    <a:cubicBezTo>
                      <a:pt x="1210" y="244"/>
                      <a:pt x="1500" y="392"/>
                      <a:pt x="1769" y="477"/>
                    </a:cubicBezTo>
                    <a:lnTo>
                      <a:pt x="1797" y="505"/>
                    </a:lnTo>
                    <a:cubicBezTo>
                      <a:pt x="2420" y="774"/>
                      <a:pt x="3035" y="1128"/>
                      <a:pt x="3623" y="1510"/>
                    </a:cubicBezTo>
                    <a:lnTo>
                      <a:pt x="3658" y="1453"/>
                    </a:lnTo>
                    <a:cubicBezTo>
                      <a:pt x="3064" y="1064"/>
                      <a:pt x="2448" y="710"/>
                      <a:pt x="1826" y="449"/>
                    </a:cubicBezTo>
                    <a:lnTo>
                      <a:pt x="1769" y="420"/>
                    </a:lnTo>
                    <a:cubicBezTo>
                      <a:pt x="1536" y="328"/>
                      <a:pt x="1239" y="180"/>
                      <a:pt x="1005" y="38"/>
                    </a:cubicBezTo>
                    <a:cubicBezTo>
                      <a:pt x="969" y="18"/>
                      <a:pt x="926" y="1"/>
                      <a:pt x="8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5" name="Google Shape;849;p40">
                <a:extLst>
                  <a:ext uri="{FF2B5EF4-FFF2-40B4-BE49-F238E27FC236}">
                    <a16:creationId xmlns:a16="http://schemas.microsoft.com/office/drawing/2014/main" id="{92A45763-C106-2A95-A86A-F4E3D9F301D7}"/>
                  </a:ext>
                </a:extLst>
              </p:cNvPr>
              <p:cNvSpPr/>
              <p:nvPr/>
            </p:nvSpPr>
            <p:spPr>
              <a:xfrm>
                <a:off x="3686105" y="3909115"/>
                <a:ext cx="87890" cy="61811"/>
              </a:xfrm>
              <a:custGeom>
                <a:avLst/>
                <a:gdLst/>
                <a:ahLst/>
                <a:cxnLst/>
                <a:rect l="l" t="t" r="r" b="b"/>
                <a:pathLst>
                  <a:path w="2477" h="1742" extrusionOk="0">
                    <a:moveTo>
                      <a:pt x="29" y="1"/>
                    </a:moveTo>
                    <a:lnTo>
                      <a:pt x="1" y="65"/>
                    </a:lnTo>
                    <a:cubicBezTo>
                      <a:pt x="559" y="241"/>
                      <a:pt x="1182" y="418"/>
                      <a:pt x="1713" y="772"/>
                    </a:cubicBezTo>
                    <a:cubicBezTo>
                      <a:pt x="1861" y="857"/>
                      <a:pt x="1946" y="949"/>
                      <a:pt x="2038" y="1034"/>
                    </a:cubicBezTo>
                    <a:cubicBezTo>
                      <a:pt x="2187" y="1182"/>
                      <a:pt x="2300" y="1416"/>
                      <a:pt x="2420" y="1741"/>
                    </a:cubicBezTo>
                    <a:lnTo>
                      <a:pt x="2477" y="1713"/>
                    </a:lnTo>
                    <a:cubicBezTo>
                      <a:pt x="2420" y="1479"/>
                      <a:pt x="2300" y="1211"/>
                      <a:pt x="2095" y="977"/>
                    </a:cubicBezTo>
                    <a:cubicBezTo>
                      <a:pt x="2010" y="885"/>
                      <a:pt x="1889" y="800"/>
                      <a:pt x="1741" y="708"/>
                    </a:cubicBezTo>
                    <a:cubicBezTo>
                      <a:pt x="1182" y="355"/>
                      <a:pt x="559" y="178"/>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6" name="Google Shape;850;p40">
                <a:extLst>
                  <a:ext uri="{FF2B5EF4-FFF2-40B4-BE49-F238E27FC236}">
                    <a16:creationId xmlns:a16="http://schemas.microsoft.com/office/drawing/2014/main" id="{D6C68DC3-E1DF-1489-F291-862015C907C3}"/>
                  </a:ext>
                </a:extLst>
              </p:cNvPr>
              <p:cNvSpPr/>
              <p:nvPr/>
            </p:nvSpPr>
            <p:spPr>
              <a:xfrm>
                <a:off x="3627631" y="3700022"/>
                <a:ext cx="24128" cy="9332"/>
              </a:xfrm>
              <a:custGeom>
                <a:avLst/>
                <a:gdLst/>
                <a:ahLst/>
                <a:cxnLst/>
                <a:rect l="l" t="t" r="r" b="b"/>
                <a:pathLst>
                  <a:path w="680" h="263" extrusionOk="0">
                    <a:moveTo>
                      <a:pt x="679" y="1"/>
                    </a:moveTo>
                    <a:lnTo>
                      <a:pt x="0" y="121"/>
                    </a:lnTo>
                    <a:cubicBezTo>
                      <a:pt x="85" y="206"/>
                      <a:pt x="234" y="263"/>
                      <a:pt x="382" y="263"/>
                    </a:cubicBezTo>
                    <a:cubicBezTo>
                      <a:pt x="531" y="234"/>
                      <a:pt x="651" y="121"/>
                      <a:pt x="67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7" name="Google Shape;851;p40">
                <a:extLst>
                  <a:ext uri="{FF2B5EF4-FFF2-40B4-BE49-F238E27FC236}">
                    <a16:creationId xmlns:a16="http://schemas.microsoft.com/office/drawing/2014/main" id="{9F5FAF75-1D1D-1735-7650-209382CCB577}"/>
                  </a:ext>
                </a:extLst>
              </p:cNvPr>
              <p:cNvSpPr/>
              <p:nvPr/>
            </p:nvSpPr>
            <p:spPr>
              <a:xfrm>
                <a:off x="3664284" y="3657125"/>
                <a:ext cx="3051" cy="19870"/>
              </a:xfrm>
              <a:custGeom>
                <a:avLst/>
                <a:gdLst/>
                <a:ahLst/>
                <a:cxnLst/>
                <a:rect l="l" t="t" r="r" b="b"/>
                <a:pathLst>
                  <a:path w="86" h="560" extrusionOk="0">
                    <a:moveTo>
                      <a:pt x="28" y="0"/>
                    </a:moveTo>
                    <a:cubicBezTo>
                      <a:pt x="28" y="177"/>
                      <a:pt x="28" y="354"/>
                      <a:pt x="0" y="531"/>
                    </a:cubicBezTo>
                    <a:lnTo>
                      <a:pt x="57" y="559"/>
                    </a:lnTo>
                    <a:cubicBezTo>
                      <a:pt x="85" y="382"/>
                      <a:pt x="85" y="177"/>
                      <a:pt x="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8" name="Google Shape;852;p40">
                <a:extLst>
                  <a:ext uri="{FF2B5EF4-FFF2-40B4-BE49-F238E27FC236}">
                    <a16:creationId xmlns:a16="http://schemas.microsoft.com/office/drawing/2014/main" id="{A383CB49-FDFB-7320-D8AB-6F95A331638E}"/>
                  </a:ext>
                </a:extLst>
              </p:cNvPr>
              <p:cNvSpPr/>
              <p:nvPr/>
            </p:nvSpPr>
            <p:spPr>
              <a:xfrm>
                <a:off x="3701930" y="3826549"/>
                <a:ext cx="5287" cy="23135"/>
              </a:xfrm>
              <a:custGeom>
                <a:avLst/>
                <a:gdLst/>
                <a:ahLst/>
                <a:cxnLst/>
                <a:rect l="l" t="t" r="r" b="b"/>
                <a:pathLst>
                  <a:path w="149" h="652" extrusionOk="0">
                    <a:moveTo>
                      <a:pt x="85" y="0"/>
                    </a:moveTo>
                    <a:cubicBezTo>
                      <a:pt x="29" y="206"/>
                      <a:pt x="0" y="446"/>
                      <a:pt x="0" y="651"/>
                    </a:cubicBezTo>
                    <a:lnTo>
                      <a:pt x="57" y="651"/>
                    </a:lnTo>
                    <a:cubicBezTo>
                      <a:pt x="57" y="446"/>
                      <a:pt x="85" y="206"/>
                      <a:pt x="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9" name="Google Shape;853;p40">
                <a:extLst>
                  <a:ext uri="{FF2B5EF4-FFF2-40B4-BE49-F238E27FC236}">
                    <a16:creationId xmlns:a16="http://schemas.microsoft.com/office/drawing/2014/main" id="{6F6C43F3-C260-EDEA-A4F1-7B0A3C4127EC}"/>
                  </a:ext>
                </a:extLst>
              </p:cNvPr>
              <p:cNvSpPr/>
              <p:nvPr/>
            </p:nvSpPr>
            <p:spPr>
              <a:xfrm>
                <a:off x="3658997" y="3990722"/>
                <a:ext cx="14583" cy="14832"/>
              </a:xfrm>
              <a:custGeom>
                <a:avLst/>
                <a:gdLst/>
                <a:ahLst/>
                <a:cxnLst/>
                <a:rect l="l" t="t" r="r" b="b"/>
                <a:pathLst>
                  <a:path w="411" h="418" extrusionOk="0">
                    <a:moveTo>
                      <a:pt x="206" y="0"/>
                    </a:moveTo>
                    <a:cubicBezTo>
                      <a:pt x="85" y="0"/>
                      <a:pt x="1" y="92"/>
                      <a:pt x="1" y="205"/>
                    </a:cubicBezTo>
                    <a:cubicBezTo>
                      <a:pt x="1" y="325"/>
                      <a:pt x="85" y="417"/>
                      <a:pt x="206" y="417"/>
                    </a:cubicBezTo>
                    <a:cubicBezTo>
                      <a:pt x="326" y="417"/>
                      <a:pt x="411" y="325"/>
                      <a:pt x="411" y="205"/>
                    </a:cubicBezTo>
                    <a:cubicBezTo>
                      <a:pt x="411" y="92"/>
                      <a:pt x="326" y="0"/>
                      <a:pt x="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0" name="Google Shape;854;p40">
                <a:extLst>
                  <a:ext uri="{FF2B5EF4-FFF2-40B4-BE49-F238E27FC236}">
                    <a16:creationId xmlns:a16="http://schemas.microsoft.com/office/drawing/2014/main" id="{650B3629-297E-F2EA-62FA-C44540670B8A}"/>
                  </a:ext>
                </a:extLst>
              </p:cNvPr>
              <p:cNvSpPr/>
              <p:nvPr/>
            </p:nvSpPr>
            <p:spPr>
              <a:xfrm>
                <a:off x="3625609" y="3816011"/>
                <a:ext cx="14583" cy="14832"/>
              </a:xfrm>
              <a:custGeom>
                <a:avLst/>
                <a:gdLst/>
                <a:ahLst/>
                <a:cxnLst/>
                <a:rect l="l" t="t" r="r" b="b"/>
                <a:pathLst>
                  <a:path w="411" h="418" extrusionOk="0">
                    <a:moveTo>
                      <a:pt x="206" y="0"/>
                    </a:moveTo>
                    <a:cubicBezTo>
                      <a:pt x="86" y="0"/>
                      <a:pt x="1" y="92"/>
                      <a:pt x="1" y="213"/>
                    </a:cubicBezTo>
                    <a:cubicBezTo>
                      <a:pt x="1" y="326"/>
                      <a:pt x="86" y="418"/>
                      <a:pt x="206" y="418"/>
                    </a:cubicBezTo>
                    <a:cubicBezTo>
                      <a:pt x="319" y="418"/>
                      <a:pt x="411" y="326"/>
                      <a:pt x="411" y="213"/>
                    </a:cubicBezTo>
                    <a:cubicBezTo>
                      <a:pt x="411" y="92"/>
                      <a:pt x="319" y="0"/>
                      <a:pt x="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1" name="Google Shape;855;p40">
                <a:extLst>
                  <a:ext uri="{FF2B5EF4-FFF2-40B4-BE49-F238E27FC236}">
                    <a16:creationId xmlns:a16="http://schemas.microsoft.com/office/drawing/2014/main" id="{FF59486F-D6AE-FFC2-155F-02EA30C9BFD3}"/>
                  </a:ext>
                </a:extLst>
              </p:cNvPr>
              <p:cNvSpPr/>
              <p:nvPr/>
            </p:nvSpPr>
            <p:spPr>
              <a:xfrm>
                <a:off x="3553333" y="3777336"/>
                <a:ext cx="14583" cy="14867"/>
              </a:xfrm>
              <a:custGeom>
                <a:avLst/>
                <a:gdLst/>
                <a:ahLst/>
                <a:cxnLst/>
                <a:rect l="l" t="t" r="r" b="b"/>
                <a:pathLst>
                  <a:path w="411" h="419" extrusionOk="0">
                    <a:moveTo>
                      <a:pt x="205" y="1"/>
                    </a:moveTo>
                    <a:cubicBezTo>
                      <a:pt x="92" y="1"/>
                      <a:pt x="0" y="93"/>
                      <a:pt x="0" y="206"/>
                    </a:cubicBezTo>
                    <a:cubicBezTo>
                      <a:pt x="0" y="326"/>
                      <a:pt x="92" y="418"/>
                      <a:pt x="205" y="418"/>
                    </a:cubicBezTo>
                    <a:cubicBezTo>
                      <a:pt x="326" y="418"/>
                      <a:pt x="411" y="326"/>
                      <a:pt x="411" y="206"/>
                    </a:cubicBezTo>
                    <a:cubicBezTo>
                      <a:pt x="411" y="93"/>
                      <a:pt x="326" y="1"/>
                      <a:pt x="2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2" name="Google Shape;856;p40">
                <a:extLst>
                  <a:ext uri="{FF2B5EF4-FFF2-40B4-BE49-F238E27FC236}">
                    <a16:creationId xmlns:a16="http://schemas.microsoft.com/office/drawing/2014/main" id="{65844936-5E0A-6D3E-18FF-07A8BBD372EE}"/>
                  </a:ext>
                </a:extLst>
              </p:cNvPr>
              <p:cNvSpPr/>
              <p:nvPr/>
            </p:nvSpPr>
            <p:spPr>
              <a:xfrm>
                <a:off x="3704946" y="3781630"/>
                <a:ext cx="14832" cy="14583"/>
              </a:xfrm>
              <a:custGeom>
                <a:avLst/>
                <a:gdLst/>
                <a:ahLst/>
                <a:cxnLst/>
                <a:rect l="l" t="t" r="r" b="b"/>
                <a:pathLst>
                  <a:path w="418" h="411" extrusionOk="0">
                    <a:moveTo>
                      <a:pt x="205" y="0"/>
                    </a:moveTo>
                    <a:cubicBezTo>
                      <a:pt x="92" y="0"/>
                      <a:pt x="0" y="85"/>
                      <a:pt x="0" y="205"/>
                    </a:cubicBezTo>
                    <a:cubicBezTo>
                      <a:pt x="0" y="326"/>
                      <a:pt x="92" y="410"/>
                      <a:pt x="205" y="410"/>
                    </a:cubicBezTo>
                    <a:cubicBezTo>
                      <a:pt x="326" y="410"/>
                      <a:pt x="418" y="326"/>
                      <a:pt x="418" y="205"/>
                    </a:cubicBezTo>
                    <a:cubicBezTo>
                      <a:pt x="418" y="85"/>
                      <a:pt x="326" y="0"/>
                      <a:pt x="2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3" name="Google Shape;857;p40">
                <a:extLst>
                  <a:ext uri="{FF2B5EF4-FFF2-40B4-BE49-F238E27FC236}">
                    <a16:creationId xmlns:a16="http://schemas.microsoft.com/office/drawing/2014/main" id="{D039F35F-EA2A-9DFE-47C8-CE7D36B9C99B}"/>
                  </a:ext>
                </a:extLst>
              </p:cNvPr>
              <p:cNvSpPr/>
              <p:nvPr/>
            </p:nvSpPr>
            <p:spPr>
              <a:xfrm>
                <a:off x="3658997" y="3876756"/>
                <a:ext cx="14583" cy="14583"/>
              </a:xfrm>
              <a:custGeom>
                <a:avLst/>
                <a:gdLst/>
                <a:ahLst/>
                <a:cxnLst/>
                <a:rect l="l" t="t" r="r" b="b"/>
                <a:pathLst>
                  <a:path w="411" h="411" extrusionOk="0">
                    <a:moveTo>
                      <a:pt x="206" y="0"/>
                    </a:moveTo>
                    <a:cubicBezTo>
                      <a:pt x="85" y="0"/>
                      <a:pt x="1" y="92"/>
                      <a:pt x="1" y="205"/>
                    </a:cubicBezTo>
                    <a:cubicBezTo>
                      <a:pt x="1" y="326"/>
                      <a:pt x="85" y="411"/>
                      <a:pt x="206" y="411"/>
                    </a:cubicBezTo>
                    <a:cubicBezTo>
                      <a:pt x="326" y="411"/>
                      <a:pt x="411" y="326"/>
                      <a:pt x="411" y="205"/>
                    </a:cubicBezTo>
                    <a:cubicBezTo>
                      <a:pt x="411" y="92"/>
                      <a:pt x="326" y="0"/>
                      <a:pt x="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4" name="Google Shape;858;p40">
                <a:extLst>
                  <a:ext uri="{FF2B5EF4-FFF2-40B4-BE49-F238E27FC236}">
                    <a16:creationId xmlns:a16="http://schemas.microsoft.com/office/drawing/2014/main" id="{DB03DC77-5F6B-9ADD-1AC6-A61A0E70A6BF}"/>
                  </a:ext>
                </a:extLst>
              </p:cNvPr>
              <p:cNvSpPr/>
              <p:nvPr/>
            </p:nvSpPr>
            <p:spPr>
              <a:xfrm>
                <a:off x="3699659" y="4039900"/>
                <a:ext cx="14832" cy="14583"/>
              </a:xfrm>
              <a:custGeom>
                <a:avLst/>
                <a:gdLst/>
                <a:ahLst/>
                <a:cxnLst/>
                <a:rect l="l" t="t" r="r" b="b"/>
                <a:pathLst>
                  <a:path w="418" h="411" extrusionOk="0">
                    <a:moveTo>
                      <a:pt x="213" y="1"/>
                    </a:moveTo>
                    <a:cubicBezTo>
                      <a:pt x="93" y="1"/>
                      <a:pt x="1" y="93"/>
                      <a:pt x="1" y="206"/>
                    </a:cubicBezTo>
                    <a:cubicBezTo>
                      <a:pt x="1" y="326"/>
                      <a:pt x="93" y="411"/>
                      <a:pt x="213" y="411"/>
                    </a:cubicBezTo>
                    <a:cubicBezTo>
                      <a:pt x="326" y="411"/>
                      <a:pt x="418" y="326"/>
                      <a:pt x="418" y="206"/>
                    </a:cubicBezTo>
                    <a:cubicBezTo>
                      <a:pt x="418" y="93"/>
                      <a:pt x="326" y="1"/>
                      <a:pt x="2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5" name="Google Shape;859;p40">
                <a:extLst>
                  <a:ext uri="{FF2B5EF4-FFF2-40B4-BE49-F238E27FC236}">
                    <a16:creationId xmlns:a16="http://schemas.microsoft.com/office/drawing/2014/main" id="{5A207426-883F-171C-D5FF-3DE842B9B52E}"/>
                  </a:ext>
                </a:extLst>
              </p:cNvPr>
              <p:cNvSpPr/>
              <p:nvPr/>
            </p:nvSpPr>
            <p:spPr>
              <a:xfrm>
                <a:off x="3574161" y="3862173"/>
                <a:ext cx="15861" cy="14619"/>
              </a:xfrm>
              <a:custGeom>
                <a:avLst/>
                <a:gdLst/>
                <a:ahLst/>
                <a:cxnLst/>
                <a:rect l="l" t="t" r="r" b="b"/>
                <a:pathLst>
                  <a:path w="447" h="412" extrusionOk="0">
                    <a:moveTo>
                      <a:pt x="241" y="1"/>
                    </a:moveTo>
                    <a:cubicBezTo>
                      <a:pt x="121" y="1"/>
                      <a:pt x="0" y="86"/>
                      <a:pt x="0" y="206"/>
                    </a:cubicBezTo>
                    <a:cubicBezTo>
                      <a:pt x="0" y="326"/>
                      <a:pt x="121" y="411"/>
                      <a:pt x="241" y="411"/>
                    </a:cubicBezTo>
                    <a:cubicBezTo>
                      <a:pt x="326" y="411"/>
                      <a:pt x="446" y="326"/>
                      <a:pt x="446" y="206"/>
                    </a:cubicBezTo>
                    <a:cubicBezTo>
                      <a:pt x="446" y="86"/>
                      <a:pt x="326" y="1"/>
                      <a:pt x="2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6" name="Google Shape;860;p40">
                <a:extLst>
                  <a:ext uri="{FF2B5EF4-FFF2-40B4-BE49-F238E27FC236}">
                    <a16:creationId xmlns:a16="http://schemas.microsoft.com/office/drawing/2014/main" id="{AD36F3DA-16E8-E415-1C53-3B436E03B71D}"/>
                  </a:ext>
                </a:extLst>
              </p:cNvPr>
              <p:cNvSpPr/>
              <p:nvPr/>
            </p:nvSpPr>
            <p:spPr>
              <a:xfrm>
                <a:off x="3748872" y="3880020"/>
                <a:ext cx="15825" cy="14583"/>
              </a:xfrm>
              <a:custGeom>
                <a:avLst/>
                <a:gdLst/>
                <a:ahLst/>
                <a:cxnLst/>
                <a:rect l="l" t="t" r="r" b="b"/>
                <a:pathLst>
                  <a:path w="446" h="411" extrusionOk="0">
                    <a:moveTo>
                      <a:pt x="205" y="0"/>
                    </a:moveTo>
                    <a:cubicBezTo>
                      <a:pt x="120" y="0"/>
                      <a:pt x="0" y="85"/>
                      <a:pt x="0" y="205"/>
                    </a:cubicBezTo>
                    <a:cubicBezTo>
                      <a:pt x="0" y="319"/>
                      <a:pt x="120" y="411"/>
                      <a:pt x="205" y="411"/>
                    </a:cubicBezTo>
                    <a:cubicBezTo>
                      <a:pt x="326" y="411"/>
                      <a:pt x="446" y="319"/>
                      <a:pt x="446" y="205"/>
                    </a:cubicBezTo>
                    <a:cubicBezTo>
                      <a:pt x="446" y="85"/>
                      <a:pt x="326" y="0"/>
                      <a:pt x="2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7" name="Google Shape;861;p40">
                <a:extLst>
                  <a:ext uri="{FF2B5EF4-FFF2-40B4-BE49-F238E27FC236}">
                    <a16:creationId xmlns:a16="http://schemas.microsoft.com/office/drawing/2014/main" id="{0F313582-8375-8020-18A4-D137A20F7DEF}"/>
                  </a:ext>
                </a:extLst>
              </p:cNvPr>
              <p:cNvSpPr/>
              <p:nvPr/>
            </p:nvSpPr>
            <p:spPr>
              <a:xfrm>
                <a:off x="3489573" y="3852664"/>
                <a:ext cx="14583" cy="15825"/>
              </a:xfrm>
              <a:custGeom>
                <a:avLst/>
                <a:gdLst/>
                <a:ahLst/>
                <a:cxnLst/>
                <a:rect l="l" t="t" r="r" b="b"/>
                <a:pathLst>
                  <a:path w="411" h="446" extrusionOk="0">
                    <a:moveTo>
                      <a:pt x="206" y="0"/>
                    </a:moveTo>
                    <a:cubicBezTo>
                      <a:pt x="85" y="0"/>
                      <a:pt x="0" y="120"/>
                      <a:pt x="0" y="241"/>
                    </a:cubicBezTo>
                    <a:cubicBezTo>
                      <a:pt x="0" y="326"/>
                      <a:pt x="85" y="446"/>
                      <a:pt x="206" y="446"/>
                    </a:cubicBezTo>
                    <a:cubicBezTo>
                      <a:pt x="326" y="446"/>
                      <a:pt x="411" y="326"/>
                      <a:pt x="411" y="241"/>
                    </a:cubicBezTo>
                    <a:cubicBezTo>
                      <a:pt x="411" y="120"/>
                      <a:pt x="326" y="0"/>
                      <a:pt x="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8" name="Google Shape;862;p40">
                <a:extLst>
                  <a:ext uri="{FF2B5EF4-FFF2-40B4-BE49-F238E27FC236}">
                    <a16:creationId xmlns:a16="http://schemas.microsoft.com/office/drawing/2014/main" id="{6EF6F413-FF53-9F48-24BE-E37D564FA19A}"/>
                  </a:ext>
                </a:extLst>
              </p:cNvPr>
              <p:cNvSpPr/>
              <p:nvPr/>
            </p:nvSpPr>
            <p:spPr>
              <a:xfrm>
                <a:off x="3614077" y="4040893"/>
                <a:ext cx="14583" cy="14867"/>
              </a:xfrm>
              <a:custGeom>
                <a:avLst/>
                <a:gdLst/>
                <a:ahLst/>
                <a:cxnLst/>
                <a:rect l="l" t="t" r="r" b="b"/>
                <a:pathLst>
                  <a:path w="411" h="419" extrusionOk="0">
                    <a:moveTo>
                      <a:pt x="205" y="1"/>
                    </a:moveTo>
                    <a:cubicBezTo>
                      <a:pt x="85" y="1"/>
                      <a:pt x="0" y="93"/>
                      <a:pt x="0" y="206"/>
                    </a:cubicBezTo>
                    <a:cubicBezTo>
                      <a:pt x="0" y="326"/>
                      <a:pt x="85" y="418"/>
                      <a:pt x="205" y="418"/>
                    </a:cubicBezTo>
                    <a:cubicBezTo>
                      <a:pt x="326" y="418"/>
                      <a:pt x="411" y="326"/>
                      <a:pt x="411" y="206"/>
                    </a:cubicBezTo>
                    <a:cubicBezTo>
                      <a:pt x="411" y="93"/>
                      <a:pt x="326" y="1"/>
                      <a:pt x="2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9" name="Google Shape;863;p40">
                <a:extLst>
                  <a:ext uri="{FF2B5EF4-FFF2-40B4-BE49-F238E27FC236}">
                    <a16:creationId xmlns:a16="http://schemas.microsoft.com/office/drawing/2014/main" id="{E7432B27-B880-6CED-31A8-1C11659CA292}"/>
                  </a:ext>
                </a:extLst>
              </p:cNvPr>
              <p:cNvSpPr/>
              <p:nvPr/>
            </p:nvSpPr>
            <p:spPr>
              <a:xfrm>
                <a:off x="3571145" y="4002254"/>
                <a:ext cx="14583" cy="14583"/>
              </a:xfrm>
              <a:custGeom>
                <a:avLst/>
                <a:gdLst/>
                <a:ahLst/>
                <a:cxnLst/>
                <a:rect l="l" t="t" r="r" b="b"/>
                <a:pathLst>
                  <a:path w="411" h="411" extrusionOk="0">
                    <a:moveTo>
                      <a:pt x="206" y="0"/>
                    </a:moveTo>
                    <a:cubicBezTo>
                      <a:pt x="85" y="0"/>
                      <a:pt x="1" y="92"/>
                      <a:pt x="1" y="206"/>
                    </a:cubicBezTo>
                    <a:cubicBezTo>
                      <a:pt x="1" y="326"/>
                      <a:pt x="85" y="411"/>
                      <a:pt x="206" y="411"/>
                    </a:cubicBezTo>
                    <a:cubicBezTo>
                      <a:pt x="326" y="411"/>
                      <a:pt x="411" y="326"/>
                      <a:pt x="411" y="206"/>
                    </a:cubicBezTo>
                    <a:cubicBezTo>
                      <a:pt x="411" y="92"/>
                      <a:pt x="326" y="0"/>
                      <a:pt x="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0" name="Google Shape;864;p40">
                <a:extLst>
                  <a:ext uri="{FF2B5EF4-FFF2-40B4-BE49-F238E27FC236}">
                    <a16:creationId xmlns:a16="http://schemas.microsoft.com/office/drawing/2014/main" id="{185A656A-9CED-38DA-E0AB-08B77BAD8B2E}"/>
                  </a:ext>
                </a:extLst>
              </p:cNvPr>
              <p:cNvSpPr/>
              <p:nvPr/>
            </p:nvSpPr>
            <p:spPr>
              <a:xfrm>
                <a:off x="3537757" y="4039900"/>
                <a:ext cx="14583" cy="14583"/>
              </a:xfrm>
              <a:custGeom>
                <a:avLst/>
                <a:gdLst/>
                <a:ahLst/>
                <a:cxnLst/>
                <a:rect l="l" t="t" r="r" b="b"/>
                <a:pathLst>
                  <a:path w="411" h="411" extrusionOk="0">
                    <a:moveTo>
                      <a:pt x="206" y="1"/>
                    </a:moveTo>
                    <a:cubicBezTo>
                      <a:pt x="86" y="1"/>
                      <a:pt x="1" y="93"/>
                      <a:pt x="1" y="206"/>
                    </a:cubicBezTo>
                    <a:cubicBezTo>
                      <a:pt x="1" y="326"/>
                      <a:pt x="86" y="411"/>
                      <a:pt x="206" y="411"/>
                    </a:cubicBezTo>
                    <a:cubicBezTo>
                      <a:pt x="319" y="411"/>
                      <a:pt x="411" y="326"/>
                      <a:pt x="411" y="206"/>
                    </a:cubicBezTo>
                    <a:cubicBezTo>
                      <a:pt x="411" y="93"/>
                      <a:pt x="319" y="1"/>
                      <a:pt x="2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1" name="Google Shape;865;p40">
                <a:extLst>
                  <a:ext uri="{FF2B5EF4-FFF2-40B4-BE49-F238E27FC236}">
                    <a16:creationId xmlns:a16="http://schemas.microsoft.com/office/drawing/2014/main" id="{FBF7BA49-1659-4EAE-823F-0596773F4481}"/>
                  </a:ext>
                </a:extLst>
              </p:cNvPr>
              <p:cNvSpPr/>
              <p:nvPr/>
            </p:nvSpPr>
            <p:spPr>
              <a:xfrm>
                <a:off x="3514658" y="4645605"/>
                <a:ext cx="111983" cy="4045"/>
              </a:xfrm>
              <a:custGeom>
                <a:avLst/>
                <a:gdLst/>
                <a:ahLst/>
                <a:cxnLst/>
                <a:rect l="l" t="t" r="r" b="b"/>
                <a:pathLst>
                  <a:path w="3156" h="114" extrusionOk="0">
                    <a:moveTo>
                      <a:pt x="1" y="0"/>
                    </a:moveTo>
                    <a:lnTo>
                      <a:pt x="1" y="57"/>
                    </a:lnTo>
                    <a:cubicBezTo>
                      <a:pt x="680" y="85"/>
                      <a:pt x="1387" y="113"/>
                      <a:pt x="2067" y="113"/>
                    </a:cubicBezTo>
                    <a:lnTo>
                      <a:pt x="3156" y="113"/>
                    </a:lnTo>
                    <a:lnTo>
                      <a:pt x="3156" y="57"/>
                    </a:lnTo>
                    <a:cubicBezTo>
                      <a:pt x="2872" y="64"/>
                      <a:pt x="2587" y="68"/>
                      <a:pt x="2304" y="68"/>
                    </a:cubicBezTo>
                    <a:cubicBezTo>
                      <a:pt x="1528" y="68"/>
                      <a:pt x="757" y="4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2" name="Google Shape;866;p40">
                <a:extLst>
                  <a:ext uri="{FF2B5EF4-FFF2-40B4-BE49-F238E27FC236}">
                    <a16:creationId xmlns:a16="http://schemas.microsoft.com/office/drawing/2014/main" id="{BB0D821B-CFC8-4D1C-D0B7-BCCCD89341FC}"/>
                  </a:ext>
                </a:extLst>
              </p:cNvPr>
              <p:cNvSpPr/>
              <p:nvPr/>
            </p:nvSpPr>
            <p:spPr>
              <a:xfrm>
                <a:off x="3868090" y="4402592"/>
                <a:ext cx="109996" cy="9580"/>
              </a:xfrm>
              <a:custGeom>
                <a:avLst/>
                <a:gdLst/>
                <a:ahLst/>
                <a:cxnLst/>
                <a:rect l="l" t="t" r="r" b="b"/>
                <a:pathLst>
                  <a:path w="3100" h="270" extrusionOk="0">
                    <a:moveTo>
                      <a:pt x="2926" y="0"/>
                    </a:moveTo>
                    <a:cubicBezTo>
                      <a:pt x="2678" y="0"/>
                      <a:pt x="2414" y="42"/>
                      <a:pt x="2151" y="65"/>
                    </a:cubicBezTo>
                    <a:cubicBezTo>
                      <a:pt x="2066" y="93"/>
                      <a:pt x="2010" y="93"/>
                      <a:pt x="1918" y="128"/>
                    </a:cubicBezTo>
                    <a:cubicBezTo>
                      <a:pt x="1267" y="213"/>
                      <a:pt x="623" y="213"/>
                      <a:pt x="1" y="213"/>
                    </a:cubicBezTo>
                    <a:lnTo>
                      <a:pt x="1" y="270"/>
                    </a:lnTo>
                    <a:cubicBezTo>
                      <a:pt x="651" y="270"/>
                      <a:pt x="1302" y="270"/>
                      <a:pt x="1918" y="185"/>
                    </a:cubicBezTo>
                    <a:cubicBezTo>
                      <a:pt x="2010" y="157"/>
                      <a:pt x="2095" y="157"/>
                      <a:pt x="2151" y="128"/>
                    </a:cubicBezTo>
                    <a:cubicBezTo>
                      <a:pt x="2415" y="100"/>
                      <a:pt x="2679" y="57"/>
                      <a:pt x="2928" y="57"/>
                    </a:cubicBezTo>
                    <a:cubicBezTo>
                      <a:pt x="2986" y="57"/>
                      <a:pt x="3043" y="59"/>
                      <a:pt x="3099" y="65"/>
                    </a:cubicBezTo>
                    <a:lnTo>
                      <a:pt x="3099" y="8"/>
                    </a:lnTo>
                    <a:cubicBezTo>
                      <a:pt x="3042" y="3"/>
                      <a:pt x="2985" y="0"/>
                      <a:pt x="29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Google Shape;867;p40">
              <a:extLst>
                <a:ext uri="{FF2B5EF4-FFF2-40B4-BE49-F238E27FC236}">
                  <a16:creationId xmlns:a16="http://schemas.microsoft.com/office/drawing/2014/main" id="{2D50B2D6-858B-2B6B-3B34-6D3B18B14B64}"/>
                </a:ext>
              </a:extLst>
            </p:cNvPr>
            <p:cNvGrpSpPr/>
            <p:nvPr/>
          </p:nvGrpSpPr>
          <p:grpSpPr>
            <a:xfrm>
              <a:off x="520010" y="1168622"/>
              <a:ext cx="4279321" cy="3269905"/>
              <a:chOff x="3245850" y="1388754"/>
              <a:chExt cx="1339926" cy="1023893"/>
            </a:xfrm>
          </p:grpSpPr>
          <p:grpSp>
            <p:nvGrpSpPr>
              <p:cNvPr id="10" name="Google Shape;868;p40">
                <a:extLst>
                  <a:ext uri="{FF2B5EF4-FFF2-40B4-BE49-F238E27FC236}">
                    <a16:creationId xmlns:a16="http://schemas.microsoft.com/office/drawing/2014/main" id="{E0B1A479-5C61-1426-1F39-4D05E5940946}"/>
                  </a:ext>
                </a:extLst>
              </p:cNvPr>
              <p:cNvGrpSpPr/>
              <p:nvPr/>
            </p:nvGrpSpPr>
            <p:grpSpPr>
              <a:xfrm>
                <a:off x="3889166" y="1636096"/>
                <a:ext cx="633844" cy="776551"/>
                <a:chOff x="3889166" y="1636096"/>
                <a:chExt cx="633844" cy="776551"/>
              </a:xfrm>
            </p:grpSpPr>
            <p:sp>
              <p:nvSpPr>
                <p:cNvPr id="40" name="Google Shape;869;p40">
                  <a:extLst>
                    <a:ext uri="{FF2B5EF4-FFF2-40B4-BE49-F238E27FC236}">
                      <a16:creationId xmlns:a16="http://schemas.microsoft.com/office/drawing/2014/main" id="{6F990699-A814-91E6-613D-39A7534C9BEC}"/>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870;p40">
                  <a:extLst>
                    <a:ext uri="{FF2B5EF4-FFF2-40B4-BE49-F238E27FC236}">
                      <a16:creationId xmlns:a16="http://schemas.microsoft.com/office/drawing/2014/main" id="{43AF9FDC-1630-7C9B-09F0-D6203245872C}"/>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871;p40">
                  <a:extLst>
                    <a:ext uri="{FF2B5EF4-FFF2-40B4-BE49-F238E27FC236}">
                      <a16:creationId xmlns:a16="http://schemas.microsoft.com/office/drawing/2014/main" id="{479AA147-F9CC-F0F4-DBF8-D0A371B37A2E}"/>
                    </a:ext>
                  </a:extLst>
                </p:cNvPr>
                <p:cNvSpPr/>
                <p:nvPr/>
              </p:nvSpPr>
              <p:spPr>
                <a:xfrm>
                  <a:off x="4470495" y="2333663"/>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872;p40">
                  <a:extLst>
                    <a:ext uri="{FF2B5EF4-FFF2-40B4-BE49-F238E27FC236}">
                      <a16:creationId xmlns:a16="http://schemas.microsoft.com/office/drawing/2014/main" id="{1C0E08A6-4C2E-7756-D55C-C73ECA91F514}"/>
                    </a:ext>
                  </a:extLst>
                </p:cNvPr>
                <p:cNvSpPr/>
                <p:nvPr/>
              </p:nvSpPr>
              <p:spPr>
                <a:xfrm>
                  <a:off x="4424582" y="2333663"/>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 name="Google Shape;873;p40">
                <a:extLst>
                  <a:ext uri="{FF2B5EF4-FFF2-40B4-BE49-F238E27FC236}">
                    <a16:creationId xmlns:a16="http://schemas.microsoft.com/office/drawing/2014/main" id="{C29F829B-18C0-C712-379F-0F2EF72F80DB}"/>
                  </a:ext>
                </a:extLst>
              </p:cNvPr>
              <p:cNvSpPr/>
              <p:nvPr/>
            </p:nvSpPr>
            <p:spPr>
              <a:xfrm>
                <a:off x="4473760" y="1552892"/>
                <a:ext cx="16606" cy="71071"/>
              </a:xfrm>
              <a:custGeom>
                <a:avLst/>
                <a:gdLst/>
                <a:ahLst/>
                <a:cxnLst/>
                <a:rect l="l" t="t" r="r" b="b"/>
                <a:pathLst>
                  <a:path w="468" h="2003" extrusionOk="0">
                    <a:moveTo>
                      <a:pt x="1" y="1"/>
                    </a:moveTo>
                    <a:lnTo>
                      <a:pt x="1" y="29"/>
                    </a:lnTo>
                    <a:cubicBezTo>
                      <a:pt x="383" y="588"/>
                      <a:pt x="411" y="1387"/>
                      <a:pt x="58" y="1946"/>
                    </a:cubicBezTo>
                    <a:cubicBezTo>
                      <a:pt x="58" y="1974"/>
                      <a:pt x="58" y="1974"/>
                      <a:pt x="86" y="2003"/>
                    </a:cubicBezTo>
                    <a:cubicBezTo>
                      <a:pt x="86" y="2003"/>
                      <a:pt x="114" y="2003"/>
                      <a:pt x="114" y="1974"/>
                    </a:cubicBezTo>
                    <a:cubicBezTo>
                      <a:pt x="468" y="1387"/>
                      <a:pt x="440" y="560"/>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874;p40">
                <a:extLst>
                  <a:ext uri="{FF2B5EF4-FFF2-40B4-BE49-F238E27FC236}">
                    <a16:creationId xmlns:a16="http://schemas.microsoft.com/office/drawing/2014/main" id="{F95C62B5-9538-ECF8-1713-11E1DF212EDB}"/>
                  </a:ext>
                </a:extLst>
              </p:cNvPr>
              <p:cNvSpPr/>
              <p:nvPr/>
            </p:nvSpPr>
            <p:spPr>
              <a:xfrm>
                <a:off x="3372342" y="1752689"/>
                <a:ext cx="40947" cy="59540"/>
              </a:xfrm>
              <a:custGeom>
                <a:avLst/>
                <a:gdLst/>
                <a:ahLst/>
                <a:cxnLst/>
                <a:rect l="l" t="t" r="r" b="b"/>
                <a:pathLst>
                  <a:path w="1154" h="1678" extrusionOk="0">
                    <a:moveTo>
                      <a:pt x="595" y="58"/>
                    </a:moveTo>
                    <a:cubicBezTo>
                      <a:pt x="857" y="58"/>
                      <a:pt x="1090" y="411"/>
                      <a:pt x="1090" y="850"/>
                    </a:cubicBezTo>
                    <a:cubicBezTo>
                      <a:pt x="1090" y="1267"/>
                      <a:pt x="857" y="1621"/>
                      <a:pt x="595" y="1621"/>
                    </a:cubicBezTo>
                    <a:cubicBezTo>
                      <a:pt x="298" y="1621"/>
                      <a:pt x="64" y="1267"/>
                      <a:pt x="64" y="850"/>
                    </a:cubicBezTo>
                    <a:cubicBezTo>
                      <a:pt x="64" y="411"/>
                      <a:pt x="298" y="58"/>
                      <a:pt x="595" y="58"/>
                    </a:cubicBezTo>
                    <a:close/>
                    <a:moveTo>
                      <a:pt x="595" y="1"/>
                    </a:moveTo>
                    <a:cubicBezTo>
                      <a:pt x="269" y="1"/>
                      <a:pt x="1" y="383"/>
                      <a:pt x="1" y="850"/>
                    </a:cubicBezTo>
                    <a:cubicBezTo>
                      <a:pt x="1" y="1296"/>
                      <a:pt x="269" y="1678"/>
                      <a:pt x="595" y="1678"/>
                    </a:cubicBezTo>
                    <a:cubicBezTo>
                      <a:pt x="885" y="1678"/>
                      <a:pt x="1154" y="1296"/>
                      <a:pt x="1154" y="850"/>
                    </a:cubicBezTo>
                    <a:cubicBezTo>
                      <a:pt x="1154" y="383"/>
                      <a:pt x="885" y="1"/>
                      <a:pt x="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75;p40">
                <a:extLst>
                  <a:ext uri="{FF2B5EF4-FFF2-40B4-BE49-F238E27FC236}">
                    <a16:creationId xmlns:a16="http://schemas.microsoft.com/office/drawing/2014/main" id="{F5E72EAD-625E-EB90-93F2-ADB8461A73F9}"/>
                  </a:ext>
                </a:extLst>
              </p:cNvPr>
              <p:cNvSpPr/>
              <p:nvPr/>
            </p:nvSpPr>
            <p:spPr>
              <a:xfrm>
                <a:off x="4551074" y="1770287"/>
                <a:ext cx="34702" cy="52479"/>
              </a:xfrm>
              <a:custGeom>
                <a:avLst/>
                <a:gdLst/>
                <a:ahLst/>
                <a:cxnLst/>
                <a:rect l="l" t="t" r="r" b="b"/>
                <a:pathLst>
                  <a:path w="978" h="1479" extrusionOk="0">
                    <a:moveTo>
                      <a:pt x="475" y="64"/>
                    </a:moveTo>
                    <a:cubicBezTo>
                      <a:pt x="737" y="64"/>
                      <a:pt x="913" y="389"/>
                      <a:pt x="913" y="743"/>
                    </a:cubicBezTo>
                    <a:cubicBezTo>
                      <a:pt x="913" y="1125"/>
                      <a:pt x="737" y="1415"/>
                      <a:pt x="475" y="1415"/>
                    </a:cubicBezTo>
                    <a:cubicBezTo>
                      <a:pt x="234" y="1415"/>
                      <a:pt x="57" y="1125"/>
                      <a:pt x="57" y="743"/>
                    </a:cubicBezTo>
                    <a:cubicBezTo>
                      <a:pt x="57" y="389"/>
                      <a:pt x="234" y="64"/>
                      <a:pt x="475" y="64"/>
                    </a:cubicBezTo>
                    <a:close/>
                    <a:moveTo>
                      <a:pt x="475" y="0"/>
                    </a:moveTo>
                    <a:cubicBezTo>
                      <a:pt x="206" y="0"/>
                      <a:pt x="1" y="354"/>
                      <a:pt x="1" y="743"/>
                    </a:cubicBezTo>
                    <a:cubicBezTo>
                      <a:pt x="1" y="1153"/>
                      <a:pt x="206" y="1479"/>
                      <a:pt x="475" y="1479"/>
                    </a:cubicBezTo>
                    <a:cubicBezTo>
                      <a:pt x="765" y="1479"/>
                      <a:pt x="977" y="1153"/>
                      <a:pt x="977" y="743"/>
                    </a:cubicBezTo>
                    <a:cubicBezTo>
                      <a:pt x="977" y="354"/>
                      <a:pt x="765" y="0"/>
                      <a:pt x="4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876;p40">
                <a:extLst>
                  <a:ext uri="{FF2B5EF4-FFF2-40B4-BE49-F238E27FC236}">
                    <a16:creationId xmlns:a16="http://schemas.microsoft.com/office/drawing/2014/main" id="{4DA15BD9-2B64-3EF2-6089-EB4723FFB30E}"/>
                  </a:ext>
                </a:extLst>
              </p:cNvPr>
              <p:cNvSpPr/>
              <p:nvPr/>
            </p:nvSpPr>
            <p:spPr>
              <a:xfrm>
                <a:off x="3997846" y="1767271"/>
                <a:ext cx="35695" cy="52230"/>
              </a:xfrm>
              <a:custGeom>
                <a:avLst/>
                <a:gdLst/>
                <a:ahLst/>
                <a:cxnLst/>
                <a:rect l="l" t="t" r="r" b="b"/>
                <a:pathLst>
                  <a:path w="1006" h="1472" extrusionOk="0">
                    <a:moveTo>
                      <a:pt x="503" y="57"/>
                    </a:moveTo>
                    <a:cubicBezTo>
                      <a:pt x="737" y="57"/>
                      <a:pt x="942" y="354"/>
                      <a:pt x="942" y="736"/>
                    </a:cubicBezTo>
                    <a:cubicBezTo>
                      <a:pt x="942" y="1090"/>
                      <a:pt x="737" y="1415"/>
                      <a:pt x="503" y="1415"/>
                    </a:cubicBezTo>
                    <a:cubicBezTo>
                      <a:pt x="263" y="1415"/>
                      <a:pt x="58" y="1090"/>
                      <a:pt x="58" y="736"/>
                    </a:cubicBezTo>
                    <a:cubicBezTo>
                      <a:pt x="58" y="354"/>
                      <a:pt x="263" y="57"/>
                      <a:pt x="503" y="57"/>
                    </a:cubicBezTo>
                    <a:close/>
                    <a:moveTo>
                      <a:pt x="503" y="0"/>
                    </a:moveTo>
                    <a:cubicBezTo>
                      <a:pt x="234" y="0"/>
                      <a:pt x="1" y="326"/>
                      <a:pt x="1" y="736"/>
                    </a:cubicBezTo>
                    <a:cubicBezTo>
                      <a:pt x="1" y="1118"/>
                      <a:pt x="234" y="1472"/>
                      <a:pt x="503" y="1472"/>
                    </a:cubicBezTo>
                    <a:cubicBezTo>
                      <a:pt x="765" y="1472"/>
                      <a:pt x="1006" y="1118"/>
                      <a:pt x="1006" y="736"/>
                    </a:cubicBezTo>
                    <a:cubicBezTo>
                      <a:pt x="1006" y="326"/>
                      <a:pt x="765" y="0"/>
                      <a:pt x="5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77;p40">
                <a:extLst>
                  <a:ext uri="{FF2B5EF4-FFF2-40B4-BE49-F238E27FC236}">
                    <a16:creationId xmlns:a16="http://schemas.microsoft.com/office/drawing/2014/main" id="{2EA5D62F-51C0-86E0-15E0-DBEC84E223BD}"/>
                  </a:ext>
                </a:extLst>
              </p:cNvPr>
              <p:cNvSpPr/>
              <p:nvPr/>
            </p:nvSpPr>
            <p:spPr>
              <a:xfrm>
                <a:off x="4298055" y="2172613"/>
                <a:ext cx="48008" cy="124827"/>
              </a:xfrm>
              <a:custGeom>
                <a:avLst/>
                <a:gdLst/>
                <a:ahLst/>
                <a:cxnLst/>
                <a:rect l="l" t="t" r="r" b="b"/>
                <a:pathLst>
                  <a:path w="1353" h="3518" extrusionOk="0">
                    <a:moveTo>
                      <a:pt x="857" y="72"/>
                    </a:moveTo>
                    <a:cubicBezTo>
                      <a:pt x="1119" y="129"/>
                      <a:pt x="1211" y="454"/>
                      <a:pt x="1239" y="574"/>
                    </a:cubicBezTo>
                    <a:cubicBezTo>
                      <a:pt x="1295" y="836"/>
                      <a:pt x="1295" y="1077"/>
                      <a:pt x="1239" y="1338"/>
                    </a:cubicBezTo>
                    <a:cubicBezTo>
                      <a:pt x="1211" y="1430"/>
                      <a:pt x="1175" y="1544"/>
                      <a:pt x="1147" y="1636"/>
                    </a:cubicBezTo>
                    <a:cubicBezTo>
                      <a:pt x="1090" y="1841"/>
                      <a:pt x="998" y="2074"/>
                      <a:pt x="1034" y="2279"/>
                    </a:cubicBezTo>
                    <a:cubicBezTo>
                      <a:pt x="1034" y="2400"/>
                      <a:pt x="1062" y="2492"/>
                      <a:pt x="1090" y="2605"/>
                    </a:cubicBezTo>
                    <a:cubicBezTo>
                      <a:pt x="1090" y="2725"/>
                      <a:pt x="1147" y="2845"/>
                      <a:pt x="1119" y="2958"/>
                    </a:cubicBezTo>
                    <a:cubicBezTo>
                      <a:pt x="1119" y="3199"/>
                      <a:pt x="913" y="3461"/>
                      <a:pt x="680" y="3461"/>
                    </a:cubicBezTo>
                    <a:lnTo>
                      <a:pt x="560" y="3461"/>
                    </a:lnTo>
                    <a:cubicBezTo>
                      <a:pt x="263" y="3376"/>
                      <a:pt x="86" y="2987"/>
                      <a:pt x="86" y="2753"/>
                    </a:cubicBezTo>
                    <a:cubicBezTo>
                      <a:pt x="57" y="2548"/>
                      <a:pt x="149" y="2343"/>
                      <a:pt x="206" y="2138"/>
                    </a:cubicBezTo>
                    <a:cubicBezTo>
                      <a:pt x="263" y="1961"/>
                      <a:pt x="326" y="1784"/>
                      <a:pt x="326" y="1607"/>
                    </a:cubicBezTo>
                    <a:cubicBezTo>
                      <a:pt x="326" y="1430"/>
                      <a:pt x="291" y="1282"/>
                      <a:pt x="263" y="1105"/>
                    </a:cubicBezTo>
                    <a:cubicBezTo>
                      <a:pt x="263" y="1077"/>
                      <a:pt x="234" y="1013"/>
                      <a:pt x="234" y="956"/>
                    </a:cubicBezTo>
                    <a:cubicBezTo>
                      <a:pt x="206" y="780"/>
                      <a:pt x="178" y="546"/>
                      <a:pt x="291" y="334"/>
                    </a:cubicBezTo>
                    <a:cubicBezTo>
                      <a:pt x="383" y="192"/>
                      <a:pt x="560" y="72"/>
                      <a:pt x="737" y="72"/>
                    </a:cubicBezTo>
                    <a:close/>
                    <a:moveTo>
                      <a:pt x="741" y="1"/>
                    </a:moveTo>
                    <a:cubicBezTo>
                      <a:pt x="537" y="1"/>
                      <a:pt x="335" y="133"/>
                      <a:pt x="234" y="306"/>
                    </a:cubicBezTo>
                    <a:cubicBezTo>
                      <a:pt x="114" y="546"/>
                      <a:pt x="149" y="780"/>
                      <a:pt x="178" y="956"/>
                    </a:cubicBezTo>
                    <a:cubicBezTo>
                      <a:pt x="178" y="1013"/>
                      <a:pt x="206" y="1077"/>
                      <a:pt x="206" y="1133"/>
                    </a:cubicBezTo>
                    <a:cubicBezTo>
                      <a:pt x="234" y="1282"/>
                      <a:pt x="263" y="1430"/>
                      <a:pt x="263" y="1572"/>
                    </a:cubicBezTo>
                    <a:cubicBezTo>
                      <a:pt x="263" y="1784"/>
                      <a:pt x="206" y="1961"/>
                      <a:pt x="149" y="2138"/>
                    </a:cubicBezTo>
                    <a:cubicBezTo>
                      <a:pt x="86" y="2343"/>
                      <a:pt x="1" y="2548"/>
                      <a:pt x="29" y="2753"/>
                    </a:cubicBezTo>
                    <a:cubicBezTo>
                      <a:pt x="29" y="3022"/>
                      <a:pt x="234" y="3432"/>
                      <a:pt x="531" y="3517"/>
                    </a:cubicBezTo>
                    <a:lnTo>
                      <a:pt x="680" y="3517"/>
                    </a:lnTo>
                    <a:cubicBezTo>
                      <a:pt x="970" y="3517"/>
                      <a:pt x="1175" y="3227"/>
                      <a:pt x="1175" y="2958"/>
                    </a:cubicBezTo>
                    <a:cubicBezTo>
                      <a:pt x="1211" y="2845"/>
                      <a:pt x="1147" y="2725"/>
                      <a:pt x="1119" y="2576"/>
                    </a:cubicBezTo>
                    <a:cubicBezTo>
                      <a:pt x="1119" y="2492"/>
                      <a:pt x="1090" y="2371"/>
                      <a:pt x="1090" y="2279"/>
                    </a:cubicBezTo>
                    <a:cubicBezTo>
                      <a:pt x="1062" y="2074"/>
                      <a:pt x="1147" y="1869"/>
                      <a:pt x="1211" y="1664"/>
                    </a:cubicBezTo>
                    <a:cubicBezTo>
                      <a:pt x="1239" y="1544"/>
                      <a:pt x="1267" y="1459"/>
                      <a:pt x="1295" y="1338"/>
                    </a:cubicBezTo>
                    <a:cubicBezTo>
                      <a:pt x="1352" y="1105"/>
                      <a:pt x="1352" y="836"/>
                      <a:pt x="1295" y="574"/>
                    </a:cubicBezTo>
                    <a:cubicBezTo>
                      <a:pt x="1267" y="426"/>
                      <a:pt x="1175" y="100"/>
                      <a:pt x="857" y="16"/>
                    </a:cubicBezTo>
                    <a:cubicBezTo>
                      <a:pt x="819" y="5"/>
                      <a:pt x="780" y="1"/>
                      <a:pt x="7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878;p40">
                <a:extLst>
                  <a:ext uri="{FF2B5EF4-FFF2-40B4-BE49-F238E27FC236}">
                    <a16:creationId xmlns:a16="http://schemas.microsoft.com/office/drawing/2014/main" id="{B699D881-9DD9-9CB0-3C70-B05BD96B0A71}"/>
                  </a:ext>
                </a:extLst>
              </p:cNvPr>
              <p:cNvSpPr/>
              <p:nvPr/>
            </p:nvSpPr>
            <p:spPr>
              <a:xfrm>
                <a:off x="4346026" y="1562188"/>
                <a:ext cx="104709" cy="53508"/>
              </a:xfrm>
              <a:custGeom>
                <a:avLst/>
                <a:gdLst/>
                <a:ahLst/>
                <a:cxnLst/>
                <a:rect l="l" t="t" r="r" b="b"/>
                <a:pathLst>
                  <a:path w="2951" h="1508" extrusionOk="0">
                    <a:moveTo>
                      <a:pt x="1479" y="64"/>
                    </a:moveTo>
                    <a:cubicBezTo>
                      <a:pt x="2186" y="64"/>
                      <a:pt x="2773" y="651"/>
                      <a:pt x="2893" y="772"/>
                    </a:cubicBezTo>
                    <a:cubicBezTo>
                      <a:pt x="2773" y="885"/>
                      <a:pt x="2186" y="1444"/>
                      <a:pt x="1479" y="1444"/>
                    </a:cubicBezTo>
                    <a:cubicBezTo>
                      <a:pt x="799" y="1444"/>
                      <a:pt x="212" y="885"/>
                      <a:pt x="92" y="772"/>
                    </a:cubicBezTo>
                    <a:cubicBezTo>
                      <a:pt x="212" y="651"/>
                      <a:pt x="799" y="64"/>
                      <a:pt x="1479" y="64"/>
                    </a:cubicBezTo>
                    <a:close/>
                    <a:moveTo>
                      <a:pt x="1479" y="0"/>
                    </a:moveTo>
                    <a:cubicBezTo>
                      <a:pt x="679" y="0"/>
                      <a:pt x="35" y="736"/>
                      <a:pt x="35" y="736"/>
                    </a:cubicBezTo>
                    <a:lnTo>
                      <a:pt x="0" y="772"/>
                    </a:lnTo>
                    <a:lnTo>
                      <a:pt x="35" y="772"/>
                    </a:lnTo>
                    <a:cubicBezTo>
                      <a:pt x="35" y="800"/>
                      <a:pt x="679" y="1507"/>
                      <a:pt x="1479" y="1507"/>
                    </a:cubicBezTo>
                    <a:cubicBezTo>
                      <a:pt x="2271" y="1507"/>
                      <a:pt x="2922" y="800"/>
                      <a:pt x="2950" y="772"/>
                    </a:cubicBezTo>
                    <a:lnTo>
                      <a:pt x="2950" y="736"/>
                    </a:lnTo>
                    <a:cubicBezTo>
                      <a:pt x="2922" y="736"/>
                      <a:pt x="2271" y="0"/>
                      <a:pt x="14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79;p40">
                <a:extLst>
                  <a:ext uri="{FF2B5EF4-FFF2-40B4-BE49-F238E27FC236}">
                    <a16:creationId xmlns:a16="http://schemas.microsoft.com/office/drawing/2014/main" id="{47380A7A-0C00-B56B-BE56-1360C9B4DF12}"/>
                  </a:ext>
                </a:extLst>
              </p:cNvPr>
              <p:cNvSpPr/>
              <p:nvPr/>
            </p:nvSpPr>
            <p:spPr>
              <a:xfrm>
                <a:off x="4376398" y="1563182"/>
                <a:ext cx="43963" cy="51521"/>
              </a:xfrm>
              <a:custGeom>
                <a:avLst/>
                <a:gdLst/>
                <a:ahLst/>
                <a:cxnLst/>
                <a:rect l="l" t="t" r="r" b="b"/>
                <a:pathLst>
                  <a:path w="1239" h="1452" extrusionOk="0">
                    <a:moveTo>
                      <a:pt x="623" y="1"/>
                    </a:moveTo>
                    <a:cubicBezTo>
                      <a:pt x="269" y="1"/>
                      <a:pt x="0" y="326"/>
                      <a:pt x="0" y="744"/>
                    </a:cubicBezTo>
                    <a:cubicBezTo>
                      <a:pt x="0" y="1126"/>
                      <a:pt x="269" y="1451"/>
                      <a:pt x="623" y="1451"/>
                    </a:cubicBezTo>
                    <a:cubicBezTo>
                      <a:pt x="976" y="1451"/>
                      <a:pt x="1238" y="1126"/>
                      <a:pt x="1238" y="744"/>
                    </a:cubicBezTo>
                    <a:cubicBezTo>
                      <a:pt x="1238" y="326"/>
                      <a:pt x="976" y="1"/>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880;p40">
                <a:extLst>
                  <a:ext uri="{FF2B5EF4-FFF2-40B4-BE49-F238E27FC236}">
                    <a16:creationId xmlns:a16="http://schemas.microsoft.com/office/drawing/2014/main" id="{504E44D0-DAE0-DE8E-C67F-320789C1C0B6}"/>
                  </a:ext>
                </a:extLst>
              </p:cNvPr>
              <p:cNvSpPr/>
              <p:nvPr/>
            </p:nvSpPr>
            <p:spPr>
              <a:xfrm>
                <a:off x="4306358" y="1388754"/>
                <a:ext cx="17848" cy="44956"/>
              </a:xfrm>
              <a:custGeom>
                <a:avLst/>
                <a:gdLst/>
                <a:ahLst/>
                <a:cxnLst/>
                <a:rect l="l" t="t" r="r" b="b"/>
                <a:pathLst>
                  <a:path w="503" h="1267" extrusionOk="0">
                    <a:moveTo>
                      <a:pt x="503" y="0"/>
                    </a:moveTo>
                    <a:cubicBezTo>
                      <a:pt x="474" y="0"/>
                      <a:pt x="474" y="0"/>
                      <a:pt x="446" y="28"/>
                    </a:cubicBezTo>
                    <a:lnTo>
                      <a:pt x="29" y="1238"/>
                    </a:lnTo>
                    <a:cubicBezTo>
                      <a:pt x="0" y="1238"/>
                      <a:pt x="29" y="1266"/>
                      <a:pt x="29" y="1266"/>
                    </a:cubicBezTo>
                    <a:lnTo>
                      <a:pt x="57" y="1266"/>
                    </a:lnTo>
                    <a:lnTo>
                      <a:pt x="57" y="1238"/>
                    </a:lnTo>
                    <a:lnTo>
                      <a:pt x="503" y="28"/>
                    </a:lnTo>
                    <a:lnTo>
                      <a:pt x="5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881;p40">
                <a:extLst>
                  <a:ext uri="{FF2B5EF4-FFF2-40B4-BE49-F238E27FC236}">
                    <a16:creationId xmlns:a16="http://schemas.microsoft.com/office/drawing/2014/main" id="{7002C120-F092-1F2E-1907-8B92D6BC9B49}"/>
                  </a:ext>
                </a:extLst>
              </p:cNvPr>
              <p:cNvSpPr/>
              <p:nvPr/>
            </p:nvSpPr>
            <p:spPr>
              <a:xfrm>
                <a:off x="4326192" y="1388754"/>
                <a:ext cx="17848" cy="44956"/>
              </a:xfrm>
              <a:custGeom>
                <a:avLst/>
                <a:gdLst/>
                <a:ahLst/>
                <a:cxnLst/>
                <a:rect l="l" t="t" r="r" b="b"/>
                <a:pathLst>
                  <a:path w="503" h="1267" extrusionOk="0">
                    <a:moveTo>
                      <a:pt x="502" y="0"/>
                    </a:moveTo>
                    <a:cubicBezTo>
                      <a:pt x="474" y="0"/>
                      <a:pt x="446" y="0"/>
                      <a:pt x="446" y="28"/>
                    </a:cubicBezTo>
                    <a:lnTo>
                      <a:pt x="0" y="1238"/>
                    </a:lnTo>
                    <a:lnTo>
                      <a:pt x="28" y="1266"/>
                    </a:lnTo>
                    <a:cubicBezTo>
                      <a:pt x="64" y="1266"/>
                      <a:pt x="64" y="1266"/>
                      <a:pt x="64" y="1238"/>
                    </a:cubicBezTo>
                    <a:lnTo>
                      <a:pt x="502" y="28"/>
                    </a:lnTo>
                    <a:lnTo>
                      <a:pt x="5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882;p40">
                <a:extLst>
                  <a:ext uri="{FF2B5EF4-FFF2-40B4-BE49-F238E27FC236}">
                    <a16:creationId xmlns:a16="http://schemas.microsoft.com/office/drawing/2014/main" id="{93D9A3CA-3944-6C65-9570-FF57AC2A10F7}"/>
                  </a:ext>
                </a:extLst>
              </p:cNvPr>
              <p:cNvSpPr/>
              <p:nvPr/>
            </p:nvSpPr>
            <p:spPr>
              <a:xfrm>
                <a:off x="3872348" y="1550657"/>
                <a:ext cx="17883" cy="45205"/>
              </a:xfrm>
              <a:custGeom>
                <a:avLst/>
                <a:gdLst/>
                <a:ahLst/>
                <a:cxnLst/>
                <a:rect l="l" t="t" r="r" b="b"/>
                <a:pathLst>
                  <a:path w="504" h="1274" extrusionOk="0">
                    <a:moveTo>
                      <a:pt x="475" y="0"/>
                    </a:moveTo>
                    <a:cubicBezTo>
                      <a:pt x="475" y="0"/>
                      <a:pt x="439" y="0"/>
                      <a:pt x="439" y="35"/>
                    </a:cubicBezTo>
                    <a:lnTo>
                      <a:pt x="1" y="1238"/>
                    </a:lnTo>
                    <a:cubicBezTo>
                      <a:pt x="1" y="1238"/>
                      <a:pt x="1" y="1273"/>
                      <a:pt x="29" y="1273"/>
                    </a:cubicBezTo>
                    <a:cubicBezTo>
                      <a:pt x="57" y="1273"/>
                      <a:pt x="57" y="1273"/>
                      <a:pt x="57" y="1238"/>
                    </a:cubicBezTo>
                    <a:lnTo>
                      <a:pt x="503" y="35"/>
                    </a:lnTo>
                    <a:cubicBezTo>
                      <a:pt x="503" y="35"/>
                      <a:pt x="503" y="0"/>
                      <a:pt x="4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883;p40">
                <a:extLst>
                  <a:ext uri="{FF2B5EF4-FFF2-40B4-BE49-F238E27FC236}">
                    <a16:creationId xmlns:a16="http://schemas.microsoft.com/office/drawing/2014/main" id="{1A6CF386-BE4F-812E-EB26-C7046ADB6C27}"/>
                  </a:ext>
                </a:extLst>
              </p:cNvPr>
              <p:cNvSpPr/>
              <p:nvPr/>
            </p:nvSpPr>
            <p:spPr>
              <a:xfrm>
                <a:off x="4058590" y="1767271"/>
                <a:ext cx="17635" cy="44956"/>
              </a:xfrm>
              <a:custGeom>
                <a:avLst/>
                <a:gdLst/>
                <a:ahLst/>
                <a:cxnLst/>
                <a:rect l="l" t="t" r="r" b="b"/>
                <a:pathLst>
                  <a:path w="497" h="1267" extrusionOk="0">
                    <a:moveTo>
                      <a:pt x="468" y="0"/>
                    </a:moveTo>
                    <a:cubicBezTo>
                      <a:pt x="440" y="0"/>
                      <a:pt x="440" y="29"/>
                      <a:pt x="440" y="29"/>
                    </a:cubicBezTo>
                    <a:lnTo>
                      <a:pt x="1" y="1238"/>
                    </a:lnTo>
                    <a:lnTo>
                      <a:pt x="1" y="1267"/>
                    </a:lnTo>
                    <a:lnTo>
                      <a:pt x="58" y="1267"/>
                    </a:lnTo>
                    <a:lnTo>
                      <a:pt x="496" y="57"/>
                    </a:lnTo>
                    <a:cubicBezTo>
                      <a:pt x="496" y="29"/>
                      <a:pt x="496" y="29"/>
                      <a:pt x="4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884;p40">
                <a:extLst>
                  <a:ext uri="{FF2B5EF4-FFF2-40B4-BE49-F238E27FC236}">
                    <a16:creationId xmlns:a16="http://schemas.microsoft.com/office/drawing/2014/main" id="{0EC71A60-AD09-084B-87BC-74CFFDE1D2E9}"/>
                  </a:ext>
                </a:extLst>
              </p:cNvPr>
              <p:cNvSpPr/>
              <p:nvPr/>
            </p:nvSpPr>
            <p:spPr>
              <a:xfrm>
                <a:off x="3980034" y="1534087"/>
                <a:ext cx="7309" cy="8303"/>
              </a:xfrm>
              <a:custGeom>
                <a:avLst/>
                <a:gdLst/>
                <a:ahLst/>
                <a:cxnLst/>
                <a:rect l="l" t="t" r="r" b="b"/>
                <a:pathLst>
                  <a:path w="206" h="234" extrusionOk="0">
                    <a:moveTo>
                      <a:pt x="93" y="0"/>
                    </a:moveTo>
                    <a:cubicBezTo>
                      <a:pt x="29" y="0"/>
                      <a:pt x="1" y="57"/>
                      <a:pt x="1" y="113"/>
                    </a:cubicBezTo>
                    <a:cubicBezTo>
                      <a:pt x="1" y="177"/>
                      <a:pt x="29" y="234"/>
                      <a:pt x="93" y="234"/>
                    </a:cubicBezTo>
                    <a:cubicBezTo>
                      <a:pt x="149" y="234"/>
                      <a:pt x="206" y="177"/>
                      <a:pt x="206" y="113"/>
                    </a:cubicBezTo>
                    <a:cubicBezTo>
                      <a:pt x="206" y="57"/>
                      <a:pt x="149" y="0"/>
                      <a:pt x="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885;p40">
                <a:extLst>
                  <a:ext uri="{FF2B5EF4-FFF2-40B4-BE49-F238E27FC236}">
                    <a16:creationId xmlns:a16="http://schemas.microsoft.com/office/drawing/2014/main" id="{2EDA8C58-9FDE-D765-BFE6-A1B7F7C7AFEB}"/>
                  </a:ext>
                </a:extLst>
              </p:cNvPr>
              <p:cNvSpPr/>
              <p:nvPr/>
            </p:nvSpPr>
            <p:spPr>
              <a:xfrm>
                <a:off x="3979041" y="1533058"/>
                <a:ext cx="9332" cy="10325"/>
              </a:xfrm>
              <a:custGeom>
                <a:avLst/>
                <a:gdLst/>
                <a:ahLst/>
                <a:cxnLst/>
                <a:rect l="l" t="t" r="r" b="b"/>
                <a:pathLst>
                  <a:path w="263" h="291" extrusionOk="0">
                    <a:moveTo>
                      <a:pt x="121" y="57"/>
                    </a:moveTo>
                    <a:cubicBezTo>
                      <a:pt x="177" y="57"/>
                      <a:pt x="206" y="86"/>
                      <a:pt x="206" y="142"/>
                    </a:cubicBezTo>
                    <a:cubicBezTo>
                      <a:pt x="206" y="178"/>
                      <a:pt x="177" y="234"/>
                      <a:pt x="121" y="234"/>
                    </a:cubicBezTo>
                    <a:cubicBezTo>
                      <a:pt x="85" y="234"/>
                      <a:pt x="57" y="178"/>
                      <a:pt x="57" y="142"/>
                    </a:cubicBezTo>
                    <a:cubicBezTo>
                      <a:pt x="57" y="86"/>
                      <a:pt x="85" y="57"/>
                      <a:pt x="121" y="57"/>
                    </a:cubicBezTo>
                    <a:close/>
                    <a:moveTo>
                      <a:pt x="121" y="1"/>
                    </a:moveTo>
                    <a:cubicBezTo>
                      <a:pt x="57" y="1"/>
                      <a:pt x="0" y="57"/>
                      <a:pt x="0" y="142"/>
                    </a:cubicBezTo>
                    <a:cubicBezTo>
                      <a:pt x="0" y="234"/>
                      <a:pt x="57" y="291"/>
                      <a:pt x="121" y="291"/>
                    </a:cubicBezTo>
                    <a:cubicBezTo>
                      <a:pt x="206" y="291"/>
                      <a:pt x="262" y="234"/>
                      <a:pt x="262" y="142"/>
                    </a:cubicBezTo>
                    <a:cubicBezTo>
                      <a:pt x="262" y="57"/>
                      <a:pt x="206" y="1"/>
                      <a:pt x="1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886;p40">
                <a:extLst>
                  <a:ext uri="{FF2B5EF4-FFF2-40B4-BE49-F238E27FC236}">
                    <a16:creationId xmlns:a16="http://schemas.microsoft.com/office/drawing/2014/main" id="{1C12BE33-45C9-F91D-D542-35113431E629}"/>
                  </a:ext>
                </a:extLst>
              </p:cNvPr>
              <p:cNvSpPr/>
              <p:nvPr/>
            </p:nvSpPr>
            <p:spPr>
              <a:xfrm>
                <a:off x="3980034" y="1553921"/>
                <a:ext cx="7309" cy="7309"/>
              </a:xfrm>
              <a:custGeom>
                <a:avLst/>
                <a:gdLst/>
                <a:ahLst/>
                <a:cxnLst/>
                <a:rect l="l" t="t" r="r" b="b"/>
                <a:pathLst>
                  <a:path w="206" h="206" extrusionOk="0">
                    <a:moveTo>
                      <a:pt x="93" y="0"/>
                    </a:moveTo>
                    <a:cubicBezTo>
                      <a:pt x="29" y="0"/>
                      <a:pt x="1" y="28"/>
                      <a:pt x="1" y="85"/>
                    </a:cubicBezTo>
                    <a:cubicBezTo>
                      <a:pt x="1" y="177"/>
                      <a:pt x="29" y="205"/>
                      <a:pt x="93" y="205"/>
                    </a:cubicBezTo>
                    <a:cubicBezTo>
                      <a:pt x="149" y="205"/>
                      <a:pt x="206" y="177"/>
                      <a:pt x="206" y="85"/>
                    </a:cubicBezTo>
                    <a:cubicBezTo>
                      <a:pt x="206" y="28"/>
                      <a:pt x="149" y="0"/>
                      <a:pt x="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887;p40">
                <a:extLst>
                  <a:ext uri="{FF2B5EF4-FFF2-40B4-BE49-F238E27FC236}">
                    <a16:creationId xmlns:a16="http://schemas.microsoft.com/office/drawing/2014/main" id="{1BE0D0F9-69A3-C97D-D00D-8D07930C2C03}"/>
                  </a:ext>
                </a:extLst>
              </p:cNvPr>
              <p:cNvSpPr/>
              <p:nvPr/>
            </p:nvSpPr>
            <p:spPr>
              <a:xfrm>
                <a:off x="3979041" y="1552892"/>
                <a:ext cx="9332" cy="9332"/>
              </a:xfrm>
              <a:custGeom>
                <a:avLst/>
                <a:gdLst/>
                <a:ahLst/>
                <a:cxnLst/>
                <a:rect l="l" t="t" r="r" b="b"/>
                <a:pathLst>
                  <a:path w="263" h="263" extrusionOk="0">
                    <a:moveTo>
                      <a:pt x="121" y="57"/>
                    </a:moveTo>
                    <a:cubicBezTo>
                      <a:pt x="177" y="57"/>
                      <a:pt x="206" y="86"/>
                      <a:pt x="206" y="114"/>
                    </a:cubicBezTo>
                    <a:cubicBezTo>
                      <a:pt x="206" y="178"/>
                      <a:pt x="177" y="206"/>
                      <a:pt x="121" y="206"/>
                    </a:cubicBezTo>
                    <a:cubicBezTo>
                      <a:pt x="85" y="206"/>
                      <a:pt x="57" y="178"/>
                      <a:pt x="57" y="114"/>
                    </a:cubicBezTo>
                    <a:cubicBezTo>
                      <a:pt x="57" y="86"/>
                      <a:pt x="85" y="57"/>
                      <a:pt x="121" y="57"/>
                    </a:cubicBezTo>
                    <a:close/>
                    <a:moveTo>
                      <a:pt x="121" y="1"/>
                    </a:moveTo>
                    <a:cubicBezTo>
                      <a:pt x="57" y="1"/>
                      <a:pt x="0" y="57"/>
                      <a:pt x="0" y="114"/>
                    </a:cubicBezTo>
                    <a:cubicBezTo>
                      <a:pt x="0" y="206"/>
                      <a:pt x="57" y="262"/>
                      <a:pt x="121" y="262"/>
                    </a:cubicBezTo>
                    <a:cubicBezTo>
                      <a:pt x="206" y="262"/>
                      <a:pt x="262" y="206"/>
                      <a:pt x="262" y="114"/>
                    </a:cubicBezTo>
                    <a:cubicBezTo>
                      <a:pt x="262" y="57"/>
                      <a:pt x="206" y="1"/>
                      <a:pt x="1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888;p40">
                <a:extLst>
                  <a:ext uri="{FF2B5EF4-FFF2-40B4-BE49-F238E27FC236}">
                    <a16:creationId xmlns:a16="http://schemas.microsoft.com/office/drawing/2014/main" id="{A6F71C1C-FED7-FC18-F6DF-8F5018304A83}"/>
                  </a:ext>
                </a:extLst>
              </p:cNvPr>
              <p:cNvSpPr/>
              <p:nvPr/>
            </p:nvSpPr>
            <p:spPr>
              <a:xfrm>
                <a:off x="4011400" y="1521526"/>
                <a:ext cx="36689" cy="52230"/>
              </a:xfrm>
              <a:custGeom>
                <a:avLst/>
                <a:gdLst/>
                <a:ahLst/>
                <a:cxnLst/>
                <a:rect l="l" t="t" r="r" b="b"/>
                <a:pathLst>
                  <a:path w="1034" h="1472" extrusionOk="0">
                    <a:moveTo>
                      <a:pt x="532" y="57"/>
                    </a:moveTo>
                    <a:cubicBezTo>
                      <a:pt x="765" y="57"/>
                      <a:pt x="977" y="354"/>
                      <a:pt x="977" y="736"/>
                    </a:cubicBezTo>
                    <a:cubicBezTo>
                      <a:pt x="977" y="1118"/>
                      <a:pt x="765" y="1415"/>
                      <a:pt x="532" y="1415"/>
                    </a:cubicBezTo>
                    <a:cubicBezTo>
                      <a:pt x="270" y="1415"/>
                      <a:pt x="58" y="1118"/>
                      <a:pt x="58" y="736"/>
                    </a:cubicBezTo>
                    <a:cubicBezTo>
                      <a:pt x="58" y="354"/>
                      <a:pt x="270" y="57"/>
                      <a:pt x="532" y="57"/>
                    </a:cubicBezTo>
                    <a:close/>
                    <a:moveTo>
                      <a:pt x="532" y="0"/>
                    </a:moveTo>
                    <a:cubicBezTo>
                      <a:pt x="234" y="0"/>
                      <a:pt x="1" y="326"/>
                      <a:pt x="1" y="736"/>
                    </a:cubicBezTo>
                    <a:cubicBezTo>
                      <a:pt x="1" y="1146"/>
                      <a:pt x="234" y="1472"/>
                      <a:pt x="532" y="1472"/>
                    </a:cubicBezTo>
                    <a:cubicBezTo>
                      <a:pt x="800" y="1472"/>
                      <a:pt x="1034" y="1146"/>
                      <a:pt x="1034" y="736"/>
                    </a:cubicBezTo>
                    <a:cubicBezTo>
                      <a:pt x="1034" y="326"/>
                      <a:pt x="800" y="0"/>
                      <a:pt x="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889;p40">
                <a:extLst>
                  <a:ext uri="{FF2B5EF4-FFF2-40B4-BE49-F238E27FC236}">
                    <a16:creationId xmlns:a16="http://schemas.microsoft.com/office/drawing/2014/main" id="{57F97796-A9CD-1473-AA7E-E540F15992B0}"/>
                  </a:ext>
                </a:extLst>
              </p:cNvPr>
              <p:cNvSpPr/>
              <p:nvPr/>
            </p:nvSpPr>
            <p:spPr>
              <a:xfrm>
                <a:off x="4065899" y="1521526"/>
                <a:ext cx="36653" cy="52230"/>
              </a:xfrm>
              <a:custGeom>
                <a:avLst/>
                <a:gdLst/>
                <a:ahLst/>
                <a:cxnLst/>
                <a:rect l="l" t="t" r="r" b="b"/>
                <a:pathLst>
                  <a:path w="1033" h="1472" extrusionOk="0">
                    <a:moveTo>
                      <a:pt x="531" y="57"/>
                    </a:moveTo>
                    <a:cubicBezTo>
                      <a:pt x="764" y="57"/>
                      <a:pt x="969" y="354"/>
                      <a:pt x="969" y="736"/>
                    </a:cubicBezTo>
                    <a:cubicBezTo>
                      <a:pt x="969" y="1118"/>
                      <a:pt x="764" y="1415"/>
                      <a:pt x="531" y="1415"/>
                    </a:cubicBezTo>
                    <a:cubicBezTo>
                      <a:pt x="262" y="1415"/>
                      <a:pt x="57" y="1118"/>
                      <a:pt x="57" y="736"/>
                    </a:cubicBezTo>
                    <a:cubicBezTo>
                      <a:pt x="57" y="354"/>
                      <a:pt x="262" y="57"/>
                      <a:pt x="531" y="57"/>
                    </a:cubicBezTo>
                    <a:close/>
                    <a:moveTo>
                      <a:pt x="531" y="0"/>
                    </a:moveTo>
                    <a:cubicBezTo>
                      <a:pt x="234" y="0"/>
                      <a:pt x="0" y="326"/>
                      <a:pt x="0" y="736"/>
                    </a:cubicBezTo>
                    <a:cubicBezTo>
                      <a:pt x="0" y="1146"/>
                      <a:pt x="234" y="1472"/>
                      <a:pt x="531" y="1472"/>
                    </a:cubicBezTo>
                    <a:cubicBezTo>
                      <a:pt x="792" y="1472"/>
                      <a:pt x="1033" y="1146"/>
                      <a:pt x="1033" y="736"/>
                    </a:cubicBezTo>
                    <a:cubicBezTo>
                      <a:pt x="1033" y="326"/>
                      <a:pt x="792" y="0"/>
                      <a:pt x="5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890;p40">
                <a:extLst>
                  <a:ext uri="{FF2B5EF4-FFF2-40B4-BE49-F238E27FC236}">
                    <a16:creationId xmlns:a16="http://schemas.microsoft.com/office/drawing/2014/main" id="{D10BF521-4D15-8728-E03E-D8A45E6EB19A}"/>
                  </a:ext>
                </a:extLst>
              </p:cNvPr>
              <p:cNvSpPr/>
              <p:nvPr/>
            </p:nvSpPr>
            <p:spPr>
              <a:xfrm>
                <a:off x="3245850" y="1932438"/>
                <a:ext cx="37682" cy="49214"/>
              </a:xfrm>
              <a:custGeom>
                <a:avLst/>
                <a:gdLst/>
                <a:ahLst/>
                <a:cxnLst/>
                <a:rect l="l" t="t" r="r" b="b"/>
                <a:pathLst>
                  <a:path w="1062" h="1387" extrusionOk="0">
                    <a:moveTo>
                      <a:pt x="1005" y="0"/>
                    </a:moveTo>
                    <a:lnTo>
                      <a:pt x="0" y="736"/>
                    </a:lnTo>
                    <a:lnTo>
                      <a:pt x="941" y="1387"/>
                    </a:lnTo>
                    <a:lnTo>
                      <a:pt x="976" y="1387"/>
                    </a:lnTo>
                    <a:cubicBezTo>
                      <a:pt x="976" y="1387"/>
                      <a:pt x="1005" y="1387"/>
                      <a:pt x="1005" y="1358"/>
                    </a:cubicBezTo>
                    <a:lnTo>
                      <a:pt x="1005" y="1330"/>
                    </a:lnTo>
                    <a:lnTo>
                      <a:pt x="92" y="736"/>
                    </a:lnTo>
                    <a:lnTo>
                      <a:pt x="1033" y="64"/>
                    </a:lnTo>
                    <a:cubicBezTo>
                      <a:pt x="1061" y="64"/>
                      <a:pt x="1061" y="28"/>
                      <a:pt x="1061" y="28"/>
                    </a:cubicBezTo>
                    <a:cubicBezTo>
                      <a:pt x="1033" y="0"/>
                      <a:pt x="1033" y="0"/>
                      <a:pt x="10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891;p40">
                <a:extLst>
                  <a:ext uri="{FF2B5EF4-FFF2-40B4-BE49-F238E27FC236}">
                    <a16:creationId xmlns:a16="http://schemas.microsoft.com/office/drawing/2014/main" id="{AC9C5AFF-A9AF-4ECA-7120-9318712967BF}"/>
                  </a:ext>
                </a:extLst>
              </p:cNvPr>
              <p:cNvSpPr/>
              <p:nvPr/>
            </p:nvSpPr>
            <p:spPr>
              <a:xfrm>
                <a:off x="3370355" y="1934673"/>
                <a:ext cx="17848" cy="44992"/>
              </a:xfrm>
              <a:custGeom>
                <a:avLst/>
                <a:gdLst/>
                <a:ahLst/>
                <a:cxnLst/>
                <a:rect l="l" t="t" r="r" b="b"/>
                <a:pathLst>
                  <a:path w="503" h="1268" extrusionOk="0">
                    <a:moveTo>
                      <a:pt x="474" y="1"/>
                    </a:moveTo>
                    <a:cubicBezTo>
                      <a:pt x="474" y="1"/>
                      <a:pt x="439" y="1"/>
                      <a:pt x="439" y="29"/>
                    </a:cubicBezTo>
                    <a:lnTo>
                      <a:pt x="0" y="1239"/>
                    </a:lnTo>
                    <a:cubicBezTo>
                      <a:pt x="0" y="1239"/>
                      <a:pt x="0" y="1267"/>
                      <a:pt x="28" y="1267"/>
                    </a:cubicBezTo>
                    <a:cubicBezTo>
                      <a:pt x="57" y="1267"/>
                      <a:pt x="57" y="1267"/>
                      <a:pt x="57" y="1239"/>
                    </a:cubicBezTo>
                    <a:lnTo>
                      <a:pt x="502" y="29"/>
                    </a:lnTo>
                    <a:cubicBezTo>
                      <a:pt x="502" y="29"/>
                      <a:pt x="502"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892;p40">
                <a:extLst>
                  <a:ext uri="{FF2B5EF4-FFF2-40B4-BE49-F238E27FC236}">
                    <a16:creationId xmlns:a16="http://schemas.microsoft.com/office/drawing/2014/main" id="{4E78E52C-BC76-2C13-311C-A4B6FD9CF708}"/>
                  </a:ext>
                </a:extLst>
              </p:cNvPr>
              <p:cNvSpPr/>
              <p:nvPr/>
            </p:nvSpPr>
            <p:spPr>
              <a:xfrm>
                <a:off x="3393418" y="1934673"/>
                <a:ext cx="17635" cy="44992"/>
              </a:xfrm>
              <a:custGeom>
                <a:avLst/>
                <a:gdLst/>
                <a:ahLst/>
                <a:cxnLst/>
                <a:rect l="l" t="t" r="r" b="b"/>
                <a:pathLst>
                  <a:path w="497" h="1268" extrusionOk="0">
                    <a:moveTo>
                      <a:pt x="496" y="1"/>
                    </a:moveTo>
                    <a:cubicBezTo>
                      <a:pt x="468" y="1"/>
                      <a:pt x="440" y="1"/>
                      <a:pt x="440" y="29"/>
                    </a:cubicBezTo>
                    <a:lnTo>
                      <a:pt x="1" y="1239"/>
                    </a:lnTo>
                    <a:lnTo>
                      <a:pt x="29" y="1267"/>
                    </a:lnTo>
                    <a:cubicBezTo>
                      <a:pt x="57" y="1267"/>
                      <a:pt x="57" y="1267"/>
                      <a:pt x="57" y="1239"/>
                    </a:cubicBezTo>
                    <a:lnTo>
                      <a:pt x="496" y="29"/>
                    </a:lnTo>
                    <a:lnTo>
                      <a:pt x="4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893;p40">
                <a:extLst>
                  <a:ext uri="{FF2B5EF4-FFF2-40B4-BE49-F238E27FC236}">
                    <a16:creationId xmlns:a16="http://schemas.microsoft.com/office/drawing/2014/main" id="{988B6A44-D8DF-67C8-BCED-223EB5B350BE}"/>
                  </a:ext>
                </a:extLst>
              </p:cNvPr>
              <p:cNvSpPr/>
              <p:nvPr/>
            </p:nvSpPr>
            <p:spPr>
              <a:xfrm>
                <a:off x="3306594" y="1940954"/>
                <a:ext cx="36689" cy="30160"/>
              </a:xfrm>
              <a:custGeom>
                <a:avLst/>
                <a:gdLst/>
                <a:ahLst/>
                <a:cxnLst/>
                <a:rect l="l" t="t" r="r" b="b"/>
                <a:pathLst>
                  <a:path w="1034" h="850" extrusionOk="0">
                    <a:moveTo>
                      <a:pt x="0" y="1"/>
                    </a:moveTo>
                    <a:lnTo>
                      <a:pt x="0" y="850"/>
                    </a:lnTo>
                    <a:lnTo>
                      <a:pt x="1033" y="850"/>
                    </a:lnTo>
                    <a:lnTo>
                      <a:pt x="10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894;p40">
                <a:extLst>
                  <a:ext uri="{FF2B5EF4-FFF2-40B4-BE49-F238E27FC236}">
                    <a16:creationId xmlns:a16="http://schemas.microsoft.com/office/drawing/2014/main" id="{56B02294-359B-B667-6770-76331A3B6C83}"/>
                  </a:ext>
                </a:extLst>
              </p:cNvPr>
              <p:cNvSpPr/>
              <p:nvPr/>
            </p:nvSpPr>
            <p:spPr>
              <a:xfrm>
                <a:off x="3343247" y="2131241"/>
                <a:ext cx="47972" cy="35660"/>
              </a:xfrm>
              <a:custGeom>
                <a:avLst/>
                <a:gdLst/>
                <a:ahLst/>
                <a:cxnLst/>
                <a:rect l="l" t="t" r="r" b="b"/>
                <a:pathLst>
                  <a:path w="1352" h="1005" extrusionOk="0">
                    <a:moveTo>
                      <a:pt x="644" y="0"/>
                    </a:moveTo>
                    <a:lnTo>
                      <a:pt x="0" y="1005"/>
                    </a:lnTo>
                    <a:lnTo>
                      <a:pt x="1351" y="1005"/>
                    </a:lnTo>
                    <a:lnTo>
                      <a:pt x="6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895;p40">
                <a:extLst>
                  <a:ext uri="{FF2B5EF4-FFF2-40B4-BE49-F238E27FC236}">
                    <a16:creationId xmlns:a16="http://schemas.microsoft.com/office/drawing/2014/main" id="{931F812D-4977-1344-337F-F1D287F96AE9}"/>
                  </a:ext>
                </a:extLst>
              </p:cNvPr>
              <p:cNvSpPr/>
              <p:nvPr/>
            </p:nvSpPr>
            <p:spPr>
              <a:xfrm>
                <a:off x="3379615" y="2107114"/>
                <a:ext cx="30409" cy="89913"/>
              </a:xfrm>
              <a:custGeom>
                <a:avLst/>
                <a:gdLst/>
                <a:ahLst/>
                <a:cxnLst/>
                <a:rect l="l" t="t" r="r" b="b"/>
                <a:pathLst>
                  <a:path w="857" h="2534" extrusionOk="0">
                    <a:moveTo>
                      <a:pt x="93" y="1"/>
                    </a:moveTo>
                    <a:cubicBezTo>
                      <a:pt x="64" y="1"/>
                      <a:pt x="64" y="29"/>
                      <a:pt x="64" y="29"/>
                    </a:cubicBezTo>
                    <a:cubicBezTo>
                      <a:pt x="64" y="58"/>
                      <a:pt x="64" y="58"/>
                      <a:pt x="93" y="58"/>
                    </a:cubicBezTo>
                    <a:cubicBezTo>
                      <a:pt x="326" y="58"/>
                      <a:pt x="531" y="270"/>
                      <a:pt x="531" y="503"/>
                    </a:cubicBezTo>
                    <a:lnTo>
                      <a:pt x="531" y="829"/>
                    </a:lnTo>
                    <a:cubicBezTo>
                      <a:pt x="531" y="977"/>
                      <a:pt x="567" y="1090"/>
                      <a:pt x="680" y="1182"/>
                    </a:cubicBezTo>
                    <a:lnTo>
                      <a:pt x="800" y="1296"/>
                    </a:lnTo>
                    <a:lnTo>
                      <a:pt x="708" y="1388"/>
                    </a:lnTo>
                    <a:cubicBezTo>
                      <a:pt x="623" y="1472"/>
                      <a:pt x="567" y="1621"/>
                      <a:pt x="567" y="1741"/>
                    </a:cubicBezTo>
                    <a:lnTo>
                      <a:pt x="567" y="2038"/>
                    </a:lnTo>
                    <a:cubicBezTo>
                      <a:pt x="567" y="2272"/>
                      <a:pt x="355" y="2477"/>
                      <a:pt x="121" y="2477"/>
                    </a:cubicBezTo>
                    <a:lnTo>
                      <a:pt x="36" y="2477"/>
                    </a:lnTo>
                    <a:cubicBezTo>
                      <a:pt x="36" y="2477"/>
                      <a:pt x="1" y="2477"/>
                      <a:pt x="1" y="2505"/>
                    </a:cubicBezTo>
                    <a:lnTo>
                      <a:pt x="36" y="2534"/>
                    </a:lnTo>
                    <a:lnTo>
                      <a:pt x="121" y="2534"/>
                    </a:lnTo>
                    <a:cubicBezTo>
                      <a:pt x="390" y="2534"/>
                      <a:pt x="623" y="2300"/>
                      <a:pt x="623" y="2038"/>
                    </a:cubicBezTo>
                    <a:lnTo>
                      <a:pt x="623" y="1741"/>
                    </a:lnTo>
                    <a:cubicBezTo>
                      <a:pt x="623" y="1621"/>
                      <a:pt x="680" y="1508"/>
                      <a:pt x="744" y="1416"/>
                    </a:cubicBezTo>
                    <a:lnTo>
                      <a:pt x="857" y="1296"/>
                    </a:lnTo>
                    <a:lnTo>
                      <a:pt x="708" y="1154"/>
                    </a:lnTo>
                    <a:cubicBezTo>
                      <a:pt x="623" y="1062"/>
                      <a:pt x="595" y="942"/>
                      <a:pt x="595" y="829"/>
                    </a:cubicBezTo>
                    <a:lnTo>
                      <a:pt x="595" y="503"/>
                    </a:lnTo>
                    <a:cubicBezTo>
                      <a:pt x="595" y="234"/>
                      <a:pt x="355" y="1"/>
                      <a:pt x="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896;p40">
                <a:extLst>
                  <a:ext uri="{FF2B5EF4-FFF2-40B4-BE49-F238E27FC236}">
                    <a16:creationId xmlns:a16="http://schemas.microsoft.com/office/drawing/2014/main" id="{7DDB5C23-1125-200B-9153-96A51A35E483}"/>
                  </a:ext>
                </a:extLst>
              </p:cNvPr>
              <p:cNvSpPr/>
              <p:nvPr/>
            </p:nvSpPr>
            <p:spPr>
              <a:xfrm>
                <a:off x="3315855" y="2105127"/>
                <a:ext cx="30409" cy="88884"/>
              </a:xfrm>
              <a:custGeom>
                <a:avLst/>
                <a:gdLst/>
                <a:ahLst/>
                <a:cxnLst/>
                <a:rect l="l" t="t" r="r" b="b"/>
                <a:pathLst>
                  <a:path w="857" h="2505" extrusionOk="0">
                    <a:moveTo>
                      <a:pt x="800" y="0"/>
                    </a:moveTo>
                    <a:cubicBezTo>
                      <a:pt x="503" y="0"/>
                      <a:pt x="298" y="234"/>
                      <a:pt x="298" y="503"/>
                    </a:cubicBezTo>
                    <a:lnTo>
                      <a:pt x="298" y="821"/>
                    </a:lnTo>
                    <a:cubicBezTo>
                      <a:pt x="298" y="941"/>
                      <a:pt x="241" y="1062"/>
                      <a:pt x="149" y="1146"/>
                    </a:cubicBezTo>
                    <a:lnTo>
                      <a:pt x="1" y="1295"/>
                    </a:lnTo>
                    <a:lnTo>
                      <a:pt x="121" y="1415"/>
                    </a:lnTo>
                    <a:cubicBezTo>
                      <a:pt x="206" y="1500"/>
                      <a:pt x="241" y="1620"/>
                      <a:pt x="241" y="1741"/>
                    </a:cubicBezTo>
                    <a:lnTo>
                      <a:pt x="241" y="2002"/>
                    </a:lnTo>
                    <a:cubicBezTo>
                      <a:pt x="241" y="2300"/>
                      <a:pt x="475" y="2505"/>
                      <a:pt x="737" y="2505"/>
                    </a:cubicBezTo>
                    <a:lnTo>
                      <a:pt x="829" y="2505"/>
                    </a:lnTo>
                    <a:cubicBezTo>
                      <a:pt x="829" y="2505"/>
                      <a:pt x="857" y="2505"/>
                      <a:pt x="857" y="2476"/>
                    </a:cubicBezTo>
                    <a:lnTo>
                      <a:pt x="829" y="2448"/>
                    </a:lnTo>
                    <a:lnTo>
                      <a:pt x="737" y="2448"/>
                    </a:lnTo>
                    <a:cubicBezTo>
                      <a:pt x="503" y="2448"/>
                      <a:pt x="298" y="2271"/>
                      <a:pt x="298" y="2002"/>
                    </a:cubicBezTo>
                    <a:lnTo>
                      <a:pt x="298" y="1741"/>
                    </a:lnTo>
                    <a:cubicBezTo>
                      <a:pt x="298" y="1592"/>
                      <a:pt x="270" y="1472"/>
                      <a:pt x="149" y="1387"/>
                    </a:cubicBezTo>
                    <a:lnTo>
                      <a:pt x="93" y="1295"/>
                    </a:lnTo>
                    <a:lnTo>
                      <a:pt x="206" y="1175"/>
                    </a:lnTo>
                    <a:cubicBezTo>
                      <a:pt x="298" y="1090"/>
                      <a:pt x="355" y="970"/>
                      <a:pt x="355" y="821"/>
                    </a:cubicBezTo>
                    <a:lnTo>
                      <a:pt x="355" y="503"/>
                    </a:lnTo>
                    <a:cubicBezTo>
                      <a:pt x="355" y="262"/>
                      <a:pt x="560" y="57"/>
                      <a:pt x="800" y="57"/>
                    </a:cubicBezTo>
                    <a:cubicBezTo>
                      <a:pt x="800" y="57"/>
                      <a:pt x="829" y="57"/>
                      <a:pt x="829" y="29"/>
                    </a:cubicBezTo>
                    <a:cubicBezTo>
                      <a:pt x="829" y="0"/>
                      <a:pt x="800" y="0"/>
                      <a:pt x="8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897;p40">
                <a:extLst>
                  <a:ext uri="{FF2B5EF4-FFF2-40B4-BE49-F238E27FC236}">
                    <a16:creationId xmlns:a16="http://schemas.microsoft.com/office/drawing/2014/main" id="{F863C7D0-C95F-95F4-E0EE-A7CB6B3AC61D}"/>
                  </a:ext>
                </a:extLst>
              </p:cNvPr>
              <p:cNvSpPr/>
              <p:nvPr/>
            </p:nvSpPr>
            <p:spPr>
              <a:xfrm>
                <a:off x="3360810" y="2193972"/>
                <a:ext cx="9580" cy="19870"/>
              </a:xfrm>
              <a:custGeom>
                <a:avLst/>
                <a:gdLst/>
                <a:ahLst/>
                <a:cxnLst/>
                <a:rect l="l" t="t" r="r" b="b"/>
                <a:pathLst>
                  <a:path w="270" h="560" extrusionOk="0">
                    <a:moveTo>
                      <a:pt x="241" y="1"/>
                    </a:moveTo>
                    <a:cubicBezTo>
                      <a:pt x="241" y="1"/>
                      <a:pt x="212" y="1"/>
                      <a:pt x="212" y="29"/>
                    </a:cubicBezTo>
                    <a:lnTo>
                      <a:pt x="0" y="531"/>
                    </a:lnTo>
                    <a:cubicBezTo>
                      <a:pt x="0" y="560"/>
                      <a:pt x="0" y="560"/>
                      <a:pt x="36" y="560"/>
                    </a:cubicBezTo>
                    <a:lnTo>
                      <a:pt x="64" y="560"/>
                    </a:lnTo>
                    <a:lnTo>
                      <a:pt x="269" y="29"/>
                    </a:lnTo>
                    <a:cubicBezTo>
                      <a:pt x="269" y="29"/>
                      <a:pt x="269" y="1"/>
                      <a:pt x="2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898;p40">
                <a:extLst>
                  <a:ext uri="{FF2B5EF4-FFF2-40B4-BE49-F238E27FC236}">
                    <a16:creationId xmlns:a16="http://schemas.microsoft.com/office/drawing/2014/main" id="{3885A5B2-E7F2-54B6-11F7-03509C4BDFF5}"/>
                  </a:ext>
                </a:extLst>
              </p:cNvPr>
              <p:cNvSpPr/>
              <p:nvPr/>
            </p:nvSpPr>
            <p:spPr>
              <a:xfrm>
                <a:off x="3845240" y="1445205"/>
                <a:ext cx="8338" cy="18877"/>
              </a:xfrm>
              <a:custGeom>
                <a:avLst/>
                <a:gdLst/>
                <a:ahLst/>
                <a:cxnLst/>
                <a:rect l="l" t="t" r="r" b="b"/>
                <a:pathLst>
                  <a:path w="235" h="532" extrusionOk="0">
                    <a:moveTo>
                      <a:pt x="178" y="1"/>
                    </a:moveTo>
                    <a:lnTo>
                      <a:pt x="1" y="496"/>
                    </a:lnTo>
                    <a:cubicBezTo>
                      <a:pt x="1" y="496"/>
                      <a:pt x="1" y="531"/>
                      <a:pt x="29" y="531"/>
                    </a:cubicBezTo>
                    <a:cubicBezTo>
                      <a:pt x="29" y="531"/>
                      <a:pt x="57" y="531"/>
                      <a:pt x="57" y="496"/>
                    </a:cubicBezTo>
                    <a:lnTo>
                      <a:pt x="234" y="29"/>
                    </a:lnTo>
                    <a:lnTo>
                      <a:pt x="2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899;p40">
                <a:extLst>
                  <a:ext uri="{FF2B5EF4-FFF2-40B4-BE49-F238E27FC236}">
                    <a16:creationId xmlns:a16="http://schemas.microsoft.com/office/drawing/2014/main" id="{03421F6D-54FB-8DD4-A25B-8417B6FBF810}"/>
                  </a:ext>
                </a:extLst>
              </p:cNvPr>
              <p:cNvSpPr/>
              <p:nvPr/>
            </p:nvSpPr>
            <p:spPr>
              <a:xfrm>
                <a:off x="3800072" y="1393757"/>
                <a:ext cx="66033" cy="2306"/>
              </a:xfrm>
              <a:custGeom>
                <a:avLst/>
                <a:gdLst/>
                <a:ahLst/>
                <a:cxnLst/>
                <a:rect l="l" t="t" r="r" b="b"/>
                <a:pathLst>
                  <a:path w="1861" h="65" extrusionOk="0">
                    <a:moveTo>
                      <a:pt x="36" y="1"/>
                    </a:moveTo>
                    <a:cubicBezTo>
                      <a:pt x="0" y="1"/>
                      <a:pt x="0" y="36"/>
                      <a:pt x="0" y="36"/>
                    </a:cubicBezTo>
                    <a:cubicBezTo>
                      <a:pt x="0" y="64"/>
                      <a:pt x="0" y="64"/>
                      <a:pt x="36" y="64"/>
                    </a:cubicBezTo>
                    <a:lnTo>
                      <a:pt x="1833" y="64"/>
                    </a:lnTo>
                    <a:cubicBezTo>
                      <a:pt x="1861" y="64"/>
                      <a:pt x="1861" y="64"/>
                      <a:pt x="1861" y="36"/>
                    </a:cubicBezTo>
                    <a:cubicBezTo>
                      <a:pt x="1861" y="36"/>
                      <a:pt x="1861" y="1"/>
                      <a:pt x="18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900;p40">
                <a:extLst>
                  <a:ext uri="{FF2B5EF4-FFF2-40B4-BE49-F238E27FC236}">
                    <a16:creationId xmlns:a16="http://schemas.microsoft.com/office/drawing/2014/main" id="{A62A37AF-E0E0-DE33-C23A-4DCD111B9C10}"/>
                  </a:ext>
                </a:extLst>
              </p:cNvPr>
              <p:cNvSpPr/>
              <p:nvPr/>
            </p:nvSpPr>
            <p:spPr>
              <a:xfrm>
                <a:off x="4033505" y="1421113"/>
                <a:ext cx="64791" cy="2058"/>
              </a:xfrm>
              <a:custGeom>
                <a:avLst/>
                <a:gdLst/>
                <a:ahLst/>
                <a:cxnLst/>
                <a:rect l="l" t="t" r="r" b="b"/>
                <a:pathLst>
                  <a:path w="1826" h="58" extrusionOk="0">
                    <a:moveTo>
                      <a:pt x="29" y="1"/>
                    </a:moveTo>
                    <a:lnTo>
                      <a:pt x="1" y="29"/>
                    </a:lnTo>
                    <a:cubicBezTo>
                      <a:pt x="1" y="57"/>
                      <a:pt x="29" y="57"/>
                      <a:pt x="29" y="57"/>
                    </a:cubicBezTo>
                    <a:lnTo>
                      <a:pt x="1797" y="57"/>
                    </a:lnTo>
                    <a:cubicBezTo>
                      <a:pt x="1797" y="57"/>
                      <a:pt x="1826" y="57"/>
                      <a:pt x="1826" y="29"/>
                    </a:cubicBezTo>
                    <a:lnTo>
                      <a:pt x="17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901;p40">
                <a:extLst>
                  <a:ext uri="{FF2B5EF4-FFF2-40B4-BE49-F238E27FC236}">
                    <a16:creationId xmlns:a16="http://schemas.microsoft.com/office/drawing/2014/main" id="{FAA9D595-465B-6614-9FA3-BDFAFB4F7505}"/>
                  </a:ext>
                </a:extLst>
              </p:cNvPr>
              <p:cNvSpPr/>
              <p:nvPr/>
            </p:nvSpPr>
            <p:spPr>
              <a:xfrm>
                <a:off x="3984292" y="1398583"/>
                <a:ext cx="37718" cy="48682"/>
              </a:xfrm>
              <a:custGeom>
                <a:avLst/>
                <a:gdLst/>
                <a:ahLst/>
                <a:cxnLst/>
                <a:rect l="l" t="t" r="r" b="b"/>
                <a:pathLst>
                  <a:path w="1063" h="1372" extrusionOk="0">
                    <a:moveTo>
                      <a:pt x="1024" y="1"/>
                    </a:moveTo>
                    <a:cubicBezTo>
                      <a:pt x="1018" y="1"/>
                      <a:pt x="1010" y="4"/>
                      <a:pt x="998" y="13"/>
                    </a:cubicBezTo>
                    <a:lnTo>
                      <a:pt x="1" y="749"/>
                    </a:lnTo>
                    <a:lnTo>
                      <a:pt x="970" y="1371"/>
                    </a:lnTo>
                    <a:lnTo>
                      <a:pt x="998" y="1371"/>
                    </a:lnTo>
                    <a:lnTo>
                      <a:pt x="998" y="1315"/>
                    </a:lnTo>
                    <a:lnTo>
                      <a:pt x="86" y="749"/>
                    </a:lnTo>
                    <a:lnTo>
                      <a:pt x="1062" y="41"/>
                    </a:lnTo>
                    <a:lnTo>
                      <a:pt x="1062" y="13"/>
                    </a:lnTo>
                    <a:cubicBezTo>
                      <a:pt x="1043" y="13"/>
                      <a:pt x="1037" y="1"/>
                      <a:pt x="10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0732220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421196" y="444048"/>
            <a:ext cx="8229600" cy="720080"/>
          </a:xfrm>
        </p:spPr>
        <p:txBody>
          <a:bodyPr>
            <a:normAutofit fontScale="92500" lnSpcReduction="20000"/>
          </a:bodyPr>
          <a:lstStyle/>
          <a:p>
            <a:pPr>
              <a:buFont typeface="Wingdings" pitchFamily="2" charset="2"/>
              <a:buChar char="v"/>
            </a:pPr>
            <a:r>
              <a:rPr lang="en-US" sz="1800" b="1" dirty="0"/>
              <a:t>Min heap: </a:t>
            </a:r>
            <a:r>
              <a:rPr lang="en-US" sz="1800" dirty="0"/>
              <a:t>In a min heap, the value of the root node is always the smallest value in the tree.</a:t>
            </a:r>
          </a:p>
        </p:txBody>
      </p:sp>
      <p:pic>
        <p:nvPicPr>
          <p:cNvPr id="5" name="Picture 4" descr="MIN.jpg"/>
          <p:cNvPicPr>
            <a:picLocks noChangeAspect="1"/>
          </p:cNvPicPr>
          <p:nvPr/>
        </p:nvPicPr>
        <p:blipFill>
          <a:blip r:embed="rId2" cstate="print"/>
          <a:stretch>
            <a:fillRect/>
          </a:stretch>
        </p:blipFill>
        <p:spPr>
          <a:xfrm>
            <a:off x="954742" y="1361889"/>
            <a:ext cx="3540096" cy="2419722"/>
          </a:xfrm>
          <a:prstGeom prst="rect">
            <a:avLst/>
          </a:prstGeom>
        </p:spPr>
      </p:pic>
      <p:grpSp>
        <p:nvGrpSpPr>
          <p:cNvPr id="2" name="Google Shape;1732;p51">
            <a:extLst>
              <a:ext uri="{FF2B5EF4-FFF2-40B4-BE49-F238E27FC236}">
                <a16:creationId xmlns:a16="http://schemas.microsoft.com/office/drawing/2014/main" id="{50ED663C-0C07-A8B1-1685-E76DBF737CCF}"/>
              </a:ext>
            </a:extLst>
          </p:cNvPr>
          <p:cNvGrpSpPr/>
          <p:nvPr/>
        </p:nvGrpSpPr>
        <p:grpSpPr>
          <a:xfrm flipH="1">
            <a:off x="5307871" y="1010318"/>
            <a:ext cx="3342925" cy="3515018"/>
            <a:chOff x="-3595520" y="539491"/>
            <a:chExt cx="3291402" cy="3515018"/>
          </a:xfrm>
        </p:grpSpPr>
        <p:sp>
          <p:nvSpPr>
            <p:cNvPr id="3" name="Google Shape;1733;p51">
              <a:extLst>
                <a:ext uri="{FF2B5EF4-FFF2-40B4-BE49-F238E27FC236}">
                  <a16:creationId xmlns:a16="http://schemas.microsoft.com/office/drawing/2014/main" id="{C374DB9B-D118-4FA8-F4DA-04295DA89A20}"/>
                </a:ext>
              </a:extLst>
            </p:cNvPr>
            <p:cNvSpPr/>
            <p:nvPr/>
          </p:nvSpPr>
          <p:spPr>
            <a:xfrm rot="-3555143">
              <a:off x="-2162345" y="690619"/>
              <a:ext cx="754650" cy="708574"/>
            </a:xfrm>
            <a:custGeom>
              <a:avLst/>
              <a:gdLst/>
              <a:ahLst/>
              <a:cxnLst/>
              <a:rect l="l" t="t" r="r" b="b"/>
              <a:pathLst>
                <a:path w="13414" h="12595" extrusionOk="0">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734;p51">
              <a:extLst>
                <a:ext uri="{FF2B5EF4-FFF2-40B4-BE49-F238E27FC236}">
                  <a16:creationId xmlns:a16="http://schemas.microsoft.com/office/drawing/2014/main" id="{40D8E5DA-398C-F46D-1574-47E7B6FD95D3}"/>
                </a:ext>
              </a:extLst>
            </p:cNvPr>
            <p:cNvSpPr/>
            <p:nvPr/>
          </p:nvSpPr>
          <p:spPr>
            <a:xfrm>
              <a:off x="-2563478" y="860664"/>
              <a:ext cx="2259360" cy="2189809"/>
            </a:xfrm>
            <a:custGeom>
              <a:avLst/>
              <a:gdLst/>
              <a:ahLst/>
              <a:cxnLst/>
              <a:rect l="l" t="t" r="r" b="b"/>
              <a:pathLst>
                <a:path w="34694" h="33626" extrusionOk="0">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 name="Google Shape;1735;p51">
              <a:extLst>
                <a:ext uri="{FF2B5EF4-FFF2-40B4-BE49-F238E27FC236}">
                  <a16:creationId xmlns:a16="http://schemas.microsoft.com/office/drawing/2014/main" id="{F524A7D4-42B9-FE9C-4995-11439F1A44A7}"/>
                </a:ext>
              </a:extLst>
            </p:cNvPr>
            <p:cNvGrpSpPr/>
            <p:nvPr/>
          </p:nvGrpSpPr>
          <p:grpSpPr>
            <a:xfrm>
              <a:off x="-3479927" y="2003196"/>
              <a:ext cx="2350000" cy="1348751"/>
              <a:chOff x="6516473" y="1820321"/>
              <a:chExt cx="2350000" cy="1348751"/>
            </a:xfrm>
          </p:grpSpPr>
          <p:grpSp>
            <p:nvGrpSpPr>
              <p:cNvPr id="77" name="Google Shape;1736;p51">
                <a:extLst>
                  <a:ext uri="{FF2B5EF4-FFF2-40B4-BE49-F238E27FC236}">
                    <a16:creationId xmlns:a16="http://schemas.microsoft.com/office/drawing/2014/main" id="{D229BD1F-8E00-D374-0CE0-94BCA349A7AB}"/>
                  </a:ext>
                </a:extLst>
              </p:cNvPr>
              <p:cNvGrpSpPr/>
              <p:nvPr/>
            </p:nvGrpSpPr>
            <p:grpSpPr>
              <a:xfrm>
                <a:off x="6516473" y="1820321"/>
                <a:ext cx="1504917" cy="1021126"/>
                <a:chOff x="5128378" y="1759883"/>
                <a:chExt cx="525423" cy="356526"/>
              </a:xfrm>
            </p:grpSpPr>
            <p:sp>
              <p:nvSpPr>
                <p:cNvPr id="112" name="Google Shape;1737;p51">
                  <a:extLst>
                    <a:ext uri="{FF2B5EF4-FFF2-40B4-BE49-F238E27FC236}">
                      <a16:creationId xmlns:a16="http://schemas.microsoft.com/office/drawing/2014/main" id="{A1D46CAB-5506-8B2F-11F7-C242634B36CF}"/>
                    </a:ext>
                  </a:extLst>
                </p:cNvPr>
                <p:cNvSpPr/>
                <p:nvPr/>
              </p:nvSpPr>
              <p:spPr>
                <a:xfrm>
                  <a:off x="5128378" y="1759883"/>
                  <a:ext cx="525423" cy="356526"/>
                </a:xfrm>
                <a:custGeom>
                  <a:avLst/>
                  <a:gdLst/>
                  <a:ahLst/>
                  <a:cxnLst/>
                  <a:rect l="l" t="t" r="r" b="b"/>
                  <a:pathLst>
                    <a:path w="15119" h="10259" extrusionOk="0">
                      <a:moveTo>
                        <a:pt x="114" y="1"/>
                      </a:moveTo>
                      <a:cubicBezTo>
                        <a:pt x="58" y="1"/>
                        <a:pt x="1" y="58"/>
                        <a:pt x="1" y="150"/>
                      </a:cubicBezTo>
                      <a:lnTo>
                        <a:pt x="1" y="10139"/>
                      </a:lnTo>
                      <a:cubicBezTo>
                        <a:pt x="1" y="10195"/>
                        <a:pt x="58" y="10259"/>
                        <a:pt x="114" y="10259"/>
                      </a:cubicBezTo>
                      <a:lnTo>
                        <a:pt x="15006" y="10259"/>
                      </a:lnTo>
                      <a:cubicBezTo>
                        <a:pt x="15062" y="10259"/>
                        <a:pt x="15119" y="10195"/>
                        <a:pt x="15119" y="10139"/>
                      </a:cubicBezTo>
                      <a:lnTo>
                        <a:pt x="15119" y="150"/>
                      </a:lnTo>
                      <a:cubicBezTo>
                        <a:pt x="15119" y="58"/>
                        <a:pt x="15062" y="1"/>
                        <a:pt x="1500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738;p51">
                  <a:extLst>
                    <a:ext uri="{FF2B5EF4-FFF2-40B4-BE49-F238E27FC236}">
                      <a16:creationId xmlns:a16="http://schemas.microsoft.com/office/drawing/2014/main" id="{4A04AFF6-0988-3F7B-6B61-E3BAF31BBCD3}"/>
                    </a:ext>
                  </a:extLst>
                </p:cNvPr>
                <p:cNvSpPr/>
                <p:nvPr/>
              </p:nvSpPr>
              <p:spPr>
                <a:xfrm>
                  <a:off x="5472603" y="1829458"/>
                  <a:ext cx="117776" cy="6186"/>
                </a:xfrm>
                <a:custGeom>
                  <a:avLst/>
                  <a:gdLst/>
                  <a:ahLst/>
                  <a:cxnLst/>
                  <a:rect l="l" t="t" r="r" b="b"/>
                  <a:pathLst>
                    <a:path w="3389" h="178" extrusionOk="0">
                      <a:moveTo>
                        <a:pt x="0" y="1"/>
                      </a:moveTo>
                      <a:lnTo>
                        <a:pt x="0" y="178"/>
                      </a:lnTo>
                      <a:lnTo>
                        <a:pt x="3389" y="178"/>
                      </a:lnTo>
                      <a:lnTo>
                        <a:pt x="33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739;p51">
                  <a:extLst>
                    <a:ext uri="{FF2B5EF4-FFF2-40B4-BE49-F238E27FC236}">
                      <a16:creationId xmlns:a16="http://schemas.microsoft.com/office/drawing/2014/main" id="{CBB8C206-1A40-6ACB-1ADF-97B9B6860C5E}"/>
                    </a:ext>
                  </a:extLst>
                </p:cNvPr>
                <p:cNvSpPr/>
                <p:nvPr/>
              </p:nvSpPr>
              <p:spPr>
                <a:xfrm>
                  <a:off x="5405948" y="1829458"/>
                  <a:ext cx="47263" cy="6186"/>
                </a:xfrm>
                <a:custGeom>
                  <a:avLst/>
                  <a:gdLst/>
                  <a:ahLst/>
                  <a:cxnLst/>
                  <a:rect l="l" t="t" r="r" b="b"/>
                  <a:pathLst>
                    <a:path w="1360" h="178" extrusionOk="0">
                      <a:moveTo>
                        <a:pt x="1" y="1"/>
                      </a:moveTo>
                      <a:lnTo>
                        <a:pt x="1" y="178"/>
                      </a:lnTo>
                      <a:lnTo>
                        <a:pt x="1359" y="178"/>
                      </a:lnTo>
                      <a:lnTo>
                        <a:pt x="13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740;p51">
                  <a:extLst>
                    <a:ext uri="{FF2B5EF4-FFF2-40B4-BE49-F238E27FC236}">
                      <a16:creationId xmlns:a16="http://schemas.microsoft.com/office/drawing/2014/main" id="{5CFC4531-03BE-1BD3-B989-4379D72B439A}"/>
                    </a:ext>
                  </a:extLst>
                </p:cNvPr>
                <p:cNvSpPr/>
                <p:nvPr/>
              </p:nvSpPr>
              <p:spPr>
                <a:xfrm>
                  <a:off x="5362924" y="1829458"/>
                  <a:ext cx="30791" cy="6186"/>
                </a:xfrm>
                <a:custGeom>
                  <a:avLst/>
                  <a:gdLst/>
                  <a:ahLst/>
                  <a:cxnLst/>
                  <a:rect l="l" t="t" r="r" b="b"/>
                  <a:pathLst>
                    <a:path w="886" h="178" extrusionOk="0">
                      <a:moveTo>
                        <a:pt x="1" y="1"/>
                      </a:moveTo>
                      <a:lnTo>
                        <a:pt x="1" y="178"/>
                      </a:lnTo>
                      <a:lnTo>
                        <a:pt x="885" y="178"/>
                      </a:lnTo>
                      <a:lnTo>
                        <a:pt x="8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741;p51">
                  <a:extLst>
                    <a:ext uri="{FF2B5EF4-FFF2-40B4-BE49-F238E27FC236}">
                      <a16:creationId xmlns:a16="http://schemas.microsoft.com/office/drawing/2014/main" id="{1622D12C-5921-9A52-DCC7-9D5E8A6411C0}"/>
                    </a:ext>
                  </a:extLst>
                </p:cNvPr>
                <p:cNvSpPr/>
                <p:nvPr/>
              </p:nvSpPr>
              <p:spPr>
                <a:xfrm>
                  <a:off x="5341308" y="1829458"/>
                  <a:ext cx="12337" cy="6186"/>
                </a:xfrm>
                <a:custGeom>
                  <a:avLst/>
                  <a:gdLst/>
                  <a:ahLst/>
                  <a:cxnLst/>
                  <a:rect l="l" t="t" r="r" b="b"/>
                  <a:pathLst>
                    <a:path w="355" h="178" extrusionOk="0">
                      <a:moveTo>
                        <a:pt x="0" y="1"/>
                      </a:moveTo>
                      <a:lnTo>
                        <a:pt x="0" y="178"/>
                      </a:lnTo>
                      <a:lnTo>
                        <a:pt x="354" y="178"/>
                      </a:lnTo>
                      <a:lnTo>
                        <a:pt x="3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742;p51">
                  <a:extLst>
                    <a:ext uri="{FF2B5EF4-FFF2-40B4-BE49-F238E27FC236}">
                      <a16:creationId xmlns:a16="http://schemas.microsoft.com/office/drawing/2014/main" id="{CC63F3CF-0953-09D5-A72F-048287189A05}"/>
                    </a:ext>
                  </a:extLst>
                </p:cNvPr>
                <p:cNvSpPr/>
                <p:nvPr/>
              </p:nvSpPr>
              <p:spPr>
                <a:xfrm>
                  <a:off x="5198960" y="1829458"/>
                  <a:ext cx="126152" cy="6186"/>
                </a:xfrm>
                <a:custGeom>
                  <a:avLst/>
                  <a:gdLst/>
                  <a:ahLst/>
                  <a:cxnLst/>
                  <a:rect l="l" t="t" r="r" b="b"/>
                  <a:pathLst>
                    <a:path w="3630" h="178" extrusionOk="0">
                      <a:moveTo>
                        <a:pt x="0" y="1"/>
                      </a:moveTo>
                      <a:lnTo>
                        <a:pt x="0" y="178"/>
                      </a:lnTo>
                      <a:lnTo>
                        <a:pt x="3629" y="178"/>
                      </a:lnTo>
                      <a:lnTo>
                        <a:pt x="36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743;p51">
                  <a:extLst>
                    <a:ext uri="{FF2B5EF4-FFF2-40B4-BE49-F238E27FC236}">
                      <a16:creationId xmlns:a16="http://schemas.microsoft.com/office/drawing/2014/main" id="{AFC710FF-CF15-EC33-E858-D50912FA626D}"/>
                    </a:ext>
                  </a:extLst>
                </p:cNvPr>
                <p:cNvSpPr/>
                <p:nvPr/>
              </p:nvSpPr>
              <p:spPr>
                <a:xfrm>
                  <a:off x="5513403" y="1858233"/>
                  <a:ext cx="102555" cy="7159"/>
                </a:xfrm>
                <a:custGeom>
                  <a:avLst/>
                  <a:gdLst/>
                  <a:ahLst/>
                  <a:cxnLst/>
                  <a:rect l="l" t="t" r="r" b="b"/>
                  <a:pathLst>
                    <a:path w="2951" h="206" extrusionOk="0">
                      <a:moveTo>
                        <a:pt x="0" y="1"/>
                      </a:moveTo>
                      <a:lnTo>
                        <a:pt x="0" y="206"/>
                      </a:lnTo>
                      <a:lnTo>
                        <a:pt x="2950" y="206"/>
                      </a:lnTo>
                      <a:lnTo>
                        <a:pt x="29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744;p51">
                  <a:extLst>
                    <a:ext uri="{FF2B5EF4-FFF2-40B4-BE49-F238E27FC236}">
                      <a16:creationId xmlns:a16="http://schemas.microsoft.com/office/drawing/2014/main" id="{5E715E17-0A1B-F5FD-E10E-07897A016F56}"/>
                    </a:ext>
                  </a:extLst>
                </p:cNvPr>
                <p:cNvSpPr/>
                <p:nvPr/>
              </p:nvSpPr>
              <p:spPr>
                <a:xfrm>
                  <a:off x="5355799" y="1858233"/>
                  <a:ext cx="133033" cy="7159"/>
                </a:xfrm>
                <a:custGeom>
                  <a:avLst/>
                  <a:gdLst/>
                  <a:ahLst/>
                  <a:cxnLst/>
                  <a:rect l="l" t="t" r="r" b="b"/>
                  <a:pathLst>
                    <a:path w="3828" h="206" extrusionOk="0">
                      <a:moveTo>
                        <a:pt x="1" y="1"/>
                      </a:moveTo>
                      <a:lnTo>
                        <a:pt x="1" y="206"/>
                      </a:lnTo>
                      <a:lnTo>
                        <a:pt x="3828" y="206"/>
                      </a:lnTo>
                      <a:lnTo>
                        <a:pt x="382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745;p51">
                  <a:extLst>
                    <a:ext uri="{FF2B5EF4-FFF2-40B4-BE49-F238E27FC236}">
                      <a16:creationId xmlns:a16="http://schemas.microsoft.com/office/drawing/2014/main" id="{D07A822F-0DD4-7790-3E39-4787BE2DB0FF}"/>
                    </a:ext>
                  </a:extLst>
                </p:cNvPr>
                <p:cNvSpPr/>
                <p:nvPr/>
              </p:nvSpPr>
              <p:spPr>
                <a:xfrm>
                  <a:off x="5318927" y="1858233"/>
                  <a:ext cx="14283" cy="7159"/>
                </a:xfrm>
                <a:custGeom>
                  <a:avLst/>
                  <a:gdLst/>
                  <a:ahLst/>
                  <a:cxnLst/>
                  <a:rect l="l" t="t" r="r" b="b"/>
                  <a:pathLst>
                    <a:path w="411" h="206" extrusionOk="0">
                      <a:moveTo>
                        <a:pt x="1" y="1"/>
                      </a:moveTo>
                      <a:lnTo>
                        <a:pt x="1" y="206"/>
                      </a:lnTo>
                      <a:lnTo>
                        <a:pt x="411" y="206"/>
                      </a:lnTo>
                      <a:lnTo>
                        <a:pt x="4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746;p51">
                  <a:extLst>
                    <a:ext uri="{FF2B5EF4-FFF2-40B4-BE49-F238E27FC236}">
                      <a16:creationId xmlns:a16="http://schemas.microsoft.com/office/drawing/2014/main" id="{F5037CEA-1233-DBA3-385E-847492D82EAA}"/>
                    </a:ext>
                  </a:extLst>
                </p:cNvPr>
                <p:cNvSpPr/>
                <p:nvPr/>
              </p:nvSpPr>
              <p:spPr>
                <a:xfrm>
                  <a:off x="5223531" y="1858233"/>
                  <a:ext cx="67663" cy="7159"/>
                </a:xfrm>
                <a:custGeom>
                  <a:avLst/>
                  <a:gdLst/>
                  <a:ahLst/>
                  <a:cxnLst/>
                  <a:rect l="l" t="t" r="r" b="b"/>
                  <a:pathLst>
                    <a:path w="1947" h="206" extrusionOk="0">
                      <a:moveTo>
                        <a:pt x="1" y="1"/>
                      </a:moveTo>
                      <a:lnTo>
                        <a:pt x="1" y="206"/>
                      </a:lnTo>
                      <a:lnTo>
                        <a:pt x="1946" y="206"/>
                      </a:lnTo>
                      <a:lnTo>
                        <a:pt x="19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747;p51">
                  <a:extLst>
                    <a:ext uri="{FF2B5EF4-FFF2-40B4-BE49-F238E27FC236}">
                      <a16:creationId xmlns:a16="http://schemas.microsoft.com/office/drawing/2014/main" id="{57859F1A-0F22-FC7D-3639-0CC933EAB8FF}"/>
                    </a:ext>
                  </a:extLst>
                </p:cNvPr>
                <p:cNvSpPr/>
                <p:nvPr/>
              </p:nvSpPr>
              <p:spPr>
                <a:xfrm>
                  <a:off x="5163061" y="1858233"/>
                  <a:ext cx="40104" cy="7159"/>
                </a:xfrm>
                <a:custGeom>
                  <a:avLst/>
                  <a:gdLst/>
                  <a:ahLst/>
                  <a:cxnLst/>
                  <a:rect l="l" t="t" r="r" b="b"/>
                  <a:pathLst>
                    <a:path w="1154" h="206" extrusionOk="0">
                      <a:moveTo>
                        <a:pt x="0" y="1"/>
                      </a:moveTo>
                      <a:lnTo>
                        <a:pt x="0" y="206"/>
                      </a:lnTo>
                      <a:lnTo>
                        <a:pt x="1154" y="206"/>
                      </a:lnTo>
                      <a:lnTo>
                        <a:pt x="11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748;p51">
                  <a:extLst>
                    <a:ext uri="{FF2B5EF4-FFF2-40B4-BE49-F238E27FC236}">
                      <a16:creationId xmlns:a16="http://schemas.microsoft.com/office/drawing/2014/main" id="{BA3C8F63-6184-335F-4771-6604E8B31CF3}"/>
                    </a:ext>
                  </a:extLst>
                </p:cNvPr>
                <p:cNvSpPr/>
                <p:nvPr/>
              </p:nvSpPr>
              <p:spPr>
                <a:xfrm>
                  <a:off x="5472603" y="1941083"/>
                  <a:ext cx="117776" cy="6186"/>
                </a:xfrm>
                <a:custGeom>
                  <a:avLst/>
                  <a:gdLst/>
                  <a:ahLst/>
                  <a:cxnLst/>
                  <a:rect l="l" t="t" r="r" b="b"/>
                  <a:pathLst>
                    <a:path w="3389" h="178" extrusionOk="0">
                      <a:moveTo>
                        <a:pt x="0" y="1"/>
                      </a:moveTo>
                      <a:lnTo>
                        <a:pt x="0" y="178"/>
                      </a:lnTo>
                      <a:lnTo>
                        <a:pt x="3389" y="178"/>
                      </a:lnTo>
                      <a:lnTo>
                        <a:pt x="33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749;p51">
                  <a:extLst>
                    <a:ext uri="{FF2B5EF4-FFF2-40B4-BE49-F238E27FC236}">
                      <a16:creationId xmlns:a16="http://schemas.microsoft.com/office/drawing/2014/main" id="{9105C2D2-E3DA-3B0D-E3D6-7E63A165D49D}"/>
                    </a:ext>
                  </a:extLst>
                </p:cNvPr>
                <p:cNvSpPr/>
                <p:nvPr/>
              </p:nvSpPr>
              <p:spPr>
                <a:xfrm>
                  <a:off x="5405948" y="1941083"/>
                  <a:ext cx="47263" cy="6186"/>
                </a:xfrm>
                <a:custGeom>
                  <a:avLst/>
                  <a:gdLst/>
                  <a:ahLst/>
                  <a:cxnLst/>
                  <a:rect l="l" t="t" r="r" b="b"/>
                  <a:pathLst>
                    <a:path w="1360" h="178" extrusionOk="0">
                      <a:moveTo>
                        <a:pt x="1" y="1"/>
                      </a:moveTo>
                      <a:lnTo>
                        <a:pt x="1" y="178"/>
                      </a:lnTo>
                      <a:lnTo>
                        <a:pt x="1359" y="178"/>
                      </a:lnTo>
                      <a:lnTo>
                        <a:pt x="13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750;p51">
                  <a:extLst>
                    <a:ext uri="{FF2B5EF4-FFF2-40B4-BE49-F238E27FC236}">
                      <a16:creationId xmlns:a16="http://schemas.microsoft.com/office/drawing/2014/main" id="{C07DEF88-C6A9-439B-2356-7C459FC7B1EC}"/>
                    </a:ext>
                  </a:extLst>
                </p:cNvPr>
                <p:cNvSpPr/>
                <p:nvPr/>
              </p:nvSpPr>
              <p:spPr>
                <a:xfrm>
                  <a:off x="5362924" y="1941083"/>
                  <a:ext cx="30791" cy="6186"/>
                </a:xfrm>
                <a:custGeom>
                  <a:avLst/>
                  <a:gdLst/>
                  <a:ahLst/>
                  <a:cxnLst/>
                  <a:rect l="l" t="t" r="r" b="b"/>
                  <a:pathLst>
                    <a:path w="886" h="178" extrusionOk="0">
                      <a:moveTo>
                        <a:pt x="1" y="1"/>
                      </a:moveTo>
                      <a:lnTo>
                        <a:pt x="1" y="178"/>
                      </a:lnTo>
                      <a:lnTo>
                        <a:pt x="885" y="178"/>
                      </a:lnTo>
                      <a:lnTo>
                        <a:pt x="8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751;p51">
                  <a:extLst>
                    <a:ext uri="{FF2B5EF4-FFF2-40B4-BE49-F238E27FC236}">
                      <a16:creationId xmlns:a16="http://schemas.microsoft.com/office/drawing/2014/main" id="{36BCFF79-41E1-F43E-0331-D0A0A016A9BE}"/>
                    </a:ext>
                  </a:extLst>
                </p:cNvPr>
                <p:cNvSpPr/>
                <p:nvPr/>
              </p:nvSpPr>
              <p:spPr>
                <a:xfrm>
                  <a:off x="5341308" y="1941083"/>
                  <a:ext cx="12337" cy="6186"/>
                </a:xfrm>
                <a:custGeom>
                  <a:avLst/>
                  <a:gdLst/>
                  <a:ahLst/>
                  <a:cxnLst/>
                  <a:rect l="l" t="t" r="r" b="b"/>
                  <a:pathLst>
                    <a:path w="355" h="178" extrusionOk="0">
                      <a:moveTo>
                        <a:pt x="0" y="1"/>
                      </a:moveTo>
                      <a:lnTo>
                        <a:pt x="0" y="178"/>
                      </a:lnTo>
                      <a:lnTo>
                        <a:pt x="354" y="178"/>
                      </a:lnTo>
                      <a:lnTo>
                        <a:pt x="3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752;p51">
                  <a:extLst>
                    <a:ext uri="{FF2B5EF4-FFF2-40B4-BE49-F238E27FC236}">
                      <a16:creationId xmlns:a16="http://schemas.microsoft.com/office/drawing/2014/main" id="{70458B95-FE24-807C-E0DD-5C3506445B0A}"/>
                    </a:ext>
                  </a:extLst>
                </p:cNvPr>
                <p:cNvSpPr/>
                <p:nvPr/>
              </p:nvSpPr>
              <p:spPr>
                <a:xfrm>
                  <a:off x="5198960" y="1941083"/>
                  <a:ext cx="126152" cy="6186"/>
                </a:xfrm>
                <a:custGeom>
                  <a:avLst/>
                  <a:gdLst/>
                  <a:ahLst/>
                  <a:cxnLst/>
                  <a:rect l="l" t="t" r="r" b="b"/>
                  <a:pathLst>
                    <a:path w="3630" h="178" extrusionOk="0">
                      <a:moveTo>
                        <a:pt x="0" y="1"/>
                      </a:moveTo>
                      <a:lnTo>
                        <a:pt x="0" y="178"/>
                      </a:lnTo>
                      <a:lnTo>
                        <a:pt x="3629" y="178"/>
                      </a:lnTo>
                      <a:lnTo>
                        <a:pt x="36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753;p51">
                  <a:extLst>
                    <a:ext uri="{FF2B5EF4-FFF2-40B4-BE49-F238E27FC236}">
                      <a16:creationId xmlns:a16="http://schemas.microsoft.com/office/drawing/2014/main" id="{223B1745-1869-8262-D0EE-E4ABD1A15B54}"/>
                    </a:ext>
                  </a:extLst>
                </p:cNvPr>
                <p:cNvSpPr/>
                <p:nvPr/>
              </p:nvSpPr>
              <p:spPr>
                <a:xfrm>
                  <a:off x="5513403" y="1970832"/>
                  <a:ext cx="76977" cy="6186"/>
                </a:xfrm>
                <a:custGeom>
                  <a:avLst/>
                  <a:gdLst/>
                  <a:ahLst/>
                  <a:cxnLst/>
                  <a:rect l="l" t="t" r="r" b="b"/>
                  <a:pathLst>
                    <a:path w="2215" h="178" extrusionOk="0">
                      <a:moveTo>
                        <a:pt x="0" y="1"/>
                      </a:moveTo>
                      <a:lnTo>
                        <a:pt x="0" y="178"/>
                      </a:lnTo>
                      <a:lnTo>
                        <a:pt x="2215" y="178"/>
                      </a:lnTo>
                      <a:lnTo>
                        <a:pt x="221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754;p51">
                  <a:extLst>
                    <a:ext uri="{FF2B5EF4-FFF2-40B4-BE49-F238E27FC236}">
                      <a16:creationId xmlns:a16="http://schemas.microsoft.com/office/drawing/2014/main" id="{4FE3D33D-2478-77C9-1B27-F5FE4169FCF0}"/>
                    </a:ext>
                  </a:extLst>
                </p:cNvPr>
                <p:cNvSpPr/>
                <p:nvPr/>
              </p:nvSpPr>
              <p:spPr>
                <a:xfrm>
                  <a:off x="5379396" y="1970832"/>
                  <a:ext cx="109436" cy="6186"/>
                </a:xfrm>
                <a:custGeom>
                  <a:avLst/>
                  <a:gdLst/>
                  <a:ahLst/>
                  <a:cxnLst/>
                  <a:rect l="l" t="t" r="r" b="b"/>
                  <a:pathLst>
                    <a:path w="3149" h="178" extrusionOk="0">
                      <a:moveTo>
                        <a:pt x="1" y="1"/>
                      </a:moveTo>
                      <a:lnTo>
                        <a:pt x="1" y="178"/>
                      </a:lnTo>
                      <a:lnTo>
                        <a:pt x="3149" y="178"/>
                      </a:lnTo>
                      <a:lnTo>
                        <a:pt x="31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755;p51">
                  <a:extLst>
                    <a:ext uri="{FF2B5EF4-FFF2-40B4-BE49-F238E27FC236}">
                      <a16:creationId xmlns:a16="http://schemas.microsoft.com/office/drawing/2014/main" id="{6FEE0957-388F-9A05-F3EF-286AC4AEAA47}"/>
                    </a:ext>
                  </a:extLst>
                </p:cNvPr>
                <p:cNvSpPr/>
                <p:nvPr/>
              </p:nvSpPr>
              <p:spPr>
                <a:xfrm>
                  <a:off x="5337380" y="1970832"/>
                  <a:ext cx="12302" cy="6186"/>
                </a:xfrm>
                <a:custGeom>
                  <a:avLst/>
                  <a:gdLst/>
                  <a:ahLst/>
                  <a:cxnLst/>
                  <a:rect l="l" t="t" r="r" b="b"/>
                  <a:pathLst>
                    <a:path w="354" h="178" extrusionOk="0">
                      <a:moveTo>
                        <a:pt x="0" y="1"/>
                      </a:moveTo>
                      <a:lnTo>
                        <a:pt x="0" y="178"/>
                      </a:lnTo>
                      <a:lnTo>
                        <a:pt x="354" y="178"/>
                      </a:lnTo>
                      <a:lnTo>
                        <a:pt x="3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756;p51">
                  <a:extLst>
                    <a:ext uri="{FF2B5EF4-FFF2-40B4-BE49-F238E27FC236}">
                      <a16:creationId xmlns:a16="http://schemas.microsoft.com/office/drawing/2014/main" id="{3427A982-F702-C871-D7BB-C9D0C2D86064}"/>
                    </a:ext>
                  </a:extLst>
                </p:cNvPr>
                <p:cNvSpPr/>
                <p:nvPr/>
              </p:nvSpPr>
              <p:spPr>
                <a:xfrm>
                  <a:off x="5223531" y="1970832"/>
                  <a:ext cx="93206" cy="6186"/>
                </a:xfrm>
                <a:custGeom>
                  <a:avLst/>
                  <a:gdLst/>
                  <a:ahLst/>
                  <a:cxnLst/>
                  <a:rect l="l" t="t" r="r" b="b"/>
                  <a:pathLst>
                    <a:path w="2682" h="178" extrusionOk="0">
                      <a:moveTo>
                        <a:pt x="1" y="1"/>
                      </a:moveTo>
                      <a:lnTo>
                        <a:pt x="1" y="178"/>
                      </a:lnTo>
                      <a:lnTo>
                        <a:pt x="2682" y="178"/>
                      </a:lnTo>
                      <a:lnTo>
                        <a:pt x="26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757;p51">
                  <a:extLst>
                    <a:ext uri="{FF2B5EF4-FFF2-40B4-BE49-F238E27FC236}">
                      <a16:creationId xmlns:a16="http://schemas.microsoft.com/office/drawing/2014/main" id="{C3EE6BC7-03B9-5056-96C1-3AE984682BB5}"/>
                    </a:ext>
                  </a:extLst>
                </p:cNvPr>
                <p:cNvSpPr/>
                <p:nvPr/>
              </p:nvSpPr>
              <p:spPr>
                <a:xfrm>
                  <a:off x="5183704" y="1970832"/>
                  <a:ext cx="26586" cy="6186"/>
                </a:xfrm>
                <a:custGeom>
                  <a:avLst/>
                  <a:gdLst/>
                  <a:ahLst/>
                  <a:cxnLst/>
                  <a:rect l="l" t="t" r="r" b="b"/>
                  <a:pathLst>
                    <a:path w="765" h="178" extrusionOk="0">
                      <a:moveTo>
                        <a:pt x="29" y="1"/>
                      </a:moveTo>
                      <a:lnTo>
                        <a:pt x="1" y="178"/>
                      </a:lnTo>
                      <a:lnTo>
                        <a:pt x="765" y="178"/>
                      </a:lnTo>
                      <a:lnTo>
                        <a:pt x="76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758;p51">
                  <a:extLst>
                    <a:ext uri="{FF2B5EF4-FFF2-40B4-BE49-F238E27FC236}">
                      <a16:creationId xmlns:a16="http://schemas.microsoft.com/office/drawing/2014/main" id="{AF23AE91-5A9E-D1AB-1D8D-31C81301DB11}"/>
                    </a:ext>
                  </a:extLst>
                </p:cNvPr>
                <p:cNvSpPr/>
                <p:nvPr/>
              </p:nvSpPr>
              <p:spPr>
                <a:xfrm>
                  <a:off x="5551492" y="2002561"/>
                  <a:ext cx="38888" cy="7159"/>
                </a:xfrm>
                <a:custGeom>
                  <a:avLst/>
                  <a:gdLst/>
                  <a:ahLst/>
                  <a:cxnLst/>
                  <a:rect l="l" t="t" r="r" b="b"/>
                  <a:pathLst>
                    <a:path w="1119" h="206" extrusionOk="0">
                      <a:moveTo>
                        <a:pt x="1" y="0"/>
                      </a:moveTo>
                      <a:lnTo>
                        <a:pt x="1" y="206"/>
                      </a:lnTo>
                      <a:lnTo>
                        <a:pt x="1119" y="206"/>
                      </a:lnTo>
                      <a:lnTo>
                        <a:pt x="11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759;p51">
                  <a:extLst>
                    <a:ext uri="{FF2B5EF4-FFF2-40B4-BE49-F238E27FC236}">
                      <a16:creationId xmlns:a16="http://schemas.microsoft.com/office/drawing/2014/main" id="{45B17001-8939-61C5-BC2D-DF0F0E9D5062}"/>
                    </a:ext>
                  </a:extLst>
                </p:cNvPr>
                <p:cNvSpPr/>
                <p:nvPr/>
              </p:nvSpPr>
              <p:spPr>
                <a:xfrm>
                  <a:off x="5405948" y="2002561"/>
                  <a:ext cx="125908" cy="7159"/>
                </a:xfrm>
                <a:custGeom>
                  <a:avLst/>
                  <a:gdLst/>
                  <a:ahLst/>
                  <a:cxnLst/>
                  <a:rect l="l" t="t" r="r" b="b"/>
                  <a:pathLst>
                    <a:path w="3623" h="206" extrusionOk="0">
                      <a:moveTo>
                        <a:pt x="1" y="0"/>
                      </a:moveTo>
                      <a:lnTo>
                        <a:pt x="1" y="206"/>
                      </a:lnTo>
                      <a:lnTo>
                        <a:pt x="3623" y="206"/>
                      </a:lnTo>
                      <a:lnTo>
                        <a:pt x="36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760;p51">
                  <a:extLst>
                    <a:ext uri="{FF2B5EF4-FFF2-40B4-BE49-F238E27FC236}">
                      <a16:creationId xmlns:a16="http://schemas.microsoft.com/office/drawing/2014/main" id="{D83F1999-5740-181B-5F79-A0D47B1C8B8E}"/>
                    </a:ext>
                  </a:extLst>
                </p:cNvPr>
                <p:cNvSpPr/>
                <p:nvPr/>
              </p:nvSpPr>
              <p:spPr>
                <a:xfrm>
                  <a:off x="5347459" y="2002561"/>
                  <a:ext cx="35934" cy="7159"/>
                </a:xfrm>
                <a:custGeom>
                  <a:avLst/>
                  <a:gdLst/>
                  <a:ahLst/>
                  <a:cxnLst/>
                  <a:rect l="l" t="t" r="r" b="b"/>
                  <a:pathLst>
                    <a:path w="1034" h="206" extrusionOk="0">
                      <a:moveTo>
                        <a:pt x="0" y="0"/>
                      </a:moveTo>
                      <a:lnTo>
                        <a:pt x="0" y="206"/>
                      </a:lnTo>
                      <a:lnTo>
                        <a:pt x="1033" y="206"/>
                      </a:lnTo>
                      <a:lnTo>
                        <a:pt x="103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761;p51">
                  <a:extLst>
                    <a:ext uri="{FF2B5EF4-FFF2-40B4-BE49-F238E27FC236}">
                      <a16:creationId xmlns:a16="http://schemas.microsoft.com/office/drawing/2014/main" id="{9AF7DF09-3AA9-BF82-626A-76D5E1321A07}"/>
                    </a:ext>
                  </a:extLst>
                </p:cNvPr>
                <p:cNvSpPr/>
                <p:nvPr/>
              </p:nvSpPr>
              <p:spPr>
                <a:xfrm>
                  <a:off x="5198960" y="2002561"/>
                  <a:ext cx="129106" cy="7159"/>
                </a:xfrm>
                <a:custGeom>
                  <a:avLst/>
                  <a:gdLst/>
                  <a:ahLst/>
                  <a:cxnLst/>
                  <a:rect l="l" t="t" r="r" b="b"/>
                  <a:pathLst>
                    <a:path w="3715" h="206" extrusionOk="0">
                      <a:moveTo>
                        <a:pt x="0" y="0"/>
                      </a:moveTo>
                      <a:lnTo>
                        <a:pt x="0" y="206"/>
                      </a:lnTo>
                      <a:lnTo>
                        <a:pt x="3714" y="206"/>
                      </a:lnTo>
                      <a:lnTo>
                        <a:pt x="37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762;p51">
                  <a:extLst>
                    <a:ext uri="{FF2B5EF4-FFF2-40B4-BE49-F238E27FC236}">
                      <a16:creationId xmlns:a16="http://schemas.microsoft.com/office/drawing/2014/main" id="{E9A125AA-754D-9CAD-DA3F-A5682CD38F9E}"/>
                    </a:ext>
                  </a:extLst>
                </p:cNvPr>
                <p:cNvSpPr/>
                <p:nvPr/>
              </p:nvSpPr>
              <p:spPr>
                <a:xfrm>
                  <a:off x="5513403" y="2032309"/>
                  <a:ext cx="76977" cy="6186"/>
                </a:xfrm>
                <a:custGeom>
                  <a:avLst/>
                  <a:gdLst/>
                  <a:ahLst/>
                  <a:cxnLst/>
                  <a:rect l="l" t="t" r="r" b="b"/>
                  <a:pathLst>
                    <a:path w="2215" h="178" extrusionOk="0">
                      <a:moveTo>
                        <a:pt x="0" y="0"/>
                      </a:moveTo>
                      <a:lnTo>
                        <a:pt x="0" y="177"/>
                      </a:lnTo>
                      <a:lnTo>
                        <a:pt x="2215" y="177"/>
                      </a:lnTo>
                      <a:lnTo>
                        <a:pt x="22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763;p51">
                  <a:extLst>
                    <a:ext uri="{FF2B5EF4-FFF2-40B4-BE49-F238E27FC236}">
                      <a16:creationId xmlns:a16="http://schemas.microsoft.com/office/drawing/2014/main" id="{7658BDB3-A164-A6E3-1908-F1FE6E24CE7D}"/>
                    </a:ext>
                  </a:extLst>
                </p:cNvPr>
                <p:cNvSpPr/>
                <p:nvPr/>
              </p:nvSpPr>
              <p:spPr>
                <a:xfrm>
                  <a:off x="5379396" y="2032309"/>
                  <a:ext cx="109436" cy="6186"/>
                </a:xfrm>
                <a:custGeom>
                  <a:avLst/>
                  <a:gdLst/>
                  <a:ahLst/>
                  <a:cxnLst/>
                  <a:rect l="l" t="t" r="r" b="b"/>
                  <a:pathLst>
                    <a:path w="3149" h="178" extrusionOk="0">
                      <a:moveTo>
                        <a:pt x="1" y="0"/>
                      </a:moveTo>
                      <a:lnTo>
                        <a:pt x="1" y="177"/>
                      </a:lnTo>
                      <a:lnTo>
                        <a:pt x="3149" y="177"/>
                      </a:lnTo>
                      <a:lnTo>
                        <a:pt x="31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764;p51">
                  <a:extLst>
                    <a:ext uri="{FF2B5EF4-FFF2-40B4-BE49-F238E27FC236}">
                      <a16:creationId xmlns:a16="http://schemas.microsoft.com/office/drawing/2014/main" id="{7503AB60-ECCC-330D-74C0-8FC6E6F4980D}"/>
                    </a:ext>
                  </a:extLst>
                </p:cNvPr>
                <p:cNvSpPr/>
                <p:nvPr/>
              </p:nvSpPr>
              <p:spPr>
                <a:xfrm>
                  <a:off x="5337380" y="2032309"/>
                  <a:ext cx="12302" cy="6186"/>
                </a:xfrm>
                <a:custGeom>
                  <a:avLst/>
                  <a:gdLst/>
                  <a:ahLst/>
                  <a:cxnLst/>
                  <a:rect l="l" t="t" r="r" b="b"/>
                  <a:pathLst>
                    <a:path w="354" h="178" extrusionOk="0">
                      <a:moveTo>
                        <a:pt x="0" y="0"/>
                      </a:moveTo>
                      <a:lnTo>
                        <a:pt x="0" y="177"/>
                      </a:lnTo>
                      <a:lnTo>
                        <a:pt x="354" y="177"/>
                      </a:lnTo>
                      <a:lnTo>
                        <a:pt x="3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765;p51">
                  <a:extLst>
                    <a:ext uri="{FF2B5EF4-FFF2-40B4-BE49-F238E27FC236}">
                      <a16:creationId xmlns:a16="http://schemas.microsoft.com/office/drawing/2014/main" id="{F4909291-B399-2481-E00D-3533C2FDC071}"/>
                    </a:ext>
                  </a:extLst>
                </p:cNvPr>
                <p:cNvSpPr/>
                <p:nvPr/>
              </p:nvSpPr>
              <p:spPr>
                <a:xfrm>
                  <a:off x="5223531" y="2031336"/>
                  <a:ext cx="93206" cy="7159"/>
                </a:xfrm>
                <a:custGeom>
                  <a:avLst/>
                  <a:gdLst/>
                  <a:ahLst/>
                  <a:cxnLst/>
                  <a:rect l="l" t="t" r="r" b="b"/>
                  <a:pathLst>
                    <a:path w="2682" h="206" extrusionOk="0">
                      <a:moveTo>
                        <a:pt x="1" y="0"/>
                      </a:moveTo>
                      <a:lnTo>
                        <a:pt x="1" y="205"/>
                      </a:lnTo>
                      <a:lnTo>
                        <a:pt x="2682" y="205"/>
                      </a:lnTo>
                      <a:lnTo>
                        <a:pt x="2682" y="28"/>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766;p51">
                  <a:extLst>
                    <a:ext uri="{FF2B5EF4-FFF2-40B4-BE49-F238E27FC236}">
                      <a16:creationId xmlns:a16="http://schemas.microsoft.com/office/drawing/2014/main" id="{232292E4-3C5E-56DF-11F1-96E2FA2D0F61}"/>
                    </a:ext>
                  </a:extLst>
                </p:cNvPr>
                <p:cNvSpPr/>
                <p:nvPr/>
              </p:nvSpPr>
              <p:spPr>
                <a:xfrm>
                  <a:off x="5183704" y="2031336"/>
                  <a:ext cx="26586" cy="7159"/>
                </a:xfrm>
                <a:custGeom>
                  <a:avLst/>
                  <a:gdLst/>
                  <a:ahLst/>
                  <a:cxnLst/>
                  <a:rect l="l" t="t" r="r" b="b"/>
                  <a:pathLst>
                    <a:path w="765" h="206" extrusionOk="0">
                      <a:moveTo>
                        <a:pt x="29" y="0"/>
                      </a:moveTo>
                      <a:lnTo>
                        <a:pt x="1" y="205"/>
                      </a:lnTo>
                      <a:lnTo>
                        <a:pt x="765" y="205"/>
                      </a:lnTo>
                      <a:lnTo>
                        <a:pt x="76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767;p51">
                  <a:extLst>
                    <a:ext uri="{FF2B5EF4-FFF2-40B4-BE49-F238E27FC236}">
                      <a16:creationId xmlns:a16="http://schemas.microsoft.com/office/drawing/2014/main" id="{7B1DE366-2719-38E2-FE72-B46A39BF00FB}"/>
                    </a:ext>
                  </a:extLst>
                </p:cNvPr>
                <p:cNvSpPr/>
                <p:nvPr/>
              </p:nvSpPr>
              <p:spPr>
                <a:xfrm>
                  <a:off x="5599451" y="1995437"/>
                  <a:ext cx="20678" cy="25578"/>
                </a:xfrm>
                <a:custGeom>
                  <a:avLst/>
                  <a:gdLst/>
                  <a:ahLst/>
                  <a:cxnLst/>
                  <a:rect l="l" t="t" r="r" b="b"/>
                  <a:pathLst>
                    <a:path w="595" h="736" extrusionOk="0">
                      <a:moveTo>
                        <a:pt x="121" y="0"/>
                      </a:moveTo>
                      <a:lnTo>
                        <a:pt x="36" y="177"/>
                      </a:lnTo>
                      <a:lnTo>
                        <a:pt x="298" y="354"/>
                      </a:lnTo>
                      <a:lnTo>
                        <a:pt x="0" y="587"/>
                      </a:lnTo>
                      <a:lnTo>
                        <a:pt x="92" y="736"/>
                      </a:lnTo>
                      <a:lnTo>
                        <a:pt x="595" y="354"/>
                      </a:lnTo>
                      <a:lnTo>
                        <a:pt x="1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768;p51">
                  <a:extLst>
                    <a:ext uri="{FF2B5EF4-FFF2-40B4-BE49-F238E27FC236}">
                      <a16:creationId xmlns:a16="http://schemas.microsoft.com/office/drawing/2014/main" id="{E517A606-ED79-02D9-3296-F065BACD95E4}"/>
                    </a:ext>
                  </a:extLst>
                </p:cNvPr>
                <p:cNvSpPr/>
                <p:nvPr/>
              </p:nvSpPr>
              <p:spPr>
                <a:xfrm>
                  <a:off x="5595524" y="1822333"/>
                  <a:ext cx="21408" cy="25613"/>
                </a:xfrm>
                <a:custGeom>
                  <a:avLst/>
                  <a:gdLst/>
                  <a:ahLst/>
                  <a:cxnLst/>
                  <a:rect l="l" t="t" r="r" b="b"/>
                  <a:pathLst>
                    <a:path w="616" h="737" extrusionOk="0">
                      <a:moveTo>
                        <a:pt x="503" y="1"/>
                      </a:moveTo>
                      <a:lnTo>
                        <a:pt x="0" y="355"/>
                      </a:lnTo>
                      <a:lnTo>
                        <a:pt x="531" y="737"/>
                      </a:lnTo>
                      <a:lnTo>
                        <a:pt x="616" y="560"/>
                      </a:lnTo>
                      <a:lnTo>
                        <a:pt x="326" y="355"/>
                      </a:lnTo>
                      <a:lnTo>
                        <a:pt x="587" y="149"/>
                      </a:lnTo>
                      <a:lnTo>
                        <a:pt x="50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769;p51">
                  <a:extLst>
                    <a:ext uri="{FF2B5EF4-FFF2-40B4-BE49-F238E27FC236}">
                      <a16:creationId xmlns:a16="http://schemas.microsoft.com/office/drawing/2014/main" id="{F43A368D-55F7-3503-ED26-B2B3C4FFA97B}"/>
                    </a:ext>
                  </a:extLst>
                </p:cNvPr>
                <p:cNvSpPr/>
                <p:nvPr/>
              </p:nvSpPr>
              <p:spPr>
                <a:xfrm>
                  <a:off x="5166258" y="1820387"/>
                  <a:ext cx="21408" cy="25578"/>
                </a:xfrm>
                <a:custGeom>
                  <a:avLst/>
                  <a:gdLst/>
                  <a:ahLst/>
                  <a:cxnLst/>
                  <a:rect l="l" t="t" r="r" b="b"/>
                  <a:pathLst>
                    <a:path w="616" h="736" extrusionOk="0">
                      <a:moveTo>
                        <a:pt x="121" y="0"/>
                      </a:moveTo>
                      <a:lnTo>
                        <a:pt x="29" y="142"/>
                      </a:lnTo>
                      <a:lnTo>
                        <a:pt x="298" y="354"/>
                      </a:lnTo>
                      <a:lnTo>
                        <a:pt x="0" y="559"/>
                      </a:lnTo>
                      <a:lnTo>
                        <a:pt x="85" y="736"/>
                      </a:lnTo>
                      <a:lnTo>
                        <a:pt x="616" y="354"/>
                      </a:lnTo>
                      <a:lnTo>
                        <a:pt x="1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770;p51">
                  <a:extLst>
                    <a:ext uri="{FF2B5EF4-FFF2-40B4-BE49-F238E27FC236}">
                      <a16:creationId xmlns:a16="http://schemas.microsoft.com/office/drawing/2014/main" id="{23344B0A-89C1-F3D6-DF86-483AD39FAD84}"/>
                    </a:ext>
                  </a:extLst>
                </p:cNvPr>
                <p:cNvSpPr/>
                <p:nvPr/>
              </p:nvSpPr>
              <p:spPr>
                <a:xfrm>
                  <a:off x="5138456" y="1786434"/>
                  <a:ext cx="2259" cy="59531"/>
                </a:xfrm>
                <a:custGeom>
                  <a:avLst/>
                  <a:gdLst/>
                  <a:ahLst/>
                  <a:cxnLst/>
                  <a:rect l="l" t="t" r="r" b="b"/>
                  <a:pathLst>
                    <a:path w="65" h="1713" extrusionOk="0">
                      <a:moveTo>
                        <a:pt x="36" y="1"/>
                      </a:moveTo>
                      <a:cubicBezTo>
                        <a:pt x="1" y="1"/>
                        <a:pt x="1" y="1"/>
                        <a:pt x="1" y="29"/>
                      </a:cubicBezTo>
                      <a:lnTo>
                        <a:pt x="1" y="1685"/>
                      </a:lnTo>
                      <a:cubicBezTo>
                        <a:pt x="1" y="1713"/>
                        <a:pt x="1" y="1713"/>
                        <a:pt x="36" y="1713"/>
                      </a:cubicBezTo>
                      <a:cubicBezTo>
                        <a:pt x="65" y="1713"/>
                        <a:pt x="65" y="1713"/>
                        <a:pt x="65" y="1685"/>
                      </a:cubicBezTo>
                      <a:lnTo>
                        <a:pt x="65" y="29"/>
                      </a:lnTo>
                      <a:cubicBezTo>
                        <a:pt x="65" y="1"/>
                        <a:pt x="65"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771;p51">
                  <a:extLst>
                    <a:ext uri="{FF2B5EF4-FFF2-40B4-BE49-F238E27FC236}">
                      <a16:creationId xmlns:a16="http://schemas.microsoft.com/office/drawing/2014/main" id="{44D72A93-EC8D-5D78-8E60-2A60C1FEBEB1}"/>
                    </a:ext>
                  </a:extLst>
                </p:cNvPr>
                <p:cNvSpPr/>
                <p:nvPr/>
              </p:nvSpPr>
              <p:spPr>
                <a:xfrm>
                  <a:off x="5138456" y="1858233"/>
                  <a:ext cx="2259" cy="19461"/>
                </a:xfrm>
                <a:custGeom>
                  <a:avLst/>
                  <a:gdLst/>
                  <a:ahLst/>
                  <a:cxnLst/>
                  <a:rect l="l" t="t" r="r" b="b"/>
                  <a:pathLst>
                    <a:path w="65" h="560" extrusionOk="0">
                      <a:moveTo>
                        <a:pt x="36" y="1"/>
                      </a:moveTo>
                      <a:cubicBezTo>
                        <a:pt x="1" y="1"/>
                        <a:pt x="1" y="29"/>
                        <a:pt x="1" y="29"/>
                      </a:cubicBezTo>
                      <a:lnTo>
                        <a:pt x="1" y="531"/>
                      </a:lnTo>
                      <a:cubicBezTo>
                        <a:pt x="1" y="560"/>
                        <a:pt x="1" y="560"/>
                        <a:pt x="36" y="560"/>
                      </a:cubicBezTo>
                      <a:cubicBezTo>
                        <a:pt x="65" y="560"/>
                        <a:pt x="65" y="560"/>
                        <a:pt x="65" y="531"/>
                      </a:cubicBezTo>
                      <a:lnTo>
                        <a:pt x="65" y="29"/>
                      </a:lnTo>
                      <a:cubicBezTo>
                        <a:pt x="65" y="29"/>
                        <a:pt x="65"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772;p51">
                  <a:extLst>
                    <a:ext uri="{FF2B5EF4-FFF2-40B4-BE49-F238E27FC236}">
                      <a16:creationId xmlns:a16="http://schemas.microsoft.com/office/drawing/2014/main" id="{9D0FD8FD-02F5-AA02-CFB4-4DAA0F1A069C}"/>
                    </a:ext>
                  </a:extLst>
                </p:cNvPr>
                <p:cNvSpPr/>
                <p:nvPr/>
              </p:nvSpPr>
              <p:spPr>
                <a:xfrm>
                  <a:off x="5140680" y="1775139"/>
                  <a:ext cx="38888" cy="2259"/>
                </a:xfrm>
                <a:custGeom>
                  <a:avLst/>
                  <a:gdLst/>
                  <a:ahLst/>
                  <a:cxnLst/>
                  <a:rect l="l" t="t" r="r" b="b"/>
                  <a:pathLst>
                    <a:path w="1119" h="65" extrusionOk="0">
                      <a:moveTo>
                        <a:pt x="29" y="1"/>
                      </a:moveTo>
                      <a:cubicBezTo>
                        <a:pt x="1" y="1"/>
                        <a:pt x="1" y="1"/>
                        <a:pt x="1" y="29"/>
                      </a:cubicBezTo>
                      <a:cubicBezTo>
                        <a:pt x="1" y="29"/>
                        <a:pt x="1" y="64"/>
                        <a:pt x="29" y="64"/>
                      </a:cubicBezTo>
                      <a:lnTo>
                        <a:pt x="1090" y="64"/>
                      </a:lnTo>
                      <a:lnTo>
                        <a:pt x="1118" y="29"/>
                      </a:lnTo>
                      <a:cubicBezTo>
                        <a:pt x="1118" y="1"/>
                        <a:pt x="1090" y="1"/>
                        <a:pt x="10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 name="Google Shape;1773;p51">
                <a:extLst>
                  <a:ext uri="{FF2B5EF4-FFF2-40B4-BE49-F238E27FC236}">
                    <a16:creationId xmlns:a16="http://schemas.microsoft.com/office/drawing/2014/main" id="{4EBF9C70-50A2-F4C3-BFD7-06186CF1606F}"/>
                  </a:ext>
                </a:extLst>
              </p:cNvPr>
              <p:cNvGrpSpPr/>
              <p:nvPr/>
            </p:nvGrpSpPr>
            <p:grpSpPr>
              <a:xfrm>
                <a:off x="7367131" y="2189551"/>
                <a:ext cx="1499343" cy="979520"/>
                <a:chOff x="5425374" y="2441175"/>
                <a:chExt cx="523477" cy="341999"/>
              </a:xfrm>
            </p:grpSpPr>
            <p:sp>
              <p:nvSpPr>
                <p:cNvPr id="79" name="Google Shape;1774;p51">
                  <a:extLst>
                    <a:ext uri="{FF2B5EF4-FFF2-40B4-BE49-F238E27FC236}">
                      <a16:creationId xmlns:a16="http://schemas.microsoft.com/office/drawing/2014/main" id="{FB2E4581-0D65-ABB6-5BEF-87D0CA4B065C}"/>
                    </a:ext>
                  </a:extLst>
                </p:cNvPr>
                <p:cNvSpPr/>
                <p:nvPr/>
              </p:nvSpPr>
              <p:spPr>
                <a:xfrm>
                  <a:off x="5425374" y="2441175"/>
                  <a:ext cx="523477" cy="341999"/>
                </a:xfrm>
                <a:custGeom>
                  <a:avLst/>
                  <a:gdLst/>
                  <a:ahLst/>
                  <a:cxnLst/>
                  <a:rect l="l" t="t" r="r" b="b"/>
                  <a:pathLst>
                    <a:path w="15063" h="9841" extrusionOk="0">
                      <a:moveTo>
                        <a:pt x="121" y="0"/>
                      </a:moveTo>
                      <a:cubicBezTo>
                        <a:pt x="57" y="0"/>
                        <a:pt x="1" y="57"/>
                        <a:pt x="1" y="113"/>
                      </a:cubicBezTo>
                      <a:lnTo>
                        <a:pt x="1" y="9727"/>
                      </a:lnTo>
                      <a:cubicBezTo>
                        <a:pt x="1" y="9784"/>
                        <a:pt x="57" y="9840"/>
                        <a:pt x="121" y="9840"/>
                      </a:cubicBezTo>
                      <a:lnTo>
                        <a:pt x="14949" y="9840"/>
                      </a:lnTo>
                      <a:cubicBezTo>
                        <a:pt x="15005" y="9840"/>
                        <a:pt x="15062" y="9784"/>
                        <a:pt x="15062" y="9727"/>
                      </a:cubicBezTo>
                      <a:lnTo>
                        <a:pt x="15062" y="113"/>
                      </a:lnTo>
                      <a:cubicBezTo>
                        <a:pt x="15062" y="57"/>
                        <a:pt x="15005" y="0"/>
                        <a:pt x="149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775;p51">
                  <a:extLst>
                    <a:ext uri="{FF2B5EF4-FFF2-40B4-BE49-F238E27FC236}">
                      <a16:creationId xmlns:a16="http://schemas.microsoft.com/office/drawing/2014/main" id="{71B61F20-222E-9AF4-3977-FBAD1E876635}"/>
                    </a:ext>
                  </a:extLst>
                </p:cNvPr>
                <p:cNvSpPr/>
                <p:nvPr/>
              </p:nvSpPr>
              <p:spPr>
                <a:xfrm>
                  <a:off x="5485879" y="2485172"/>
                  <a:ext cx="118749" cy="9140"/>
                </a:xfrm>
                <a:custGeom>
                  <a:avLst/>
                  <a:gdLst/>
                  <a:ahLst/>
                  <a:cxnLst/>
                  <a:rect l="l" t="t" r="r" b="b"/>
                  <a:pathLst>
                    <a:path w="3417" h="263" extrusionOk="0">
                      <a:moveTo>
                        <a:pt x="0" y="0"/>
                      </a:moveTo>
                      <a:lnTo>
                        <a:pt x="0" y="262"/>
                      </a:lnTo>
                      <a:lnTo>
                        <a:pt x="3417" y="262"/>
                      </a:lnTo>
                      <a:lnTo>
                        <a:pt x="34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776;p51">
                  <a:extLst>
                    <a:ext uri="{FF2B5EF4-FFF2-40B4-BE49-F238E27FC236}">
                      <a16:creationId xmlns:a16="http://schemas.microsoft.com/office/drawing/2014/main" id="{2E9B102B-2D0A-B4D1-29F3-50DB13FB1A05}"/>
                    </a:ext>
                  </a:extLst>
                </p:cNvPr>
                <p:cNvSpPr/>
                <p:nvPr/>
              </p:nvSpPr>
              <p:spPr>
                <a:xfrm>
                  <a:off x="5625272" y="2485172"/>
                  <a:ext cx="46985" cy="9140"/>
                </a:xfrm>
                <a:custGeom>
                  <a:avLst/>
                  <a:gdLst/>
                  <a:ahLst/>
                  <a:cxnLst/>
                  <a:rect l="l" t="t" r="r" b="b"/>
                  <a:pathLst>
                    <a:path w="1352" h="263" extrusionOk="0">
                      <a:moveTo>
                        <a:pt x="0" y="0"/>
                      </a:moveTo>
                      <a:lnTo>
                        <a:pt x="0" y="262"/>
                      </a:lnTo>
                      <a:lnTo>
                        <a:pt x="1351" y="262"/>
                      </a:lnTo>
                      <a:lnTo>
                        <a:pt x="135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777;p51">
                  <a:extLst>
                    <a:ext uri="{FF2B5EF4-FFF2-40B4-BE49-F238E27FC236}">
                      <a16:creationId xmlns:a16="http://schemas.microsoft.com/office/drawing/2014/main" id="{1FF302C2-B84C-86C7-DA46-C6D1E509DC54}"/>
                    </a:ext>
                  </a:extLst>
                </p:cNvPr>
                <p:cNvSpPr/>
                <p:nvPr/>
              </p:nvSpPr>
              <p:spPr>
                <a:xfrm>
                  <a:off x="5685498" y="2485172"/>
                  <a:ext cx="30756" cy="9140"/>
                </a:xfrm>
                <a:custGeom>
                  <a:avLst/>
                  <a:gdLst/>
                  <a:ahLst/>
                  <a:cxnLst/>
                  <a:rect l="l" t="t" r="r" b="b"/>
                  <a:pathLst>
                    <a:path w="885" h="263" extrusionOk="0">
                      <a:moveTo>
                        <a:pt x="0" y="0"/>
                      </a:moveTo>
                      <a:lnTo>
                        <a:pt x="0" y="262"/>
                      </a:lnTo>
                      <a:lnTo>
                        <a:pt x="885" y="262"/>
                      </a:lnTo>
                      <a:lnTo>
                        <a:pt x="88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778;p51">
                  <a:extLst>
                    <a:ext uri="{FF2B5EF4-FFF2-40B4-BE49-F238E27FC236}">
                      <a16:creationId xmlns:a16="http://schemas.microsoft.com/office/drawing/2014/main" id="{67E3B54B-DB90-AB2D-BDA0-D59C2CE19BE1}"/>
                    </a:ext>
                  </a:extLst>
                </p:cNvPr>
                <p:cNvSpPr/>
                <p:nvPr/>
              </p:nvSpPr>
              <p:spPr>
                <a:xfrm>
                  <a:off x="5725568" y="2485172"/>
                  <a:ext cx="12337" cy="9140"/>
                </a:xfrm>
                <a:custGeom>
                  <a:avLst/>
                  <a:gdLst/>
                  <a:ahLst/>
                  <a:cxnLst/>
                  <a:rect l="l" t="t" r="r" b="b"/>
                  <a:pathLst>
                    <a:path w="355" h="263" extrusionOk="0">
                      <a:moveTo>
                        <a:pt x="1" y="0"/>
                      </a:moveTo>
                      <a:lnTo>
                        <a:pt x="1" y="262"/>
                      </a:lnTo>
                      <a:lnTo>
                        <a:pt x="354" y="262"/>
                      </a:lnTo>
                      <a:lnTo>
                        <a:pt x="35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779;p51">
                  <a:extLst>
                    <a:ext uri="{FF2B5EF4-FFF2-40B4-BE49-F238E27FC236}">
                      <a16:creationId xmlns:a16="http://schemas.microsoft.com/office/drawing/2014/main" id="{02BD1099-1AD9-68B7-982C-8A2D9BFF9CFB}"/>
                    </a:ext>
                  </a:extLst>
                </p:cNvPr>
                <p:cNvSpPr/>
                <p:nvPr/>
              </p:nvSpPr>
              <p:spPr>
                <a:xfrm>
                  <a:off x="5754343" y="2485172"/>
                  <a:ext cx="127854" cy="9140"/>
                </a:xfrm>
                <a:custGeom>
                  <a:avLst/>
                  <a:gdLst/>
                  <a:ahLst/>
                  <a:cxnLst/>
                  <a:rect l="l" t="t" r="r" b="b"/>
                  <a:pathLst>
                    <a:path w="3679" h="263" extrusionOk="0">
                      <a:moveTo>
                        <a:pt x="0" y="0"/>
                      </a:moveTo>
                      <a:lnTo>
                        <a:pt x="0" y="262"/>
                      </a:lnTo>
                      <a:lnTo>
                        <a:pt x="3679" y="262"/>
                      </a:lnTo>
                      <a:lnTo>
                        <a:pt x="367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780;p51">
                  <a:extLst>
                    <a:ext uri="{FF2B5EF4-FFF2-40B4-BE49-F238E27FC236}">
                      <a16:creationId xmlns:a16="http://schemas.microsoft.com/office/drawing/2014/main" id="{C69D91B8-FD83-19D0-0B15-D4F65373C7C1}"/>
                    </a:ext>
                  </a:extLst>
                </p:cNvPr>
                <p:cNvSpPr/>
                <p:nvPr/>
              </p:nvSpPr>
              <p:spPr>
                <a:xfrm>
                  <a:off x="5460301" y="2511723"/>
                  <a:ext cx="103528" cy="9383"/>
                </a:xfrm>
                <a:custGeom>
                  <a:avLst/>
                  <a:gdLst/>
                  <a:ahLst/>
                  <a:cxnLst/>
                  <a:rect l="l" t="t" r="r" b="b"/>
                  <a:pathLst>
                    <a:path w="2979" h="270" extrusionOk="0">
                      <a:moveTo>
                        <a:pt x="0" y="0"/>
                      </a:moveTo>
                      <a:lnTo>
                        <a:pt x="0" y="269"/>
                      </a:lnTo>
                      <a:lnTo>
                        <a:pt x="2979" y="269"/>
                      </a:lnTo>
                      <a:lnTo>
                        <a:pt x="297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781;p51">
                  <a:extLst>
                    <a:ext uri="{FF2B5EF4-FFF2-40B4-BE49-F238E27FC236}">
                      <a16:creationId xmlns:a16="http://schemas.microsoft.com/office/drawing/2014/main" id="{446BB1AD-CB64-EA07-1DC3-476F4BF5EC01}"/>
                    </a:ext>
                  </a:extLst>
                </p:cNvPr>
                <p:cNvSpPr/>
                <p:nvPr/>
              </p:nvSpPr>
              <p:spPr>
                <a:xfrm>
                  <a:off x="5588399" y="2511723"/>
                  <a:ext cx="135222" cy="9383"/>
                </a:xfrm>
                <a:custGeom>
                  <a:avLst/>
                  <a:gdLst/>
                  <a:ahLst/>
                  <a:cxnLst/>
                  <a:rect l="l" t="t" r="r" b="b"/>
                  <a:pathLst>
                    <a:path w="3891" h="270" extrusionOk="0">
                      <a:moveTo>
                        <a:pt x="0" y="0"/>
                      </a:moveTo>
                      <a:lnTo>
                        <a:pt x="0" y="269"/>
                      </a:lnTo>
                      <a:lnTo>
                        <a:pt x="3891" y="269"/>
                      </a:lnTo>
                      <a:lnTo>
                        <a:pt x="38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782;p51">
                  <a:extLst>
                    <a:ext uri="{FF2B5EF4-FFF2-40B4-BE49-F238E27FC236}">
                      <a16:creationId xmlns:a16="http://schemas.microsoft.com/office/drawing/2014/main" id="{E53DE51A-C8E8-789B-752C-D3E6408C6BC8}"/>
                    </a:ext>
                  </a:extLst>
                </p:cNvPr>
                <p:cNvSpPr/>
                <p:nvPr/>
              </p:nvSpPr>
              <p:spPr>
                <a:xfrm>
                  <a:off x="5745968" y="2511723"/>
                  <a:ext cx="15534" cy="9383"/>
                </a:xfrm>
                <a:custGeom>
                  <a:avLst/>
                  <a:gdLst/>
                  <a:ahLst/>
                  <a:cxnLst/>
                  <a:rect l="l" t="t" r="r" b="b"/>
                  <a:pathLst>
                    <a:path w="447" h="270" extrusionOk="0">
                      <a:moveTo>
                        <a:pt x="1" y="0"/>
                      </a:moveTo>
                      <a:lnTo>
                        <a:pt x="1" y="269"/>
                      </a:lnTo>
                      <a:lnTo>
                        <a:pt x="446" y="269"/>
                      </a:lnTo>
                      <a:lnTo>
                        <a:pt x="44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783;p51">
                  <a:extLst>
                    <a:ext uri="{FF2B5EF4-FFF2-40B4-BE49-F238E27FC236}">
                      <a16:creationId xmlns:a16="http://schemas.microsoft.com/office/drawing/2014/main" id="{44BFB3EA-B902-224A-93D6-DC2648180783}"/>
                    </a:ext>
                  </a:extLst>
                </p:cNvPr>
                <p:cNvSpPr/>
                <p:nvPr/>
              </p:nvSpPr>
              <p:spPr>
                <a:xfrm>
                  <a:off x="5788992" y="2511723"/>
                  <a:ext cx="68636" cy="9383"/>
                </a:xfrm>
                <a:custGeom>
                  <a:avLst/>
                  <a:gdLst/>
                  <a:ahLst/>
                  <a:cxnLst/>
                  <a:rect l="l" t="t" r="r" b="b"/>
                  <a:pathLst>
                    <a:path w="1975" h="270" extrusionOk="0">
                      <a:moveTo>
                        <a:pt x="1" y="0"/>
                      </a:moveTo>
                      <a:lnTo>
                        <a:pt x="1" y="269"/>
                      </a:lnTo>
                      <a:lnTo>
                        <a:pt x="1974" y="269"/>
                      </a:lnTo>
                      <a:lnTo>
                        <a:pt x="197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784;p51">
                  <a:extLst>
                    <a:ext uri="{FF2B5EF4-FFF2-40B4-BE49-F238E27FC236}">
                      <a16:creationId xmlns:a16="http://schemas.microsoft.com/office/drawing/2014/main" id="{5B5387A2-71AA-817E-1951-34202504E88C}"/>
                    </a:ext>
                  </a:extLst>
                </p:cNvPr>
                <p:cNvSpPr/>
                <p:nvPr/>
              </p:nvSpPr>
              <p:spPr>
                <a:xfrm>
                  <a:off x="5878237" y="2511723"/>
                  <a:ext cx="39861" cy="9383"/>
                </a:xfrm>
                <a:custGeom>
                  <a:avLst/>
                  <a:gdLst/>
                  <a:ahLst/>
                  <a:cxnLst/>
                  <a:rect l="l" t="t" r="r" b="b"/>
                  <a:pathLst>
                    <a:path w="1147" h="270" extrusionOk="0">
                      <a:moveTo>
                        <a:pt x="1" y="0"/>
                      </a:moveTo>
                      <a:lnTo>
                        <a:pt x="1" y="269"/>
                      </a:lnTo>
                      <a:lnTo>
                        <a:pt x="1147" y="269"/>
                      </a:lnTo>
                      <a:lnTo>
                        <a:pt x="11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785;p51">
                  <a:extLst>
                    <a:ext uri="{FF2B5EF4-FFF2-40B4-BE49-F238E27FC236}">
                      <a16:creationId xmlns:a16="http://schemas.microsoft.com/office/drawing/2014/main" id="{0590D32A-ABB3-2471-8670-F3CF0742EB7B}"/>
                    </a:ext>
                  </a:extLst>
                </p:cNvPr>
                <p:cNvSpPr/>
                <p:nvPr/>
              </p:nvSpPr>
              <p:spPr>
                <a:xfrm>
                  <a:off x="5485879" y="2542444"/>
                  <a:ext cx="118749" cy="9383"/>
                </a:xfrm>
                <a:custGeom>
                  <a:avLst/>
                  <a:gdLst/>
                  <a:ahLst/>
                  <a:cxnLst/>
                  <a:rect l="l" t="t" r="r" b="b"/>
                  <a:pathLst>
                    <a:path w="3417" h="270" extrusionOk="0">
                      <a:moveTo>
                        <a:pt x="0" y="1"/>
                      </a:moveTo>
                      <a:lnTo>
                        <a:pt x="0" y="269"/>
                      </a:lnTo>
                      <a:lnTo>
                        <a:pt x="3417" y="269"/>
                      </a:lnTo>
                      <a:lnTo>
                        <a:pt x="341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786;p51">
                  <a:extLst>
                    <a:ext uri="{FF2B5EF4-FFF2-40B4-BE49-F238E27FC236}">
                      <a16:creationId xmlns:a16="http://schemas.microsoft.com/office/drawing/2014/main" id="{A220FCF9-7494-3403-A05B-923A36D519E3}"/>
                    </a:ext>
                  </a:extLst>
                </p:cNvPr>
                <p:cNvSpPr/>
                <p:nvPr/>
              </p:nvSpPr>
              <p:spPr>
                <a:xfrm>
                  <a:off x="5625272" y="2542444"/>
                  <a:ext cx="46985" cy="9383"/>
                </a:xfrm>
                <a:custGeom>
                  <a:avLst/>
                  <a:gdLst/>
                  <a:ahLst/>
                  <a:cxnLst/>
                  <a:rect l="l" t="t" r="r" b="b"/>
                  <a:pathLst>
                    <a:path w="1352" h="270" extrusionOk="0">
                      <a:moveTo>
                        <a:pt x="0" y="1"/>
                      </a:moveTo>
                      <a:lnTo>
                        <a:pt x="0" y="269"/>
                      </a:lnTo>
                      <a:lnTo>
                        <a:pt x="1351" y="269"/>
                      </a:lnTo>
                      <a:lnTo>
                        <a:pt x="135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787;p51">
                  <a:extLst>
                    <a:ext uri="{FF2B5EF4-FFF2-40B4-BE49-F238E27FC236}">
                      <a16:creationId xmlns:a16="http://schemas.microsoft.com/office/drawing/2014/main" id="{905B3380-963B-AE47-D033-806DD443AFC0}"/>
                    </a:ext>
                  </a:extLst>
                </p:cNvPr>
                <p:cNvSpPr/>
                <p:nvPr/>
              </p:nvSpPr>
              <p:spPr>
                <a:xfrm>
                  <a:off x="5685498" y="2542444"/>
                  <a:ext cx="30756" cy="9383"/>
                </a:xfrm>
                <a:custGeom>
                  <a:avLst/>
                  <a:gdLst/>
                  <a:ahLst/>
                  <a:cxnLst/>
                  <a:rect l="l" t="t" r="r" b="b"/>
                  <a:pathLst>
                    <a:path w="885" h="270" extrusionOk="0">
                      <a:moveTo>
                        <a:pt x="0" y="1"/>
                      </a:moveTo>
                      <a:lnTo>
                        <a:pt x="0" y="269"/>
                      </a:lnTo>
                      <a:lnTo>
                        <a:pt x="885" y="269"/>
                      </a:lnTo>
                      <a:lnTo>
                        <a:pt x="88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788;p51">
                  <a:extLst>
                    <a:ext uri="{FF2B5EF4-FFF2-40B4-BE49-F238E27FC236}">
                      <a16:creationId xmlns:a16="http://schemas.microsoft.com/office/drawing/2014/main" id="{B8274AF8-2A22-8B28-7633-0FC5E4010373}"/>
                    </a:ext>
                  </a:extLst>
                </p:cNvPr>
                <p:cNvSpPr/>
                <p:nvPr/>
              </p:nvSpPr>
              <p:spPr>
                <a:xfrm>
                  <a:off x="5725568" y="2542444"/>
                  <a:ext cx="12337" cy="9383"/>
                </a:xfrm>
                <a:custGeom>
                  <a:avLst/>
                  <a:gdLst/>
                  <a:ahLst/>
                  <a:cxnLst/>
                  <a:rect l="l" t="t" r="r" b="b"/>
                  <a:pathLst>
                    <a:path w="355" h="270" extrusionOk="0">
                      <a:moveTo>
                        <a:pt x="1" y="1"/>
                      </a:moveTo>
                      <a:lnTo>
                        <a:pt x="1" y="269"/>
                      </a:lnTo>
                      <a:lnTo>
                        <a:pt x="354" y="269"/>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789;p51">
                  <a:extLst>
                    <a:ext uri="{FF2B5EF4-FFF2-40B4-BE49-F238E27FC236}">
                      <a16:creationId xmlns:a16="http://schemas.microsoft.com/office/drawing/2014/main" id="{60914E6C-703A-79C2-EC00-19427AF133C7}"/>
                    </a:ext>
                  </a:extLst>
                </p:cNvPr>
                <p:cNvSpPr/>
                <p:nvPr/>
              </p:nvSpPr>
              <p:spPr>
                <a:xfrm>
                  <a:off x="5754343" y="2542444"/>
                  <a:ext cx="127854" cy="9383"/>
                </a:xfrm>
                <a:custGeom>
                  <a:avLst/>
                  <a:gdLst/>
                  <a:ahLst/>
                  <a:cxnLst/>
                  <a:rect l="l" t="t" r="r" b="b"/>
                  <a:pathLst>
                    <a:path w="3679" h="270" extrusionOk="0">
                      <a:moveTo>
                        <a:pt x="0" y="1"/>
                      </a:moveTo>
                      <a:lnTo>
                        <a:pt x="0" y="269"/>
                      </a:lnTo>
                      <a:lnTo>
                        <a:pt x="3679" y="269"/>
                      </a:lnTo>
                      <a:lnTo>
                        <a:pt x="367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790;p51">
                  <a:extLst>
                    <a:ext uri="{FF2B5EF4-FFF2-40B4-BE49-F238E27FC236}">
                      <a16:creationId xmlns:a16="http://schemas.microsoft.com/office/drawing/2014/main" id="{8730E239-5A02-8E7C-0A22-8D14717EA24C}"/>
                    </a:ext>
                  </a:extLst>
                </p:cNvPr>
                <p:cNvSpPr/>
                <p:nvPr/>
              </p:nvSpPr>
              <p:spPr>
                <a:xfrm>
                  <a:off x="5485879" y="2568995"/>
                  <a:ext cx="77950" cy="9383"/>
                </a:xfrm>
                <a:custGeom>
                  <a:avLst/>
                  <a:gdLst/>
                  <a:ahLst/>
                  <a:cxnLst/>
                  <a:rect l="l" t="t" r="r" b="b"/>
                  <a:pathLst>
                    <a:path w="2243" h="270" extrusionOk="0">
                      <a:moveTo>
                        <a:pt x="0" y="1"/>
                      </a:moveTo>
                      <a:lnTo>
                        <a:pt x="0" y="270"/>
                      </a:lnTo>
                      <a:lnTo>
                        <a:pt x="2243" y="270"/>
                      </a:lnTo>
                      <a:lnTo>
                        <a:pt x="22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791;p51">
                  <a:extLst>
                    <a:ext uri="{FF2B5EF4-FFF2-40B4-BE49-F238E27FC236}">
                      <a16:creationId xmlns:a16="http://schemas.microsoft.com/office/drawing/2014/main" id="{D24EE4B4-F4EB-35A1-DC50-26A0CC8608BF}"/>
                    </a:ext>
                  </a:extLst>
                </p:cNvPr>
                <p:cNvSpPr/>
                <p:nvPr/>
              </p:nvSpPr>
              <p:spPr>
                <a:xfrm>
                  <a:off x="5588399" y="2568995"/>
                  <a:ext cx="111625" cy="9383"/>
                </a:xfrm>
                <a:custGeom>
                  <a:avLst/>
                  <a:gdLst/>
                  <a:ahLst/>
                  <a:cxnLst/>
                  <a:rect l="l" t="t" r="r" b="b"/>
                  <a:pathLst>
                    <a:path w="3212" h="270" extrusionOk="0">
                      <a:moveTo>
                        <a:pt x="0" y="1"/>
                      </a:moveTo>
                      <a:lnTo>
                        <a:pt x="0" y="270"/>
                      </a:lnTo>
                      <a:lnTo>
                        <a:pt x="3212" y="270"/>
                      </a:lnTo>
                      <a:lnTo>
                        <a:pt x="32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792;p51">
                  <a:extLst>
                    <a:ext uri="{FF2B5EF4-FFF2-40B4-BE49-F238E27FC236}">
                      <a16:creationId xmlns:a16="http://schemas.microsoft.com/office/drawing/2014/main" id="{F8385530-088E-52D8-C586-E655DE50A9DF}"/>
                    </a:ext>
                  </a:extLst>
                </p:cNvPr>
                <p:cNvSpPr/>
                <p:nvPr/>
              </p:nvSpPr>
              <p:spPr>
                <a:xfrm>
                  <a:off x="5729738" y="2568995"/>
                  <a:ext cx="13310" cy="9383"/>
                </a:xfrm>
                <a:custGeom>
                  <a:avLst/>
                  <a:gdLst/>
                  <a:ahLst/>
                  <a:cxnLst/>
                  <a:rect l="l" t="t" r="r" b="b"/>
                  <a:pathLst>
                    <a:path w="383" h="270" extrusionOk="0">
                      <a:moveTo>
                        <a:pt x="1" y="1"/>
                      </a:moveTo>
                      <a:lnTo>
                        <a:pt x="1" y="270"/>
                      </a:lnTo>
                      <a:lnTo>
                        <a:pt x="383" y="270"/>
                      </a:lnTo>
                      <a:lnTo>
                        <a:pt x="38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793;p51">
                  <a:extLst>
                    <a:ext uri="{FF2B5EF4-FFF2-40B4-BE49-F238E27FC236}">
                      <a16:creationId xmlns:a16="http://schemas.microsoft.com/office/drawing/2014/main" id="{D9C28F76-7EB4-DFC1-36DA-64714C9AD5FE}"/>
                    </a:ext>
                  </a:extLst>
                </p:cNvPr>
                <p:cNvSpPr/>
                <p:nvPr/>
              </p:nvSpPr>
              <p:spPr>
                <a:xfrm>
                  <a:off x="5762441" y="2568995"/>
                  <a:ext cx="95187" cy="9383"/>
                </a:xfrm>
                <a:custGeom>
                  <a:avLst/>
                  <a:gdLst/>
                  <a:ahLst/>
                  <a:cxnLst/>
                  <a:rect l="l" t="t" r="r" b="b"/>
                  <a:pathLst>
                    <a:path w="2739" h="270" extrusionOk="0">
                      <a:moveTo>
                        <a:pt x="1" y="1"/>
                      </a:moveTo>
                      <a:lnTo>
                        <a:pt x="1" y="270"/>
                      </a:lnTo>
                      <a:lnTo>
                        <a:pt x="2738" y="270"/>
                      </a:lnTo>
                      <a:lnTo>
                        <a:pt x="27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794;p51">
                  <a:extLst>
                    <a:ext uri="{FF2B5EF4-FFF2-40B4-BE49-F238E27FC236}">
                      <a16:creationId xmlns:a16="http://schemas.microsoft.com/office/drawing/2014/main" id="{E8D60C19-7E6C-9C6B-0E6B-45EA6BBC5FB9}"/>
                    </a:ext>
                  </a:extLst>
                </p:cNvPr>
                <p:cNvSpPr/>
                <p:nvPr/>
              </p:nvSpPr>
              <p:spPr>
                <a:xfrm>
                  <a:off x="5869896" y="2568022"/>
                  <a:ext cx="27802" cy="10356"/>
                </a:xfrm>
                <a:custGeom>
                  <a:avLst/>
                  <a:gdLst/>
                  <a:ahLst/>
                  <a:cxnLst/>
                  <a:rect l="l" t="t" r="r" b="b"/>
                  <a:pathLst>
                    <a:path w="800" h="298" extrusionOk="0">
                      <a:moveTo>
                        <a:pt x="800" y="0"/>
                      </a:moveTo>
                      <a:lnTo>
                        <a:pt x="0" y="29"/>
                      </a:lnTo>
                      <a:lnTo>
                        <a:pt x="36" y="298"/>
                      </a:lnTo>
                      <a:lnTo>
                        <a:pt x="800" y="269"/>
                      </a:lnTo>
                      <a:lnTo>
                        <a:pt x="8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795;p51">
                  <a:extLst>
                    <a:ext uri="{FF2B5EF4-FFF2-40B4-BE49-F238E27FC236}">
                      <a16:creationId xmlns:a16="http://schemas.microsoft.com/office/drawing/2014/main" id="{E6F740AB-ECC6-431D-C098-DAA72FB546A7}"/>
                    </a:ext>
                  </a:extLst>
                </p:cNvPr>
                <p:cNvSpPr/>
                <p:nvPr/>
              </p:nvSpPr>
              <p:spPr>
                <a:xfrm>
                  <a:off x="5485879" y="2644965"/>
                  <a:ext cx="39861" cy="8167"/>
                </a:xfrm>
                <a:custGeom>
                  <a:avLst/>
                  <a:gdLst/>
                  <a:ahLst/>
                  <a:cxnLst/>
                  <a:rect l="l" t="t" r="r" b="b"/>
                  <a:pathLst>
                    <a:path w="1147" h="235" extrusionOk="0">
                      <a:moveTo>
                        <a:pt x="0" y="1"/>
                      </a:moveTo>
                      <a:lnTo>
                        <a:pt x="0" y="234"/>
                      </a:lnTo>
                      <a:lnTo>
                        <a:pt x="1146" y="234"/>
                      </a:lnTo>
                      <a:lnTo>
                        <a:pt x="114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796;p51">
                  <a:extLst>
                    <a:ext uri="{FF2B5EF4-FFF2-40B4-BE49-F238E27FC236}">
                      <a16:creationId xmlns:a16="http://schemas.microsoft.com/office/drawing/2014/main" id="{834A5692-8908-E50F-CB4A-F5449229A0DF}"/>
                    </a:ext>
                  </a:extLst>
                </p:cNvPr>
                <p:cNvSpPr/>
                <p:nvPr/>
              </p:nvSpPr>
              <p:spPr>
                <a:xfrm>
                  <a:off x="5545375" y="2644965"/>
                  <a:ext cx="126881" cy="8167"/>
                </a:xfrm>
                <a:custGeom>
                  <a:avLst/>
                  <a:gdLst/>
                  <a:ahLst/>
                  <a:cxnLst/>
                  <a:rect l="l" t="t" r="r" b="b"/>
                  <a:pathLst>
                    <a:path w="3651" h="235" extrusionOk="0">
                      <a:moveTo>
                        <a:pt x="0" y="1"/>
                      </a:moveTo>
                      <a:lnTo>
                        <a:pt x="0" y="234"/>
                      </a:lnTo>
                      <a:lnTo>
                        <a:pt x="3650" y="234"/>
                      </a:lnTo>
                      <a:lnTo>
                        <a:pt x="365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797;p51">
                  <a:extLst>
                    <a:ext uri="{FF2B5EF4-FFF2-40B4-BE49-F238E27FC236}">
                      <a16:creationId xmlns:a16="http://schemas.microsoft.com/office/drawing/2014/main" id="{7B826E82-9D93-DAF4-2904-E69381D513D0}"/>
                    </a:ext>
                  </a:extLst>
                </p:cNvPr>
                <p:cNvSpPr/>
                <p:nvPr/>
              </p:nvSpPr>
              <p:spPr>
                <a:xfrm>
                  <a:off x="5695820" y="2644965"/>
                  <a:ext cx="35934" cy="8167"/>
                </a:xfrm>
                <a:custGeom>
                  <a:avLst/>
                  <a:gdLst/>
                  <a:ahLst/>
                  <a:cxnLst/>
                  <a:rect l="l" t="t" r="r" b="b"/>
                  <a:pathLst>
                    <a:path w="1034" h="235" extrusionOk="0">
                      <a:moveTo>
                        <a:pt x="1" y="1"/>
                      </a:moveTo>
                      <a:lnTo>
                        <a:pt x="1" y="234"/>
                      </a:lnTo>
                      <a:lnTo>
                        <a:pt x="1033" y="234"/>
                      </a:lnTo>
                      <a:lnTo>
                        <a:pt x="103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798;p51">
                  <a:extLst>
                    <a:ext uri="{FF2B5EF4-FFF2-40B4-BE49-F238E27FC236}">
                      <a16:creationId xmlns:a16="http://schemas.microsoft.com/office/drawing/2014/main" id="{B7A07DA6-2ED0-7966-92D5-7097FFDC0353}"/>
                    </a:ext>
                  </a:extLst>
                </p:cNvPr>
                <p:cNvSpPr/>
                <p:nvPr/>
              </p:nvSpPr>
              <p:spPr>
                <a:xfrm>
                  <a:off x="5752119" y="2644965"/>
                  <a:ext cx="130079" cy="8167"/>
                </a:xfrm>
                <a:custGeom>
                  <a:avLst/>
                  <a:gdLst/>
                  <a:ahLst/>
                  <a:cxnLst/>
                  <a:rect l="l" t="t" r="r" b="b"/>
                  <a:pathLst>
                    <a:path w="3743" h="235" extrusionOk="0">
                      <a:moveTo>
                        <a:pt x="1" y="1"/>
                      </a:moveTo>
                      <a:lnTo>
                        <a:pt x="1" y="234"/>
                      </a:lnTo>
                      <a:lnTo>
                        <a:pt x="3743" y="234"/>
                      </a:lnTo>
                      <a:lnTo>
                        <a:pt x="37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799;p51">
                  <a:extLst>
                    <a:ext uri="{FF2B5EF4-FFF2-40B4-BE49-F238E27FC236}">
                      <a16:creationId xmlns:a16="http://schemas.microsoft.com/office/drawing/2014/main" id="{1E29E881-BF71-7028-9560-A216608EA86A}"/>
                    </a:ext>
                  </a:extLst>
                </p:cNvPr>
                <p:cNvSpPr/>
                <p:nvPr/>
              </p:nvSpPr>
              <p:spPr>
                <a:xfrm>
                  <a:off x="5485879" y="2671516"/>
                  <a:ext cx="77950" cy="9383"/>
                </a:xfrm>
                <a:custGeom>
                  <a:avLst/>
                  <a:gdLst/>
                  <a:ahLst/>
                  <a:cxnLst/>
                  <a:rect l="l" t="t" r="r" b="b"/>
                  <a:pathLst>
                    <a:path w="2243" h="270" extrusionOk="0">
                      <a:moveTo>
                        <a:pt x="0" y="1"/>
                      </a:moveTo>
                      <a:lnTo>
                        <a:pt x="0" y="270"/>
                      </a:lnTo>
                      <a:lnTo>
                        <a:pt x="2243" y="270"/>
                      </a:lnTo>
                      <a:lnTo>
                        <a:pt x="22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800;p51">
                  <a:extLst>
                    <a:ext uri="{FF2B5EF4-FFF2-40B4-BE49-F238E27FC236}">
                      <a16:creationId xmlns:a16="http://schemas.microsoft.com/office/drawing/2014/main" id="{8A7785F7-202D-D172-CB9E-8F8AD56B9EAB}"/>
                    </a:ext>
                  </a:extLst>
                </p:cNvPr>
                <p:cNvSpPr/>
                <p:nvPr/>
              </p:nvSpPr>
              <p:spPr>
                <a:xfrm>
                  <a:off x="5588399" y="2671516"/>
                  <a:ext cx="111625" cy="9383"/>
                </a:xfrm>
                <a:custGeom>
                  <a:avLst/>
                  <a:gdLst/>
                  <a:ahLst/>
                  <a:cxnLst/>
                  <a:rect l="l" t="t" r="r" b="b"/>
                  <a:pathLst>
                    <a:path w="3212" h="270" extrusionOk="0">
                      <a:moveTo>
                        <a:pt x="0" y="1"/>
                      </a:moveTo>
                      <a:lnTo>
                        <a:pt x="0" y="270"/>
                      </a:lnTo>
                      <a:lnTo>
                        <a:pt x="3212" y="270"/>
                      </a:lnTo>
                      <a:lnTo>
                        <a:pt x="32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801;p51">
                  <a:extLst>
                    <a:ext uri="{FF2B5EF4-FFF2-40B4-BE49-F238E27FC236}">
                      <a16:creationId xmlns:a16="http://schemas.microsoft.com/office/drawing/2014/main" id="{43B684C9-D2FC-D5A3-31B4-3BBB63EFA448}"/>
                    </a:ext>
                  </a:extLst>
                </p:cNvPr>
                <p:cNvSpPr/>
                <p:nvPr/>
              </p:nvSpPr>
              <p:spPr>
                <a:xfrm>
                  <a:off x="5729738" y="2671516"/>
                  <a:ext cx="13310" cy="9383"/>
                </a:xfrm>
                <a:custGeom>
                  <a:avLst/>
                  <a:gdLst/>
                  <a:ahLst/>
                  <a:cxnLst/>
                  <a:rect l="l" t="t" r="r" b="b"/>
                  <a:pathLst>
                    <a:path w="383" h="270" extrusionOk="0">
                      <a:moveTo>
                        <a:pt x="1" y="1"/>
                      </a:moveTo>
                      <a:lnTo>
                        <a:pt x="1" y="270"/>
                      </a:lnTo>
                      <a:lnTo>
                        <a:pt x="383" y="270"/>
                      </a:lnTo>
                      <a:lnTo>
                        <a:pt x="38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802;p51">
                  <a:extLst>
                    <a:ext uri="{FF2B5EF4-FFF2-40B4-BE49-F238E27FC236}">
                      <a16:creationId xmlns:a16="http://schemas.microsoft.com/office/drawing/2014/main" id="{E522CB42-5CF8-79EA-109B-BE8AE5FC0CCC}"/>
                    </a:ext>
                  </a:extLst>
                </p:cNvPr>
                <p:cNvSpPr/>
                <p:nvPr/>
              </p:nvSpPr>
              <p:spPr>
                <a:xfrm>
                  <a:off x="5762441" y="2671516"/>
                  <a:ext cx="95187" cy="9383"/>
                </a:xfrm>
                <a:custGeom>
                  <a:avLst/>
                  <a:gdLst/>
                  <a:ahLst/>
                  <a:cxnLst/>
                  <a:rect l="l" t="t" r="r" b="b"/>
                  <a:pathLst>
                    <a:path w="2739" h="270" extrusionOk="0">
                      <a:moveTo>
                        <a:pt x="1" y="1"/>
                      </a:moveTo>
                      <a:lnTo>
                        <a:pt x="1" y="270"/>
                      </a:lnTo>
                      <a:lnTo>
                        <a:pt x="2738" y="270"/>
                      </a:lnTo>
                      <a:lnTo>
                        <a:pt x="27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803;p51">
                  <a:extLst>
                    <a:ext uri="{FF2B5EF4-FFF2-40B4-BE49-F238E27FC236}">
                      <a16:creationId xmlns:a16="http://schemas.microsoft.com/office/drawing/2014/main" id="{85FB5885-4183-C3E9-8A1D-0C8D02DC389E}"/>
                    </a:ext>
                  </a:extLst>
                </p:cNvPr>
                <p:cNvSpPr/>
                <p:nvPr/>
              </p:nvSpPr>
              <p:spPr>
                <a:xfrm>
                  <a:off x="5869896" y="2670543"/>
                  <a:ext cx="27802" cy="10356"/>
                </a:xfrm>
                <a:custGeom>
                  <a:avLst/>
                  <a:gdLst/>
                  <a:ahLst/>
                  <a:cxnLst/>
                  <a:rect l="l" t="t" r="r" b="b"/>
                  <a:pathLst>
                    <a:path w="800" h="298" extrusionOk="0">
                      <a:moveTo>
                        <a:pt x="800" y="0"/>
                      </a:moveTo>
                      <a:lnTo>
                        <a:pt x="0" y="29"/>
                      </a:lnTo>
                      <a:lnTo>
                        <a:pt x="36" y="298"/>
                      </a:lnTo>
                      <a:lnTo>
                        <a:pt x="800" y="262"/>
                      </a:lnTo>
                      <a:lnTo>
                        <a:pt x="8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804;p51">
                  <a:extLst>
                    <a:ext uri="{FF2B5EF4-FFF2-40B4-BE49-F238E27FC236}">
                      <a16:creationId xmlns:a16="http://schemas.microsoft.com/office/drawing/2014/main" id="{F6509129-3BC0-1CE8-04D5-F1BC15F43CC0}"/>
                    </a:ext>
                  </a:extLst>
                </p:cNvPr>
                <p:cNvSpPr/>
                <p:nvPr/>
              </p:nvSpPr>
              <p:spPr>
                <a:xfrm>
                  <a:off x="5453176" y="2637840"/>
                  <a:ext cx="20434" cy="25613"/>
                </a:xfrm>
                <a:custGeom>
                  <a:avLst/>
                  <a:gdLst/>
                  <a:ahLst/>
                  <a:cxnLst/>
                  <a:rect l="l" t="t" r="r" b="b"/>
                  <a:pathLst>
                    <a:path w="588" h="737" extrusionOk="0">
                      <a:moveTo>
                        <a:pt x="531" y="1"/>
                      </a:moveTo>
                      <a:lnTo>
                        <a:pt x="0" y="383"/>
                      </a:lnTo>
                      <a:lnTo>
                        <a:pt x="559" y="736"/>
                      </a:lnTo>
                      <a:lnTo>
                        <a:pt x="587" y="673"/>
                      </a:lnTo>
                      <a:lnTo>
                        <a:pt x="587" y="467"/>
                      </a:lnTo>
                      <a:lnTo>
                        <a:pt x="467" y="383"/>
                      </a:lnTo>
                      <a:lnTo>
                        <a:pt x="587" y="291"/>
                      </a:lnTo>
                      <a:lnTo>
                        <a:pt x="587" y="85"/>
                      </a:lnTo>
                      <a:lnTo>
                        <a:pt x="5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805;p51">
                  <a:extLst>
                    <a:ext uri="{FF2B5EF4-FFF2-40B4-BE49-F238E27FC236}">
                      <a16:creationId xmlns:a16="http://schemas.microsoft.com/office/drawing/2014/main" id="{5091EFE7-1C44-BE33-8257-32D4F3EFF70D}"/>
                    </a:ext>
                  </a:extLst>
                </p:cNvPr>
                <p:cNvSpPr/>
                <p:nvPr/>
              </p:nvSpPr>
              <p:spPr>
                <a:xfrm>
                  <a:off x="5937490" y="2718710"/>
                  <a:ext cx="1251" cy="44066"/>
                </a:xfrm>
                <a:custGeom>
                  <a:avLst/>
                  <a:gdLst/>
                  <a:ahLst/>
                  <a:cxnLst/>
                  <a:rect l="l" t="t" r="r" b="b"/>
                  <a:pathLst>
                    <a:path w="36" h="1268" extrusionOk="0">
                      <a:moveTo>
                        <a:pt x="1" y="1"/>
                      </a:moveTo>
                      <a:lnTo>
                        <a:pt x="1" y="1267"/>
                      </a:lnTo>
                      <a:lnTo>
                        <a:pt x="36" y="1267"/>
                      </a:lnTo>
                      <a:lnTo>
                        <a:pt x="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806;p51">
                  <a:extLst>
                    <a:ext uri="{FF2B5EF4-FFF2-40B4-BE49-F238E27FC236}">
                      <a16:creationId xmlns:a16="http://schemas.microsoft.com/office/drawing/2014/main" id="{342CCDB6-254B-418B-7927-0CE22B09C508}"/>
                    </a:ext>
                  </a:extLst>
                </p:cNvPr>
                <p:cNvSpPr/>
                <p:nvPr/>
              </p:nvSpPr>
              <p:spPr>
                <a:xfrm>
                  <a:off x="5937490" y="2681837"/>
                  <a:ext cx="1251" cy="16264"/>
                </a:xfrm>
                <a:custGeom>
                  <a:avLst/>
                  <a:gdLst/>
                  <a:ahLst/>
                  <a:cxnLst/>
                  <a:rect l="l" t="t" r="r" b="b"/>
                  <a:pathLst>
                    <a:path w="36" h="468" extrusionOk="0">
                      <a:moveTo>
                        <a:pt x="1" y="1"/>
                      </a:moveTo>
                      <a:lnTo>
                        <a:pt x="1" y="468"/>
                      </a:lnTo>
                      <a:lnTo>
                        <a:pt x="36" y="468"/>
                      </a:lnTo>
                      <a:lnTo>
                        <a:pt x="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 name="Google Shape;1807;p51">
              <a:extLst>
                <a:ext uri="{FF2B5EF4-FFF2-40B4-BE49-F238E27FC236}">
                  <a16:creationId xmlns:a16="http://schemas.microsoft.com/office/drawing/2014/main" id="{2D8C7E26-4E8E-09A8-114C-C73930DDA9EE}"/>
                </a:ext>
              </a:extLst>
            </p:cNvPr>
            <p:cNvGrpSpPr/>
            <p:nvPr/>
          </p:nvGrpSpPr>
          <p:grpSpPr>
            <a:xfrm>
              <a:off x="-2207555" y="876296"/>
              <a:ext cx="1547505" cy="3178214"/>
              <a:chOff x="-2207555" y="876296"/>
              <a:chExt cx="1547505" cy="3178214"/>
            </a:xfrm>
          </p:grpSpPr>
          <p:grpSp>
            <p:nvGrpSpPr>
              <p:cNvPr id="27" name="Google Shape;1808;p51">
                <a:extLst>
                  <a:ext uri="{FF2B5EF4-FFF2-40B4-BE49-F238E27FC236}">
                    <a16:creationId xmlns:a16="http://schemas.microsoft.com/office/drawing/2014/main" id="{392C44F8-FE2E-BC03-FAEF-AC4F6EE61BEC}"/>
                  </a:ext>
                </a:extLst>
              </p:cNvPr>
              <p:cNvGrpSpPr/>
              <p:nvPr/>
            </p:nvGrpSpPr>
            <p:grpSpPr>
              <a:xfrm>
                <a:off x="-2207555" y="876296"/>
                <a:ext cx="1547505" cy="3178214"/>
                <a:chOff x="-6810083" y="-1297691"/>
                <a:chExt cx="5037450" cy="10345749"/>
              </a:xfrm>
            </p:grpSpPr>
            <p:sp>
              <p:nvSpPr>
                <p:cNvPr id="57" name="Google Shape;1809;p51">
                  <a:extLst>
                    <a:ext uri="{FF2B5EF4-FFF2-40B4-BE49-F238E27FC236}">
                      <a16:creationId xmlns:a16="http://schemas.microsoft.com/office/drawing/2014/main" id="{F0D170F2-E062-F68A-332E-8FF22DDCA07D}"/>
                    </a:ext>
                  </a:extLst>
                </p:cNvPr>
                <p:cNvSpPr/>
                <p:nvPr/>
              </p:nvSpPr>
              <p:spPr>
                <a:xfrm>
                  <a:off x="-5891066" y="-605503"/>
                  <a:ext cx="3025992" cy="1331357"/>
                </a:xfrm>
                <a:custGeom>
                  <a:avLst/>
                  <a:gdLst/>
                  <a:ahLst/>
                  <a:cxnLst/>
                  <a:rect l="l" t="t" r="r" b="b"/>
                  <a:pathLst>
                    <a:path w="6457" h="2841" extrusionOk="0">
                      <a:moveTo>
                        <a:pt x="3104" y="1"/>
                      </a:moveTo>
                      <a:cubicBezTo>
                        <a:pt x="2964" y="175"/>
                        <a:pt x="2740" y="226"/>
                        <a:pt x="2506" y="226"/>
                      </a:cubicBezTo>
                      <a:cubicBezTo>
                        <a:pt x="2448" y="226"/>
                        <a:pt x="2390" y="223"/>
                        <a:pt x="2332" y="218"/>
                      </a:cubicBezTo>
                      <a:cubicBezTo>
                        <a:pt x="2068" y="175"/>
                        <a:pt x="1804" y="64"/>
                        <a:pt x="1518" y="64"/>
                      </a:cubicBezTo>
                      <a:cubicBezTo>
                        <a:pt x="1495" y="63"/>
                        <a:pt x="1472" y="63"/>
                        <a:pt x="1449" y="63"/>
                      </a:cubicBezTo>
                      <a:cubicBezTo>
                        <a:pt x="1098" y="63"/>
                        <a:pt x="756" y="213"/>
                        <a:pt x="508" y="461"/>
                      </a:cubicBezTo>
                      <a:cubicBezTo>
                        <a:pt x="22" y="947"/>
                        <a:pt x="1" y="1804"/>
                        <a:pt x="440" y="2311"/>
                      </a:cubicBezTo>
                      <a:cubicBezTo>
                        <a:pt x="709" y="2606"/>
                        <a:pt x="1111" y="2760"/>
                        <a:pt x="1503" y="2760"/>
                      </a:cubicBezTo>
                      <a:cubicBezTo>
                        <a:pt x="1788" y="2760"/>
                        <a:pt x="2068" y="2679"/>
                        <a:pt x="2290" y="2512"/>
                      </a:cubicBezTo>
                      <a:lnTo>
                        <a:pt x="5372" y="2840"/>
                      </a:lnTo>
                      <a:cubicBezTo>
                        <a:pt x="5880" y="2819"/>
                        <a:pt x="6345" y="2380"/>
                        <a:pt x="6409" y="1851"/>
                      </a:cubicBezTo>
                      <a:cubicBezTo>
                        <a:pt x="6456" y="1344"/>
                        <a:pt x="6060" y="815"/>
                        <a:pt x="5552" y="704"/>
                      </a:cubicBezTo>
                      <a:cubicBezTo>
                        <a:pt x="5351" y="662"/>
                        <a:pt x="5156" y="683"/>
                        <a:pt x="4955" y="593"/>
                      </a:cubicBezTo>
                      <a:cubicBezTo>
                        <a:pt x="4759" y="530"/>
                        <a:pt x="4558" y="350"/>
                        <a:pt x="4648" y="175"/>
                      </a:cubicBezTo>
                      <a:cubicBezTo>
                        <a:pt x="4119" y="86"/>
                        <a:pt x="3633" y="64"/>
                        <a:pt x="31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810;p51">
                  <a:extLst>
                    <a:ext uri="{FF2B5EF4-FFF2-40B4-BE49-F238E27FC236}">
                      <a16:creationId xmlns:a16="http://schemas.microsoft.com/office/drawing/2014/main" id="{3FFD46DD-4E8D-7D23-3C46-86CE4E475909}"/>
                    </a:ext>
                  </a:extLst>
                </p:cNvPr>
                <p:cNvSpPr/>
                <p:nvPr/>
              </p:nvSpPr>
              <p:spPr>
                <a:xfrm>
                  <a:off x="-4661805" y="-429293"/>
                  <a:ext cx="805588" cy="1217013"/>
                </a:xfrm>
                <a:custGeom>
                  <a:avLst/>
                  <a:gdLst/>
                  <a:ahLst/>
                  <a:cxnLst/>
                  <a:rect l="l" t="t" r="r" b="b"/>
                  <a:pathLst>
                    <a:path w="1719" h="2597" extrusionOk="0">
                      <a:moveTo>
                        <a:pt x="571" y="0"/>
                      </a:moveTo>
                      <a:lnTo>
                        <a:pt x="0" y="1803"/>
                      </a:lnTo>
                      <a:lnTo>
                        <a:pt x="85" y="2464"/>
                      </a:lnTo>
                      <a:lnTo>
                        <a:pt x="1718" y="2596"/>
                      </a:lnTo>
                      <a:lnTo>
                        <a:pt x="1718" y="2596"/>
                      </a:lnTo>
                      <a:lnTo>
                        <a:pt x="1586" y="2068"/>
                      </a:lnTo>
                      <a:lnTo>
                        <a:pt x="1607" y="878"/>
                      </a:lnTo>
                      <a:lnTo>
                        <a:pt x="571" y="0"/>
                      </a:lnTo>
                      <a:close/>
                    </a:path>
                  </a:pathLst>
                </a:custGeom>
                <a:solidFill>
                  <a:srgbClr val="E958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811;p51">
                  <a:extLst>
                    <a:ext uri="{FF2B5EF4-FFF2-40B4-BE49-F238E27FC236}">
                      <a16:creationId xmlns:a16="http://schemas.microsoft.com/office/drawing/2014/main" id="{F74E17F2-F055-DE7C-DCE6-164C4BDAED07}"/>
                    </a:ext>
                  </a:extLst>
                </p:cNvPr>
                <p:cNvSpPr/>
                <p:nvPr/>
              </p:nvSpPr>
              <p:spPr>
                <a:xfrm>
                  <a:off x="-4218476" y="-119525"/>
                  <a:ext cx="359900" cy="463475"/>
                </a:xfrm>
                <a:custGeom>
                  <a:avLst/>
                  <a:gdLst/>
                  <a:ahLst/>
                  <a:cxnLst/>
                  <a:rect l="l" t="t" r="r" b="b"/>
                  <a:pathLst>
                    <a:path w="662" h="989" extrusionOk="0">
                      <a:moveTo>
                        <a:pt x="349" y="0"/>
                      </a:moveTo>
                      <a:cubicBezTo>
                        <a:pt x="244" y="43"/>
                        <a:pt x="133" y="85"/>
                        <a:pt x="0" y="132"/>
                      </a:cubicBezTo>
                      <a:cubicBezTo>
                        <a:pt x="85" y="481"/>
                        <a:pt x="328" y="814"/>
                        <a:pt x="640" y="989"/>
                      </a:cubicBezTo>
                      <a:lnTo>
                        <a:pt x="661" y="265"/>
                      </a:lnTo>
                      <a:lnTo>
                        <a:pt x="3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812;p51">
                  <a:extLst>
                    <a:ext uri="{FF2B5EF4-FFF2-40B4-BE49-F238E27FC236}">
                      <a16:creationId xmlns:a16="http://schemas.microsoft.com/office/drawing/2014/main" id="{79885264-BF61-A065-88DD-47E220070404}"/>
                    </a:ext>
                  </a:extLst>
                </p:cNvPr>
                <p:cNvSpPr/>
                <p:nvPr/>
              </p:nvSpPr>
              <p:spPr>
                <a:xfrm>
                  <a:off x="-5777185" y="415673"/>
                  <a:ext cx="2961320" cy="743704"/>
                </a:xfrm>
                <a:custGeom>
                  <a:avLst/>
                  <a:gdLst/>
                  <a:ahLst/>
                  <a:cxnLst/>
                  <a:rect l="l" t="t" r="r" b="b"/>
                  <a:pathLst>
                    <a:path w="6319" h="1587" extrusionOk="0">
                      <a:moveTo>
                        <a:pt x="2380" y="0"/>
                      </a:moveTo>
                      <a:cubicBezTo>
                        <a:pt x="2380" y="0"/>
                        <a:pt x="1455" y="90"/>
                        <a:pt x="1058" y="265"/>
                      </a:cubicBezTo>
                      <a:cubicBezTo>
                        <a:pt x="746" y="397"/>
                        <a:pt x="1" y="1586"/>
                        <a:pt x="1" y="1586"/>
                      </a:cubicBezTo>
                      <a:lnTo>
                        <a:pt x="6319" y="1586"/>
                      </a:lnTo>
                      <a:cubicBezTo>
                        <a:pt x="6319" y="1586"/>
                        <a:pt x="5595" y="619"/>
                        <a:pt x="5351" y="465"/>
                      </a:cubicBezTo>
                      <a:cubicBezTo>
                        <a:pt x="5087" y="312"/>
                        <a:pt x="3966" y="265"/>
                        <a:pt x="3966" y="265"/>
                      </a:cubicBezTo>
                      <a:cubicBezTo>
                        <a:pt x="3827" y="438"/>
                        <a:pt x="3651" y="503"/>
                        <a:pt x="3468" y="503"/>
                      </a:cubicBezTo>
                      <a:cubicBezTo>
                        <a:pt x="2954" y="503"/>
                        <a:pt x="2380" y="0"/>
                        <a:pt x="238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813;p51">
                  <a:extLst>
                    <a:ext uri="{FF2B5EF4-FFF2-40B4-BE49-F238E27FC236}">
                      <a16:creationId xmlns:a16="http://schemas.microsoft.com/office/drawing/2014/main" id="{B57379EB-30B0-C88F-19C0-958BBA755953}"/>
                    </a:ext>
                  </a:extLst>
                </p:cNvPr>
                <p:cNvSpPr/>
                <p:nvPr/>
              </p:nvSpPr>
              <p:spPr>
                <a:xfrm>
                  <a:off x="-4446227" y="-1297691"/>
                  <a:ext cx="1095206" cy="1449449"/>
                </a:xfrm>
                <a:custGeom>
                  <a:avLst/>
                  <a:gdLst/>
                  <a:ahLst/>
                  <a:cxnLst/>
                  <a:rect l="l" t="t" r="r" b="b"/>
                  <a:pathLst>
                    <a:path w="2337" h="3093" extrusionOk="0">
                      <a:moveTo>
                        <a:pt x="1228" y="0"/>
                      </a:moveTo>
                      <a:cubicBezTo>
                        <a:pt x="842" y="0"/>
                        <a:pt x="583" y="151"/>
                        <a:pt x="397" y="352"/>
                      </a:cubicBezTo>
                      <a:cubicBezTo>
                        <a:pt x="174" y="595"/>
                        <a:pt x="69" y="928"/>
                        <a:pt x="21" y="1124"/>
                      </a:cubicBezTo>
                      <a:lnTo>
                        <a:pt x="21" y="1166"/>
                      </a:lnTo>
                      <a:lnTo>
                        <a:pt x="21" y="1192"/>
                      </a:lnTo>
                      <a:lnTo>
                        <a:pt x="0" y="1192"/>
                      </a:lnTo>
                      <a:lnTo>
                        <a:pt x="0" y="1214"/>
                      </a:lnTo>
                      <a:lnTo>
                        <a:pt x="0" y="1256"/>
                      </a:lnTo>
                      <a:lnTo>
                        <a:pt x="0" y="1298"/>
                      </a:lnTo>
                      <a:lnTo>
                        <a:pt x="21" y="1367"/>
                      </a:lnTo>
                      <a:lnTo>
                        <a:pt x="418" y="2710"/>
                      </a:lnTo>
                      <a:cubicBezTo>
                        <a:pt x="418" y="2710"/>
                        <a:pt x="742" y="3093"/>
                        <a:pt x="1197" y="3093"/>
                      </a:cubicBezTo>
                      <a:cubicBezTo>
                        <a:pt x="1369" y="3093"/>
                        <a:pt x="1561" y="3037"/>
                        <a:pt x="1761" y="2884"/>
                      </a:cubicBezTo>
                      <a:cubicBezTo>
                        <a:pt x="2157" y="2578"/>
                        <a:pt x="2337" y="1721"/>
                        <a:pt x="2205" y="992"/>
                      </a:cubicBezTo>
                      <a:cubicBezTo>
                        <a:pt x="2184" y="970"/>
                        <a:pt x="2184" y="949"/>
                        <a:pt x="2184" y="928"/>
                      </a:cubicBezTo>
                      <a:lnTo>
                        <a:pt x="2184" y="902"/>
                      </a:lnTo>
                      <a:cubicBezTo>
                        <a:pt x="2157" y="881"/>
                        <a:pt x="2157" y="859"/>
                        <a:pt x="2157" y="838"/>
                      </a:cubicBezTo>
                      <a:lnTo>
                        <a:pt x="2157" y="817"/>
                      </a:lnTo>
                      <a:cubicBezTo>
                        <a:pt x="2136" y="796"/>
                        <a:pt x="2136" y="796"/>
                        <a:pt x="2136" y="770"/>
                      </a:cubicBezTo>
                      <a:cubicBezTo>
                        <a:pt x="2136" y="748"/>
                        <a:pt x="2115" y="727"/>
                        <a:pt x="2115" y="706"/>
                      </a:cubicBezTo>
                      <a:cubicBezTo>
                        <a:pt x="2025" y="463"/>
                        <a:pt x="1919" y="267"/>
                        <a:pt x="1739" y="156"/>
                      </a:cubicBezTo>
                      <a:cubicBezTo>
                        <a:pt x="1697" y="109"/>
                        <a:pt x="1655" y="88"/>
                        <a:pt x="1607" y="66"/>
                      </a:cubicBezTo>
                      <a:cubicBezTo>
                        <a:pt x="1586" y="66"/>
                        <a:pt x="1565" y="66"/>
                        <a:pt x="1544" y="45"/>
                      </a:cubicBezTo>
                      <a:cubicBezTo>
                        <a:pt x="1523" y="45"/>
                        <a:pt x="1496" y="45"/>
                        <a:pt x="1496" y="24"/>
                      </a:cubicBezTo>
                      <a:cubicBezTo>
                        <a:pt x="1433" y="24"/>
                        <a:pt x="1390" y="24"/>
                        <a:pt x="1343" y="3"/>
                      </a:cubicBezTo>
                      <a:lnTo>
                        <a:pt x="1322" y="3"/>
                      </a:lnTo>
                      <a:cubicBezTo>
                        <a:pt x="1290" y="1"/>
                        <a:pt x="1258" y="0"/>
                        <a:pt x="1228" y="0"/>
                      </a:cubicBezTo>
                      <a:close/>
                    </a:path>
                  </a:pathLst>
                </a:custGeom>
                <a:solidFill>
                  <a:srgbClr val="E958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814;p51">
                  <a:extLst>
                    <a:ext uri="{FF2B5EF4-FFF2-40B4-BE49-F238E27FC236}">
                      <a16:creationId xmlns:a16="http://schemas.microsoft.com/office/drawing/2014/main" id="{759D55B2-24EF-B568-7CD7-054CF54CE907}"/>
                    </a:ext>
                  </a:extLst>
                </p:cNvPr>
                <p:cNvSpPr/>
                <p:nvPr/>
              </p:nvSpPr>
              <p:spPr>
                <a:xfrm>
                  <a:off x="-4622438" y="-781245"/>
                  <a:ext cx="332733" cy="428321"/>
                </a:xfrm>
                <a:custGeom>
                  <a:avLst/>
                  <a:gdLst/>
                  <a:ahLst/>
                  <a:cxnLst/>
                  <a:rect l="l" t="t" r="r" b="b"/>
                  <a:pathLst>
                    <a:path w="710" h="914" extrusionOk="0">
                      <a:moveTo>
                        <a:pt x="487" y="1"/>
                      </a:moveTo>
                      <a:cubicBezTo>
                        <a:pt x="397" y="1"/>
                        <a:pt x="313" y="22"/>
                        <a:pt x="223" y="90"/>
                      </a:cubicBezTo>
                      <a:cubicBezTo>
                        <a:pt x="69" y="223"/>
                        <a:pt x="1" y="461"/>
                        <a:pt x="91" y="661"/>
                      </a:cubicBezTo>
                      <a:cubicBezTo>
                        <a:pt x="167" y="811"/>
                        <a:pt x="353" y="914"/>
                        <a:pt x="531" y="914"/>
                      </a:cubicBezTo>
                      <a:cubicBezTo>
                        <a:pt x="561" y="914"/>
                        <a:pt x="590" y="911"/>
                        <a:pt x="619" y="905"/>
                      </a:cubicBezTo>
                      <a:lnTo>
                        <a:pt x="709" y="154"/>
                      </a:lnTo>
                      <a:cubicBezTo>
                        <a:pt x="662" y="64"/>
                        <a:pt x="577" y="22"/>
                        <a:pt x="487" y="1"/>
                      </a:cubicBezTo>
                      <a:close/>
                    </a:path>
                  </a:pathLst>
                </a:custGeom>
                <a:solidFill>
                  <a:srgbClr val="E958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815;p51">
                  <a:extLst>
                    <a:ext uri="{FF2B5EF4-FFF2-40B4-BE49-F238E27FC236}">
                      <a16:creationId xmlns:a16="http://schemas.microsoft.com/office/drawing/2014/main" id="{B2449220-713C-8267-84ED-3176DF07874A}"/>
                    </a:ext>
                  </a:extLst>
                </p:cNvPr>
                <p:cNvSpPr/>
                <p:nvPr/>
              </p:nvSpPr>
              <p:spPr>
                <a:xfrm>
                  <a:off x="-4436385" y="-1297691"/>
                  <a:ext cx="1001478" cy="565627"/>
                </a:xfrm>
                <a:custGeom>
                  <a:avLst/>
                  <a:gdLst/>
                  <a:ahLst/>
                  <a:cxnLst/>
                  <a:rect l="l" t="t" r="r" b="b"/>
                  <a:pathLst>
                    <a:path w="2137" h="1207" extrusionOk="0">
                      <a:moveTo>
                        <a:pt x="1207" y="0"/>
                      </a:moveTo>
                      <a:cubicBezTo>
                        <a:pt x="821" y="0"/>
                        <a:pt x="562" y="151"/>
                        <a:pt x="376" y="352"/>
                      </a:cubicBezTo>
                      <a:cubicBezTo>
                        <a:pt x="153" y="595"/>
                        <a:pt x="48" y="928"/>
                        <a:pt x="0" y="1124"/>
                      </a:cubicBezTo>
                      <a:cubicBezTo>
                        <a:pt x="92" y="1178"/>
                        <a:pt x="201" y="1207"/>
                        <a:pt x="311" y="1207"/>
                      </a:cubicBezTo>
                      <a:cubicBezTo>
                        <a:pt x="385" y="1207"/>
                        <a:pt x="459" y="1194"/>
                        <a:pt x="529" y="1166"/>
                      </a:cubicBezTo>
                      <a:cubicBezTo>
                        <a:pt x="751" y="1103"/>
                        <a:pt x="904" y="949"/>
                        <a:pt x="1058" y="770"/>
                      </a:cubicBezTo>
                      <a:cubicBezTo>
                        <a:pt x="1211" y="595"/>
                        <a:pt x="1343" y="373"/>
                        <a:pt x="1433" y="156"/>
                      </a:cubicBezTo>
                      <a:cubicBezTo>
                        <a:pt x="1454" y="241"/>
                        <a:pt x="1502" y="331"/>
                        <a:pt x="1544" y="421"/>
                      </a:cubicBezTo>
                      <a:cubicBezTo>
                        <a:pt x="1655" y="616"/>
                        <a:pt x="1851" y="796"/>
                        <a:pt x="2073" y="817"/>
                      </a:cubicBezTo>
                      <a:lnTo>
                        <a:pt x="2136" y="817"/>
                      </a:lnTo>
                      <a:cubicBezTo>
                        <a:pt x="2115" y="796"/>
                        <a:pt x="2115" y="796"/>
                        <a:pt x="2115" y="770"/>
                      </a:cubicBezTo>
                      <a:cubicBezTo>
                        <a:pt x="2115" y="748"/>
                        <a:pt x="2094" y="727"/>
                        <a:pt x="2094" y="706"/>
                      </a:cubicBezTo>
                      <a:cubicBezTo>
                        <a:pt x="2004" y="463"/>
                        <a:pt x="1898" y="267"/>
                        <a:pt x="1718" y="156"/>
                      </a:cubicBezTo>
                      <a:cubicBezTo>
                        <a:pt x="1676" y="109"/>
                        <a:pt x="1634" y="88"/>
                        <a:pt x="1586" y="66"/>
                      </a:cubicBezTo>
                      <a:cubicBezTo>
                        <a:pt x="1565" y="66"/>
                        <a:pt x="1544" y="66"/>
                        <a:pt x="1523" y="45"/>
                      </a:cubicBezTo>
                      <a:cubicBezTo>
                        <a:pt x="1502" y="45"/>
                        <a:pt x="1475" y="45"/>
                        <a:pt x="1475" y="24"/>
                      </a:cubicBezTo>
                      <a:cubicBezTo>
                        <a:pt x="1412" y="24"/>
                        <a:pt x="1369" y="24"/>
                        <a:pt x="1322" y="3"/>
                      </a:cubicBezTo>
                      <a:lnTo>
                        <a:pt x="1301" y="3"/>
                      </a:lnTo>
                      <a:cubicBezTo>
                        <a:pt x="1269" y="1"/>
                        <a:pt x="1237" y="0"/>
                        <a:pt x="12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816;p51">
                  <a:extLst>
                    <a:ext uri="{FF2B5EF4-FFF2-40B4-BE49-F238E27FC236}">
                      <a16:creationId xmlns:a16="http://schemas.microsoft.com/office/drawing/2014/main" id="{EBF66A5E-CDC6-741E-B430-A3B61735C30C}"/>
                    </a:ext>
                  </a:extLst>
                </p:cNvPr>
                <p:cNvSpPr/>
                <p:nvPr/>
              </p:nvSpPr>
              <p:spPr>
                <a:xfrm>
                  <a:off x="-3608755" y="8096285"/>
                  <a:ext cx="1836122" cy="951772"/>
                </a:xfrm>
                <a:custGeom>
                  <a:avLst/>
                  <a:gdLst/>
                  <a:ahLst/>
                  <a:cxnLst/>
                  <a:rect l="l" t="t" r="r" b="b"/>
                  <a:pathLst>
                    <a:path w="3918" h="2031" extrusionOk="0">
                      <a:moveTo>
                        <a:pt x="0" y="1"/>
                      </a:moveTo>
                      <a:lnTo>
                        <a:pt x="217" y="2031"/>
                      </a:lnTo>
                      <a:lnTo>
                        <a:pt x="3918" y="2031"/>
                      </a:lnTo>
                      <a:cubicBezTo>
                        <a:pt x="3918" y="1740"/>
                        <a:pt x="3764" y="1502"/>
                        <a:pt x="3542" y="1370"/>
                      </a:cubicBezTo>
                      <a:cubicBezTo>
                        <a:pt x="3347" y="1212"/>
                        <a:pt x="3082" y="1169"/>
                        <a:pt x="2860" y="1106"/>
                      </a:cubicBezTo>
                      <a:cubicBezTo>
                        <a:pt x="2617" y="1058"/>
                        <a:pt x="2379" y="974"/>
                        <a:pt x="2178" y="815"/>
                      </a:cubicBezTo>
                      <a:cubicBezTo>
                        <a:pt x="1956" y="619"/>
                        <a:pt x="1850" y="334"/>
                        <a:pt x="1824" y="22"/>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817;p51">
                  <a:extLst>
                    <a:ext uri="{FF2B5EF4-FFF2-40B4-BE49-F238E27FC236}">
                      <a16:creationId xmlns:a16="http://schemas.microsoft.com/office/drawing/2014/main" id="{102338FA-6A08-F450-F8DE-8004E7B23158}"/>
                    </a:ext>
                  </a:extLst>
                </p:cNvPr>
                <p:cNvSpPr/>
                <p:nvPr/>
              </p:nvSpPr>
              <p:spPr>
                <a:xfrm>
                  <a:off x="-6128670" y="8096285"/>
                  <a:ext cx="1900794" cy="951772"/>
                </a:xfrm>
                <a:custGeom>
                  <a:avLst/>
                  <a:gdLst/>
                  <a:ahLst/>
                  <a:cxnLst/>
                  <a:rect l="l" t="t" r="r" b="b"/>
                  <a:pathLst>
                    <a:path w="4056" h="2031" extrusionOk="0">
                      <a:moveTo>
                        <a:pt x="460" y="1"/>
                      </a:moveTo>
                      <a:lnTo>
                        <a:pt x="0" y="2031"/>
                      </a:lnTo>
                      <a:lnTo>
                        <a:pt x="4029" y="2031"/>
                      </a:lnTo>
                      <a:cubicBezTo>
                        <a:pt x="4055" y="1740"/>
                        <a:pt x="3876" y="1502"/>
                        <a:pt x="3680" y="1370"/>
                      </a:cubicBezTo>
                      <a:cubicBezTo>
                        <a:pt x="3458" y="1212"/>
                        <a:pt x="3215" y="1169"/>
                        <a:pt x="2971" y="1106"/>
                      </a:cubicBezTo>
                      <a:cubicBezTo>
                        <a:pt x="2734" y="1058"/>
                        <a:pt x="2490" y="974"/>
                        <a:pt x="2311" y="815"/>
                      </a:cubicBezTo>
                      <a:cubicBezTo>
                        <a:pt x="2094" y="619"/>
                        <a:pt x="1962" y="334"/>
                        <a:pt x="1962" y="22"/>
                      </a:cubicBezTo>
                      <a:lnTo>
                        <a:pt x="46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818;p51">
                  <a:extLst>
                    <a:ext uri="{FF2B5EF4-FFF2-40B4-BE49-F238E27FC236}">
                      <a16:creationId xmlns:a16="http://schemas.microsoft.com/office/drawing/2014/main" id="{7A289DD6-95CE-B22F-34B9-E84A3A97F66D}"/>
                    </a:ext>
                  </a:extLst>
                </p:cNvPr>
                <p:cNvSpPr/>
                <p:nvPr/>
              </p:nvSpPr>
              <p:spPr>
                <a:xfrm>
                  <a:off x="-6170848" y="2377887"/>
                  <a:ext cx="3778624" cy="5812793"/>
                </a:xfrm>
                <a:custGeom>
                  <a:avLst/>
                  <a:gdLst/>
                  <a:ahLst/>
                  <a:cxnLst/>
                  <a:rect l="l" t="t" r="r" b="b"/>
                  <a:pathLst>
                    <a:path w="8063" h="12404" extrusionOk="0">
                      <a:moveTo>
                        <a:pt x="2776" y="0"/>
                      </a:moveTo>
                      <a:cubicBezTo>
                        <a:pt x="682" y="2929"/>
                        <a:pt x="0" y="12404"/>
                        <a:pt x="0" y="12404"/>
                      </a:cubicBezTo>
                      <a:lnTo>
                        <a:pt x="2998" y="12404"/>
                      </a:lnTo>
                      <a:lnTo>
                        <a:pt x="3590" y="8460"/>
                      </a:lnTo>
                      <a:lnTo>
                        <a:pt x="3791" y="6985"/>
                      </a:lnTo>
                      <a:lnTo>
                        <a:pt x="4098" y="8814"/>
                      </a:lnTo>
                      <a:lnTo>
                        <a:pt x="4716" y="12404"/>
                      </a:lnTo>
                      <a:lnTo>
                        <a:pt x="8063" y="12404"/>
                      </a:lnTo>
                      <a:lnTo>
                        <a:pt x="58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819;p51">
                  <a:extLst>
                    <a:ext uri="{FF2B5EF4-FFF2-40B4-BE49-F238E27FC236}">
                      <a16:creationId xmlns:a16="http://schemas.microsoft.com/office/drawing/2014/main" id="{8ADD81FB-306F-9498-C9E8-8B63DFCAADC5}"/>
                    </a:ext>
                  </a:extLst>
                </p:cNvPr>
                <p:cNvSpPr/>
                <p:nvPr/>
              </p:nvSpPr>
              <p:spPr>
                <a:xfrm>
                  <a:off x="-5851231" y="2563939"/>
                  <a:ext cx="1065682" cy="5636591"/>
                </a:xfrm>
                <a:custGeom>
                  <a:avLst/>
                  <a:gdLst/>
                  <a:ahLst/>
                  <a:cxnLst/>
                  <a:rect l="l" t="t" r="r" b="b"/>
                  <a:pathLst>
                    <a:path w="2274" h="12028" extrusionOk="0">
                      <a:moveTo>
                        <a:pt x="2163" y="0"/>
                      </a:moveTo>
                      <a:cubicBezTo>
                        <a:pt x="1655" y="1475"/>
                        <a:pt x="952" y="4055"/>
                        <a:pt x="423" y="7952"/>
                      </a:cubicBezTo>
                      <a:cubicBezTo>
                        <a:pt x="111" y="10288"/>
                        <a:pt x="0" y="11986"/>
                        <a:pt x="0" y="12007"/>
                      </a:cubicBezTo>
                      <a:lnTo>
                        <a:pt x="111" y="12028"/>
                      </a:lnTo>
                      <a:cubicBezTo>
                        <a:pt x="111" y="12007"/>
                        <a:pt x="222" y="10288"/>
                        <a:pt x="529" y="7973"/>
                      </a:cubicBezTo>
                      <a:cubicBezTo>
                        <a:pt x="1058" y="4076"/>
                        <a:pt x="1766" y="1496"/>
                        <a:pt x="2274" y="42"/>
                      </a:cubicBezTo>
                      <a:lnTo>
                        <a:pt x="21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820;p51">
                  <a:extLst>
                    <a:ext uri="{FF2B5EF4-FFF2-40B4-BE49-F238E27FC236}">
                      <a16:creationId xmlns:a16="http://schemas.microsoft.com/office/drawing/2014/main" id="{E0E7009D-3362-2897-8D70-70A8E6C55CA9}"/>
                    </a:ext>
                  </a:extLst>
                </p:cNvPr>
                <p:cNvSpPr/>
                <p:nvPr/>
              </p:nvSpPr>
              <p:spPr>
                <a:xfrm>
                  <a:off x="-6810083" y="1139260"/>
                  <a:ext cx="5027543" cy="3530602"/>
                </a:xfrm>
                <a:custGeom>
                  <a:avLst/>
                  <a:gdLst/>
                  <a:ahLst/>
                  <a:cxnLst/>
                  <a:rect l="l" t="t" r="r" b="b"/>
                  <a:pathLst>
                    <a:path w="10728" h="7534" extrusionOk="0">
                      <a:moveTo>
                        <a:pt x="0" y="0"/>
                      </a:moveTo>
                      <a:lnTo>
                        <a:pt x="0" y="7534"/>
                      </a:lnTo>
                      <a:lnTo>
                        <a:pt x="10728" y="7534"/>
                      </a:lnTo>
                      <a:lnTo>
                        <a:pt x="1072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821;p51">
                  <a:extLst>
                    <a:ext uri="{FF2B5EF4-FFF2-40B4-BE49-F238E27FC236}">
                      <a16:creationId xmlns:a16="http://schemas.microsoft.com/office/drawing/2014/main" id="{20A31285-C52F-C82F-7211-23B419FC00FA}"/>
                    </a:ext>
                  </a:extLst>
                </p:cNvPr>
                <p:cNvSpPr/>
                <p:nvPr/>
              </p:nvSpPr>
              <p:spPr>
                <a:xfrm>
                  <a:off x="-6170848" y="999604"/>
                  <a:ext cx="528154" cy="459719"/>
                </a:xfrm>
                <a:custGeom>
                  <a:avLst/>
                  <a:gdLst/>
                  <a:ahLst/>
                  <a:cxnLst/>
                  <a:rect l="l" t="t" r="r" b="b"/>
                  <a:pathLst>
                    <a:path w="1127" h="981" extrusionOk="0">
                      <a:moveTo>
                        <a:pt x="635" y="1"/>
                      </a:moveTo>
                      <a:cubicBezTo>
                        <a:pt x="360" y="1"/>
                        <a:pt x="31" y="102"/>
                        <a:pt x="0" y="229"/>
                      </a:cubicBezTo>
                      <a:cubicBezTo>
                        <a:pt x="0" y="388"/>
                        <a:pt x="418" y="938"/>
                        <a:pt x="508" y="938"/>
                      </a:cubicBezTo>
                      <a:cubicBezTo>
                        <a:pt x="619" y="938"/>
                        <a:pt x="619" y="848"/>
                        <a:pt x="619" y="848"/>
                      </a:cubicBezTo>
                      <a:cubicBezTo>
                        <a:pt x="619" y="848"/>
                        <a:pt x="682" y="980"/>
                        <a:pt x="751" y="980"/>
                      </a:cubicBezTo>
                      <a:cubicBezTo>
                        <a:pt x="841" y="980"/>
                        <a:pt x="862" y="917"/>
                        <a:pt x="862" y="917"/>
                      </a:cubicBezTo>
                      <a:cubicBezTo>
                        <a:pt x="862" y="917"/>
                        <a:pt x="896" y="961"/>
                        <a:pt x="948" y="961"/>
                      </a:cubicBezTo>
                      <a:cubicBezTo>
                        <a:pt x="968" y="961"/>
                        <a:pt x="991" y="955"/>
                        <a:pt x="1015" y="938"/>
                      </a:cubicBezTo>
                      <a:cubicBezTo>
                        <a:pt x="1126" y="869"/>
                        <a:pt x="1126" y="229"/>
                        <a:pt x="973" y="97"/>
                      </a:cubicBezTo>
                      <a:cubicBezTo>
                        <a:pt x="911" y="29"/>
                        <a:pt x="780" y="1"/>
                        <a:pt x="635" y="1"/>
                      </a:cubicBezTo>
                      <a:close/>
                    </a:path>
                  </a:pathLst>
                </a:custGeom>
                <a:solidFill>
                  <a:srgbClr val="E958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822;p51">
                  <a:extLst>
                    <a:ext uri="{FF2B5EF4-FFF2-40B4-BE49-F238E27FC236}">
                      <a16:creationId xmlns:a16="http://schemas.microsoft.com/office/drawing/2014/main" id="{D2E1FDD3-AF83-D117-7434-F4B2DD7E546D}"/>
                    </a:ext>
                  </a:extLst>
                </p:cNvPr>
                <p:cNvSpPr/>
                <p:nvPr/>
              </p:nvSpPr>
              <p:spPr>
                <a:xfrm>
                  <a:off x="-5809053" y="1149101"/>
                  <a:ext cx="62329" cy="280236"/>
                </a:xfrm>
                <a:custGeom>
                  <a:avLst/>
                  <a:gdLst/>
                  <a:ahLst/>
                  <a:cxnLst/>
                  <a:rect l="l" t="t" r="r" b="b"/>
                  <a:pathLst>
                    <a:path w="133" h="598" extrusionOk="0">
                      <a:moveTo>
                        <a:pt x="69" y="0"/>
                      </a:moveTo>
                      <a:lnTo>
                        <a:pt x="0" y="42"/>
                      </a:lnTo>
                      <a:cubicBezTo>
                        <a:pt x="69" y="333"/>
                        <a:pt x="69" y="571"/>
                        <a:pt x="69" y="598"/>
                      </a:cubicBezTo>
                      <a:lnTo>
                        <a:pt x="132" y="598"/>
                      </a:lnTo>
                      <a:cubicBezTo>
                        <a:pt x="132" y="571"/>
                        <a:pt x="132" y="307"/>
                        <a:pt x="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823;p51">
                  <a:extLst>
                    <a:ext uri="{FF2B5EF4-FFF2-40B4-BE49-F238E27FC236}">
                      <a16:creationId xmlns:a16="http://schemas.microsoft.com/office/drawing/2014/main" id="{28011414-1ED2-EF8D-4A32-8F6F7D72ADD2}"/>
                    </a:ext>
                  </a:extLst>
                </p:cNvPr>
                <p:cNvSpPr/>
                <p:nvPr/>
              </p:nvSpPr>
              <p:spPr>
                <a:xfrm>
                  <a:off x="-5923403" y="1180969"/>
                  <a:ext cx="62797" cy="225876"/>
                </a:xfrm>
                <a:custGeom>
                  <a:avLst/>
                  <a:gdLst/>
                  <a:ahLst/>
                  <a:cxnLst/>
                  <a:rect l="l" t="t" r="r" b="b"/>
                  <a:pathLst>
                    <a:path w="134" h="482" extrusionOk="0">
                      <a:moveTo>
                        <a:pt x="70" y="1"/>
                      </a:moveTo>
                      <a:lnTo>
                        <a:pt x="1" y="43"/>
                      </a:lnTo>
                      <a:cubicBezTo>
                        <a:pt x="49" y="239"/>
                        <a:pt x="70" y="482"/>
                        <a:pt x="70" y="482"/>
                      </a:cubicBezTo>
                      <a:lnTo>
                        <a:pt x="133" y="461"/>
                      </a:lnTo>
                      <a:cubicBezTo>
                        <a:pt x="133" y="440"/>
                        <a:pt x="112" y="218"/>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824;p51">
                  <a:extLst>
                    <a:ext uri="{FF2B5EF4-FFF2-40B4-BE49-F238E27FC236}">
                      <a16:creationId xmlns:a16="http://schemas.microsoft.com/office/drawing/2014/main" id="{4FEDCDAA-3AB0-0EB8-1E38-5B09D858B777}"/>
                    </a:ext>
                  </a:extLst>
                </p:cNvPr>
                <p:cNvSpPr/>
                <p:nvPr/>
              </p:nvSpPr>
              <p:spPr>
                <a:xfrm>
                  <a:off x="-2939995" y="999604"/>
                  <a:ext cx="528154" cy="459719"/>
                </a:xfrm>
                <a:custGeom>
                  <a:avLst/>
                  <a:gdLst/>
                  <a:ahLst/>
                  <a:cxnLst/>
                  <a:rect l="l" t="t" r="r" b="b"/>
                  <a:pathLst>
                    <a:path w="1127" h="981" extrusionOk="0">
                      <a:moveTo>
                        <a:pt x="642" y="1"/>
                      </a:moveTo>
                      <a:cubicBezTo>
                        <a:pt x="363" y="1"/>
                        <a:pt x="41" y="102"/>
                        <a:pt x="27" y="229"/>
                      </a:cubicBezTo>
                      <a:cubicBezTo>
                        <a:pt x="0" y="388"/>
                        <a:pt x="423" y="938"/>
                        <a:pt x="508" y="938"/>
                      </a:cubicBezTo>
                      <a:cubicBezTo>
                        <a:pt x="619" y="938"/>
                        <a:pt x="619" y="848"/>
                        <a:pt x="619" y="848"/>
                      </a:cubicBezTo>
                      <a:cubicBezTo>
                        <a:pt x="619" y="848"/>
                        <a:pt x="688" y="980"/>
                        <a:pt x="772" y="980"/>
                      </a:cubicBezTo>
                      <a:cubicBezTo>
                        <a:pt x="841" y="980"/>
                        <a:pt x="862" y="917"/>
                        <a:pt x="862" y="917"/>
                      </a:cubicBezTo>
                      <a:cubicBezTo>
                        <a:pt x="862" y="917"/>
                        <a:pt x="896" y="961"/>
                        <a:pt x="949" y="961"/>
                      </a:cubicBezTo>
                      <a:cubicBezTo>
                        <a:pt x="969" y="961"/>
                        <a:pt x="991" y="955"/>
                        <a:pt x="1016" y="938"/>
                      </a:cubicBezTo>
                      <a:cubicBezTo>
                        <a:pt x="1127" y="869"/>
                        <a:pt x="1127" y="229"/>
                        <a:pt x="994" y="97"/>
                      </a:cubicBezTo>
                      <a:cubicBezTo>
                        <a:pt x="925" y="29"/>
                        <a:pt x="790" y="1"/>
                        <a:pt x="642" y="1"/>
                      </a:cubicBezTo>
                      <a:close/>
                    </a:path>
                  </a:pathLst>
                </a:custGeom>
                <a:solidFill>
                  <a:srgbClr val="E958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825;p51">
                  <a:extLst>
                    <a:ext uri="{FF2B5EF4-FFF2-40B4-BE49-F238E27FC236}">
                      <a16:creationId xmlns:a16="http://schemas.microsoft.com/office/drawing/2014/main" id="{B2FEC39E-8AB8-8729-5BC2-C902EE8646FD}"/>
                    </a:ext>
                  </a:extLst>
                </p:cNvPr>
                <p:cNvSpPr/>
                <p:nvPr/>
              </p:nvSpPr>
              <p:spPr>
                <a:xfrm>
                  <a:off x="-2588041" y="1149101"/>
                  <a:ext cx="62329" cy="280236"/>
                </a:xfrm>
                <a:custGeom>
                  <a:avLst/>
                  <a:gdLst/>
                  <a:ahLst/>
                  <a:cxnLst/>
                  <a:rect l="l" t="t" r="r" b="b"/>
                  <a:pathLst>
                    <a:path w="133" h="598" extrusionOk="0">
                      <a:moveTo>
                        <a:pt x="69" y="0"/>
                      </a:moveTo>
                      <a:lnTo>
                        <a:pt x="0" y="42"/>
                      </a:lnTo>
                      <a:cubicBezTo>
                        <a:pt x="69" y="333"/>
                        <a:pt x="69" y="571"/>
                        <a:pt x="69" y="598"/>
                      </a:cubicBezTo>
                      <a:lnTo>
                        <a:pt x="132" y="598"/>
                      </a:lnTo>
                      <a:cubicBezTo>
                        <a:pt x="132" y="571"/>
                        <a:pt x="132" y="307"/>
                        <a:pt x="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826;p51">
                  <a:extLst>
                    <a:ext uri="{FF2B5EF4-FFF2-40B4-BE49-F238E27FC236}">
                      <a16:creationId xmlns:a16="http://schemas.microsoft.com/office/drawing/2014/main" id="{24F80366-6C94-7C58-5552-9635D6127332}"/>
                    </a:ext>
                  </a:extLst>
                </p:cNvPr>
                <p:cNvSpPr/>
                <p:nvPr/>
              </p:nvSpPr>
              <p:spPr>
                <a:xfrm>
                  <a:off x="-2701922" y="1180969"/>
                  <a:ext cx="52487" cy="225876"/>
                </a:xfrm>
                <a:custGeom>
                  <a:avLst/>
                  <a:gdLst/>
                  <a:ahLst/>
                  <a:cxnLst/>
                  <a:rect l="l" t="t" r="r" b="b"/>
                  <a:pathLst>
                    <a:path w="112" h="482" extrusionOk="0">
                      <a:moveTo>
                        <a:pt x="48" y="1"/>
                      </a:moveTo>
                      <a:lnTo>
                        <a:pt x="0" y="43"/>
                      </a:lnTo>
                      <a:cubicBezTo>
                        <a:pt x="48" y="239"/>
                        <a:pt x="69" y="482"/>
                        <a:pt x="69" y="482"/>
                      </a:cubicBezTo>
                      <a:lnTo>
                        <a:pt x="111" y="461"/>
                      </a:lnTo>
                      <a:cubicBezTo>
                        <a:pt x="111" y="440"/>
                        <a:pt x="90" y="218"/>
                        <a:pt x="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827;p51">
                  <a:extLst>
                    <a:ext uri="{FF2B5EF4-FFF2-40B4-BE49-F238E27FC236}">
                      <a16:creationId xmlns:a16="http://schemas.microsoft.com/office/drawing/2014/main" id="{1F2B8641-C62E-EBDC-7CB2-22081C7FEF48}"/>
                    </a:ext>
                  </a:extLst>
                </p:cNvPr>
                <p:cNvSpPr/>
                <p:nvPr/>
              </p:nvSpPr>
              <p:spPr>
                <a:xfrm>
                  <a:off x="-4488405" y="-729226"/>
                  <a:ext cx="146684" cy="124185"/>
                </a:xfrm>
                <a:custGeom>
                  <a:avLst/>
                  <a:gdLst/>
                  <a:ahLst/>
                  <a:cxnLst/>
                  <a:rect l="l" t="t" r="r" b="b"/>
                  <a:pathLst>
                    <a:path w="313" h="265" extrusionOk="0">
                      <a:moveTo>
                        <a:pt x="0" y="1"/>
                      </a:moveTo>
                      <a:lnTo>
                        <a:pt x="0" y="43"/>
                      </a:lnTo>
                      <a:cubicBezTo>
                        <a:pt x="69" y="43"/>
                        <a:pt x="132" y="64"/>
                        <a:pt x="180" y="112"/>
                      </a:cubicBezTo>
                      <a:cubicBezTo>
                        <a:pt x="243" y="133"/>
                        <a:pt x="264" y="196"/>
                        <a:pt x="264" y="265"/>
                      </a:cubicBezTo>
                      <a:lnTo>
                        <a:pt x="312" y="265"/>
                      </a:lnTo>
                      <a:cubicBezTo>
                        <a:pt x="312" y="196"/>
                        <a:pt x="264" y="112"/>
                        <a:pt x="222" y="64"/>
                      </a:cubicBezTo>
                      <a:cubicBezTo>
                        <a:pt x="159" y="22"/>
                        <a:pt x="90"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828;p51">
                  <a:extLst>
                    <a:ext uri="{FF2B5EF4-FFF2-40B4-BE49-F238E27FC236}">
                      <a16:creationId xmlns:a16="http://schemas.microsoft.com/office/drawing/2014/main" id="{89410296-AA40-BDA7-9378-43BDB99905A3}"/>
                    </a:ext>
                  </a:extLst>
                </p:cNvPr>
                <p:cNvSpPr/>
                <p:nvPr/>
              </p:nvSpPr>
              <p:spPr>
                <a:xfrm>
                  <a:off x="-3980860" y="-233400"/>
                  <a:ext cx="359914" cy="162612"/>
                </a:xfrm>
                <a:custGeom>
                  <a:avLst/>
                  <a:gdLst/>
                  <a:ahLst/>
                  <a:cxnLst/>
                  <a:rect l="l" t="t" r="r" b="b"/>
                  <a:pathLst>
                    <a:path w="768" h="347" extrusionOk="0">
                      <a:moveTo>
                        <a:pt x="1" y="0"/>
                      </a:moveTo>
                      <a:lnTo>
                        <a:pt x="1" y="0"/>
                      </a:lnTo>
                      <a:cubicBezTo>
                        <a:pt x="22" y="153"/>
                        <a:pt x="154" y="307"/>
                        <a:pt x="308" y="328"/>
                      </a:cubicBezTo>
                      <a:cubicBezTo>
                        <a:pt x="348" y="340"/>
                        <a:pt x="391" y="346"/>
                        <a:pt x="435" y="346"/>
                      </a:cubicBezTo>
                      <a:cubicBezTo>
                        <a:pt x="559" y="346"/>
                        <a:pt x="689" y="299"/>
                        <a:pt x="768" y="217"/>
                      </a:cubicBez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829;p51">
                <a:extLst>
                  <a:ext uri="{FF2B5EF4-FFF2-40B4-BE49-F238E27FC236}">
                    <a16:creationId xmlns:a16="http://schemas.microsoft.com/office/drawing/2014/main" id="{444DD7FC-598B-28E8-17BD-EEE42617C4C5}"/>
                  </a:ext>
                </a:extLst>
              </p:cNvPr>
              <p:cNvGrpSpPr/>
              <p:nvPr/>
            </p:nvGrpSpPr>
            <p:grpSpPr>
              <a:xfrm>
                <a:off x="-1949281" y="1820326"/>
                <a:ext cx="1051808" cy="229363"/>
                <a:chOff x="4002795" y="1877329"/>
                <a:chExt cx="345546" cy="75352"/>
              </a:xfrm>
            </p:grpSpPr>
            <p:sp>
              <p:nvSpPr>
                <p:cNvPr id="46" name="Google Shape;1830;p51">
                  <a:extLst>
                    <a:ext uri="{FF2B5EF4-FFF2-40B4-BE49-F238E27FC236}">
                      <a16:creationId xmlns:a16="http://schemas.microsoft.com/office/drawing/2014/main" id="{217B2A6B-E52F-3070-ED70-B5634EBD7F03}"/>
                    </a:ext>
                  </a:extLst>
                </p:cNvPr>
                <p:cNvSpPr/>
                <p:nvPr/>
              </p:nvSpPr>
              <p:spPr>
                <a:xfrm>
                  <a:off x="4002795" y="1877329"/>
                  <a:ext cx="345546" cy="75352"/>
                </a:xfrm>
                <a:custGeom>
                  <a:avLst/>
                  <a:gdLst/>
                  <a:ahLst/>
                  <a:cxnLst/>
                  <a:rect l="l" t="t" r="r" b="b"/>
                  <a:pathLst>
                    <a:path w="9997" h="2180" extrusionOk="0">
                      <a:moveTo>
                        <a:pt x="0" y="0"/>
                      </a:moveTo>
                      <a:lnTo>
                        <a:pt x="0" y="2179"/>
                      </a:lnTo>
                      <a:lnTo>
                        <a:pt x="9996" y="2179"/>
                      </a:lnTo>
                      <a:lnTo>
                        <a:pt x="99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831;p51">
                  <a:extLst>
                    <a:ext uri="{FF2B5EF4-FFF2-40B4-BE49-F238E27FC236}">
                      <a16:creationId xmlns:a16="http://schemas.microsoft.com/office/drawing/2014/main" id="{0DB25DCA-D03E-54A2-0DCD-A2A7D9383779}"/>
                    </a:ext>
                  </a:extLst>
                </p:cNvPr>
                <p:cNvSpPr/>
                <p:nvPr/>
              </p:nvSpPr>
              <p:spPr>
                <a:xfrm>
                  <a:off x="4270785" y="1897619"/>
                  <a:ext cx="21569" cy="34738"/>
                </a:xfrm>
                <a:custGeom>
                  <a:avLst/>
                  <a:gdLst/>
                  <a:ahLst/>
                  <a:cxnLst/>
                  <a:rect l="l" t="t" r="r" b="b"/>
                  <a:pathLst>
                    <a:path w="624" h="1005" extrusionOk="0">
                      <a:moveTo>
                        <a:pt x="559" y="0"/>
                      </a:moveTo>
                      <a:lnTo>
                        <a:pt x="1" y="595"/>
                      </a:lnTo>
                      <a:lnTo>
                        <a:pt x="559" y="1005"/>
                      </a:lnTo>
                      <a:lnTo>
                        <a:pt x="623" y="948"/>
                      </a:lnTo>
                      <a:lnTo>
                        <a:pt x="121" y="595"/>
                      </a:lnTo>
                      <a:lnTo>
                        <a:pt x="623" y="64"/>
                      </a:lnTo>
                      <a:lnTo>
                        <a:pt x="5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832;p51">
                  <a:extLst>
                    <a:ext uri="{FF2B5EF4-FFF2-40B4-BE49-F238E27FC236}">
                      <a16:creationId xmlns:a16="http://schemas.microsoft.com/office/drawing/2014/main" id="{1DB73E1E-2118-B780-52F6-614CA39F30C2}"/>
                    </a:ext>
                  </a:extLst>
                </p:cNvPr>
                <p:cNvSpPr/>
                <p:nvPr/>
              </p:nvSpPr>
              <p:spPr>
                <a:xfrm>
                  <a:off x="4254401" y="1897619"/>
                  <a:ext cx="22536" cy="34738"/>
                </a:xfrm>
                <a:custGeom>
                  <a:avLst/>
                  <a:gdLst/>
                  <a:ahLst/>
                  <a:cxnLst/>
                  <a:rect l="l" t="t" r="r" b="b"/>
                  <a:pathLst>
                    <a:path w="652" h="1005" extrusionOk="0">
                      <a:moveTo>
                        <a:pt x="595" y="0"/>
                      </a:moveTo>
                      <a:lnTo>
                        <a:pt x="1" y="595"/>
                      </a:lnTo>
                      <a:lnTo>
                        <a:pt x="595" y="1005"/>
                      </a:lnTo>
                      <a:lnTo>
                        <a:pt x="651" y="948"/>
                      </a:lnTo>
                      <a:lnTo>
                        <a:pt x="149" y="595"/>
                      </a:lnTo>
                      <a:lnTo>
                        <a:pt x="651" y="64"/>
                      </a:lnTo>
                      <a:lnTo>
                        <a:pt x="5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833;p51">
                  <a:extLst>
                    <a:ext uri="{FF2B5EF4-FFF2-40B4-BE49-F238E27FC236}">
                      <a16:creationId xmlns:a16="http://schemas.microsoft.com/office/drawing/2014/main" id="{2DAC96DD-0D1C-6076-7A3A-5919B429EB83}"/>
                    </a:ext>
                  </a:extLst>
                </p:cNvPr>
                <p:cNvSpPr/>
                <p:nvPr/>
              </p:nvSpPr>
              <p:spPr>
                <a:xfrm>
                  <a:off x="4055854" y="1885970"/>
                  <a:ext cx="19356" cy="57654"/>
                </a:xfrm>
                <a:custGeom>
                  <a:avLst/>
                  <a:gdLst/>
                  <a:ahLst/>
                  <a:cxnLst/>
                  <a:rect l="l" t="t" r="r" b="b"/>
                  <a:pathLst>
                    <a:path w="560" h="1668" extrusionOk="0">
                      <a:moveTo>
                        <a:pt x="305" y="0"/>
                      </a:moveTo>
                      <a:cubicBezTo>
                        <a:pt x="264" y="0"/>
                        <a:pt x="226" y="22"/>
                        <a:pt x="205" y="47"/>
                      </a:cubicBezTo>
                      <a:cubicBezTo>
                        <a:pt x="149" y="76"/>
                        <a:pt x="85" y="160"/>
                        <a:pt x="85" y="252"/>
                      </a:cubicBezTo>
                      <a:cubicBezTo>
                        <a:pt x="57" y="309"/>
                        <a:pt x="85" y="401"/>
                        <a:pt x="85" y="458"/>
                      </a:cubicBezTo>
                      <a:cubicBezTo>
                        <a:pt x="120" y="514"/>
                        <a:pt x="120" y="542"/>
                        <a:pt x="120" y="578"/>
                      </a:cubicBezTo>
                      <a:cubicBezTo>
                        <a:pt x="120" y="691"/>
                        <a:pt x="85" y="783"/>
                        <a:pt x="0" y="811"/>
                      </a:cubicBezTo>
                      <a:lnTo>
                        <a:pt x="28" y="896"/>
                      </a:lnTo>
                      <a:lnTo>
                        <a:pt x="57" y="896"/>
                      </a:lnTo>
                      <a:cubicBezTo>
                        <a:pt x="85" y="932"/>
                        <a:pt x="120" y="932"/>
                        <a:pt x="120" y="960"/>
                      </a:cubicBezTo>
                      <a:lnTo>
                        <a:pt x="120" y="1108"/>
                      </a:lnTo>
                      <a:lnTo>
                        <a:pt x="120" y="1137"/>
                      </a:lnTo>
                      <a:cubicBezTo>
                        <a:pt x="85" y="1314"/>
                        <a:pt x="120" y="1427"/>
                        <a:pt x="177" y="1519"/>
                      </a:cubicBezTo>
                      <a:cubicBezTo>
                        <a:pt x="234" y="1604"/>
                        <a:pt x="326" y="1667"/>
                        <a:pt x="439" y="1667"/>
                      </a:cubicBezTo>
                      <a:cubicBezTo>
                        <a:pt x="474" y="1667"/>
                        <a:pt x="531" y="1667"/>
                        <a:pt x="559" y="1639"/>
                      </a:cubicBezTo>
                      <a:lnTo>
                        <a:pt x="531" y="1547"/>
                      </a:lnTo>
                      <a:cubicBezTo>
                        <a:pt x="498" y="1567"/>
                        <a:pt x="459" y="1576"/>
                        <a:pt x="421" y="1576"/>
                      </a:cubicBezTo>
                      <a:cubicBezTo>
                        <a:pt x="352" y="1576"/>
                        <a:pt x="285" y="1545"/>
                        <a:pt x="262" y="1490"/>
                      </a:cubicBezTo>
                      <a:cubicBezTo>
                        <a:pt x="205" y="1398"/>
                        <a:pt x="177" y="1285"/>
                        <a:pt x="205" y="1137"/>
                      </a:cubicBezTo>
                      <a:lnTo>
                        <a:pt x="205" y="932"/>
                      </a:lnTo>
                      <a:cubicBezTo>
                        <a:pt x="177" y="896"/>
                        <a:pt x="149" y="868"/>
                        <a:pt x="120" y="840"/>
                      </a:cubicBezTo>
                      <a:cubicBezTo>
                        <a:pt x="177" y="783"/>
                        <a:pt x="205" y="663"/>
                        <a:pt x="205" y="578"/>
                      </a:cubicBezTo>
                      <a:cubicBezTo>
                        <a:pt x="205" y="542"/>
                        <a:pt x="205" y="486"/>
                        <a:pt x="177" y="458"/>
                      </a:cubicBezTo>
                      <a:cubicBezTo>
                        <a:pt x="177" y="366"/>
                        <a:pt x="149" y="309"/>
                        <a:pt x="177" y="252"/>
                      </a:cubicBezTo>
                      <a:cubicBezTo>
                        <a:pt x="177" y="189"/>
                        <a:pt x="205" y="132"/>
                        <a:pt x="262" y="104"/>
                      </a:cubicBezTo>
                      <a:cubicBezTo>
                        <a:pt x="262" y="90"/>
                        <a:pt x="271" y="83"/>
                        <a:pt x="283" y="83"/>
                      </a:cubicBezTo>
                      <a:cubicBezTo>
                        <a:pt x="296" y="83"/>
                        <a:pt x="311" y="90"/>
                        <a:pt x="326" y="104"/>
                      </a:cubicBezTo>
                      <a:lnTo>
                        <a:pt x="354" y="12"/>
                      </a:lnTo>
                      <a:cubicBezTo>
                        <a:pt x="338" y="4"/>
                        <a:pt x="321" y="0"/>
                        <a:pt x="3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834;p51">
                  <a:extLst>
                    <a:ext uri="{FF2B5EF4-FFF2-40B4-BE49-F238E27FC236}">
                      <a16:creationId xmlns:a16="http://schemas.microsoft.com/office/drawing/2014/main" id="{BE801A49-1125-0F77-5D96-8EECF6FA1884}"/>
                    </a:ext>
                  </a:extLst>
                </p:cNvPr>
                <p:cNvSpPr/>
                <p:nvPr/>
              </p:nvSpPr>
              <p:spPr>
                <a:xfrm>
                  <a:off x="4034319" y="1888563"/>
                  <a:ext cx="9333" cy="51882"/>
                </a:xfrm>
                <a:custGeom>
                  <a:avLst/>
                  <a:gdLst/>
                  <a:ahLst/>
                  <a:cxnLst/>
                  <a:rect l="l" t="t" r="r" b="b"/>
                  <a:pathLst>
                    <a:path w="270" h="1501" extrusionOk="0">
                      <a:moveTo>
                        <a:pt x="213" y="1"/>
                      </a:moveTo>
                      <a:cubicBezTo>
                        <a:pt x="1" y="467"/>
                        <a:pt x="1" y="1033"/>
                        <a:pt x="177" y="1500"/>
                      </a:cubicBezTo>
                      <a:lnTo>
                        <a:pt x="269" y="1472"/>
                      </a:lnTo>
                      <a:cubicBezTo>
                        <a:pt x="93" y="1033"/>
                        <a:pt x="93" y="503"/>
                        <a:pt x="269" y="29"/>
                      </a:cubicBezTo>
                      <a:lnTo>
                        <a:pt x="2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835;p51">
                  <a:extLst>
                    <a:ext uri="{FF2B5EF4-FFF2-40B4-BE49-F238E27FC236}">
                      <a16:creationId xmlns:a16="http://schemas.microsoft.com/office/drawing/2014/main" id="{683E7DB7-BB3C-B4C2-47BA-DCB480593C5E}"/>
                    </a:ext>
                  </a:extLst>
                </p:cNvPr>
                <p:cNvSpPr/>
                <p:nvPr/>
              </p:nvSpPr>
              <p:spPr>
                <a:xfrm>
                  <a:off x="4303311" y="1885970"/>
                  <a:ext cx="19598" cy="57654"/>
                </a:xfrm>
                <a:custGeom>
                  <a:avLst/>
                  <a:gdLst/>
                  <a:ahLst/>
                  <a:cxnLst/>
                  <a:rect l="l" t="t" r="r" b="b"/>
                  <a:pathLst>
                    <a:path w="567" h="1668" extrusionOk="0">
                      <a:moveTo>
                        <a:pt x="256" y="0"/>
                      </a:moveTo>
                      <a:cubicBezTo>
                        <a:pt x="243" y="0"/>
                        <a:pt x="229" y="4"/>
                        <a:pt x="213" y="12"/>
                      </a:cubicBezTo>
                      <a:lnTo>
                        <a:pt x="241" y="104"/>
                      </a:lnTo>
                      <a:cubicBezTo>
                        <a:pt x="255" y="90"/>
                        <a:pt x="262" y="83"/>
                        <a:pt x="269" y="83"/>
                      </a:cubicBezTo>
                      <a:cubicBezTo>
                        <a:pt x="276" y="83"/>
                        <a:pt x="283" y="90"/>
                        <a:pt x="298" y="104"/>
                      </a:cubicBezTo>
                      <a:cubicBezTo>
                        <a:pt x="354" y="132"/>
                        <a:pt x="390" y="189"/>
                        <a:pt x="390" y="252"/>
                      </a:cubicBezTo>
                      <a:lnTo>
                        <a:pt x="390" y="458"/>
                      </a:lnTo>
                      <a:cubicBezTo>
                        <a:pt x="354" y="486"/>
                        <a:pt x="354" y="542"/>
                        <a:pt x="354" y="578"/>
                      </a:cubicBezTo>
                      <a:cubicBezTo>
                        <a:pt x="354" y="663"/>
                        <a:pt x="390" y="783"/>
                        <a:pt x="446" y="840"/>
                      </a:cubicBezTo>
                      <a:cubicBezTo>
                        <a:pt x="390" y="868"/>
                        <a:pt x="390" y="896"/>
                        <a:pt x="354" y="932"/>
                      </a:cubicBezTo>
                      <a:cubicBezTo>
                        <a:pt x="326" y="988"/>
                        <a:pt x="354" y="1073"/>
                        <a:pt x="354" y="1137"/>
                      </a:cubicBezTo>
                      <a:cubicBezTo>
                        <a:pt x="390" y="1285"/>
                        <a:pt x="354" y="1398"/>
                        <a:pt x="298" y="1490"/>
                      </a:cubicBezTo>
                      <a:cubicBezTo>
                        <a:pt x="261" y="1545"/>
                        <a:pt x="198" y="1576"/>
                        <a:pt x="135" y="1576"/>
                      </a:cubicBezTo>
                      <a:cubicBezTo>
                        <a:pt x="100" y="1576"/>
                        <a:pt x="66" y="1567"/>
                        <a:pt x="36" y="1547"/>
                      </a:cubicBezTo>
                      <a:lnTo>
                        <a:pt x="0" y="1639"/>
                      </a:lnTo>
                      <a:cubicBezTo>
                        <a:pt x="36" y="1667"/>
                        <a:pt x="92" y="1667"/>
                        <a:pt x="121" y="1667"/>
                      </a:cubicBezTo>
                      <a:cubicBezTo>
                        <a:pt x="213" y="1667"/>
                        <a:pt x="326" y="1604"/>
                        <a:pt x="390" y="1519"/>
                      </a:cubicBezTo>
                      <a:cubicBezTo>
                        <a:pt x="446" y="1427"/>
                        <a:pt x="474" y="1314"/>
                        <a:pt x="446" y="1137"/>
                      </a:cubicBezTo>
                      <a:lnTo>
                        <a:pt x="446" y="1108"/>
                      </a:lnTo>
                      <a:lnTo>
                        <a:pt x="446" y="960"/>
                      </a:lnTo>
                      <a:cubicBezTo>
                        <a:pt x="446" y="932"/>
                        <a:pt x="474" y="932"/>
                        <a:pt x="503" y="896"/>
                      </a:cubicBezTo>
                      <a:lnTo>
                        <a:pt x="531" y="896"/>
                      </a:lnTo>
                      <a:lnTo>
                        <a:pt x="566" y="811"/>
                      </a:lnTo>
                      <a:lnTo>
                        <a:pt x="531" y="811"/>
                      </a:lnTo>
                      <a:cubicBezTo>
                        <a:pt x="474" y="783"/>
                        <a:pt x="446" y="691"/>
                        <a:pt x="446" y="578"/>
                      </a:cubicBezTo>
                      <a:cubicBezTo>
                        <a:pt x="446" y="542"/>
                        <a:pt x="446" y="514"/>
                        <a:pt x="474" y="458"/>
                      </a:cubicBezTo>
                      <a:lnTo>
                        <a:pt x="474" y="252"/>
                      </a:lnTo>
                      <a:cubicBezTo>
                        <a:pt x="474" y="160"/>
                        <a:pt x="418" y="76"/>
                        <a:pt x="354" y="47"/>
                      </a:cubicBezTo>
                      <a:cubicBezTo>
                        <a:pt x="314" y="22"/>
                        <a:pt x="288" y="0"/>
                        <a:pt x="2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836;p51">
                  <a:extLst>
                    <a:ext uri="{FF2B5EF4-FFF2-40B4-BE49-F238E27FC236}">
                      <a16:creationId xmlns:a16="http://schemas.microsoft.com/office/drawing/2014/main" id="{F9BA19DD-6209-12E6-12FB-7A200D1099C5}"/>
                    </a:ext>
                  </a:extLst>
                </p:cNvPr>
                <p:cNvSpPr/>
                <p:nvPr/>
              </p:nvSpPr>
              <p:spPr>
                <a:xfrm>
                  <a:off x="4167847" y="1898587"/>
                  <a:ext cx="21534" cy="31834"/>
                </a:xfrm>
                <a:custGeom>
                  <a:avLst/>
                  <a:gdLst/>
                  <a:ahLst/>
                  <a:cxnLst/>
                  <a:rect l="l" t="t" r="r" b="b"/>
                  <a:pathLst>
                    <a:path w="623" h="921" extrusionOk="0">
                      <a:moveTo>
                        <a:pt x="531" y="93"/>
                      </a:moveTo>
                      <a:lnTo>
                        <a:pt x="531" y="828"/>
                      </a:lnTo>
                      <a:lnTo>
                        <a:pt x="92" y="828"/>
                      </a:lnTo>
                      <a:lnTo>
                        <a:pt x="92" y="93"/>
                      </a:lnTo>
                      <a:close/>
                      <a:moveTo>
                        <a:pt x="0" y="1"/>
                      </a:moveTo>
                      <a:lnTo>
                        <a:pt x="0" y="920"/>
                      </a:lnTo>
                      <a:lnTo>
                        <a:pt x="623" y="920"/>
                      </a:lnTo>
                      <a:lnTo>
                        <a:pt x="6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837;p51">
                  <a:extLst>
                    <a:ext uri="{FF2B5EF4-FFF2-40B4-BE49-F238E27FC236}">
                      <a16:creationId xmlns:a16="http://schemas.microsoft.com/office/drawing/2014/main" id="{80CFAC44-6E83-BBEB-8B01-B784A997824E}"/>
                    </a:ext>
                  </a:extLst>
                </p:cNvPr>
                <p:cNvSpPr/>
                <p:nvPr/>
              </p:nvSpPr>
              <p:spPr>
                <a:xfrm>
                  <a:off x="4128235" y="1898587"/>
                  <a:ext cx="29622" cy="31834"/>
                </a:xfrm>
                <a:custGeom>
                  <a:avLst/>
                  <a:gdLst/>
                  <a:ahLst/>
                  <a:cxnLst/>
                  <a:rect l="l" t="t" r="r" b="b"/>
                  <a:pathLst>
                    <a:path w="857" h="921" extrusionOk="0">
                      <a:moveTo>
                        <a:pt x="764" y="93"/>
                      </a:moveTo>
                      <a:lnTo>
                        <a:pt x="764" y="828"/>
                      </a:lnTo>
                      <a:lnTo>
                        <a:pt x="85" y="828"/>
                      </a:lnTo>
                      <a:lnTo>
                        <a:pt x="85" y="93"/>
                      </a:lnTo>
                      <a:close/>
                      <a:moveTo>
                        <a:pt x="0" y="1"/>
                      </a:moveTo>
                      <a:lnTo>
                        <a:pt x="0" y="920"/>
                      </a:lnTo>
                      <a:lnTo>
                        <a:pt x="856" y="920"/>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838;p51">
                  <a:extLst>
                    <a:ext uri="{FF2B5EF4-FFF2-40B4-BE49-F238E27FC236}">
                      <a16:creationId xmlns:a16="http://schemas.microsoft.com/office/drawing/2014/main" id="{B94C6308-B320-76AB-51A9-DBA9470CF852}"/>
                    </a:ext>
                  </a:extLst>
                </p:cNvPr>
                <p:cNvSpPr/>
                <p:nvPr/>
              </p:nvSpPr>
              <p:spPr>
                <a:xfrm>
                  <a:off x="4086410" y="1898587"/>
                  <a:ext cx="32560" cy="31834"/>
                </a:xfrm>
                <a:custGeom>
                  <a:avLst/>
                  <a:gdLst/>
                  <a:ahLst/>
                  <a:cxnLst/>
                  <a:rect l="l" t="t" r="r" b="b"/>
                  <a:pathLst>
                    <a:path w="942" h="921" extrusionOk="0">
                      <a:moveTo>
                        <a:pt x="856" y="93"/>
                      </a:moveTo>
                      <a:lnTo>
                        <a:pt x="856" y="828"/>
                      </a:lnTo>
                      <a:lnTo>
                        <a:pt x="85" y="828"/>
                      </a:lnTo>
                      <a:lnTo>
                        <a:pt x="85" y="93"/>
                      </a:lnTo>
                      <a:close/>
                      <a:moveTo>
                        <a:pt x="0" y="1"/>
                      </a:moveTo>
                      <a:lnTo>
                        <a:pt x="0" y="920"/>
                      </a:lnTo>
                      <a:lnTo>
                        <a:pt x="941" y="920"/>
                      </a:lnTo>
                      <a:lnTo>
                        <a:pt x="94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839;p51">
                  <a:extLst>
                    <a:ext uri="{FF2B5EF4-FFF2-40B4-BE49-F238E27FC236}">
                      <a16:creationId xmlns:a16="http://schemas.microsoft.com/office/drawing/2014/main" id="{6A28894D-C6E0-63A6-8E64-BE6DFB1A68A2}"/>
                    </a:ext>
                  </a:extLst>
                </p:cNvPr>
                <p:cNvSpPr/>
                <p:nvPr/>
              </p:nvSpPr>
              <p:spPr>
                <a:xfrm>
                  <a:off x="4223844" y="1897619"/>
                  <a:ext cx="22536" cy="34738"/>
                </a:xfrm>
                <a:custGeom>
                  <a:avLst/>
                  <a:gdLst/>
                  <a:ahLst/>
                  <a:cxnLst/>
                  <a:rect l="l" t="t" r="r" b="b"/>
                  <a:pathLst>
                    <a:path w="652" h="1005" extrusionOk="0">
                      <a:moveTo>
                        <a:pt x="326" y="92"/>
                      </a:moveTo>
                      <a:cubicBezTo>
                        <a:pt x="446" y="92"/>
                        <a:pt x="566" y="269"/>
                        <a:pt x="566" y="503"/>
                      </a:cubicBezTo>
                      <a:cubicBezTo>
                        <a:pt x="566" y="708"/>
                        <a:pt x="446" y="913"/>
                        <a:pt x="326" y="913"/>
                      </a:cubicBezTo>
                      <a:cubicBezTo>
                        <a:pt x="177" y="913"/>
                        <a:pt x="92" y="708"/>
                        <a:pt x="92" y="503"/>
                      </a:cubicBezTo>
                      <a:cubicBezTo>
                        <a:pt x="92" y="269"/>
                        <a:pt x="177" y="92"/>
                        <a:pt x="326" y="92"/>
                      </a:cubicBezTo>
                      <a:close/>
                      <a:moveTo>
                        <a:pt x="326" y="0"/>
                      </a:moveTo>
                      <a:cubicBezTo>
                        <a:pt x="149" y="0"/>
                        <a:pt x="0" y="205"/>
                        <a:pt x="0" y="503"/>
                      </a:cubicBezTo>
                      <a:cubicBezTo>
                        <a:pt x="0" y="771"/>
                        <a:pt x="149" y="1005"/>
                        <a:pt x="326" y="1005"/>
                      </a:cubicBezTo>
                      <a:cubicBezTo>
                        <a:pt x="503" y="1005"/>
                        <a:pt x="651" y="771"/>
                        <a:pt x="651" y="503"/>
                      </a:cubicBezTo>
                      <a:cubicBezTo>
                        <a:pt x="651" y="205"/>
                        <a:pt x="503" y="0"/>
                        <a:pt x="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840;p51">
                  <a:extLst>
                    <a:ext uri="{FF2B5EF4-FFF2-40B4-BE49-F238E27FC236}">
                      <a16:creationId xmlns:a16="http://schemas.microsoft.com/office/drawing/2014/main" id="{677C78E1-5A0E-87C1-091E-97EC7339EA10}"/>
                    </a:ext>
                  </a:extLst>
                </p:cNvPr>
                <p:cNvSpPr/>
                <p:nvPr/>
              </p:nvSpPr>
              <p:spPr>
                <a:xfrm>
                  <a:off x="4200616" y="1899831"/>
                  <a:ext cx="2973" cy="30590"/>
                </a:xfrm>
                <a:custGeom>
                  <a:avLst/>
                  <a:gdLst/>
                  <a:ahLst/>
                  <a:cxnLst/>
                  <a:rect l="l" t="t" r="r" b="b"/>
                  <a:pathLst>
                    <a:path w="86" h="885" extrusionOk="0">
                      <a:moveTo>
                        <a:pt x="0" y="0"/>
                      </a:moveTo>
                      <a:lnTo>
                        <a:pt x="0" y="884"/>
                      </a:lnTo>
                      <a:lnTo>
                        <a:pt x="85" y="884"/>
                      </a:lnTo>
                      <a:lnTo>
                        <a:pt x="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841;p51">
                <a:extLst>
                  <a:ext uri="{FF2B5EF4-FFF2-40B4-BE49-F238E27FC236}">
                    <a16:creationId xmlns:a16="http://schemas.microsoft.com/office/drawing/2014/main" id="{335E10A0-5BAF-D871-7ADB-8C77592DB628}"/>
                  </a:ext>
                </a:extLst>
              </p:cNvPr>
              <p:cNvGrpSpPr/>
              <p:nvPr/>
            </p:nvGrpSpPr>
            <p:grpSpPr>
              <a:xfrm>
                <a:off x="-2025807" y="2235105"/>
                <a:ext cx="1184014" cy="258193"/>
                <a:chOff x="3734768" y="858742"/>
                <a:chExt cx="1184014" cy="258193"/>
              </a:xfrm>
            </p:grpSpPr>
            <p:grpSp>
              <p:nvGrpSpPr>
                <p:cNvPr id="30" name="Google Shape;1842;p51">
                  <a:extLst>
                    <a:ext uri="{FF2B5EF4-FFF2-40B4-BE49-F238E27FC236}">
                      <a16:creationId xmlns:a16="http://schemas.microsoft.com/office/drawing/2014/main" id="{3E2C39AB-BF2E-EFBC-646D-E0D76B8A0A69}"/>
                    </a:ext>
                  </a:extLst>
                </p:cNvPr>
                <p:cNvGrpSpPr/>
                <p:nvPr/>
              </p:nvGrpSpPr>
              <p:grpSpPr>
                <a:xfrm>
                  <a:off x="3734768" y="858742"/>
                  <a:ext cx="1184014" cy="258193"/>
                  <a:chOff x="4002795" y="1877329"/>
                  <a:chExt cx="345546" cy="75352"/>
                </a:xfrm>
              </p:grpSpPr>
              <p:sp>
                <p:nvSpPr>
                  <p:cNvPr id="40" name="Google Shape;1843;p51">
                    <a:extLst>
                      <a:ext uri="{FF2B5EF4-FFF2-40B4-BE49-F238E27FC236}">
                        <a16:creationId xmlns:a16="http://schemas.microsoft.com/office/drawing/2014/main" id="{3F7EC055-4765-E320-46B9-C7CD77DD0C5B}"/>
                      </a:ext>
                    </a:extLst>
                  </p:cNvPr>
                  <p:cNvSpPr/>
                  <p:nvPr/>
                </p:nvSpPr>
                <p:spPr>
                  <a:xfrm>
                    <a:off x="4002795" y="1877329"/>
                    <a:ext cx="345546" cy="75352"/>
                  </a:xfrm>
                  <a:custGeom>
                    <a:avLst/>
                    <a:gdLst/>
                    <a:ahLst/>
                    <a:cxnLst/>
                    <a:rect l="l" t="t" r="r" b="b"/>
                    <a:pathLst>
                      <a:path w="9997" h="2180" extrusionOk="0">
                        <a:moveTo>
                          <a:pt x="0" y="0"/>
                        </a:moveTo>
                        <a:lnTo>
                          <a:pt x="0" y="2179"/>
                        </a:lnTo>
                        <a:lnTo>
                          <a:pt x="9996" y="2179"/>
                        </a:lnTo>
                        <a:lnTo>
                          <a:pt x="99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844;p51">
                    <a:extLst>
                      <a:ext uri="{FF2B5EF4-FFF2-40B4-BE49-F238E27FC236}">
                        <a16:creationId xmlns:a16="http://schemas.microsoft.com/office/drawing/2014/main" id="{A77678DA-E37E-573E-E4AB-585F7672DDD9}"/>
                      </a:ext>
                    </a:extLst>
                  </p:cNvPr>
                  <p:cNvSpPr/>
                  <p:nvPr/>
                </p:nvSpPr>
                <p:spPr>
                  <a:xfrm>
                    <a:off x="4270785" y="1897619"/>
                    <a:ext cx="21569" cy="34738"/>
                  </a:xfrm>
                  <a:custGeom>
                    <a:avLst/>
                    <a:gdLst/>
                    <a:ahLst/>
                    <a:cxnLst/>
                    <a:rect l="l" t="t" r="r" b="b"/>
                    <a:pathLst>
                      <a:path w="624" h="1005" extrusionOk="0">
                        <a:moveTo>
                          <a:pt x="559" y="0"/>
                        </a:moveTo>
                        <a:lnTo>
                          <a:pt x="1" y="595"/>
                        </a:lnTo>
                        <a:lnTo>
                          <a:pt x="559" y="1005"/>
                        </a:lnTo>
                        <a:lnTo>
                          <a:pt x="623" y="948"/>
                        </a:lnTo>
                        <a:lnTo>
                          <a:pt x="121" y="595"/>
                        </a:lnTo>
                        <a:lnTo>
                          <a:pt x="623" y="64"/>
                        </a:lnTo>
                        <a:lnTo>
                          <a:pt x="5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845;p51">
                    <a:extLst>
                      <a:ext uri="{FF2B5EF4-FFF2-40B4-BE49-F238E27FC236}">
                        <a16:creationId xmlns:a16="http://schemas.microsoft.com/office/drawing/2014/main" id="{37D08D67-9ED4-37BB-67BF-E42D81BCE6D7}"/>
                      </a:ext>
                    </a:extLst>
                  </p:cNvPr>
                  <p:cNvSpPr/>
                  <p:nvPr/>
                </p:nvSpPr>
                <p:spPr>
                  <a:xfrm>
                    <a:off x="4254401" y="1897619"/>
                    <a:ext cx="22536" cy="34738"/>
                  </a:xfrm>
                  <a:custGeom>
                    <a:avLst/>
                    <a:gdLst/>
                    <a:ahLst/>
                    <a:cxnLst/>
                    <a:rect l="l" t="t" r="r" b="b"/>
                    <a:pathLst>
                      <a:path w="652" h="1005" extrusionOk="0">
                        <a:moveTo>
                          <a:pt x="595" y="0"/>
                        </a:moveTo>
                        <a:lnTo>
                          <a:pt x="1" y="595"/>
                        </a:lnTo>
                        <a:lnTo>
                          <a:pt x="595" y="1005"/>
                        </a:lnTo>
                        <a:lnTo>
                          <a:pt x="651" y="948"/>
                        </a:lnTo>
                        <a:lnTo>
                          <a:pt x="149" y="595"/>
                        </a:lnTo>
                        <a:lnTo>
                          <a:pt x="651" y="64"/>
                        </a:lnTo>
                        <a:lnTo>
                          <a:pt x="5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846;p51">
                    <a:extLst>
                      <a:ext uri="{FF2B5EF4-FFF2-40B4-BE49-F238E27FC236}">
                        <a16:creationId xmlns:a16="http://schemas.microsoft.com/office/drawing/2014/main" id="{2476661B-1817-2BB7-56B9-F6708C220E90}"/>
                      </a:ext>
                    </a:extLst>
                  </p:cNvPr>
                  <p:cNvSpPr/>
                  <p:nvPr/>
                </p:nvSpPr>
                <p:spPr>
                  <a:xfrm>
                    <a:off x="4055854" y="1885970"/>
                    <a:ext cx="19356" cy="57654"/>
                  </a:xfrm>
                  <a:custGeom>
                    <a:avLst/>
                    <a:gdLst/>
                    <a:ahLst/>
                    <a:cxnLst/>
                    <a:rect l="l" t="t" r="r" b="b"/>
                    <a:pathLst>
                      <a:path w="560" h="1668" extrusionOk="0">
                        <a:moveTo>
                          <a:pt x="305" y="0"/>
                        </a:moveTo>
                        <a:cubicBezTo>
                          <a:pt x="264" y="0"/>
                          <a:pt x="226" y="22"/>
                          <a:pt x="205" y="47"/>
                        </a:cubicBezTo>
                        <a:cubicBezTo>
                          <a:pt x="149" y="76"/>
                          <a:pt x="85" y="160"/>
                          <a:pt x="85" y="252"/>
                        </a:cubicBezTo>
                        <a:cubicBezTo>
                          <a:pt x="57" y="309"/>
                          <a:pt x="85" y="401"/>
                          <a:pt x="85" y="458"/>
                        </a:cubicBezTo>
                        <a:cubicBezTo>
                          <a:pt x="120" y="514"/>
                          <a:pt x="120" y="542"/>
                          <a:pt x="120" y="578"/>
                        </a:cubicBezTo>
                        <a:cubicBezTo>
                          <a:pt x="120" y="691"/>
                          <a:pt x="85" y="783"/>
                          <a:pt x="0" y="811"/>
                        </a:cubicBezTo>
                        <a:lnTo>
                          <a:pt x="28" y="896"/>
                        </a:lnTo>
                        <a:lnTo>
                          <a:pt x="57" y="896"/>
                        </a:lnTo>
                        <a:cubicBezTo>
                          <a:pt x="85" y="932"/>
                          <a:pt x="120" y="932"/>
                          <a:pt x="120" y="960"/>
                        </a:cubicBezTo>
                        <a:lnTo>
                          <a:pt x="120" y="1108"/>
                        </a:lnTo>
                        <a:lnTo>
                          <a:pt x="120" y="1137"/>
                        </a:lnTo>
                        <a:cubicBezTo>
                          <a:pt x="85" y="1314"/>
                          <a:pt x="120" y="1427"/>
                          <a:pt x="177" y="1519"/>
                        </a:cubicBezTo>
                        <a:cubicBezTo>
                          <a:pt x="234" y="1604"/>
                          <a:pt x="326" y="1667"/>
                          <a:pt x="439" y="1667"/>
                        </a:cubicBezTo>
                        <a:cubicBezTo>
                          <a:pt x="474" y="1667"/>
                          <a:pt x="531" y="1667"/>
                          <a:pt x="559" y="1639"/>
                        </a:cubicBezTo>
                        <a:lnTo>
                          <a:pt x="531" y="1547"/>
                        </a:lnTo>
                        <a:cubicBezTo>
                          <a:pt x="498" y="1567"/>
                          <a:pt x="459" y="1576"/>
                          <a:pt x="421" y="1576"/>
                        </a:cubicBezTo>
                        <a:cubicBezTo>
                          <a:pt x="352" y="1576"/>
                          <a:pt x="285" y="1545"/>
                          <a:pt x="262" y="1490"/>
                        </a:cubicBezTo>
                        <a:cubicBezTo>
                          <a:pt x="205" y="1398"/>
                          <a:pt x="177" y="1285"/>
                          <a:pt x="205" y="1137"/>
                        </a:cubicBezTo>
                        <a:lnTo>
                          <a:pt x="205" y="932"/>
                        </a:lnTo>
                        <a:cubicBezTo>
                          <a:pt x="177" y="896"/>
                          <a:pt x="149" y="868"/>
                          <a:pt x="120" y="840"/>
                        </a:cubicBezTo>
                        <a:cubicBezTo>
                          <a:pt x="177" y="783"/>
                          <a:pt x="205" y="663"/>
                          <a:pt x="205" y="578"/>
                        </a:cubicBezTo>
                        <a:cubicBezTo>
                          <a:pt x="205" y="542"/>
                          <a:pt x="205" y="486"/>
                          <a:pt x="177" y="458"/>
                        </a:cubicBezTo>
                        <a:cubicBezTo>
                          <a:pt x="177" y="366"/>
                          <a:pt x="149" y="309"/>
                          <a:pt x="177" y="252"/>
                        </a:cubicBezTo>
                        <a:cubicBezTo>
                          <a:pt x="177" y="189"/>
                          <a:pt x="205" y="132"/>
                          <a:pt x="262" y="104"/>
                        </a:cubicBezTo>
                        <a:cubicBezTo>
                          <a:pt x="262" y="90"/>
                          <a:pt x="271" y="83"/>
                          <a:pt x="283" y="83"/>
                        </a:cubicBezTo>
                        <a:cubicBezTo>
                          <a:pt x="296" y="83"/>
                          <a:pt x="311" y="90"/>
                          <a:pt x="326" y="104"/>
                        </a:cubicBezTo>
                        <a:lnTo>
                          <a:pt x="354" y="12"/>
                        </a:lnTo>
                        <a:cubicBezTo>
                          <a:pt x="338" y="4"/>
                          <a:pt x="321" y="0"/>
                          <a:pt x="3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847;p51">
                    <a:extLst>
                      <a:ext uri="{FF2B5EF4-FFF2-40B4-BE49-F238E27FC236}">
                        <a16:creationId xmlns:a16="http://schemas.microsoft.com/office/drawing/2014/main" id="{711B4C2C-10E2-3447-6DDA-6B6B969FAAB5}"/>
                      </a:ext>
                    </a:extLst>
                  </p:cNvPr>
                  <p:cNvSpPr/>
                  <p:nvPr/>
                </p:nvSpPr>
                <p:spPr>
                  <a:xfrm>
                    <a:off x="4034319" y="1888563"/>
                    <a:ext cx="9333" cy="51882"/>
                  </a:xfrm>
                  <a:custGeom>
                    <a:avLst/>
                    <a:gdLst/>
                    <a:ahLst/>
                    <a:cxnLst/>
                    <a:rect l="l" t="t" r="r" b="b"/>
                    <a:pathLst>
                      <a:path w="270" h="1501" extrusionOk="0">
                        <a:moveTo>
                          <a:pt x="213" y="1"/>
                        </a:moveTo>
                        <a:cubicBezTo>
                          <a:pt x="1" y="467"/>
                          <a:pt x="1" y="1033"/>
                          <a:pt x="177" y="1500"/>
                        </a:cubicBezTo>
                        <a:lnTo>
                          <a:pt x="269" y="1472"/>
                        </a:lnTo>
                        <a:cubicBezTo>
                          <a:pt x="93" y="1033"/>
                          <a:pt x="93" y="503"/>
                          <a:pt x="269" y="29"/>
                        </a:cubicBezTo>
                        <a:lnTo>
                          <a:pt x="2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848;p51">
                    <a:extLst>
                      <a:ext uri="{FF2B5EF4-FFF2-40B4-BE49-F238E27FC236}">
                        <a16:creationId xmlns:a16="http://schemas.microsoft.com/office/drawing/2014/main" id="{44034650-9FE7-8230-BC1E-A0E612D49751}"/>
                      </a:ext>
                    </a:extLst>
                  </p:cNvPr>
                  <p:cNvSpPr/>
                  <p:nvPr/>
                </p:nvSpPr>
                <p:spPr>
                  <a:xfrm>
                    <a:off x="4303311" y="1885970"/>
                    <a:ext cx="19598" cy="57654"/>
                  </a:xfrm>
                  <a:custGeom>
                    <a:avLst/>
                    <a:gdLst/>
                    <a:ahLst/>
                    <a:cxnLst/>
                    <a:rect l="l" t="t" r="r" b="b"/>
                    <a:pathLst>
                      <a:path w="567" h="1668" extrusionOk="0">
                        <a:moveTo>
                          <a:pt x="256" y="0"/>
                        </a:moveTo>
                        <a:cubicBezTo>
                          <a:pt x="243" y="0"/>
                          <a:pt x="229" y="4"/>
                          <a:pt x="213" y="12"/>
                        </a:cubicBezTo>
                        <a:lnTo>
                          <a:pt x="241" y="104"/>
                        </a:lnTo>
                        <a:cubicBezTo>
                          <a:pt x="255" y="90"/>
                          <a:pt x="262" y="83"/>
                          <a:pt x="269" y="83"/>
                        </a:cubicBezTo>
                        <a:cubicBezTo>
                          <a:pt x="276" y="83"/>
                          <a:pt x="283" y="90"/>
                          <a:pt x="298" y="104"/>
                        </a:cubicBezTo>
                        <a:cubicBezTo>
                          <a:pt x="354" y="132"/>
                          <a:pt x="390" y="189"/>
                          <a:pt x="390" y="252"/>
                        </a:cubicBezTo>
                        <a:lnTo>
                          <a:pt x="390" y="458"/>
                        </a:lnTo>
                        <a:cubicBezTo>
                          <a:pt x="354" y="486"/>
                          <a:pt x="354" y="542"/>
                          <a:pt x="354" y="578"/>
                        </a:cubicBezTo>
                        <a:cubicBezTo>
                          <a:pt x="354" y="663"/>
                          <a:pt x="390" y="783"/>
                          <a:pt x="446" y="840"/>
                        </a:cubicBezTo>
                        <a:cubicBezTo>
                          <a:pt x="390" y="868"/>
                          <a:pt x="390" y="896"/>
                          <a:pt x="354" y="932"/>
                        </a:cubicBezTo>
                        <a:cubicBezTo>
                          <a:pt x="326" y="988"/>
                          <a:pt x="354" y="1073"/>
                          <a:pt x="354" y="1137"/>
                        </a:cubicBezTo>
                        <a:cubicBezTo>
                          <a:pt x="390" y="1285"/>
                          <a:pt x="354" y="1398"/>
                          <a:pt x="298" y="1490"/>
                        </a:cubicBezTo>
                        <a:cubicBezTo>
                          <a:pt x="261" y="1545"/>
                          <a:pt x="198" y="1576"/>
                          <a:pt x="135" y="1576"/>
                        </a:cubicBezTo>
                        <a:cubicBezTo>
                          <a:pt x="100" y="1576"/>
                          <a:pt x="66" y="1567"/>
                          <a:pt x="36" y="1547"/>
                        </a:cubicBezTo>
                        <a:lnTo>
                          <a:pt x="0" y="1639"/>
                        </a:lnTo>
                        <a:cubicBezTo>
                          <a:pt x="36" y="1667"/>
                          <a:pt x="92" y="1667"/>
                          <a:pt x="121" y="1667"/>
                        </a:cubicBezTo>
                        <a:cubicBezTo>
                          <a:pt x="213" y="1667"/>
                          <a:pt x="326" y="1604"/>
                          <a:pt x="390" y="1519"/>
                        </a:cubicBezTo>
                        <a:cubicBezTo>
                          <a:pt x="446" y="1427"/>
                          <a:pt x="474" y="1314"/>
                          <a:pt x="446" y="1137"/>
                        </a:cubicBezTo>
                        <a:lnTo>
                          <a:pt x="446" y="1108"/>
                        </a:lnTo>
                        <a:lnTo>
                          <a:pt x="446" y="960"/>
                        </a:lnTo>
                        <a:cubicBezTo>
                          <a:pt x="446" y="932"/>
                          <a:pt x="474" y="932"/>
                          <a:pt x="503" y="896"/>
                        </a:cubicBezTo>
                        <a:lnTo>
                          <a:pt x="531" y="896"/>
                        </a:lnTo>
                        <a:lnTo>
                          <a:pt x="566" y="811"/>
                        </a:lnTo>
                        <a:lnTo>
                          <a:pt x="531" y="811"/>
                        </a:lnTo>
                        <a:cubicBezTo>
                          <a:pt x="474" y="783"/>
                          <a:pt x="446" y="691"/>
                          <a:pt x="446" y="578"/>
                        </a:cubicBezTo>
                        <a:cubicBezTo>
                          <a:pt x="446" y="542"/>
                          <a:pt x="446" y="514"/>
                          <a:pt x="474" y="458"/>
                        </a:cubicBezTo>
                        <a:lnTo>
                          <a:pt x="474" y="252"/>
                        </a:lnTo>
                        <a:cubicBezTo>
                          <a:pt x="474" y="160"/>
                          <a:pt x="418" y="76"/>
                          <a:pt x="354" y="47"/>
                        </a:cubicBezTo>
                        <a:cubicBezTo>
                          <a:pt x="314" y="22"/>
                          <a:pt x="288" y="0"/>
                          <a:pt x="2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 name="Google Shape;1849;p51">
                  <a:extLst>
                    <a:ext uri="{FF2B5EF4-FFF2-40B4-BE49-F238E27FC236}">
                      <a16:creationId xmlns:a16="http://schemas.microsoft.com/office/drawing/2014/main" id="{D080E44C-F111-4718-D3F2-F6D75D4FC6AD}"/>
                    </a:ext>
                  </a:extLst>
                </p:cNvPr>
                <p:cNvGrpSpPr/>
                <p:nvPr/>
              </p:nvGrpSpPr>
              <p:grpSpPr>
                <a:xfrm>
                  <a:off x="3990034" y="875479"/>
                  <a:ext cx="568881" cy="224795"/>
                  <a:chOff x="300879" y="4170864"/>
                  <a:chExt cx="505357" cy="199693"/>
                </a:xfrm>
              </p:grpSpPr>
              <p:sp>
                <p:nvSpPr>
                  <p:cNvPr id="32" name="Google Shape;1850;p51">
                    <a:extLst>
                      <a:ext uri="{FF2B5EF4-FFF2-40B4-BE49-F238E27FC236}">
                        <a16:creationId xmlns:a16="http://schemas.microsoft.com/office/drawing/2014/main" id="{A7787622-A12E-07CB-59D0-A4EDEB2FF289}"/>
                      </a:ext>
                    </a:extLst>
                  </p:cNvPr>
                  <p:cNvSpPr/>
                  <p:nvPr/>
                </p:nvSpPr>
                <p:spPr>
                  <a:xfrm>
                    <a:off x="518149" y="4197063"/>
                    <a:ext cx="71544" cy="111736"/>
                  </a:xfrm>
                  <a:custGeom>
                    <a:avLst/>
                    <a:gdLst/>
                    <a:ahLst/>
                    <a:cxnLst/>
                    <a:rect l="l" t="t" r="r" b="b"/>
                    <a:pathLst>
                      <a:path w="680" h="1062" extrusionOk="0">
                        <a:moveTo>
                          <a:pt x="57" y="0"/>
                        </a:moveTo>
                        <a:lnTo>
                          <a:pt x="1" y="57"/>
                        </a:lnTo>
                        <a:lnTo>
                          <a:pt x="531" y="616"/>
                        </a:lnTo>
                        <a:lnTo>
                          <a:pt x="1" y="1005"/>
                        </a:lnTo>
                        <a:lnTo>
                          <a:pt x="57" y="1061"/>
                        </a:lnTo>
                        <a:lnTo>
                          <a:pt x="680" y="651"/>
                        </a:lnTo>
                        <a:lnTo>
                          <a:pt x="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851;p51">
                    <a:extLst>
                      <a:ext uri="{FF2B5EF4-FFF2-40B4-BE49-F238E27FC236}">
                        <a16:creationId xmlns:a16="http://schemas.microsoft.com/office/drawing/2014/main" id="{729E7D50-3CCD-0116-CFC7-95A9CB74B5AD}"/>
                      </a:ext>
                    </a:extLst>
                  </p:cNvPr>
                  <p:cNvSpPr/>
                  <p:nvPr/>
                </p:nvSpPr>
                <p:spPr>
                  <a:xfrm>
                    <a:off x="568021" y="4197063"/>
                    <a:ext cx="71544" cy="111736"/>
                  </a:xfrm>
                  <a:custGeom>
                    <a:avLst/>
                    <a:gdLst/>
                    <a:ahLst/>
                    <a:cxnLst/>
                    <a:rect l="l" t="t" r="r" b="b"/>
                    <a:pathLst>
                      <a:path w="680" h="1062" extrusionOk="0">
                        <a:moveTo>
                          <a:pt x="57" y="0"/>
                        </a:moveTo>
                        <a:lnTo>
                          <a:pt x="1" y="57"/>
                        </a:lnTo>
                        <a:lnTo>
                          <a:pt x="531" y="616"/>
                        </a:lnTo>
                        <a:lnTo>
                          <a:pt x="1" y="1005"/>
                        </a:lnTo>
                        <a:lnTo>
                          <a:pt x="57" y="1061"/>
                        </a:lnTo>
                        <a:lnTo>
                          <a:pt x="680" y="651"/>
                        </a:lnTo>
                        <a:lnTo>
                          <a:pt x="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852;p51">
                    <a:extLst>
                      <a:ext uri="{FF2B5EF4-FFF2-40B4-BE49-F238E27FC236}">
                        <a16:creationId xmlns:a16="http://schemas.microsoft.com/office/drawing/2014/main" id="{453296AC-2189-8EF6-13D3-16C64B9AEF37}"/>
                      </a:ext>
                    </a:extLst>
                  </p:cNvPr>
                  <p:cNvSpPr/>
                  <p:nvPr/>
                </p:nvSpPr>
                <p:spPr>
                  <a:xfrm>
                    <a:off x="623794" y="4170864"/>
                    <a:ext cx="64811" cy="187804"/>
                  </a:xfrm>
                  <a:custGeom>
                    <a:avLst/>
                    <a:gdLst/>
                    <a:ahLst/>
                    <a:cxnLst/>
                    <a:rect l="l" t="t" r="r" b="b"/>
                    <a:pathLst>
                      <a:path w="616" h="1785" extrusionOk="0">
                        <a:moveTo>
                          <a:pt x="286" y="1"/>
                        </a:moveTo>
                        <a:cubicBezTo>
                          <a:pt x="268" y="1"/>
                          <a:pt x="251" y="5"/>
                          <a:pt x="234" y="16"/>
                        </a:cubicBezTo>
                        <a:lnTo>
                          <a:pt x="262" y="101"/>
                        </a:lnTo>
                        <a:lnTo>
                          <a:pt x="354" y="101"/>
                        </a:lnTo>
                        <a:cubicBezTo>
                          <a:pt x="383" y="157"/>
                          <a:pt x="411" y="221"/>
                          <a:pt x="439" y="278"/>
                        </a:cubicBezTo>
                        <a:cubicBezTo>
                          <a:pt x="439" y="334"/>
                          <a:pt x="411" y="398"/>
                          <a:pt x="411" y="483"/>
                        </a:cubicBezTo>
                        <a:cubicBezTo>
                          <a:pt x="411" y="511"/>
                          <a:pt x="383" y="575"/>
                          <a:pt x="383" y="631"/>
                        </a:cubicBezTo>
                        <a:cubicBezTo>
                          <a:pt x="383" y="723"/>
                          <a:pt x="411" y="836"/>
                          <a:pt x="467" y="900"/>
                        </a:cubicBezTo>
                        <a:cubicBezTo>
                          <a:pt x="439" y="928"/>
                          <a:pt x="411" y="957"/>
                          <a:pt x="411" y="985"/>
                        </a:cubicBezTo>
                        <a:cubicBezTo>
                          <a:pt x="383" y="1077"/>
                          <a:pt x="383" y="1134"/>
                          <a:pt x="383" y="1190"/>
                        </a:cubicBezTo>
                        <a:lnTo>
                          <a:pt x="411" y="1218"/>
                        </a:lnTo>
                        <a:cubicBezTo>
                          <a:pt x="411" y="1367"/>
                          <a:pt x="411" y="1487"/>
                          <a:pt x="354" y="1572"/>
                        </a:cubicBezTo>
                        <a:cubicBezTo>
                          <a:pt x="308" y="1639"/>
                          <a:pt x="218" y="1687"/>
                          <a:pt x="139" y="1687"/>
                        </a:cubicBezTo>
                        <a:cubicBezTo>
                          <a:pt x="109" y="1687"/>
                          <a:pt x="81" y="1680"/>
                          <a:pt x="57" y="1664"/>
                        </a:cubicBezTo>
                        <a:lnTo>
                          <a:pt x="1" y="1721"/>
                        </a:lnTo>
                        <a:cubicBezTo>
                          <a:pt x="57" y="1749"/>
                          <a:pt x="85" y="1784"/>
                          <a:pt x="142" y="1784"/>
                        </a:cubicBezTo>
                        <a:cubicBezTo>
                          <a:pt x="234" y="1784"/>
                          <a:pt x="354" y="1721"/>
                          <a:pt x="411" y="1636"/>
                        </a:cubicBezTo>
                        <a:cubicBezTo>
                          <a:pt x="467" y="1516"/>
                          <a:pt x="496" y="1395"/>
                          <a:pt x="467" y="1218"/>
                        </a:cubicBezTo>
                        <a:lnTo>
                          <a:pt x="467" y="1190"/>
                        </a:lnTo>
                        <a:lnTo>
                          <a:pt x="467" y="1013"/>
                        </a:lnTo>
                        <a:cubicBezTo>
                          <a:pt x="496" y="985"/>
                          <a:pt x="496" y="985"/>
                          <a:pt x="531" y="957"/>
                        </a:cubicBezTo>
                        <a:lnTo>
                          <a:pt x="588" y="957"/>
                        </a:lnTo>
                        <a:lnTo>
                          <a:pt x="616" y="865"/>
                        </a:lnTo>
                        <a:lnTo>
                          <a:pt x="588" y="865"/>
                        </a:lnTo>
                        <a:cubicBezTo>
                          <a:pt x="496" y="836"/>
                          <a:pt x="467" y="723"/>
                          <a:pt x="467" y="631"/>
                        </a:cubicBezTo>
                        <a:cubicBezTo>
                          <a:pt x="467" y="575"/>
                          <a:pt x="496" y="546"/>
                          <a:pt x="496" y="483"/>
                        </a:cubicBezTo>
                        <a:cubicBezTo>
                          <a:pt x="496" y="426"/>
                          <a:pt x="531" y="334"/>
                          <a:pt x="531" y="249"/>
                        </a:cubicBezTo>
                        <a:cubicBezTo>
                          <a:pt x="496" y="193"/>
                          <a:pt x="467" y="101"/>
                          <a:pt x="383" y="44"/>
                        </a:cubicBezTo>
                        <a:cubicBezTo>
                          <a:pt x="363" y="24"/>
                          <a:pt x="32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853;p51">
                    <a:extLst>
                      <a:ext uri="{FF2B5EF4-FFF2-40B4-BE49-F238E27FC236}">
                        <a16:creationId xmlns:a16="http://schemas.microsoft.com/office/drawing/2014/main" id="{0E7B2B1A-AFC9-DDD6-153A-819606082CE5}"/>
                      </a:ext>
                    </a:extLst>
                  </p:cNvPr>
                  <p:cNvSpPr/>
                  <p:nvPr/>
                </p:nvSpPr>
                <p:spPr>
                  <a:xfrm>
                    <a:off x="725748" y="4178439"/>
                    <a:ext cx="31353" cy="167604"/>
                  </a:xfrm>
                  <a:custGeom>
                    <a:avLst/>
                    <a:gdLst/>
                    <a:ahLst/>
                    <a:cxnLst/>
                    <a:rect l="l" t="t" r="r" b="b"/>
                    <a:pathLst>
                      <a:path w="298" h="1593" extrusionOk="0">
                        <a:moveTo>
                          <a:pt x="93" y="0"/>
                        </a:moveTo>
                        <a:lnTo>
                          <a:pt x="1" y="29"/>
                        </a:lnTo>
                        <a:cubicBezTo>
                          <a:pt x="206" y="531"/>
                          <a:pt x="206" y="1090"/>
                          <a:pt x="1" y="1564"/>
                        </a:cubicBezTo>
                        <a:lnTo>
                          <a:pt x="93" y="1592"/>
                        </a:lnTo>
                        <a:cubicBezTo>
                          <a:pt x="298" y="1090"/>
                          <a:pt x="298" y="503"/>
                          <a:pt x="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854;p51">
                    <a:extLst>
                      <a:ext uri="{FF2B5EF4-FFF2-40B4-BE49-F238E27FC236}">
                        <a16:creationId xmlns:a16="http://schemas.microsoft.com/office/drawing/2014/main" id="{807CC354-47A3-DCD7-3570-230F1483F09A}"/>
                      </a:ext>
                    </a:extLst>
                  </p:cNvPr>
                  <p:cNvSpPr/>
                  <p:nvPr/>
                </p:nvSpPr>
                <p:spPr>
                  <a:xfrm>
                    <a:off x="765940" y="4175493"/>
                    <a:ext cx="40296" cy="195064"/>
                  </a:xfrm>
                  <a:custGeom>
                    <a:avLst/>
                    <a:gdLst/>
                    <a:ahLst/>
                    <a:cxnLst/>
                    <a:rect l="l" t="t" r="r" b="b"/>
                    <a:pathLst>
                      <a:path w="383" h="1854" extrusionOk="0">
                        <a:moveTo>
                          <a:pt x="121" y="0"/>
                        </a:moveTo>
                        <a:lnTo>
                          <a:pt x="29" y="28"/>
                        </a:lnTo>
                        <a:cubicBezTo>
                          <a:pt x="298" y="587"/>
                          <a:pt x="270" y="1266"/>
                          <a:pt x="1" y="1825"/>
                        </a:cubicBezTo>
                        <a:lnTo>
                          <a:pt x="64" y="1854"/>
                        </a:lnTo>
                        <a:cubicBezTo>
                          <a:pt x="383" y="1295"/>
                          <a:pt x="383" y="587"/>
                          <a:pt x="1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855;p51">
                    <a:extLst>
                      <a:ext uri="{FF2B5EF4-FFF2-40B4-BE49-F238E27FC236}">
                        <a16:creationId xmlns:a16="http://schemas.microsoft.com/office/drawing/2014/main" id="{8B5BAAD5-CA4B-2054-E011-6F51764EB973}"/>
                      </a:ext>
                    </a:extLst>
                  </p:cNvPr>
                  <p:cNvSpPr/>
                  <p:nvPr/>
                </p:nvSpPr>
                <p:spPr>
                  <a:xfrm>
                    <a:off x="419141" y="4170864"/>
                    <a:ext cx="64916" cy="187804"/>
                  </a:xfrm>
                  <a:custGeom>
                    <a:avLst/>
                    <a:gdLst/>
                    <a:ahLst/>
                    <a:cxnLst/>
                    <a:rect l="l" t="t" r="r" b="b"/>
                    <a:pathLst>
                      <a:path w="617" h="1785" extrusionOk="0">
                        <a:moveTo>
                          <a:pt x="331" y="1"/>
                        </a:moveTo>
                        <a:cubicBezTo>
                          <a:pt x="291" y="1"/>
                          <a:pt x="254" y="24"/>
                          <a:pt x="234" y="44"/>
                        </a:cubicBezTo>
                        <a:cubicBezTo>
                          <a:pt x="149" y="101"/>
                          <a:pt x="114" y="193"/>
                          <a:pt x="86" y="249"/>
                        </a:cubicBezTo>
                        <a:cubicBezTo>
                          <a:pt x="86" y="334"/>
                          <a:pt x="114" y="426"/>
                          <a:pt x="114" y="483"/>
                        </a:cubicBezTo>
                        <a:cubicBezTo>
                          <a:pt x="114" y="546"/>
                          <a:pt x="149" y="575"/>
                          <a:pt x="149" y="631"/>
                        </a:cubicBezTo>
                        <a:cubicBezTo>
                          <a:pt x="149" y="723"/>
                          <a:pt x="114" y="836"/>
                          <a:pt x="29" y="865"/>
                        </a:cubicBezTo>
                        <a:lnTo>
                          <a:pt x="1" y="865"/>
                        </a:lnTo>
                        <a:lnTo>
                          <a:pt x="29" y="957"/>
                        </a:lnTo>
                        <a:lnTo>
                          <a:pt x="86" y="957"/>
                        </a:lnTo>
                        <a:cubicBezTo>
                          <a:pt x="114" y="985"/>
                          <a:pt x="114" y="985"/>
                          <a:pt x="149" y="1013"/>
                        </a:cubicBezTo>
                        <a:lnTo>
                          <a:pt x="149" y="1190"/>
                        </a:lnTo>
                        <a:lnTo>
                          <a:pt x="114" y="1218"/>
                        </a:lnTo>
                        <a:cubicBezTo>
                          <a:pt x="114" y="1395"/>
                          <a:pt x="149" y="1516"/>
                          <a:pt x="206" y="1636"/>
                        </a:cubicBezTo>
                        <a:cubicBezTo>
                          <a:pt x="263" y="1721"/>
                          <a:pt x="383" y="1784"/>
                          <a:pt x="468" y="1784"/>
                        </a:cubicBezTo>
                        <a:cubicBezTo>
                          <a:pt x="531" y="1784"/>
                          <a:pt x="560" y="1749"/>
                          <a:pt x="616" y="1721"/>
                        </a:cubicBezTo>
                        <a:lnTo>
                          <a:pt x="560" y="1664"/>
                        </a:lnTo>
                        <a:cubicBezTo>
                          <a:pt x="534" y="1680"/>
                          <a:pt x="505" y="1687"/>
                          <a:pt x="475" y="1687"/>
                        </a:cubicBezTo>
                        <a:cubicBezTo>
                          <a:pt x="396" y="1687"/>
                          <a:pt x="309" y="1639"/>
                          <a:pt x="263" y="1572"/>
                        </a:cubicBezTo>
                        <a:cubicBezTo>
                          <a:pt x="206" y="1487"/>
                          <a:pt x="206" y="1367"/>
                          <a:pt x="206" y="1218"/>
                        </a:cubicBezTo>
                        <a:lnTo>
                          <a:pt x="234" y="1190"/>
                        </a:lnTo>
                        <a:cubicBezTo>
                          <a:pt x="234" y="1134"/>
                          <a:pt x="234" y="1077"/>
                          <a:pt x="206" y="985"/>
                        </a:cubicBezTo>
                        <a:cubicBezTo>
                          <a:pt x="206" y="957"/>
                          <a:pt x="178" y="928"/>
                          <a:pt x="149" y="900"/>
                        </a:cubicBezTo>
                        <a:cubicBezTo>
                          <a:pt x="206" y="836"/>
                          <a:pt x="234" y="723"/>
                          <a:pt x="234" y="631"/>
                        </a:cubicBezTo>
                        <a:cubicBezTo>
                          <a:pt x="234" y="575"/>
                          <a:pt x="206" y="511"/>
                          <a:pt x="206" y="483"/>
                        </a:cubicBezTo>
                        <a:cubicBezTo>
                          <a:pt x="206" y="398"/>
                          <a:pt x="178" y="334"/>
                          <a:pt x="178" y="278"/>
                        </a:cubicBezTo>
                        <a:cubicBezTo>
                          <a:pt x="206" y="221"/>
                          <a:pt x="234" y="157"/>
                          <a:pt x="263" y="101"/>
                        </a:cubicBezTo>
                        <a:lnTo>
                          <a:pt x="355" y="101"/>
                        </a:lnTo>
                        <a:lnTo>
                          <a:pt x="383" y="16"/>
                        </a:lnTo>
                        <a:cubicBezTo>
                          <a:pt x="366" y="5"/>
                          <a:pt x="348" y="1"/>
                          <a:pt x="3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856;p51">
                    <a:extLst>
                      <a:ext uri="{FF2B5EF4-FFF2-40B4-BE49-F238E27FC236}">
                        <a16:creationId xmlns:a16="http://schemas.microsoft.com/office/drawing/2014/main" id="{13987C57-628C-0E29-A778-036B1F93806A}"/>
                      </a:ext>
                    </a:extLst>
                  </p:cNvPr>
                  <p:cNvSpPr/>
                  <p:nvPr/>
                </p:nvSpPr>
                <p:spPr>
                  <a:xfrm>
                    <a:off x="350751" y="4178439"/>
                    <a:ext cx="31353" cy="167604"/>
                  </a:xfrm>
                  <a:custGeom>
                    <a:avLst/>
                    <a:gdLst/>
                    <a:ahLst/>
                    <a:cxnLst/>
                    <a:rect l="l" t="t" r="r" b="b"/>
                    <a:pathLst>
                      <a:path w="298" h="1593" extrusionOk="0">
                        <a:moveTo>
                          <a:pt x="205" y="0"/>
                        </a:moveTo>
                        <a:cubicBezTo>
                          <a:pt x="0" y="503"/>
                          <a:pt x="0" y="1090"/>
                          <a:pt x="205" y="1592"/>
                        </a:cubicBezTo>
                        <a:lnTo>
                          <a:pt x="297" y="1564"/>
                        </a:lnTo>
                        <a:cubicBezTo>
                          <a:pt x="92" y="1090"/>
                          <a:pt x="92" y="531"/>
                          <a:pt x="297" y="29"/>
                        </a:cubicBezTo>
                        <a:lnTo>
                          <a:pt x="2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857;p51">
                    <a:extLst>
                      <a:ext uri="{FF2B5EF4-FFF2-40B4-BE49-F238E27FC236}">
                        <a16:creationId xmlns:a16="http://schemas.microsoft.com/office/drawing/2014/main" id="{C46B83F1-42F2-4178-29B6-C9F71FF803A8}"/>
                      </a:ext>
                    </a:extLst>
                  </p:cNvPr>
                  <p:cNvSpPr/>
                  <p:nvPr/>
                </p:nvSpPr>
                <p:spPr>
                  <a:xfrm>
                    <a:off x="300879" y="4175493"/>
                    <a:ext cx="41033" cy="195064"/>
                  </a:xfrm>
                  <a:custGeom>
                    <a:avLst/>
                    <a:gdLst/>
                    <a:ahLst/>
                    <a:cxnLst/>
                    <a:rect l="l" t="t" r="r" b="b"/>
                    <a:pathLst>
                      <a:path w="390" h="1854" extrusionOk="0">
                        <a:moveTo>
                          <a:pt x="269" y="0"/>
                        </a:moveTo>
                        <a:lnTo>
                          <a:pt x="269" y="0"/>
                        </a:lnTo>
                        <a:cubicBezTo>
                          <a:pt x="0" y="587"/>
                          <a:pt x="0" y="1295"/>
                          <a:pt x="325" y="1854"/>
                        </a:cubicBezTo>
                        <a:lnTo>
                          <a:pt x="389" y="1825"/>
                        </a:lnTo>
                        <a:cubicBezTo>
                          <a:pt x="120" y="1266"/>
                          <a:pt x="92" y="587"/>
                          <a:pt x="354" y="28"/>
                        </a:cubicBezTo>
                        <a:lnTo>
                          <a:pt x="2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9" name="Google Shape;1858;p51">
              <a:extLst>
                <a:ext uri="{FF2B5EF4-FFF2-40B4-BE49-F238E27FC236}">
                  <a16:creationId xmlns:a16="http://schemas.microsoft.com/office/drawing/2014/main" id="{0B4C7E50-9979-50BD-DBF6-C1A8B9768E03}"/>
                </a:ext>
              </a:extLst>
            </p:cNvPr>
            <p:cNvGrpSpPr/>
            <p:nvPr/>
          </p:nvGrpSpPr>
          <p:grpSpPr>
            <a:xfrm>
              <a:off x="-3595520" y="625559"/>
              <a:ext cx="1789390" cy="838699"/>
              <a:chOff x="-4182420" y="20059"/>
              <a:chExt cx="1789390" cy="838699"/>
            </a:xfrm>
          </p:grpSpPr>
          <p:grpSp>
            <p:nvGrpSpPr>
              <p:cNvPr id="10" name="Google Shape;1859;p51">
                <a:extLst>
                  <a:ext uri="{FF2B5EF4-FFF2-40B4-BE49-F238E27FC236}">
                    <a16:creationId xmlns:a16="http://schemas.microsoft.com/office/drawing/2014/main" id="{EF55CAC4-2AAF-8659-C07A-1FDA394A33EC}"/>
                  </a:ext>
                </a:extLst>
              </p:cNvPr>
              <p:cNvGrpSpPr/>
              <p:nvPr/>
            </p:nvGrpSpPr>
            <p:grpSpPr>
              <a:xfrm>
                <a:off x="-3554488" y="20059"/>
                <a:ext cx="688617" cy="567202"/>
                <a:chOff x="4646862" y="1815214"/>
                <a:chExt cx="226229" cy="186341"/>
              </a:xfrm>
            </p:grpSpPr>
            <p:sp>
              <p:nvSpPr>
                <p:cNvPr id="20" name="Google Shape;1860;p51">
                  <a:extLst>
                    <a:ext uri="{FF2B5EF4-FFF2-40B4-BE49-F238E27FC236}">
                      <a16:creationId xmlns:a16="http://schemas.microsoft.com/office/drawing/2014/main" id="{609D34DB-CC4E-7006-4AF6-F2B3CB768BDD}"/>
                    </a:ext>
                  </a:extLst>
                </p:cNvPr>
                <p:cNvSpPr/>
                <p:nvPr/>
              </p:nvSpPr>
              <p:spPr>
                <a:xfrm>
                  <a:off x="4646862" y="1841622"/>
                  <a:ext cx="199578" cy="159932"/>
                </a:xfrm>
                <a:custGeom>
                  <a:avLst/>
                  <a:gdLst/>
                  <a:ahLst/>
                  <a:cxnLst/>
                  <a:rect l="l" t="t" r="r" b="b"/>
                  <a:pathLst>
                    <a:path w="5774" h="4627" extrusionOk="0">
                      <a:moveTo>
                        <a:pt x="1" y="0"/>
                      </a:moveTo>
                      <a:lnTo>
                        <a:pt x="1" y="4627"/>
                      </a:lnTo>
                      <a:lnTo>
                        <a:pt x="5774" y="4627"/>
                      </a:lnTo>
                      <a:lnTo>
                        <a:pt x="577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861;p51">
                  <a:extLst>
                    <a:ext uri="{FF2B5EF4-FFF2-40B4-BE49-F238E27FC236}">
                      <a16:creationId xmlns:a16="http://schemas.microsoft.com/office/drawing/2014/main" id="{77134642-9291-6AC8-F899-0EB535FCDA19}"/>
                    </a:ext>
                  </a:extLst>
                </p:cNvPr>
                <p:cNvSpPr/>
                <p:nvPr/>
              </p:nvSpPr>
              <p:spPr>
                <a:xfrm>
                  <a:off x="4673271" y="1815214"/>
                  <a:ext cx="199820" cy="159932"/>
                </a:xfrm>
                <a:custGeom>
                  <a:avLst/>
                  <a:gdLst/>
                  <a:ahLst/>
                  <a:cxnLst/>
                  <a:rect l="l" t="t" r="r" b="b"/>
                  <a:pathLst>
                    <a:path w="5781" h="4627" extrusionOk="0">
                      <a:moveTo>
                        <a:pt x="1" y="0"/>
                      </a:moveTo>
                      <a:lnTo>
                        <a:pt x="1" y="4627"/>
                      </a:lnTo>
                      <a:lnTo>
                        <a:pt x="5781" y="4627"/>
                      </a:lnTo>
                      <a:lnTo>
                        <a:pt x="57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862;p51">
                  <a:extLst>
                    <a:ext uri="{FF2B5EF4-FFF2-40B4-BE49-F238E27FC236}">
                      <a16:creationId xmlns:a16="http://schemas.microsoft.com/office/drawing/2014/main" id="{5F1A65F8-61FE-6FE3-0FF9-B63ABB807C6E}"/>
                    </a:ext>
                  </a:extLst>
                </p:cNvPr>
                <p:cNvSpPr/>
                <p:nvPr/>
              </p:nvSpPr>
              <p:spPr>
                <a:xfrm>
                  <a:off x="4844441" y="1827415"/>
                  <a:ext cx="16418" cy="3975"/>
                </a:xfrm>
                <a:custGeom>
                  <a:avLst/>
                  <a:gdLst/>
                  <a:ahLst/>
                  <a:cxnLst/>
                  <a:rect l="l" t="t" r="r" b="b"/>
                  <a:pathLst>
                    <a:path w="475" h="115" extrusionOk="0">
                      <a:moveTo>
                        <a:pt x="1" y="1"/>
                      </a:moveTo>
                      <a:lnTo>
                        <a:pt x="1" y="114"/>
                      </a:lnTo>
                      <a:lnTo>
                        <a:pt x="475" y="114"/>
                      </a:lnTo>
                      <a:lnTo>
                        <a:pt x="4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863;p51">
                  <a:extLst>
                    <a:ext uri="{FF2B5EF4-FFF2-40B4-BE49-F238E27FC236}">
                      <a16:creationId xmlns:a16="http://schemas.microsoft.com/office/drawing/2014/main" id="{68E6740D-F4BB-C2FD-0EB6-051F4B190563}"/>
                    </a:ext>
                  </a:extLst>
                </p:cNvPr>
                <p:cNvSpPr/>
                <p:nvPr/>
              </p:nvSpPr>
              <p:spPr>
                <a:xfrm>
                  <a:off x="4735386" y="1827415"/>
                  <a:ext cx="90768" cy="3975"/>
                </a:xfrm>
                <a:custGeom>
                  <a:avLst/>
                  <a:gdLst/>
                  <a:ahLst/>
                  <a:cxnLst/>
                  <a:rect l="l" t="t" r="r" b="b"/>
                  <a:pathLst>
                    <a:path w="2626" h="115" extrusionOk="0">
                      <a:moveTo>
                        <a:pt x="1" y="1"/>
                      </a:moveTo>
                      <a:lnTo>
                        <a:pt x="1" y="114"/>
                      </a:lnTo>
                      <a:lnTo>
                        <a:pt x="2625" y="114"/>
                      </a:lnTo>
                      <a:lnTo>
                        <a:pt x="26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864;p51">
                  <a:extLst>
                    <a:ext uri="{FF2B5EF4-FFF2-40B4-BE49-F238E27FC236}">
                      <a16:creationId xmlns:a16="http://schemas.microsoft.com/office/drawing/2014/main" id="{112E09AD-4DAC-8180-27CD-7B8DA19D3B49}"/>
                    </a:ext>
                  </a:extLst>
                </p:cNvPr>
                <p:cNvSpPr/>
                <p:nvPr/>
              </p:nvSpPr>
              <p:spPr>
                <a:xfrm>
                  <a:off x="4843473" y="1847740"/>
                  <a:ext cx="3940" cy="26442"/>
                </a:xfrm>
                <a:custGeom>
                  <a:avLst/>
                  <a:gdLst/>
                  <a:ahLst/>
                  <a:cxnLst/>
                  <a:rect l="l" t="t" r="r" b="b"/>
                  <a:pathLst>
                    <a:path w="114" h="765" extrusionOk="0">
                      <a:moveTo>
                        <a:pt x="1" y="0"/>
                      </a:moveTo>
                      <a:lnTo>
                        <a:pt x="1" y="764"/>
                      </a:lnTo>
                      <a:lnTo>
                        <a:pt x="114" y="764"/>
                      </a:lnTo>
                      <a:lnTo>
                        <a:pt x="1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865;p51">
                  <a:extLst>
                    <a:ext uri="{FF2B5EF4-FFF2-40B4-BE49-F238E27FC236}">
                      <a16:creationId xmlns:a16="http://schemas.microsoft.com/office/drawing/2014/main" id="{07E83B09-E27C-AE6A-003E-4F3E6EB99A4D}"/>
                    </a:ext>
                  </a:extLst>
                </p:cNvPr>
                <p:cNvSpPr/>
                <p:nvPr/>
              </p:nvSpPr>
              <p:spPr>
                <a:xfrm>
                  <a:off x="4843473" y="1886350"/>
                  <a:ext cx="3940" cy="54094"/>
                </a:xfrm>
                <a:custGeom>
                  <a:avLst/>
                  <a:gdLst/>
                  <a:ahLst/>
                  <a:cxnLst/>
                  <a:rect l="l" t="t" r="r" b="b"/>
                  <a:pathLst>
                    <a:path w="114" h="1565" extrusionOk="0">
                      <a:moveTo>
                        <a:pt x="1" y="1"/>
                      </a:moveTo>
                      <a:lnTo>
                        <a:pt x="1" y="1564"/>
                      </a:lnTo>
                      <a:lnTo>
                        <a:pt x="114" y="1564"/>
                      </a:lnTo>
                      <a:lnTo>
                        <a:pt x="11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866;p51">
                  <a:extLst>
                    <a:ext uri="{FF2B5EF4-FFF2-40B4-BE49-F238E27FC236}">
                      <a16:creationId xmlns:a16="http://schemas.microsoft.com/office/drawing/2014/main" id="{4A9F09B8-0FE2-365B-0CC7-40439987A5DC}"/>
                    </a:ext>
                  </a:extLst>
                </p:cNvPr>
                <p:cNvSpPr/>
                <p:nvPr/>
              </p:nvSpPr>
              <p:spPr>
                <a:xfrm>
                  <a:off x="4855710" y="1904705"/>
                  <a:ext cx="3940" cy="18389"/>
                </a:xfrm>
                <a:custGeom>
                  <a:avLst/>
                  <a:gdLst/>
                  <a:ahLst/>
                  <a:cxnLst/>
                  <a:rect l="l" t="t" r="r" b="b"/>
                  <a:pathLst>
                    <a:path w="114" h="532" extrusionOk="0">
                      <a:moveTo>
                        <a:pt x="0" y="0"/>
                      </a:moveTo>
                      <a:lnTo>
                        <a:pt x="0" y="531"/>
                      </a:lnTo>
                      <a:lnTo>
                        <a:pt x="114" y="531"/>
                      </a:lnTo>
                      <a:lnTo>
                        <a:pt x="1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 name="Google Shape;1867;p51">
                <a:extLst>
                  <a:ext uri="{FF2B5EF4-FFF2-40B4-BE49-F238E27FC236}">
                    <a16:creationId xmlns:a16="http://schemas.microsoft.com/office/drawing/2014/main" id="{0AB9C521-7677-6025-4DCD-00E07823ECFB}"/>
                  </a:ext>
                </a:extLst>
              </p:cNvPr>
              <p:cNvGrpSpPr/>
              <p:nvPr/>
            </p:nvGrpSpPr>
            <p:grpSpPr>
              <a:xfrm>
                <a:off x="-4182420" y="71225"/>
                <a:ext cx="1789390" cy="787533"/>
                <a:chOff x="4802651" y="2120880"/>
                <a:chExt cx="587861" cy="258725"/>
              </a:xfrm>
            </p:grpSpPr>
            <p:sp>
              <p:nvSpPr>
                <p:cNvPr id="12" name="Google Shape;1868;p51">
                  <a:extLst>
                    <a:ext uri="{FF2B5EF4-FFF2-40B4-BE49-F238E27FC236}">
                      <a16:creationId xmlns:a16="http://schemas.microsoft.com/office/drawing/2014/main" id="{F5F70D19-695D-4E39-7263-3025D21DDCAC}"/>
                    </a:ext>
                  </a:extLst>
                </p:cNvPr>
                <p:cNvSpPr/>
                <p:nvPr/>
              </p:nvSpPr>
              <p:spPr>
                <a:xfrm>
                  <a:off x="4820971" y="2152404"/>
                  <a:ext cx="538972" cy="223048"/>
                </a:xfrm>
                <a:custGeom>
                  <a:avLst/>
                  <a:gdLst/>
                  <a:ahLst/>
                  <a:cxnLst/>
                  <a:rect l="l" t="t" r="r" b="b"/>
                  <a:pathLst>
                    <a:path w="15593" h="6453" extrusionOk="0">
                      <a:moveTo>
                        <a:pt x="15388" y="1"/>
                      </a:moveTo>
                      <a:lnTo>
                        <a:pt x="11235" y="6042"/>
                      </a:lnTo>
                      <a:lnTo>
                        <a:pt x="8228" y="2180"/>
                      </a:lnTo>
                      <a:lnTo>
                        <a:pt x="5101" y="6071"/>
                      </a:lnTo>
                      <a:lnTo>
                        <a:pt x="2420" y="2774"/>
                      </a:lnTo>
                      <a:lnTo>
                        <a:pt x="1" y="5865"/>
                      </a:lnTo>
                      <a:lnTo>
                        <a:pt x="178" y="6014"/>
                      </a:lnTo>
                      <a:lnTo>
                        <a:pt x="2420" y="3156"/>
                      </a:lnTo>
                      <a:lnTo>
                        <a:pt x="5101" y="6424"/>
                      </a:lnTo>
                      <a:lnTo>
                        <a:pt x="8228" y="2562"/>
                      </a:lnTo>
                      <a:lnTo>
                        <a:pt x="11235" y="6453"/>
                      </a:lnTo>
                      <a:lnTo>
                        <a:pt x="15593" y="121"/>
                      </a:lnTo>
                      <a:lnTo>
                        <a:pt x="1538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869;p51">
                  <a:extLst>
                    <a:ext uri="{FF2B5EF4-FFF2-40B4-BE49-F238E27FC236}">
                      <a16:creationId xmlns:a16="http://schemas.microsoft.com/office/drawing/2014/main" id="{06B1B0D5-3C25-99C5-3E69-C71781F0315D}"/>
                    </a:ext>
                  </a:extLst>
                </p:cNvPr>
                <p:cNvSpPr/>
                <p:nvPr/>
              </p:nvSpPr>
              <p:spPr>
                <a:xfrm>
                  <a:off x="4802651" y="2335811"/>
                  <a:ext cx="42826" cy="43794"/>
                </a:xfrm>
                <a:custGeom>
                  <a:avLst/>
                  <a:gdLst/>
                  <a:ahLst/>
                  <a:cxnLst/>
                  <a:rect l="l" t="t" r="r" b="b"/>
                  <a:pathLst>
                    <a:path w="1239" h="1267" extrusionOk="0">
                      <a:moveTo>
                        <a:pt x="623" y="1"/>
                      </a:moveTo>
                      <a:cubicBezTo>
                        <a:pt x="269" y="1"/>
                        <a:pt x="0" y="262"/>
                        <a:pt x="0" y="616"/>
                      </a:cubicBezTo>
                      <a:cubicBezTo>
                        <a:pt x="0" y="970"/>
                        <a:pt x="269" y="1267"/>
                        <a:pt x="623" y="1267"/>
                      </a:cubicBezTo>
                      <a:cubicBezTo>
                        <a:pt x="977" y="1267"/>
                        <a:pt x="1238" y="970"/>
                        <a:pt x="1238" y="616"/>
                      </a:cubicBezTo>
                      <a:cubicBezTo>
                        <a:pt x="1238" y="262"/>
                        <a:pt x="977" y="1"/>
                        <a:pt x="6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870;p51">
                  <a:extLst>
                    <a:ext uri="{FF2B5EF4-FFF2-40B4-BE49-F238E27FC236}">
                      <a16:creationId xmlns:a16="http://schemas.microsoft.com/office/drawing/2014/main" id="{6FC61A25-F62E-AD5D-E780-D9F9AC7CEBA7}"/>
                    </a:ext>
                  </a:extLst>
                </p:cNvPr>
                <p:cNvSpPr/>
                <p:nvPr/>
              </p:nvSpPr>
              <p:spPr>
                <a:xfrm>
                  <a:off x="4981875" y="2346077"/>
                  <a:ext cx="33805" cy="33528"/>
                </a:xfrm>
                <a:custGeom>
                  <a:avLst/>
                  <a:gdLst/>
                  <a:ahLst/>
                  <a:cxnLst/>
                  <a:rect l="l" t="t" r="r" b="b"/>
                  <a:pathLst>
                    <a:path w="978" h="970" extrusionOk="0">
                      <a:moveTo>
                        <a:pt x="475" y="1"/>
                      </a:moveTo>
                      <a:cubicBezTo>
                        <a:pt x="213" y="1"/>
                        <a:pt x="1" y="206"/>
                        <a:pt x="1" y="468"/>
                      </a:cubicBezTo>
                      <a:cubicBezTo>
                        <a:pt x="1" y="736"/>
                        <a:pt x="213" y="970"/>
                        <a:pt x="475" y="970"/>
                      </a:cubicBezTo>
                      <a:cubicBezTo>
                        <a:pt x="744" y="970"/>
                        <a:pt x="977" y="736"/>
                        <a:pt x="977" y="468"/>
                      </a:cubicBezTo>
                      <a:cubicBezTo>
                        <a:pt x="977" y="206"/>
                        <a:pt x="744" y="1"/>
                        <a:pt x="4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871;p51">
                  <a:extLst>
                    <a:ext uri="{FF2B5EF4-FFF2-40B4-BE49-F238E27FC236}">
                      <a16:creationId xmlns:a16="http://schemas.microsoft.com/office/drawing/2014/main" id="{79207549-4388-D304-8B70-CA5281E270E2}"/>
                    </a:ext>
                  </a:extLst>
                </p:cNvPr>
                <p:cNvSpPr/>
                <p:nvPr/>
              </p:nvSpPr>
              <p:spPr>
                <a:xfrm>
                  <a:off x="5191932" y="2346077"/>
                  <a:ext cx="33528" cy="33528"/>
                </a:xfrm>
                <a:custGeom>
                  <a:avLst/>
                  <a:gdLst/>
                  <a:ahLst/>
                  <a:cxnLst/>
                  <a:rect l="l" t="t" r="r" b="b"/>
                  <a:pathLst>
                    <a:path w="970" h="970" extrusionOk="0">
                      <a:moveTo>
                        <a:pt x="468" y="1"/>
                      </a:moveTo>
                      <a:cubicBezTo>
                        <a:pt x="206" y="1"/>
                        <a:pt x="1" y="206"/>
                        <a:pt x="1" y="468"/>
                      </a:cubicBezTo>
                      <a:cubicBezTo>
                        <a:pt x="1" y="736"/>
                        <a:pt x="206" y="970"/>
                        <a:pt x="468" y="970"/>
                      </a:cubicBezTo>
                      <a:cubicBezTo>
                        <a:pt x="736" y="970"/>
                        <a:pt x="970" y="736"/>
                        <a:pt x="970" y="468"/>
                      </a:cubicBezTo>
                      <a:cubicBezTo>
                        <a:pt x="970" y="206"/>
                        <a:pt x="736" y="1"/>
                        <a:pt x="4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872;p51">
                  <a:extLst>
                    <a:ext uri="{FF2B5EF4-FFF2-40B4-BE49-F238E27FC236}">
                      <a16:creationId xmlns:a16="http://schemas.microsoft.com/office/drawing/2014/main" id="{9AE33770-E899-9B33-E087-175FF7994FA4}"/>
                    </a:ext>
                  </a:extLst>
                </p:cNvPr>
                <p:cNvSpPr/>
                <p:nvPr/>
              </p:nvSpPr>
              <p:spPr>
                <a:xfrm>
                  <a:off x="5340600" y="2138232"/>
                  <a:ext cx="33805" cy="33528"/>
                </a:xfrm>
                <a:custGeom>
                  <a:avLst/>
                  <a:gdLst/>
                  <a:ahLst/>
                  <a:cxnLst/>
                  <a:rect l="l" t="t" r="r" b="b"/>
                  <a:pathLst>
                    <a:path w="978" h="970" extrusionOk="0">
                      <a:moveTo>
                        <a:pt x="475" y="1"/>
                      </a:moveTo>
                      <a:cubicBezTo>
                        <a:pt x="206" y="1"/>
                        <a:pt x="1" y="206"/>
                        <a:pt x="1" y="467"/>
                      </a:cubicBezTo>
                      <a:cubicBezTo>
                        <a:pt x="1" y="736"/>
                        <a:pt x="206" y="970"/>
                        <a:pt x="475" y="970"/>
                      </a:cubicBezTo>
                      <a:cubicBezTo>
                        <a:pt x="737" y="970"/>
                        <a:pt x="977" y="736"/>
                        <a:pt x="977" y="467"/>
                      </a:cubicBezTo>
                      <a:cubicBezTo>
                        <a:pt x="977" y="206"/>
                        <a:pt x="737" y="1"/>
                        <a:pt x="4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873;p51">
                  <a:extLst>
                    <a:ext uri="{FF2B5EF4-FFF2-40B4-BE49-F238E27FC236}">
                      <a16:creationId xmlns:a16="http://schemas.microsoft.com/office/drawing/2014/main" id="{8293BC1A-A9E0-5E3E-B97C-F59082B042AC}"/>
                    </a:ext>
                  </a:extLst>
                </p:cNvPr>
                <p:cNvSpPr/>
                <p:nvPr/>
              </p:nvSpPr>
              <p:spPr>
                <a:xfrm>
                  <a:off x="4882118" y="2231906"/>
                  <a:ext cx="44796" cy="44762"/>
                </a:xfrm>
                <a:custGeom>
                  <a:avLst/>
                  <a:gdLst/>
                  <a:ahLst/>
                  <a:cxnLst/>
                  <a:rect l="l" t="t" r="r" b="b"/>
                  <a:pathLst>
                    <a:path w="1296" h="1295" extrusionOk="0">
                      <a:moveTo>
                        <a:pt x="651" y="0"/>
                      </a:moveTo>
                      <a:cubicBezTo>
                        <a:pt x="298" y="0"/>
                        <a:pt x="0" y="297"/>
                        <a:pt x="0" y="651"/>
                      </a:cubicBezTo>
                      <a:cubicBezTo>
                        <a:pt x="0" y="1005"/>
                        <a:pt x="298" y="1295"/>
                        <a:pt x="651" y="1295"/>
                      </a:cubicBezTo>
                      <a:cubicBezTo>
                        <a:pt x="1005" y="1295"/>
                        <a:pt x="1295" y="1005"/>
                        <a:pt x="1295" y="651"/>
                      </a:cubicBezTo>
                      <a:cubicBezTo>
                        <a:pt x="1295" y="297"/>
                        <a:pt x="1005" y="0"/>
                        <a:pt x="6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74;p51">
                  <a:extLst>
                    <a:ext uri="{FF2B5EF4-FFF2-40B4-BE49-F238E27FC236}">
                      <a16:creationId xmlns:a16="http://schemas.microsoft.com/office/drawing/2014/main" id="{A95C4FA3-F1B6-531F-DFA5-E5F3F691CAC9}"/>
                    </a:ext>
                  </a:extLst>
                </p:cNvPr>
                <p:cNvSpPr/>
                <p:nvPr/>
              </p:nvSpPr>
              <p:spPr>
                <a:xfrm>
                  <a:off x="5088995" y="2213551"/>
                  <a:ext cx="38678" cy="38678"/>
                </a:xfrm>
                <a:custGeom>
                  <a:avLst/>
                  <a:gdLst/>
                  <a:ahLst/>
                  <a:cxnLst/>
                  <a:rect l="l" t="t" r="r" b="b"/>
                  <a:pathLst>
                    <a:path w="1119" h="1119" extrusionOk="0">
                      <a:moveTo>
                        <a:pt x="559" y="0"/>
                      </a:moveTo>
                      <a:cubicBezTo>
                        <a:pt x="234" y="0"/>
                        <a:pt x="0" y="262"/>
                        <a:pt x="0" y="559"/>
                      </a:cubicBezTo>
                      <a:cubicBezTo>
                        <a:pt x="0" y="885"/>
                        <a:pt x="234" y="1118"/>
                        <a:pt x="559" y="1118"/>
                      </a:cubicBezTo>
                      <a:cubicBezTo>
                        <a:pt x="856" y="1118"/>
                        <a:pt x="1118" y="885"/>
                        <a:pt x="1118" y="559"/>
                      </a:cubicBezTo>
                      <a:cubicBezTo>
                        <a:pt x="1118" y="262"/>
                        <a:pt x="856" y="0"/>
                        <a:pt x="5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875;p51">
                  <a:extLst>
                    <a:ext uri="{FF2B5EF4-FFF2-40B4-BE49-F238E27FC236}">
                      <a16:creationId xmlns:a16="http://schemas.microsoft.com/office/drawing/2014/main" id="{5D349ACF-F8C8-960F-12FB-143AF57525F2}"/>
                    </a:ext>
                  </a:extLst>
                </p:cNvPr>
                <p:cNvSpPr/>
                <p:nvPr/>
              </p:nvSpPr>
              <p:spPr>
                <a:xfrm>
                  <a:off x="5323248" y="2120880"/>
                  <a:ext cx="67263" cy="67263"/>
                </a:xfrm>
                <a:custGeom>
                  <a:avLst/>
                  <a:gdLst/>
                  <a:ahLst/>
                  <a:cxnLst/>
                  <a:rect l="l" t="t" r="r" b="b"/>
                  <a:pathLst>
                    <a:path w="1946" h="1946" extrusionOk="0">
                      <a:moveTo>
                        <a:pt x="977" y="113"/>
                      </a:moveTo>
                      <a:cubicBezTo>
                        <a:pt x="1444" y="113"/>
                        <a:pt x="1833" y="503"/>
                        <a:pt x="1833" y="969"/>
                      </a:cubicBezTo>
                      <a:cubicBezTo>
                        <a:pt x="1833" y="1443"/>
                        <a:pt x="1444" y="1825"/>
                        <a:pt x="977" y="1825"/>
                      </a:cubicBezTo>
                      <a:cubicBezTo>
                        <a:pt x="503" y="1825"/>
                        <a:pt x="121" y="1443"/>
                        <a:pt x="121" y="969"/>
                      </a:cubicBezTo>
                      <a:cubicBezTo>
                        <a:pt x="121" y="503"/>
                        <a:pt x="503" y="113"/>
                        <a:pt x="977" y="113"/>
                      </a:cubicBezTo>
                      <a:close/>
                      <a:moveTo>
                        <a:pt x="977" y="0"/>
                      </a:moveTo>
                      <a:cubicBezTo>
                        <a:pt x="446" y="0"/>
                        <a:pt x="1" y="439"/>
                        <a:pt x="1" y="969"/>
                      </a:cubicBezTo>
                      <a:cubicBezTo>
                        <a:pt x="1" y="1500"/>
                        <a:pt x="446" y="1946"/>
                        <a:pt x="977" y="1946"/>
                      </a:cubicBezTo>
                      <a:cubicBezTo>
                        <a:pt x="1507" y="1946"/>
                        <a:pt x="1946" y="1500"/>
                        <a:pt x="1946" y="969"/>
                      </a:cubicBezTo>
                      <a:cubicBezTo>
                        <a:pt x="1946" y="439"/>
                        <a:pt x="1507" y="0"/>
                        <a:pt x="9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extLst>
      <p:ext uri="{BB962C8B-B14F-4D97-AF65-F5344CB8AC3E}">
        <p14:creationId xmlns:p14="http://schemas.microsoft.com/office/powerpoint/2010/main" val="20674788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5473" y="673624"/>
            <a:ext cx="3731027" cy="572700"/>
          </a:xfrm>
        </p:spPr>
        <p:txBody>
          <a:bodyPr/>
          <a:lstStyle/>
          <a:p>
            <a:pPr algn="l"/>
            <a:r>
              <a:rPr lang="en-US" dirty="0"/>
              <a:t>HEAP OPERATIONS</a:t>
            </a:r>
          </a:p>
        </p:txBody>
      </p:sp>
      <p:sp>
        <p:nvSpPr>
          <p:cNvPr id="3" name="Content Placeholder 2"/>
          <p:cNvSpPr>
            <a:spLocks noGrp="1"/>
          </p:cNvSpPr>
          <p:nvPr>
            <p:ph idx="1"/>
          </p:nvPr>
        </p:nvSpPr>
        <p:spPr>
          <a:xfrm>
            <a:off x="966428" y="1539327"/>
            <a:ext cx="7211144" cy="2595644"/>
          </a:xfrm>
        </p:spPr>
        <p:txBody>
          <a:bodyPr>
            <a:normAutofit/>
          </a:bodyPr>
          <a:lstStyle/>
          <a:p>
            <a:pPr>
              <a:buFont typeface="Wingdings" pitchFamily="2" charset="2"/>
              <a:buChar char="v"/>
            </a:pPr>
            <a:r>
              <a:rPr lang="en-US" sz="1800" b="1" dirty="0"/>
              <a:t>Insert:</a:t>
            </a:r>
            <a:r>
              <a:rPr lang="en-US" sz="1800" dirty="0"/>
              <a:t> Inserts an element into the heap.</a:t>
            </a:r>
          </a:p>
          <a:p>
            <a:pPr>
              <a:buFont typeface="Wingdings" pitchFamily="2" charset="2"/>
              <a:buChar char="v"/>
            </a:pPr>
            <a:endParaRPr lang="en-US" sz="1800" dirty="0"/>
          </a:p>
          <a:p>
            <a:pPr>
              <a:buFont typeface="Wingdings" pitchFamily="2" charset="2"/>
              <a:buChar char="v"/>
            </a:pPr>
            <a:r>
              <a:rPr lang="en-US" sz="1800" b="1" dirty="0"/>
              <a:t>Remove:</a:t>
            </a:r>
            <a:r>
              <a:rPr lang="en-US" sz="1800" dirty="0"/>
              <a:t> Removes the root element from the heap.</a:t>
            </a:r>
          </a:p>
          <a:p>
            <a:pPr>
              <a:buFont typeface="Wingdings" pitchFamily="2" charset="2"/>
              <a:buChar char="v"/>
            </a:pPr>
            <a:endParaRPr lang="en-US" sz="1800" dirty="0"/>
          </a:p>
          <a:p>
            <a:pPr>
              <a:buFont typeface="Wingdings" pitchFamily="2" charset="2"/>
              <a:buChar char="v"/>
            </a:pPr>
            <a:r>
              <a:rPr lang="en-US" sz="1800" b="1" dirty="0"/>
              <a:t>Peek:</a:t>
            </a:r>
            <a:r>
              <a:rPr lang="en-US" sz="1800" dirty="0"/>
              <a:t> Returns the root element of the heap without removing it.</a:t>
            </a:r>
          </a:p>
          <a:p>
            <a:pPr>
              <a:buFont typeface="Wingdings" pitchFamily="2" charset="2"/>
              <a:buChar char="v"/>
            </a:pPr>
            <a:endParaRPr lang="en-US" sz="1800" dirty="0"/>
          </a:p>
          <a:p>
            <a:pPr>
              <a:buFont typeface="Wingdings" pitchFamily="2" charset="2"/>
              <a:buChar char="v"/>
            </a:pPr>
            <a:r>
              <a:rPr lang="en-US" sz="1800" b="1" dirty="0" err="1"/>
              <a:t>Heapify</a:t>
            </a:r>
            <a:r>
              <a:rPr lang="en-US" sz="1800" b="1" dirty="0"/>
              <a:t>:</a:t>
            </a:r>
            <a:r>
              <a:rPr lang="en-US" sz="1800" dirty="0"/>
              <a:t> Converts an </a:t>
            </a:r>
            <a:r>
              <a:rPr lang="en-US" sz="1800" dirty="0" err="1"/>
              <a:t>arbitary</a:t>
            </a:r>
            <a:r>
              <a:rPr lang="en-US" sz="1800" dirty="0"/>
              <a:t> binary tree into a heap tree.</a:t>
            </a:r>
          </a:p>
        </p:txBody>
      </p:sp>
    </p:spTree>
    <p:extLst>
      <p:ext uri="{BB962C8B-B14F-4D97-AF65-F5344CB8AC3E}">
        <p14:creationId xmlns:p14="http://schemas.microsoft.com/office/powerpoint/2010/main" val="3623278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199"/>
        <p:cNvGrpSpPr/>
        <p:nvPr/>
      </p:nvGrpSpPr>
      <p:grpSpPr>
        <a:xfrm>
          <a:off x="0" y="0"/>
          <a:ext cx="0" cy="0"/>
          <a:chOff x="0" y="0"/>
          <a:chExt cx="0" cy="0"/>
        </a:xfrm>
      </p:grpSpPr>
      <p:sp>
        <p:nvSpPr>
          <p:cNvPr id="2201" name="Google Shape;2201;p57"/>
          <p:cNvSpPr txBox="1">
            <a:spLocks noGrp="1"/>
          </p:cNvSpPr>
          <p:nvPr>
            <p:ph type="title"/>
          </p:nvPr>
        </p:nvSpPr>
        <p:spPr>
          <a:xfrm>
            <a:off x="4808339" y="1104554"/>
            <a:ext cx="3536748" cy="768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rgbClr val="FF6E6B"/>
                </a:solidFill>
              </a:rPr>
              <a:t>Conclusion</a:t>
            </a:r>
            <a:endParaRPr dirty="0">
              <a:solidFill>
                <a:srgbClr val="FF6E6B"/>
              </a:solidFill>
            </a:endParaRPr>
          </a:p>
        </p:txBody>
      </p:sp>
      <p:grpSp>
        <p:nvGrpSpPr>
          <p:cNvPr id="2206" name="Google Shape;2206;p57"/>
          <p:cNvGrpSpPr/>
          <p:nvPr/>
        </p:nvGrpSpPr>
        <p:grpSpPr>
          <a:xfrm flipH="1">
            <a:off x="938883" y="498159"/>
            <a:ext cx="3281071" cy="3974904"/>
            <a:chOff x="5056682" y="631271"/>
            <a:chExt cx="3374103" cy="3974904"/>
          </a:xfrm>
        </p:grpSpPr>
        <p:sp>
          <p:nvSpPr>
            <p:cNvPr id="2207" name="Google Shape;2207;p57"/>
            <p:cNvSpPr/>
            <p:nvPr/>
          </p:nvSpPr>
          <p:spPr>
            <a:xfrm>
              <a:off x="5658674" y="1289524"/>
              <a:ext cx="2571172" cy="2492023"/>
            </a:xfrm>
            <a:custGeom>
              <a:avLst/>
              <a:gdLst/>
              <a:ahLst/>
              <a:cxnLst/>
              <a:rect l="l" t="t" r="r" b="b"/>
              <a:pathLst>
                <a:path w="34694" h="33626" extrusionOk="0">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57"/>
            <p:cNvSpPr/>
            <p:nvPr/>
          </p:nvSpPr>
          <p:spPr>
            <a:xfrm>
              <a:off x="5965964" y="631271"/>
              <a:ext cx="815928" cy="1020576"/>
            </a:xfrm>
            <a:custGeom>
              <a:avLst/>
              <a:gdLst/>
              <a:ahLst/>
              <a:cxnLst/>
              <a:rect l="l" t="t" r="r" b="b"/>
              <a:pathLst>
                <a:path w="7690" h="9619" extrusionOk="0">
                  <a:moveTo>
                    <a:pt x="1814" y="0"/>
                  </a:moveTo>
                  <a:cubicBezTo>
                    <a:pt x="1314" y="0"/>
                    <a:pt x="835" y="161"/>
                    <a:pt x="503" y="527"/>
                  </a:cubicBezTo>
                  <a:cubicBezTo>
                    <a:pt x="114" y="938"/>
                    <a:pt x="1" y="1532"/>
                    <a:pt x="29" y="2063"/>
                  </a:cubicBezTo>
                  <a:cubicBezTo>
                    <a:pt x="57" y="2621"/>
                    <a:pt x="234" y="3152"/>
                    <a:pt x="383" y="3683"/>
                  </a:cubicBezTo>
                  <a:cubicBezTo>
                    <a:pt x="913" y="5777"/>
                    <a:pt x="149" y="9017"/>
                    <a:pt x="3064" y="9547"/>
                  </a:cubicBezTo>
                  <a:cubicBezTo>
                    <a:pt x="3307" y="9596"/>
                    <a:pt x="3542" y="9619"/>
                    <a:pt x="3768" y="9619"/>
                  </a:cubicBezTo>
                  <a:cubicBezTo>
                    <a:pt x="6281" y="9619"/>
                    <a:pt x="7690" y="6774"/>
                    <a:pt x="7365" y="4418"/>
                  </a:cubicBezTo>
                  <a:cubicBezTo>
                    <a:pt x="7252" y="3739"/>
                    <a:pt x="6983" y="3060"/>
                    <a:pt x="6573" y="2501"/>
                  </a:cubicBezTo>
                  <a:cubicBezTo>
                    <a:pt x="6276" y="2119"/>
                    <a:pt x="5922" y="1822"/>
                    <a:pt x="5512" y="1589"/>
                  </a:cubicBezTo>
                  <a:cubicBezTo>
                    <a:pt x="5129" y="1383"/>
                    <a:pt x="4684" y="1263"/>
                    <a:pt x="4274" y="1058"/>
                  </a:cubicBezTo>
                  <a:cubicBezTo>
                    <a:pt x="3863" y="825"/>
                    <a:pt x="3474" y="527"/>
                    <a:pt x="3064" y="322"/>
                  </a:cubicBezTo>
                  <a:cubicBezTo>
                    <a:pt x="2683" y="117"/>
                    <a:pt x="2240" y="0"/>
                    <a:pt x="1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09" name="Google Shape;2209;p57"/>
            <p:cNvGrpSpPr/>
            <p:nvPr/>
          </p:nvGrpSpPr>
          <p:grpSpPr>
            <a:xfrm>
              <a:off x="5299623" y="889583"/>
              <a:ext cx="2350000" cy="1348751"/>
              <a:chOff x="6516473" y="1820321"/>
              <a:chExt cx="2350000" cy="1348751"/>
            </a:xfrm>
          </p:grpSpPr>
          <p:grpSp>
            <p:nvGrpSpPr>
              <p:cNvPr id="2210" name="Google Shape;2210;p57"/>
              <p:cNvGrpSpPr/>
              <p:nvPr/>
            </p:nvGrpSpPr>
            <p:grpSpPr>
              <a:xfrm>
                <a:off x="6516473" y="1820321"/>
                <a:ext cx="1504917" cy="1021126"/>
                <a:chOff x="5128378" y="1759883"/>
                <a:chExt cx="525423" cy="356526"/>
              </a:xfrm>
            </p:grpSpPr>
            <p:sp>
              <p:nvSpPr>
                <p:cNvPr id="2211" name="Google Shape;2211;p57"/>
                <p:cNvSpPr/>
                <p:nvPr/>
              </p:nvSpPr>
              <p:spPr>
                <a:xfrm>
                  <a:off x="5128378" y="1759883"/>
                  <a:ext cx="525423" cy="356526"/>
                </a:xfrm>
                <a:custGeom>
                  <a:avLst/>
                  <a:gdLst/>
                  <a:ahLst/>
                  <a:cxnLst/>
                  <a:rect l="l" t="t" r="r" b="b"/>
                  <a:pathLst>
                    <a:path w="15119" h="10259" extrusionOk="0">
                      <a:moveTo>
                        <a:pt x="114" y="1"/>
                      </a:moveTo>
                      <a:cubicBezTo>
                        <a:pt x="58" y="1"/>
                        <a:pt x="1" y="58"/>
                        <a:pt x="1" y="150"/>
                      </a:cubicBezTo>
                      <a:lnTo>
                        <a:pt x="1" y="10139"/>
                      </a:lnTo>
                      <a:cubicBezTo>
                        <a:pt x="1" y="10195"/>
                        <a:pt x="58" y="10259"/>
                        <a:pt x="114" y="10259"/>
                      </a:cubicBezTo>
                      <a:lnTo>
                        <a:pt x="15006" y="10259"/>
                      </a:lnTo>
                      <a:cubicBezTo>
                        <a:pt x="15062" y="10259"/>
                        <a:pt x="15119" y="10195"/>
                        <a:pt x="15119" y="10139"/>
                      </a:cubicBezTo>
                      <a:lnTo>
                        <a:pt x="15119" y="150"/>
                      </a:lnTo>
                      <a:cubicBezTo>
                        <a:pt x="15119" y="58"/>
                        <a:pt x="15062" y="1"/>
                        <a:pt x="1500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57"/>
                <p:cNvSpPr/>
                <p:nvPr/>
              </p:nvSpPr>
              <p:spPr>
                <a:xfrm>
                  <a:off x="5472603" y="1829458"/>
                  <a:ext cx="117776" cy="6186"/>
                </a:xfrm>
                <a:custGeom>
                  <a:avLst/>
                  <a:gdLst/>
                  <a:ahLst/>
                  <a:cxnLst/>
                  <a:rect l="l" t="t" r="r" b="b"/>
                  <a:pathLst>
                    <a:path w="3389" h="178" extrusionOk="0">
                      <a:moveTo>
                        <a:pt x="0" y="1"/>
                      </a:moveTo>
                      <a:lnTo>
                        <a:pt x="0" y="178"/>
                      </a:lnTo>
                      <a:lnTo>
                        <a:pt x="3389" y="178"/>
                      </a:lnTo>
                      <a:lnTo>
                        <a:pt x="33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57"/>
                <p:cNvSpPr/>
                <p:nvPr/>
              </p:nvSpPr>
              <p:spPr>
                <a:xfrm>
                  <a:off x="5405948" y="1829458"/>
                  <a:ext cx="47263" cy="6186"/>
                </a:xfrm>
                <a:custGeom>
                  <a:avLst/>
                  <a:gdLst/>
                  <a:ahLst/>
                  <a:cxnLst/>
                  <a:rect l="l" t="t" r="r" b="b"/>
                  <a:pathLst>
                    <a:path w="1360" h="178" extrusionOk="0">
                      <a:moveTo>
                        <a:pt x="1" y="1"/>
                      </a:moveTo>
                      <a:lnTo>
                        <a:pt x="1" y="178"/>
                      </a:lnTo>
                      <a:lnTo>
                        <a:pt x="1359" y="178"/>
                      </a:lnTo>
                      <a:lnTo>
                        <a:pt x="13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57"/>
                <p:cNvSpPr/>
                <p:nvPr/>
              </p:nvSpPr>
              <p:spPr>
                <a:xfrm>
                  <a:off x="5362924" y="1829458"/>
                  <a:ext cx="30791" cy="6186"/>
                </a:xfrm>
                <a:custGeom>
                  <a:avLst/>
                  <a:gdLst/>
                  <a:ahLst/>
                  <a:cxnLst/>
                  <a:rect l="l" t="t" r="r" b="b"/>
                  <a:pathLst>
                    <a:path w="886" h="178" extrusionOk="0">
                      <a:moveTo>
                        <a:pt x="1" y="1"/>
                      </a:moveTo>
                      <a:lnTo>
                        <a:pt x="1" y="178"/>
                      </a:lnTo>
                      <a:lnTo>
                        <a:pt x="885" y="178"/>
                      </a:lnTo>
                      <a:lnTo>
                        <a:pt x="8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57"/>
                <p:cNvSpPr/>
                <p:nvPr/>
              </p:nvSpPr>
              <p:spPr>
                <a:xfrm>
                  <a:off x="5341308" y="1829458"/>
                  <a:ext cx="12337" cy="6186"/>
                </a:xfrm>
                <a:custGeom>
                  <a:avLst/>
                  <a:gdLst/>
                  <a:ahLst/>
                  <a:cxnLst/>
                  <a:rect l="l" t="t" r="r" b="b"/>
                  <a:pathLst>
                    <a:path w="355" h="178" extrusionOk="0">
                      <a:moveTo>
                        <a:pt x="0" y="1"/>
                      </a:moveTo>
                      <a:lnTo>
                        <a:pt x="0" y="178"/>
                      </a:lnTo>
                      <a:lnTo>
                        <a:pt x="354" y="178"/>
                      </a:lnTo>
                      <a:lnTo>
                        <a:pt x="3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57"/>
                <p:cNvSpPr/>
                <p:nvPr/>
              </p:nvSpPr>
              <p:spPr>
                <a:xfrm>
                  <a:off x="5198960" y="1829458"/>
                  <a:ext cx="126152" cy="6186"/>
                </a:xfrm>
                <a:custGeom>
                  <a:avLst/>
                  <a:gdLst/>
                  <a:ahLst/>
                  <a:cxnLst/>
                  <a:rect l="l" t="t" r="r" b="b"/>
                  <a:pathLst>
                    <a:path w="3630" h="178" extrusionOk="0">
                      <a:moveTo>
                        <a:pt x="0" y="1"/>
                      </a:moveTo>
                      <a:lnTo>
                        <a:pt x="0" y="178"/>
                      </a:lnTo>
                      <a:lnTo>
                        <a:pt x="3629" y="178"/>
                      </a:lnTo>
                      <a:lnTo>
                        <a:pt x="36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57"/>
                <p:cNvSpPr/>
                <p:nvPr/>
              </p:nvSpPr>
              <p:spPr>
                <a:xfrm>
                  <a:off x="5513403" y="1858233"/>
                  <a:ext cx="102555" cy="7159"/>
                </a:xfrm>
                <a:custGeom>
                  <a:avLst/>
                  <a:gdLst/>
                  <a:ahLst/>
                  <a:cxnLst/>
                  <a:rect l="l" t="t" r="r" b="b"/>
                  <a:pathLst>
                    <a:path w="2951" h="206" extrusionOk="0">
                      <a:moveTo>
                        <a:pt x="0" y="1"/>
                      </a:moveTo>
                      <a:lnTo>
                        <a:pt x="0" y="206"/>
                      </a:lnTo>
                      <a:lnTo>
                        <a:pt x="2950" y="206"/>
                      </a:lnTo>
                      <a:lnTo>
                        <a:pt x="29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57"/>
                <p:cNvSpPr/>
                <p:nvPr/>
              </p:nvSpPr>
              <p:spPr>
                <a:xfrm>
                  <a:off x="5355799" y="1858233"/>
                  <a:ext cx="133033" cy="7159"/>
                </a:xfrm>
                <a:custGeom>
                  <a:avLst/>
                  <a:gdLst/>
                  <a:ahLst/>
                  <a:cxnLst/>
                  <a:rect l="l" t="t" r="r" b="b"/>
                  <a:pathLst>
                    <a:path w="3828" h="206" extrusionOk="0">
                      <a:moveTo>
                        <a:pt x="1" y="1"/>
                      </a:moveTo>
                      <a:lnTo>
                        <a:pt x="1" y="206"/>
                      </a:lnTo>
                      <a:lnTo>
                        <a:pt x="3828" y="206"/>
                      </a:lnTo>
                      <a:lnTo>
                        <a:pt x="382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57"/>
                <p:cNvSpPr/>
                <p:nvPr/>
              </p:nvSpPr>
              <p:spPr>
                <a:xfrm>
                  <a:off x="5318927" y="1858233"/>
                  <a:ext cx="14283" cy="7159"/>
                </a:xfrm>
                <a:custGeom>
                  <a:avLst/>
                  <a:gdLst/>
                  <a:ahLst/>
                  <a:cxnLst/>
                  <a:rect l="l" t="t" r="r" b="b"/>
                  <a:pathLst>
                    <a:path w="411" h="206" extrusionOk="0">
                      <a:moveTo>
                        <a:pt x="1" y="1"/>
                      </a:moveTo>
                      <a:lnTo>
                        <a:pt x="1" y="206"/>
                      </a:lnTo>
                      <a:lnTo>
                        <a:pt x="411" y="206"/>
                      </a:lnTo>
                      <a:lnTo>
                        <a:pt x="4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57"/>
                <p:cNvSpPr/>
                <p:nvPr/>
              </p:nvSpPr>
              <p:spPr>
                <a:xfrm>
                  <a:off x="5223531" y="1858233"/>
                  <a:ext cx="67663" cy="7159"/>
                </a:xfrm>
                <a:custGeom>
                  <a:avLst/>
                  <a:gdLst/>
                  <a:ahLst/>
                  <a:cxnLst/>
                  <a:rect l="l" t="t" r="r" b="b"/>
                  <a:pathLst>
                    <a:path w="1947" h="206" extrusionOk="0">
                      <a:moveTo>
                        <a:pt x="1" y="1"/>
                      </a:moveTo>
                      <a:lnTo>
                        <a:pt x="1" y="206"/>
                      </a:lnTo>
                      <a:lnTo>
                        <a:pt x="1946" y="206"/>
                      </a:lnTo>
                      <a:lnTo>
                        <a:pt x="19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57"/>
                <p:cNvSpPr/>
                <p:nvPr/>
              </p:nvSpPr>
              <p:spPr>
                <a:xfrm>
                  <a:off x="5163061" y="1858233"/>
                  <a:ext cx="40104" cy="7159"/>
                </a:xfrm>
                <a:custGeom>
                  <a:avLst/>
                  <a:gdLst/>
                  <a:ahLst/>
                  <a:cxnLst/>
                  <a:rect l="l" t="t" r="r" b="b"/>
                  <a:pathLst>
                    <a:path w="1154" h="206" extrusionOk="0">
                      <a:moveTo>
                        <a:pt x="0" y="1"/>
                      </a:moveTo>
                      <a:lnTo>
                        <a:pt x="0" y="206"/>
                      </a:lnTo>
                      <a:lnTo>
                        <a:pt x="1154" y="206"/>
                      </a:lnTo>
                      <a:lnTo>
                        <a:pt x="11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57"/>
                <p:cNvSpPr/>
                <p:nvPr/>
              </p:nvSpPr>
              <p:spPr>
                <a:xfrm>
                  <a:off x="5472603" y="1941083"/>
                  <a:ext cx="117776" cy="6186"/>
                </a:xfrm>
                <a:custGeom>
                  <a:avLst/>
                  <a:gdLst/>
                  <a:ahLst/>
                  <a:cxnLst/>
                  <a:rect l="l" t="t" r="r" b="b"/>
                  <a:pathLst>
                    <a:path w="3389" h="178" extrusionOk="0">
                      <a:moveTo>
                        <a:pt x="0" y="1"/>
                      </a:moveTo>
                      <a:lnTo>
                        <a:pt x="0" y="178"/>
                      </a:lnTo>
                      <a:lnTo>
                        <a:pt x="3389" y="178"/>
                      </a:lnTo>
                      <a:lnTo>
                        <a:pt x="33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57"/>
                <p:cNvSpPr/>
                <p:nvPr/>
              </p:nvSpPr>
              <p:spPr>
                <a:xfrm>
                  <a:off x="5405948" y="1941083"/>
                  <a:ext cx="47263" cy="6186"/>
                </a:xfrm>
                <a:custGeom>
                  <a:avLst/>
                  <a:gdLst/>
                  <a:ahLst/>
                  <a:cxnLst/>
                  <a:rect l="l" t="t" r="r" b="b"/>
                  <a:pathLst>
                    <a:path w="1360" h="178" extrusionOk="0">
                      <a:moveTo>
                        <a:pt x="1" y="1"/>
                      </a:moveTo>
                      <a:lnTo>
                        <a:pt x="1" y="178"/>
                      </a:lnTo>
                      <a:lnTo>
                        <a:pt x="1359" y="178"/>
                      </a:lnTo>
                      <a:lnTo>
                        <a:pt x="13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57"/>
                <p:cNvSpPr/>
                <p:nvPr/>
              </p:nvSpPr>
              <p:spPr>
                <a:xfrm>
                  <a:off x="5362924" y="1941083"/>
                  <a:ext cx="30791" cy="6186"/>
                </a:xfrm>
                <a:custGeom>
                  <a:avLst/>
                  <a:gdLst/>
                  <a:ahLst/>
                  <a:cxnLst/>
                  <a:rect l="l" t="t" r="r" b="b"/>
                  <a:pathLst>
                    <a:path w="886" h="178" extrusionOk="0">
                      <a:moveTo>
                        <a:pt x="1" y="1"/>
                      </a:moveTo>
                      <a:lnTo>
                        <a:pt x="1" y="178"/>
                      </a:lnTo>
                      <a:lnTo>
                        <a:pt x="885" y="178"/>
                      </a:lnTo>
                      <a:lnTo>
                        <a:pt x="8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57"/>
                <p:cNvSpPr/>
                <p:nvPr/>
              </p:nvSpPr>
              <p:spPr>
                <a:xfrm>
                  <a:off x="5341308" y="1941083"/>
                  <a:ext cx="12337" cy="6186"/>
                </a:xfrm>
                <a:custGeom>
                  <a:avLst/>
                  <a:gdLst/>
                  <a:ahLst/>
                  <a:cxnLst/>
                  <a:rect l="l" t="t" r="r" b="b"/>
                  <a:pathLst>
                    <a:path w="355" h="178" extrusionOk="0">
                      <a:moveTo>
                        <a:pt x="0" y="1"/>
                      </a:moveTo>
                      <a:lnTo>
                        <a:pt x="0" y="178"/>
                      </a:lnTo>
                      <a:lnTo>
                        <a:pt x="354" y="178"/>
                      </a:lnTo>
                      <a:lnTo>
                        <a:pt x="3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57"/>
                <p:cNvSpPr/>
                <p:nvPr/>
              </p:nvSpPr>
              <p:spPr>
                <a:xfrm>
                  <a:off x="5198960" y="1941083"/>
                  <a:ext cx="126152" cy="6186"/>
                </a:xfrm>
                <a:custGeom>
                  <a:avLst/>
                  <a:gdLst/>
                  <a:ahLst/>
                  <a:cxnLst/>
                  <a:rect l="l" t="t" r="r" b="b"/>
                  <a:pathLst>
                    <a:path w="3630" h="178" extrusionOk="0">
                      <a:moveTo>
                        <a:pt x="0" y="1"/>
                      </a:moveTo>
                      <a:lnTo>
                        <a:pt x="0" y="178"/>
                      </a:lnTo>
                      <a:lnTo>
                        <a:pt x="3629" y="178"/>
                      </a:lnTo>
                      <a:lnTo>
                        <a:pt x="36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57"/>
                <p:cNvSpPr/>
                <p:nvPr/>
              </p:nvSpPr>
              <p:spPr>
                <a:xfrm>
                  <a:off x="5513403" y="1970832"/>
                  <a:ext cx="76977" cy="6186"/>
                </a:xfrm>
                <a:custGeom>
                  <a:avLst/>
                  <a:gdLst/>
                  <a:ahLst/>
                  <a:cxnLst/>
                  <a:rect l="l" t="t" r="r" b="b"/>
                  <a:pathLst>
                    <a:path w="2215" h="178" extrusionOk="0">
                      <a:moveTo>
                        <a:pt x="0" y="1"/>
                      </a:moveTo>
                      <a:lnTo>
                        <a:pt x="0" y="178"/>
                      </a:lnTo>
                      <a:lnTo>
                        <a:pt x="2215" y="178"/>
                      </a:lnTo>
                      <a:lnTo>
                        <a:pt x="221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57"/>
                <p:cNvSpPr/>
                <p:nvPr/>
              </p:nvSpPr>
              <p:spPr>
                <a:xfrm>
                  <a:off x="5379396" y="1970832"/>
                  <a:ext cx="109436" cy="6186"/>
                </a:xfrm>
                <a:custGeom>
                  <a:avLst/>
                  <a:gdLst/>
                  <a:ahLst/>
                  <a:cxnLst/>
                  <a:rect l="l" t="t" r="r" b="b"/>
                  <a:pathLst>
                    <a:path w="3149" h="178" extrusionOk="0">
                      <a:moveTo>
                        <a:pt x="1" y="1"/>
                      </a:moveTo>
                      <a:lnTo>
                        <a:pt x="1" y="178"/>
                      </a:lnTo>
                      <a:lnTo>
                        <a:pt x="3149" y="178"/>
                      </a:lnTo>
                      <a:lnTo>
                        <a:pt x="31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57"/>
                <p:cNvSpPr/>
                <p:nvPr/>
              </p:nvSpPr>
              <p:spPr>
                <a:xfrm>
                  <a:off x="5337380" y="1970832"/>
                  <a:ext cx="12302" cy="6186"/>
                </a:xfrm>
                <a:custGeom>
                  <a:avLst/>
                  <a:gdLst/>
                  <a:ahLst/>
                  <a:cxnLst/>
                  <a:rect l="l" t="t" r="r" b="b"/>
                  <a:pathLst>
                    <a:path w="354" h="178" extrusionOk="0">
                      <a:moveTo>
                        <a:pt x="0" y="1"/>
                      </a:moveTo>
                      <a:lnTo>
                        <a:pt x="0" y="178"/>
                      </a:lnTo>
                      <a:lnTo>
                        <a:pt x="354" y="178"/>
                      </a:lnTo>
                      <a:lnTo>
                        <a:pt x="3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57"/>
                <p:cNvSpPr/>
                <p:nvPr/>
              </p:nvSpPr>
              <p:spPr>
                <a:xfrm>
                  <a:off x="5223531" y="1970832"/>
                  <a:ext cx="93206" cy="6186"/>
                </a:xfrm>
                <a:custGeom>
                  <a:avLst/>
                  <a:gdLst/>
                  <a:ahLst/>
                  <a:cxnLst/>
                  <a:rect l="l" t="t" r="r" b="b"/>
                  <a:pathLst>
                    <a:path w="2682" h="178" extrusionOk="0">
                      <a:moveTo>
                        <a:pt x="1" y="1"/>
                      </a:moveTo>
                      <a:lnTo>
                        <a:pt x="1" y="178"/>
                      </a:lnTo>
                      <a:lnTo>
                        <a:pt x="2682" y="178"/>
                      </a:lnTo>
                      <a:lnTo>
                        <a:pt x="26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57"/>
                <p:cNvSpPr/>
                <p:nvPr/>
              </p:nvSpPr>
              <p:spPr>
                <a:xfrm>
                  <a:off x="5183704" y="1970832"/>
                  <a:ext cx="26586" cy="6186"/>
                </a:xfrm>
                <a:custGeom>
                  <a:avLst/>
                  <a:gdLst/>
                  <a:ahLst/>
                  <a:cxnLst/>
                  <a:rect l="l" t="t" r="r" b="b"/>
                  <a:pathLst>
                    <a:path w="765" h="178" extrusionOk="0">
                      <a:moveTo>
                        <a:pt x="29" y="1"/>
                      </a:moveTo>
                      <a:lnTo>
                        <a:pt x="1" y="178"/>
                      </a:lnTo>
                      <a:lnTo>
                        <a:pt x="765" y="178"/>
                      </a:lnTo>
                      <a:lnTo>
                        <a:pt x="76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57"/>
                <p:cNvSpPr/>
                <p:nvPr/>
              </p:nvSpPr>
              <p:spPr>
                <a:xfrm>
                  <a:off x="5551492" y="2002561"/>
                  <a:ext cx="38888" cy="7159"/>
                </a:xfrm>
                <a:custGeom>
                  <a:avLst/>
                  <a:gdLst/>
                  <a:ahLst/>
                  <a:cxnLst/>
                  <a:rect l="l" t="t" r="r" b="b"/>
                  <a:pathLst>
                    <a:path w="1119" h="206" extrusionOk="0">
                      <a:moveTo>
                        <a:pt x="1" y="0"/>
                      </a:moveTo>
                      <a:lnTo>
                        <a:pt x="1" y="206"/>
                      </a:lnTo>
                      <a:lnTo>
                        <a:pt x="1119" y="206"/>
                      </a:lnTo>
                      <a:lnTo>
                        <a:pt x="11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57"/>
                <p:cNvSpPr/>
                <p:nvPr/>
              </p:nvSpPr>
              <p:spPr>
                <a:xfrm>
                  <a:off x="5405948" y="2002561"/>
                  <a:ext cx="125908" cy="7159"/>
                </a:xfrm>
                <a:custGeom>
                  <a:avLst/>
                  <a:gdLst/>
                  <a:ahLst/>
                  <a:cxnLst/>
                  <a:rect l="l" t="t" r="r" b="b"/>
                  <a:pathLst>
                    <a:path w="3623" h="206" extrusionOk="0">
                      <a:moveTo>
                        <a:pt x="1" y="0"/>
                      </a:moveTo>
                      <a:lnTo>
                        <a:pt x="1" y="206"/>
                      </a:lnTo>
                      <a:lnTo>
                        <a:pt x="3623" y="206"/>
                      </a:lnTo>
                      <a:lnTo>
                        <a:pt x="36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57"/>
                <p:cNvSpPr/>
                <p:nvPr/>
              </p:nvSpPr>
              <p:spPr>
                <a:xfrm>
                  <a:off x="5347459" y="2002561"/>
                  <a:ext cx="35934" cy="7159"/>
                </a:xfrm>
                <a:custGeom>
                  <a:avLst/>
                  <a:gdLst/>
                  <a:ahLst/>
                  <a:cxnLst/>
                  <a:rect l="l" t="t" r="r" b="b"/>
                  <a:pathLst>
                    <a:path w="1034" h="206" extrusionOk="0">
                      <a:moveTo>
                        <a:pt x="0" y="0"/>
                      </a:moveTo>
                      <a:lnTo>
                        <a:pt x="0" y="206"/>
                      </a:lnTo>
                      <a:lnTo>
                        <a:pt x="1033" y="206"/>
                      </a:lnTo>
                      <a:lnTo>
                        <a:pt x="103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57"/>
                <p:cNvSpPr/>
                <p:nvPr/>
              </p:nvSpPr>
              <p:spPr>
                <a:xfrm>
                  <a:off x="5198960" y="2002561"/>
                  <a:ext cx="129106" cy="7159"/>
                </a:xfrm>
                <a:custGeom>
                  <a:avLst/>
                  <a:gdLst/>
                  <a:ahLst/>
                  <a:cxnLst/>
                  <a:rect l="l" t="t" r="r" b="b"/>
                  <a:pathLst>
                    <a:path w="3715" h="206" extrusionOk="0">
                      <a:moveTo>
                        <a:pt x="0" y="0"/>
                      </a:moveTo>
                      <a:lnTo>
                        <a:pt x="0" y="206"/>
                      </a:lnTo>
                      <a:lnTo>
                        <a:pt x="3714" y="206"/>
                      </a:lnTo>
                      <a:lnTo>
                        <a:pt x="37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57"/>
                <p:cNvSpPr/>
                <p:nvPr/>
              </p:nvSpPr>
              <p:spPr>
                <a:xfrm>
                  <a:off x="5513403" y="2032309"/>
                  <a:ext cx="76977" cy="6186"/>
                </a:xfrm>
                <a:custGeom>
                  <a:avLst/>
                  <a:gdLst/>
                  <a:ahLst/>
                  <a:cxnLst/>
                  <a:rect l="l" t="t" r="r" b="b"/>
                  <a:pathLst>
                    <a:path w="2215" h="178" extrusionOk="0">
                      <a:moveTo>
                        <a:pt x="0" y="0"/>
                      </a:moveTo>
                      <a:lnTo>
                        <a:pt x="0" y="177"/>
                      </a:lnTo>
                      <a:lnTo>
                        <a:pt x="2215" y="177"/>
                      </a:lnTo>
                      <a:lnTo>
                        <a:pt x="22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57"/>
                <p:cNvSpPr/>
                <p:nvPr/>
              </p:nvSpPr>
              <p:spPr>
                <a:xfrm>
                  <a:off x="5379396" y="2032309"/>
                  <a:ext cx="109436" cy="6186"/>
                </a:xfrm>
                <a:custGeom>
                  <a:avLst/>
                  <a:gdLst/>
                  <a:ahLst/>
                  <a:cxnLst/>
                  <a:rect l="l" t="t" r="r" b="b"/>
                  <a:pathLst>
                    <a:path w="3149" h="178" extrusionOk="0">
                      <a:moveTo>
                        <a:pt x="1" y="0"/>
                      </a:moveTo>
                      <a:lnTo>
                        <a:pt x="1" y="177"/>
                      </a:lnTo>
                      <a:lnTo>
                        <a:pt x="3149" y="177"/>
                      </a:lnTo>
                      <a:lnTo>
                        <a:pt x="31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57"/>
                <p:cNvSpPr/>
                <p:nvPr/>
              </p:nvSpPr>
              <p:spPr>
                <a:xfrm>
                  <a:off x="5337380" y="2032309"/>
                  <a:ext cx="12302" cy="6186"/>
                </a:xfrm>
                <a:custGeom>
                  <a:avLst/>
                  <a:gdLst/>
                  <a:ahLst/>
                  <a:cxnLst/>
                  <a:rect l="l" t="t" r="r" b="b"/>
                  <a:pathLst>
                    <a:path w="354" h="178" extrusionOk="0">
                      <a:moveTo>
                        <a:pt x="0" y="0"/>
                      </a:moveTo>
                      <a:lnTo>
                        <a:pt x="0" y="177"/>
                      </a:lnTo>
                      <a:lnTo>
                        <a:pt x="354" y="177"/>
                      </a:lnTo>
                      <a:lnTo>
                        <a:pt x="3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57"/>
                <p:cNvSpPr/>
                <p:nvPr/>
              </p:nvSpPr>
              <p:spPr>
                <a:xfrm>
                  <a:off x="5223531" y="2031336"/>
                  <a:ext cx="93206" cy="7159"/>
                </a:xfrm>
                <a:custGeom>
                  <a:avLst/>
                  <a:gdLst/>
                  <a:ahLst/>
                  <a:cxnLst/>
                  <a:rect l="l" t="t" r="r" b="b"/>
                  <a:pathLst>
                    <a:path w="2682" h="206" extrusionOk="0">
                      <a:moveTo>
                        <a:pt x="1" y="0"/>
                      </a:moveTo>
                      <a:lnTo>
                        <a:pt x="1" y="205"/>
                      </a:lnTo>
                      <a:lnTo>
                        <a:pt x="2682" y="205"/>
                      </a:lnTo>
                      <a:lnTo>
                        <a:pt x="2682" y="28"/>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57"/>
                <p:cNvSpPr/>
                <p:nvPr/>
              </p:nvSpPr>
              <p:spPr>
                <a:xfrm>
                  <a:off x="5183704" y="2031336"/>
                  <a:ext cx="26586" cy="7159"/>
                </a:xfrm>
                <a:custGeom>
                  <a:avLst/>
                  <a:gdLst/>
                  <a:ahLst/>
                  <a:cxnLst/>
                  <a:rect l="l" t="t" r="r" b="b"/>
                  <a:pathLst>
                    <a:path w="765" h="206" extrusionOk="0">
                      <a:moveTo>
                        <a:pt x="29" y="0"/>
                      </a:moveTo>
                      <a:lnTo>
                        <a:pt x="1" y="205"/>
                      </a:lnTo>
                      <a:lnTo>
                        <a:pt x="765" y="205"/>
                      </a:lnTo>
                      <a:lnTo>
                        <a:pt x="76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57"/>
                <p:cNvSpPr/>
                <p:nvPr/>
              </p:nvSpPr>
              <p:spPr>
                <a:xfrm>
                  <a:off x="5599451" y="1995437"/>
                  <a:ext cx="20678" cy="25578"/>
                </a:xfrm>
                <a:custGeom>
                  <a:avLst/>
                  <a:gdLst/>
                  <a:ahLst/>
                  <a:cxnLst/>
                  <a:rect l="l" t="t" r="r" b="b"/>
                  <a:pathLst>
                    <a:path w="595" h="736" extrusionOk="0">
                      <a:moveTo>
                        <a:pt x="121" y="0"/>
                      </a:moveTo>
                      <a:lnTo>
                        <a:pt x="36" y="177"/>
                      </a:lnTo>
                      <a:lnTo>
                        <a:pt x="298" y="354"/>
                      </a:lnTo>
                      <a:lnTo>
                        <a:pt x="0" y="587"/>
                      </a:lnTo>
                      <a:lnTo>
                        <a:pt x="92" y="736"/>
                      </a:lnTo>
                      <a:lnTo>
                        <a:pt x="595" y="354"/>
                      </a:lnTo>
                      <a:lnTo>
                        <a:pt x="1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57"/>
                <p:cNvSpPr/>
                <p:nvPr/>
              </p:nvSpPr>
              <p:spPr>
                <a:xfrm>
                  <a:off x="5595524" y="1822333"/>
                  <a:ext cx="21408" cy="25613"/>
                </a:xfrm>
                <a:custGeom>
                  <a:avLst/>
                  <a:gdLst/>
                  <a:ahLst/>
                  <a:cxnLst/>
                  <a:rect l="l" t="t" r="r" b="b"/>
                  <a:pathLst>
                    <a:path w="616" h="737" extrusionOk="0">
                      <a:moveTo>
                        <a:pt x="503" y="1"/>
                      </a:moveTo>
                      <a:lnTo>
                        <a:pt x="0" y="355"/>
                      </a:lnTo>
                      <a:lnTo>
                        <a:pt x="531" y="737"/>
                      </a:lnTo>
                      <a:lnTo>
                        <a:pt x="616" y="560"/>
                      </a:lnTo>
                      <a:lnTo>
                        <a:pt x="326" y="355"/>
                      </a:lnTo>
                      <a:lnTo>
                        <a:pt x="587" y="149"/>
                      </a:lnTo>
                      <a:lnTo>
                        <a:pt x="50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57"/>
                <p:cNvSpPr/>
                <p:nvPr/>
              </p:nvSpPr>
              <p:spPr>
                <a:xfrm>
                  <a:off x="5166258" y="1820387"/>
                  <a:ext cx="21408" cy="25578"/>
                </a:xfrm>
                <a:custGeom>
                  <a:avLst/>
                  <a:gdLst/>
                  <a:ahLst/>
                  <a:cxnLst/>
                  <a:rect l="l" t="t" r="r" b="b"/>
                  <a:pathLst>
                    <a:path w="616" h="736" extrusionOk="0">
                      <a:moveTo>
                        <a:pt x="121" y="0"/>
                      </a:moveTo>
                      <a:lnTo>
                        <a:pt x="29" y="142"/>
                      </a:lnTo>
                      <a:lnTo>
                        <a:pt x="298" y="354"/>
                      </a:lnTo>
                      <a:lnTo>
                        <a:pt x="0" y="559"/>
                      </a:lnTo>
                      <a:lnTo>
                        <a:pt x="85" y="736"/>
                      </a:lnTo>
                      <a:lnTo>
                        <a:pt x="616" y="354"/>
                      </a:lnTo>
                      <a:lnTo>
                        <a:pt x="1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57"/>
                <p:cNvSpPr/>
                <p:nvPr/>
              </p:nvSpPr>
              <p:spPr>
                <a:xfrm>
                  <a:off x="5138456" y="1786434"/>
                  <a:ext cx="2259" cy="59531"/>
                </a:xfrm>
                <a:custGeom>
                  <a:avLst/>
                  <a:gdLst/>
                  <a:ahLst/>
                  <a:cxnLst/>
                  <a:rect l="l" t="t" r="r" b="b"/>
                  <a:pathLst>
                    <a:path w="65" h="1713" extrusionOk="0">
                      <a:moveTo>
                        <a:pt x="36" y="1"/>
                      </a:moveTo>
                      <a:cubicBezTo>
                        <a:pt x="1" y="1"/>
                        <a:pt x="1" y="1"/>
                        <a:pt x="1" y="29"/>
                      </a:cubicBezTo>
                      <a:lnTo>
                        <a:pt x="1" y="1685"/>
                      </a:lnTo>
                      <a:cubicBezTo>
                        <a:pt x="1" y="1713"/>
                        <a:pt x="1" y="1713"/>
                        <a:pt x="36" y="1713"/>
                      </a:cubicBezTo>
                      <a:cubicBezTo>
                        <a:pt x="65" y="1713"/>
                        <a:pt x="65" y="1713"/>
                        <a:pt x="65" y="1685"/>
                      </a:cubicBezTo>
                      <a:lnTo>
                        <a:pt x="65" y="29"/>
                      </a:lnTo>
                      <a:cubicBezTo>
                        <a:pt x="65" y="1"/>
                        <a:pt x="65"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57"/>
                <p:cNvSpPr/>
                <p:nvPr/>
              </p:nvSpPr>
              <p:spPr>
                <a:xfrm>
                  <a:off x="5138456" y="1858233"/>
                  <a:ext cx="2259" cy="19461"/>
                </a:xfrm>
                <a:custGeom>
                  <a:avLst/>
                  <a:gdLst/>
                  <a:ahLst/>
                  <a:cxnLst/>
                  <a:rect l="l" t="t" r="r" b="b"/>
                  <a:pathLst>
                    <a:path w="65" h="560" extrusionOk="0">
                      <a:moveTo>
                        <a:pt x="36" y="1"/>
                      </a:moveTo>
                      <a:cubicBezTo>
                        <a:pt x="1" y="1"/>
                        <a:pt x="1" y="29"/>
                        <a:pt x="1" y="29"/>
                      </a:cubicBezTo>
                      <a:lnTo>
                        <a:pt x="1" y="531"/>
                      </a:lnTo>
                      <a:cubicBezTo>
                        <a:pt x="1" y="560"/>
                        <a:pt x="1" y="560"/>
                        <a:pt x="36" y="560"/>
                      </a:cubicBezTo>
                      <a:cubicBezTo>
                        <a:pt x="65" y="560"/>
                        <a:pt x="65" y="560"/>
                        <a:pt x="65" y="531"/>
                      </a:cubicBezTo>
                      <a:lnTo>
                        <a:pt x="65" y="29"/>
                      </a:lnTo>
                      <a:cubicBezTo>
                        <a:pt x="65" y="29"/>
                        <a:pt x="65"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57"/>
                <p:cNvSpPr/>
                <p:nvPr/>
              </p:nvSpPr>
              <p:spPr>
                <a:xfrm>
                  <a:off x="5140680" y="1775139"/>
                  <a:ext cx="38888" cy="2259"/>
                </a:xfrm>
                <a:custGeom>
                  <a:avLst/>
                  <a:gdLst/>
                  <a:ahLst/>
                  <a:cxnLst/>
                  <a:rect l="l" t="t" r="r" b="b"/>
                  <a:pathLst>
                    <a:path w="1119" h="65" extrusionOk="0">
                      <a:moveTo>
                        <a:pt x="29" y="1"/>
                      </a:moveTo>
                      <a:cubicBezTo>
                        <a:pt x="1" y="1"/>
                        <a:pt x="1" y="1"/>
                        <a:pt x="1" y="29"/>
                      </a:cubicBezTo>
                      <a:cubicBezTo>
                        <a:pt x="1" y="29"/>
                        <a:pt x="1" y="64"/>
                        <a:pt x="29" y="64"/>
                      </a:cubicBezTo>
                      <a:lnTo>
                        <a:pt x="1090" y="64"/>
                      </a:lnTo>
                      <a:lnTo>
                        <a:pt x="1118" y="29"/>
                      </a:lnTo>
                      <a:cubicBezTo>
                        <a:pt x="1118" y="1"/>
                        <a:pt x="1090" y="1"/>
                        <a:pt x="10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7" name="Google Shape;2247;p57"/>
              <p:cNvGrpSpPr/>
              <p:nvPr/>
            </p:nvGrpSpPr>
            <p:grpSpPr>
              <a:xfrm>
                <a:off x="7367131" y="2189551"/>
                <a:ext cx="1499343" cy="979520"/>
                <a:chOff x="5425374" y="2441175"/>
                <a:chExt cx="523477" cy="341999"/>
              </a:xfrm>
            </p:grpSpPr>
            <p:sp>
              <p:nvSpPr>
                <p:cNvPr id="2248" name="Google Shape;2248;p57"/>
                <p:cNvSpPr/>
                <p:nvPr/>
              </p:nvSpPr>
              <p:spPr>
                <a:xfrm>
                  <a:off x="5425374" y="2441175"/>
                  <a:ext cx="523477" cy="341999"/>
                </a:xfrm>
                <a:custGeom>
                  <a:avLst/>
                  <a:gdLst/>
                  <a:ahLst/>
                  <a:cxnLst/>
                  <a:rect l="l" t="t" r="r" b="b"/>
                  <a:pathLst>
                    <a:path w="15063" h="9841" extrusionOk="0">
                      <a:moveTo>
                        <a:pt x="121" y="0"/>
                      </a:moveTo>
                      <a:cubicBezTo>
                        <a:pt x="57" y="0"/>
                        <a:pt x="1" y="57"/>
                        <a:pt x="1" y="113"/>
                      </a:cubicBezTo>
                      <a:lnTo>
                        <a:pt x="1" y="9727"/>
                      </a:lnTo>
                      <a:cubicBezTo>
                        <a:pt x="1" y="9784"/>
                        <a:pt x="57" y="9840"/>
                        <a:pt x="121" y="9840"/>
                      </a:cubicBezTo>
                      <a:lnTo>
                        <a:pt x="14949" y="9840"/>
                      </a:lnTo>
                      <a:cubicBezTo>
                        <a:pt x="15005" y="9840"/>
                        <a:pt x="15062" y="9784"/>
                        <a:pt x="15062" y="9727"/>
                      </a:cubicBezTo>
                      <a:lnTo>
                        <a:pt x="15062" y="113"/>
                      </a:lnTo>
                      <a:cubicBezTo>
                        <a:pt x="15062" y="57"/>
                        <a:pt x="15005" y="0"/>
                        <a:pt x="149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57"/>
                <p:cNvSpPr/>
                <p:nvPr/>
              </p:nvSpPr>
              <p:spPr>
                <a:xfrm>
                  <a:off x="5485879" y="2485172"/>
                  <a:ext cx="118749" cy="9140"/>
                </a:xfrm>
                <a:custGeom>
                  <a:avLst/>
                  <a:gdLst/>
                  <a:ahLst/>
                  <a:cxnLst/>
                  <a:rect l="l" t="t" r="r" b="b"/>
                  <a:pathLst>
                    <a:path w="3417" h="263" extrusionOk="0">
                      <a:moveTo>
                        <a:pt x="0" y="0"/>
                      </a:moveTo>
                      <a:lnTo>
                        <a:pt x="0" y="262"/>
                      </a:lnTo>
                      <a:lnTo>
                        <a:pt x="3417" y="262"/>
                      </a:lnTo>
                      <a:lnTo>
                        <a:pt x="34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57"/>
                <p:cNvSpPr/>
                <p:nvPr/>
              </p:nvSpPr>
              <p:spPr>
                <a:xfrm>
                  <a:off x="5625272" y="2485172"/>
                  <a:ext cx="46985" cy="9140"/>
                </a:xfrm>
                <a:custGeom>
                  <a:avLst/>
                  <a:gdLst/>
                  <a:ahLst/>
                  <a:cxnLst/>
                  <a:rect l="l" t="t" r="r" b="b"/>
                  <a:pathLst>
                    <a:path w="1352" h="263" extrusionOk="0">
                      <a:moveTo>
                        <a:pt x="0" y="0"/>
                      </a:moveTo>
                      <a:lnTo>
                        <a:pt x="0" y="262"/>
                      </a:lnTo>
                      <a:lnTo>
                        <a:pt x="1351" y="262"/>
                      </a:lnTo>
                      <a:lnTo>
                        <a:pt x="135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57"/>
                <p:cNvSpPr/>
                <p:nvPr/>
              </p:nvSpPr>
              <p:spPr>
                <a:xfrm>
                  <a:off x="5685498" y="2485172"/>
                  <a:ext cx="30756" cy="9140"/>
                </a:xfrm>
                <a:custGeom>
                  <a:avLst/>
                  <a:gdLst/>
                  <a:ahLst/>
                  <a:cxnLst/>
                  <a:rect l="l" t="t" r="r" b="b"/>
                  <a:pathLst>
                    <a:path w="885" h="263" extrusionOk="0">
                      <a:moveTo>
                        <a:pt x="0" y="0"/>
                      </a:moveTo>
                      <a:lnTo>
                        <a:pt x="0" y="262"/>
                      </a:lnTo>
                      <a:lnTo>
                        <a:pt x="885" y="262"/>
                      </a:lnTo>
                      <a:lnTo>
                        <a:pt x="88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57"/>
                <p:cNvSpPr/>
                <p:nvPr/>
              </p:nvSpPr>
              <p:spPr>
                <a:xfrm>
                  <a:off x="5725568" y="2485172"/>
                  <a:ext cx="12337" cy="9140"/>
                </a:xfrm>
                <a:custGeom>
                  <a:avLst/>
                  <a:gdLst/>
                  <a:ahLst/>
                  <a:cxnLst/>
                  <a:rect l="l" t="t" r="r" b="b"/>
                  <a:pathLst>
                    <a:path w="355" h="263" extrusionOk="0">
                      <a:moveTo>
                        <a:pt x="1" y="0"/>
                      </a:moveTo>
                      <a:lnTo>
                        <a:pt x="1" y="262"/>
                      </a:lnTo>
                      <a:lnTo>
                        <a:pt x="354" y="262"/>
                      </a:lnTo>
                      <a:lnTo>
                        <a:pt x="35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57"/>
                <p:cNvSpPr/>
                <p:nvPr/>
              </p:nvSpPr>
              <p:spPr>
                <a:xfrm>
                  <a:off x="5754343" y="2485172"/>
                  <a:ext cx="127854" cy="9140"/>
                </a:xfrm>
                <a:custGeom>
                  <a:avLst/>
                  <a:gdLst/>
                  <a:ahLst/>
                  <a:cxnLst/>
                  <a:rect l="l" t="t" r="r" b="b"/>
                  <a:pathLst>
                    <a:path w="3679" h="263" extrusionOk="0">
                      <a:moveTo>
                        <a:pt x="0" y="0"/>
                      </a:moveTo>
                      <a:lnTo>
                        <a:pt x="0" y="262"/>
                      </a:lnTo>
                      <a:lnTo>
                        <a:pt x="3679" y="262"/>
                      </a:lnTo>
                      <a:lnTo>
                        <a:pt x="367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57"/>
                <p:cNvSpPr/>
                <p:nvPr/>
              </p:nvSpPr>
              <p:spPr>
                <a:xfrm>
                  <a:off x="5460301" y="2511723"/>
                  <a:ext cx="103528" cy="9383"/>
                </a:xfrm>
                <a:custGeom>
                  <a:avLst/>
                  <a:gdLst/>
                  <a:ahLst/>
                  <a:cxnLst/>
                  <a:rect l="l" t="t" r="r" b="b"/>
                  <a:pathLst>
                    <a:path w="2979" h="270" extrusionOk="0">
                      <a:moveTo>
                        <a:pt x="0" y="0"/>
                      </a:moveTo>
                      <a:lnTo>
                        <a:pt x="0" y="269"/>
                      </a:lnTo>
                      <a:lnTo>
                        <a:pt x="2979" y="269"/>
                      </a:lnTo>
                      <a:lnTo>
                        <a:pt x="297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57"/>
                <p:cNvSpPr/>
                <p:nvPr/>
              </p:nvSpPr>
              <p:spPr>
                <a:xfrm>
                  <a:off x="5588399" y="2511723"/>
                  <a:ext cx="135222" cy="9383"/>
                </a:xfrm>
                <a:custGeom>
                  <a:avLst/>
                  <a:gdLst/>
                  <a:ahLst/>
                  <a:cxnLst/>
                  <a:rect l="l" t="t" r="r" b="b"/>
                  <a:pathLst>
                    <a:path w="3891" h="270" extrusionOk="0">
                      <a:moveTo>
                        <a:pt x="0" y="0"/>
                      </a:moveTo>
                      <a:lnTo>
                        <a:pt x="0" y="269"/>
                      </a:lnTo>
                      <a:lnTo>
                        <a:pt x="3891" y="269"/>
                      </a:lnTo>
                      <a:lnTo>
                        <a:pt x="38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57"/>
                <p:cNvSpPr/>
                <p:nvPr/>
              </p:nvSpPr>
              <p:spPr>
                <a:xfrm>
                  <a:off x="5745968" y="2511723"/>
                  <a:ext cx="15534" cy="9383"/>
                </a:xfrm>
                <a:custGeom>
                  <a:avLst/>
                  <a:gdLst/>
                  <a:ahLst/>
                  <a:cxnLst/>
                  <a:rect l="l" t="t" r="r" b="b"/>
                  <a:pathLst>
                    <a:path w="447" h="270" extrusionOk="0">
                      <a:moveTo>
                        <a:pt x="1" y="0"/>
                      </a:moveTo>
                      <a:lnTo>
                        <a:pt x="1" y="269"/>
                      </a:lnTo>
                      <a:lnTo>
                        <a:pt x="446" y="269"/>
                      </a:lnTo>
                      <a:lnTo>
                        <a:pt x="44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57"/>
                <p:cNvSpPr/>
                <p:nvPr/>
              </p:nvSpPr>
              <p:spPr>
                <a:xfrm>
                  <a:off x="5788992" y="2511723"/>
                  <a:ext cx="68636" cy="9383"/>
                </a:xfrm>
                <a:custGeom>
                  <a:avLst/>
                  <a:gdLst/>
                  <a:ahLst/>
                  <a:cxnLst/>
                  <a:rect l="l" t="t" r="r" b="b"/>
                  <a:pathLst>
                    <a:path w="1975" h="270" extrusionOk="0">
                      <a:moveTo>
                        <a:pt x="1" y="0"/>
                      </a:moveTo>
                      <a:lnTo>
                        <a:pt x="1" y="269"/>
                      </a:lnTo>
                      <a:lnTo>
                        <a:pt x="1974" y="269"/>
                      </a:lnTo>
                      <a:lnTo>
                        <a:pt x="197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57"/>
                <p:cNvSpPr/>
                <p:nvPr/>
              </p:nvSpPr>
              <p:spPr>
                <a:xfrm>
                  <a:off x="5878237" y="2511723"/>
                  <a:ext cx="39861" cy="9383"/>
                </a:xfrm>
                <a:custGeom>
                  <a:avLst/>
                  <a:gdLst/>
                  <a:ahLst/>
                  <a:cxnLst/>
                  <a:rect l="l" t="t" r="r" b="b"/>
                  <a:pathLst>
                    <a:path w="1147" h="270" extrusionOk="0">
                      <a:moveTo>
                        <a:pt x="1" y="0"/>
                      </a:moveTo>
                      <a:lnTo>
                        <a:pt x="1" y="269"/>
                      </a:lnTo>
                      <a:lnTo>
                        <a:pt x="1147" y="269"/>
                      </a:lnTo>
                      <a:lnTo>
                        <a:pt x="11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57"/>
                <p:cNvSpPr/>
                <p:nvPr/>
              </p:nvSpPr>
              <p:spPr>
                <a:xfrm>
                  <a:off x="5485879" y="2542444"/>
                  <a:ext cx="118749" cy="9383"/>
                </a:xfrm>
                <a:custGeom>
                  <a:avLst/>
                  <a:gdLst/>
                  <a:ahLst/>
                  <a:cxnLst/>
                  <a:rect l="l" t="t" r="r" b="b"/>
                  <a:pathLst>
                    <a:path w="3417" h="270" extrusionOk="0">
                      <a:moveTo>
                        <a:pt x="0" y="1"/>
                      </a:moveTo>
                      <a:lnTo>
                        <a:pt x="0" y="269"/>
                      </a:lnTo>
                      <a:lnTo>
                        <a:pt x="3417" y="269"/>
                      </a:lnTo>
                      <a:lnTo>
                        <a:pt x="341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57"/>
                <p:cNvSpPr/>
                <p:nvPr/>
              </p:nvSpPr>
              <p:spPr>
                <a:xfrm>
                  <a:off x="5625272" y="2542444"/>
                  <a:ext cx="46985" cy="9383"/>
                </a:xfrm>
                <a:custGeom>
                  <a:avLst/>
                  <a:gdLst/>
                  <a:ahLst/>
                  <a:cxnLst/>
                  <a:rect l="l" t="t" r="r" b="b"/>
                  <a:pathLst>
                    <a:path w="1352" h="270" extrusionOk="0">
                      <a:moveTo>
                        <a:pt x="0" y="1"/>
                      </a:moveTo>
                      <a:lnTo>
                        <a:pt x="0" y="269"/>
                      </a:lnTo>
                      <a:lnTo>
                        <a:pt x="1351" y="269"/>
                      </a:lnTo>
                      <a:lnTo>
                        <a:pt x="135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57"/>
                <p:cNvSpPr/>
                <p:nvPr/>
              </p:nvSpPr>
              <p:spPr>
                <a:xfrm>
                  <a:off x="5685498" y="2542444"/>
                  <a:ext cx="30756" cy="9383"/>
                </a:xfrm>
                <a:custGeom>
                  <a:avLst/>
                  <a:gdLst/>
                  <a:ahLst/>
                  <a:cxnLst/>
                  <a:rect l="l" t="t" r="r" b="b"/>
                  <a:pathLst>
                    <a:path w="885" h="270" extrusionOk="0">
                      <a:moveTo>
                        <a:pt x="0" y="1"/>
                      </a:moveTo>
                      <a:lnTo>
                        <a:pt x="0" y="269"/>
                      </a:lnTo>
                      <a:lnTo>
                        <a:pt x="885" y="269"/>
                      </a:lnTo>
                      <a:lnTo>
                        <a:pt x="88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57"/>
                <p:cNvSpPr/>
                <p:nvPr/>
              </p:nvSpPr>
              <p:spPr>
                <a:xfrm>
                  <a:off x="5725568" y="2542444"/>
                  <a:ext cx="12337" cy="9383"/>
                </a:xfrm>
                <a:custGeom>
                  <a:avLst/>
                  <a:gdLst/>
                  <a:ahLst/>
                  <a:cxnLst/>
                  <a:rect l="l" t="t" r="r" b="b"/>
                  <a:pathLst>
                    <a:path w="355" h="270" extrusionOk="0">
                      <a:moveTo>
                        <a:pt x="1" y="1"/>
                      </a:moveTo>
                      <a:lnTo>
                        <a:pt x="1" y="269"/>
                      </a:lnTo>
                      <a:lnTo>
                        <a:pt x="354" y="269"/>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57"/>
                <p:cNvSpPr/>
                <p:nvPr/>
              </p:nvSpPr>
              <p:spPr>
                <a:xfrm>
                  <a:off x="5754343" y="2542444"/>
                  <a:ext cx="127854" cy="9383"/>
                </a:xfrm>
                <a:custGeom>
                  <a:avLst/>
                  <a:gdLst/>
                  <a:ahLst/>
                  <a:cxnLst/>
                  <a:rect l="l" t="t" r="r" b="b"/>
                  <a:pathLst>
                    <a:path w="3679" h="270" extrusionOk="0">
                      <a:moveTo>
                        <a:pt x="0" y="1"/>
                      </a:moveTo>
                      <a:lnTo>
                        <a:pt x="0" y="269"/>
                      </a:lnTo>
                      <a:lnTo>
                        <a:pt x="3679" y="269"/>
                      </a:lnTo>
                      <a:lnTo>
                        <a:pt x="367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57"/>
                <p:cNvSpPr/>
                <p:nvPr/>
              </p:nvSpPr>
              <p:spPr>
                <a:xfrm>
                  <a:off x="5485879" y="2568995"/>
                  <a:ext cx="77950" cy="9383"/>
                </a:xfrm>
                <a:custGeom>
                  <a:avLst/>
                  <a:gdLst/>
                  <a:ahLst/>
                  <a:cxnLst/>
                  <a:rect l="l" t="t" r="r" b="b"/>
                  <a:pathLst>
                    <a:path w="2243" h="270" extrusionOk="0">
                      <a:moveTo>
                        <a:pt x="0" y="1"/>
                      </a:moveTo>
                      <a:lnTo>
                        <a:pt x="0" y="270"/>
                      </a:lnTo>
                      <a:lnTo>
                        <a:pt x="2243" y="270"/>
                      </a:lnTo>
                      <a:lnTo>
                        <a:pt x="22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57"/>
                <p:cNvSpPr/>
                <p:nvPr/>
              </p:nvSpPr>
              <p:spPr>
                <a:xfrm>
                  <a:off x="5588399" y="2568995"/>
                  <a:ext cx="111625" cy="9383"/>
                </a:xfrm>
                <a:custGeom>
                  <a:avLst/>
                  <a:gdLst/>
                  <a:ahLst/>
                  <a:cxnLst/>
                  <a:rect l="l" t="t" r="r" b="b"/>
                  <a:pathLst>
                    <a:path w="3212" h="270" extrusionOk="0">
                      <a:moveTo>
                        <a:pt x="0" y="1"/>
                      </a:moveTo>
                      <a:lnTo>
                        <a:pt x="0" y="270"/>
                      </a:lnTo>
                      <a:lnTo>
                        <a:pt x="3212" y="270"/>
                      </a:lnTo>
                      <a:lnTo>
                        <a:pt x="32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57"/>
                <p:cNvSpPr/>
                <p:nvPr/>
              </p:nvSpPr>
              <p:spPr>
                <a:xfrm>
                  <a:off x="5729738" y="2568995"/>
                  <a:ext cx="13310" cy="9383"/>
                </a:xfrm>
                <a:custGeom>
                  <a:avLst/>
                  <a:gdLst/>
                  <a:ahLst/>
                  <a:cxnLst/>
                  <a:rect l="l" t="t" r="r" b="b"/>
                  <a:pathLst>
                    <a:path w="383" h="270" extrusionOk="0">
                      <a:moveTo>
                        <a:pt x="1" y="1"/>
                      </a:moveTo>
                      <a:lnTo>
                        <a:pt x="1" y="270"/>
                      </a:lnTo>
                      <a:lnTo>
                        <a:pt x="383" y="270"/>
                      </a:lnTo>
                      <a:lnTo>
                        <a:pt x="38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57"/>
                <p:cNvSpPr/>
                <p:nvPr/>
              </p:nvSpPr>
              <p:spPr>
                <a:xfrm>
                  <a:off x="5762441" y="2568995"/>
                  <a:ext cx="95187" cy="9383"/>
                </a:xfrm>
                <a:custGeom>
                  <a:avLst/>
                  <a:gdLst/>
                  <a:ahLst/>
                  <a:cxnLst/>
                  <a:rect l="l" t="t" r="r" b="b"/>
                  <a:pathLst>
                    <a:path w="2739" h="270" extrusionOk="0">
                      <a:moveTo>
                        <a:pt x="1" y="1"/>
                      </a:moveTo>
                      <a:lnTo>
                        <a:pt x="1" y="270"/>
                      </a:lnTo>
                      <a:lnTo>
                        <a:pt x="2738" y="270"/>
                      </a:lnTo>
                      <a:lnTo>
                        <a:pt x="27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57"/>
                <p:cNvSpPr/>
                <p:nvPr/>
              </p:nvSpPr>
              <p:spPr>
                <a:xfrm>
                  <a:off x="5869896" y="2568022"/>
                  <a:ext cx="27802" cy="10356"/>
                </a:xfrm>
                <a:custGeom>
                  <a:avLst/>
                  <a:gdLst/>
                  <a:ahLst/>
                  <a:cxnLst/>
                  <a:rect l="l" t="t" r="r" b="b"/>
                  <a:pathLst>
                    <a:path w="800" h="298" extrusionOk="0">
                      <a:moveTo>
                        <a:pt x="800" y="0"/>
                      </a:moveTo>
                      <a:lnTo>
                        <a:pt x="0" y="29"/>
                      </a:lnTo>
                      <a:lnTo>
                        <a:pt x="36" y="298"/>
                      </a:lnTo>
                      <a:lnTo>
                        <a:pt x="800" y="269"/>
                      </a:lnTo>
                      <a:lnTo>
                        <a:pt x="8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57"/>
                <p:cNvSpPr/>
                <p:nvPr/>
              </p:nvSpPr>
              <p:spPr>
                <a:xfrm>
                  <a:off x="5485879" y="2644965"/>
                  <a:ext cx="39861" cy="8167"/>
                </a:xfrm>
                <a:custGeom>
                  <a:avLst/>
                  <a:gdLst/>
                  <a:ahLst/>
                  <a:cxnLst/>
                  <a:rect l="l" t="t" r="r" b="b"/>
                  <a:pathLst>
                    <a:path w="1147" h="235" extrusionOk="0">
                      <a:moveTo>
                        <a:pt x="0" y="1"/>
                      </a:moveTo>
                      <a:lnTo>
                        <a:pt x="0" y="234"/>
                      </a:lnTo>
                      <a:lnTo>
                        <a:pt x="1146" y="234"/>
                      </a:lnTo>
                      <a:lnTo>
                        <a:pt x="114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57"/>
                <p:cNvSpPr/>
                <p:nvPr/>
              </p:nvSpPr>
              <p:spPr>
                <a:xfrm>
                  <a:off x="5545375" y="2644965"/>
                  <a:ext cx="126881" cy="8167"/>
                </a:xfrm>
                <a:custGeom>
                  <a:avLst/>
                  <a:gdLst/>
                  <a:ahLst/>
                  <a:cxnLst/>
                  <a:rect l="l" t="t" r="r" b="b"/>
                  <a:pathLst>
                    <a:path w="3651" h="235" extrusionOk="0">
                      <a:moveTo>
                        <a:pt x="0" y="1"/>
                      </a:moveTo>
                      <a:lnTo>
                        <a:pt x="0" y="234"/>
                      </a:lnTo>
                      <a:lnTo>
                        <a:pt x="3650" y="234"/>
                      </a:lnTo>
                      <a:lnTo>
                        <a:pt x="365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57"/>
                <p:cNvSpPr/>
                <p:nvPr/>
              </p:nvSpPr>
              <p:spPr>
                <a:xfrm>
                  <a:off x="5695820" y="2644965"/>
                  <a:ext cx="35934" cy="8167"/>
                </a:xfrm>
                <a:custGeom>
                  <a:avLst/>
                  <a:gdLst/>
                  <a:ahLst/>
                  <a:cxnLst/>
                  <a:rect l="l" t="t" r="r" b="b"/>
                  <a:pathLst>
                    <a:path w="1034" h="235" extrusionOk="0">
                      <a:moveTo>
                        <a:pt x="1" y="1"/>
                      </a:moveTo>
                      <a:lnTo>
                        <a:pt x="1" y="234"/>
                      </a:lnTo>
                      <a:lnTo>
                        <a:pt x="1033" y="234"/>
                      </a:lnTo>
                      <a:lnTo>
                        <a:pt x="103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57"/>
                <p:cNvSpPr/>
                <p:nvPr/>
              </p:nvSpPr>
              <p:spPr>
                <a:xfrm>
                  <a:off x="5752119" y="2644965"/>
                  <a:ext cx="130079" cy="8167"/>
                </a:xfrm>
                <a:custGeom>
                  <a:avLst/>
                  <a:gdLst/>
                  <a:ahLst/>
                  <a:cxnLst/>
                  <a:rect l="l" t="t" r="r" b="b"/>
                  <a:pathLst>
                    <a:path w="3743" h="235" extrusionOk="0">
                      <a:moveTo>
                        <a:pt x="1" y="1"/>
                      </a:moveTo>
                      <a:lnTo>
                        <a:pt x="1" y="234"/>
                      </a:lnTo>
                      <a:lnTo>
                        <a:pt x="3743" y="234"/>
                      </a:lnTo>
                      <a:lnTo>
                        <a:pt x="37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57"/>
                <p:cNvSpPr/>
                <p:nvPr/>
              </p:nvSpPr>
              <p:spPr>
                <a:xfrm>
                  <a:off x="5485879" y="2671516"/>
                  <a:ext cx="77950" cy="9383"/>
                </a:xfrm>
                <a:custGeom>
                  <a:avLst/>
                  <a:gdLst/>
                  <a:ahLst/>
                  <a:cxnLst/>
                  <a:rect l="l" t="t" r="r" b="b"/>
                  <a:pathLst>
                    <a:path w="2243" h="270" extrusionOk="0">
                      <a:moveTo>
                        <a:pt x="0" y="1"/>
                      </a:moveTo>
                      <a:lnTo>
                        <a:pt x="0" y="270"/>
                      </a:lnTo>
                      <a:lnTo>
                        <a:pt x="2243" y="270"/>
                      </a:lnTo>
                      <a:lnTo>
                        <a:pt x="22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57"/>
                <p:cNvSpPr/>
                <p:nvPr/>
              </p:nvSpPr>
              <p:spPr>
                <a:xfrm>
                  <a:off x="5588399" y="2671516"/>
                  <a:ext cx="111625" cy="9383"/>
                </a:xfrm>
                <a:custGeom>
                  <a:avLst/>
                  <a:gdLst/>
                  <a:ahLst/>
                  <a:cxnLst/>
                  <a:rect l="l" t="t" r="r" b="b"/>
                  <a:pathLst>
                    <a:path w="3212" h="270" extrusionOk="0">
                      <a:moveTo>
                        <a:pt x="0" y="1"/>
                      </a:moveTo>
                      <a:lnTo>
                        <a:pt x="0" y="270"/>
                      </a:lnTo>
                      <a:lnTo>
                        <a:pt x="3212" y="270"/>
                      </a:lnTo>
                      <a:lnTo>
                        <a:pt x="32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57"/>
                <p:cNvSpPr/>
                <p:nvPr/>
              </p:nvSpPr>
              <p:spPr>
                <a:xfrm>
                  <a:off x="5729738" y="2671516"/>
                  <a:ext cx="13310" cy="9383"/>
                </a:xfrm>
                <a:custGeom>
                  <a:avLst/>
                  <a:gdLst/>
                  <a:ahLst/>
                  <a:cxnLst/>
                  <a:rect l="l" t="t" r="r" b="b"/>
                  <a:pathLst>
                    <a:path w="383" h="270" extrusionOk="0">
                      <a:moveTo>
                        <a:pt x="1" y="1"/>
                      </a:moveTo>
                      <a:lnTo>
                        <a:pt x="1" y="270"/>
                      </a:lnTo>
                      <a:lnTo>
                        <a:pt x="383" y="270"/>
                      </a:lnTo>
                      <a:lnTo>
                        <a:pt x="38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57"/>
                <p:cNvSpPr/>
                <p:nvPr/>
              </p:nvSpPr>
              <p:spPr>
                <a:xfrm>
                  <a:off x="5762441" y="2671516"/>
                  <a:ext cx="95187" cy="9383"/>
                </a:xfrm>
                <a:custGeom>
                  <a:avLst/>
                  <a:gdLst/>
                  <a:ahLst/>
                  <a:cxnLst/>
                  <a:rect l="l" t="t" r="r" b="b"/>
                  <a:pathLst>
                    <a:path w="2739" h="270" extrusionOk="0">
                      <a:moveTo>
                        <a:pt x="1" y="1"/>
                      </a:moveTo>
                      <a:lnTo>
                        <a:pt x="1" y="270"/>
                      </a:lnTo>
                      <a:lnTo>
                        <a:pt x="2738" y="270"/>
                      </a:lnTo>
                      <a:lnTo>
                        <a:pt x="27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57"/>
                <p:cNvSpPr/>
                <p:nvPr/>
              </p:nvSpPr>
              <p:spPr>
                <a:xfrm>
                  <a:off x="5869896" y="2670543"/>
                  <a:ext cx="27802" cy="10356"/>
                </a:xfrm>
                <a:custGeom>
                  <a:avLst/>
                  <a:gdLst/>
                  <a:ahLst/>
                  <a:cxnLst/>
                  <a:rect l="l" t="t" r="r" b="b"/>
                  <a:pathLst>
                    <a:path w="800" h="298" extrusionOk="0">
                      <a:moveTo>
                        <a:pt x="800" y="0"/>
                      </a:moveTo>
                      <a:lnTo>
                        <a:pt x="0" y="29"/>
                      </a:lnTo>
                      <a:lnTo>
                        <a:pt x="36" y="298"/>
                      </a:lnTo>
                      <a:lnTo>
                        <a:pt x="800" y="262"/>
                      </a:lnTo>
                      <a:lnTo>
                        <a:pt x="8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57"/>
                <p:cNvSpPr/>
                <p:nvPr/>
              </p:nvSpPr>
              <p:spPr>
                <a:xfrm>
                  <a:off x="5453176" y="2637840"/>
                  <a:ext cx="20434" cy="25613"/>
                </a:xfrm>
                <a:custGeom>
                  <a:avLst/>
                  <a:gdLst/>
                  <a:ahLst/>
                  <a:cxnLst/>
                  <a:rect l="l" t="t" r="r" b="b"/>
                  <a:pathLst>
                    <a:path w="588" h="737" extrusionOk="0">
                      <a:moveTo>
                        <a:pt x="531" y="1"/>
                      </a:moveTo>
                      <a:lnTo>
                        <a:pt x="0" y="383"/>
                      </a:lnTo>
                      <a:lnTo>
                        <a:pt x="559" y="736"/>
                      </a:lnTo>
                      <a:lnTo>
                        <a:pt x="587" y="673"/>
                      </a:lnTo>
                      <a:lnTo>
                        <a:pt x="587" y="467"/>
                      </a:lnTo>
                      <a:lnTo>
                        <a:pt x="467" y="383"/>
                      </a:lnTo>
                      <a:lnTo>
                        <a:pt x="587" y="291"/>
                      </a:lnTo>
                      <a:lnTo>
                        <a:pt x="587" y="85"/>
                      </a:lnTo>
                      <a:lnTo>
                        <a:pt x="5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57"/>
                <p:cNvSpPr/>
                <p:nvPr/>
              </p:nvSpPr>
              <p:spPr>
                <a:xfrm>
                  <a:off x="5937490" y="2718710"/>
                  <a:ext cx="1251" cy="44066"/>
                </a:xfrm>
                <a:custGeom>
                  <a:avLst/>
                  <a:gdLst/>
                  <a:ahLst/>
                  <a:cxnLst/>
                  <a:rect l="l" t="t" r="r" b="b"/>
                  <a:pathLst>
                    <a:path w="36" h="1268" extrusionOk="0">
                      <a:moveTo>
                        <a:pt x="1" y="1"/>
                      </a:moveTo>
                      <a:lnTo>
                        <a:pt x="1" y="1267"/>
                      </a:lnTo>
                      <a:lnTo>
                        <a:pt x="36" y="1267"/>
                      </a:lnTo>
                      <a:lnTo>
                        <a:pt x="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57"/>
                <p:cNvSpPr/>
                <p:nvPr/>
              </p:nvSpPr>
              <p:spPr>
                <a:xfrm>
                  <a:off x="5937490" y="2681837"/>
                  <a:ext cx="1251" cy="16264"/>
                </a:xfrm>
                <a:custGeom>
                  <a:avLst/>
                  <a:gdLst/>
                  <a:ahLst/>
                  <a:cxnLst/>
                  <a:rect l="l" t="t" r="r" b="b"/>
                  <a:pathLst>
                    <a:path w="36" h="468" extrusionOk="0">
                      <a:moveTo>
                        <a:pt x="1" y="1"/>
                      </a:moveTo>
                      <a:lnTo>
                        <a:pt x="1" y="468"/>
                      </a:lnTo>
                      <a:lnTo>
                        <a:pt x="36" y="468"/>
                      </a:lnTo>
                      <a:lnTo>
                        <a:pt x="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281" name="Google Shape;2281;p57"/>
            <p:cNvGrpSpPr/>
            <p:nvPr/>
          </p:nvGrpSpPr>
          <p:grpSpPr>
            <a:xfrm>
              <a:off x="5056682" y="1397201"/>
              <a:ext cx="3374103" cy="3208974"/>
              <a:chOff x="-547276" y="2364562"/>
              <a:chExt cx="2266629" cy="2155699"/>
            </a:xfrm>
          </p:grpSpPr>
          <p:sp>
            <p:nvSpPr>
              <p:cNvPr id="2282" name="Google Shape;2282;p57"/>
              <p:cNvSpPr/>
              <p:nvPr/>
            </p:nvSpPr>
            <p:spPr>
              <a:xfrm>
                <a:off x="1208761" y="3688232"/>
                <a:ext cx="44014" cy="795949"/>
              </a:xfrm>
              <a:custGeom>
                <a:avLst/>
                <a:gdLst/>
                <a:ahLst/>
                <a:cxnLst/>
                <a:rect l="l" t="t" r="r" b="b"/>
                <a:pathLst>
                  <a:path w="619" h="11194" extrusionOk="0">
                    <a:moveTo>
                      <a:pt x="0" y="1"/>
                    </a:moveTo>
                    <a:lnTo>
                      <a:pt x="90" y="11193"/>
                    </a:lnTo>
                    <a:lnTo>
                      <a:pt x="529" y="11193"/>
                    </a:lnTo>
                    <a:lnTo>
                      <a:pt x="61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57"/>
              <p:cNvSpPr/>
              <p:nvPr/>
            </p:nvSpPr>
            <p:spPr>
              <a:xfrm>
                <a:off x="1163250" y="4158174"/>
                <a:ext cx="136526" cy="64375"/>
              </a:xfrm>
              <a:custGeom>
                <a:avLst/>
                <a:gdLst/>
                <a:ahLst/>
                <a:cxnLst/>
                <a:rect l="l" t="t" r="r" b="b"/>
                <a:pathLst>
                  <a:path w="1920" h="842" extrusionOk="0">
                    <a:moveTo>
                      <a:pt x="334" y="0"/>
                    </a:moveTo>
                    <a:lnTo>
                      <a:pt x="1" y="841"/>
                    </a:lnTo>
                    <a:lnTo>
                      <a:pt x="1920" y="841"/>
                    </a:lnTo>
                    <a:lnTo>
                      <a:pt x="156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57"/>
              <p:cNvSpPr/>
              <p:nvPr/>
            </p:nvSpPr>
            <p:spPr>
              <a:xfrm>
                <a:off x="1163252" y="4217985"/>
                <a:ext cx="136522" cy="57951"/>
              </a:xfrm>
              <a:custGeom>
                <a:avLst/>
                <a:gdLst/>
                <a:ahLst/>
                <a:cxnLst/>
                <a:rect l="l" t="t" r="r" b="b"/>
                <a:pathLst>
                  <a:path w="1920" h="815" extrusionOk="0">
                    <a:moveTo>
                      <a:pt x="1" y="0"/>
                    </a:moveTo>
                    <a:lnTo>
                      <a:pt x="355" y="682"/>
                    </a:lnTo>
                    <a:cubicBezTo>
                      <a:pt x="418" y="767"/>
                      <a:pt x="508" y="814"/>
                      <a:pt x="598" y="814"/>
                    </a:cubicBezTo>
                    <a:lnTo>
                      <a:pt x="1301" y="814"/>
                    </a:lnTo>
                    <a:cubicBezTo>
                      <a:pt x="1412" y="814"/>
                      <a:pt x="1497" y="767"/>
                      <a:pt x="1544" y="682"/>
                    </a:cubicBezTo>
                    <a:lnTo>
                      <a:pt x="192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57"/>
              <p:cNvSpPr/>
              <p:nvPr/>
            </p:nvSpPr>
            <p:spPr>
              <a:xfrm>
                <a:off x="1258749" y="4158184"/>
                <a:ext cx="197459" cy="326016"/>
              </a:xfrm>
              <a:custGeom>
                <a:avLst/>
                <a:gdLst/>
                <a:ahLst/>
                <a:cxnLst/>
                <a:rect l="l" t="t" r="r" b="b"/>
                <a:pathLst>
                  <a:path w="2777" h="4585" extrusionOk="0">
                    <a:moveTo>
                      <a:pt x="0" y="0"/>
                    </a:moveTo>
                    <a:lnTo>
                      <a:pt x="2316" y="4584"/>
                    </a:lnTo>
                    <a:lnTo>
                      <a:pt x="2776" y="4584"/>
                    </a:lnTo>
                    <a:lnTo>
                      <a:pt x="862" y="334"/>
                    </a:lnTo>
                    <a:cubicBezTo>
                      <a:pt x="772" y="133"/>
                      <a:pt x="550" y="0"/>
                      <a:pt x="3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57"/>
              <p:cNvSpPr/>
              <p:nvPr/>
            </p:nvSpPr>
            <p:spPr>
              <a:xfrm>
                <a:off x="1004968" y="4158184"/>
                <a:ext cx="197459" cy="326016"/>
              </a:xfrm>
              <a:custGeom>
                <a:avLst/>
                <a:gdLst/>
                <a:ahLst/>
                <a:cxnLst/>
                <a:rect l="l" t="t" r="r" b="b"/>
                <a:pathLst>
                  <a:path w="2777" h="4585" extrusionOk="0">
                    <a:moveTo>
                      <a:pt x="2449" y="0"/>
                    </a:moveTo>
                    <a:cubicBezTo>
                      <a:pt x="2227" y="0"/>
                      <a:pt x="2031" y="133"/>
                      <a:pt x="1920" y="334"/>
                    </a:cubicBezTo>
                    <a:lnTo>
                      <a:pt x="1" y="4584"/>
                    </a:lnTo>
                    <a:lnTo>
                      <a:pt x="466" y="4584"/>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57"/>
              <p:cNvSpPr/>
              <p:nvPr/>
            </p:nvSpPr>
            <p:spPr>
              <a:xfrm>
                <a:off x="702764" y="2853001"/>
                <a:ext cx="1016588" cy="855606"/>
              </a:xfrm>
              <a:custGeom>
                <a:avLst/>
                <a:gdLst/>
                <a:ahLst/>
                <a:cxnLst/>
                <a:rect l="l" t="t" r="r" b="b"/>
                <a:pathLst>
                  <a:path w="14297" h="12033" extrusionOk="0">
                    <a:moveTo>
                      <a:pt x="7960" y="0"/>
                    </a:moveTo>
                    <a:cubicBezTo>
                      <a:pt x="7242" y="0"/>
                      <a:pt x="6757" y="208"/>
                      <a:pt x="6344" y="1702"/>
                    </a:cubicBezTo>
                    <a:cubicBezTo>
                      <a:pt x="5752" y="3774"/>
                      <a:pt x="5224" y="6481"/>
                      <a:pt x="4869" y="7871"/>
                    </a:cubicBezTo>
                    <a:cubicBezTo>
                      <a:pt x="4494" y="9235"/>
                      <a:pt x="1761" y="9040"/>
                      <a:pt x="793" y="9918"/>
                    </a:cubicBezTo>
                    <a:cubicBezTo>
                      <a:pt x="21" y="10626"/>
                      <a:pt x="0" y="12032"/>
                      <a:pt x="2712" y="12032"/>
                    </a:cubicBezTo>
                    <a:lnTo>
                      <a:pt x="8549" y="12032"/>
                    </a:lnTo>
                    <a:cubicBezTo>
                      <a:pt x="11082" y="12032"/>
                      <a:pt x="12424" y="10340"/>
                      <a:pt x="12953" y="8136"/>
                    </a:cubicBezTo>
                    <a:cubicBezTo>
                      <a:pt x="13482" y="5952"/>
                      <a:pt x="13725" y="4657"/>
                      <a:pt x="14011" y="3309"/>
                    </a:cubicBezTo>
                    <a:cubicBezTo>
                      <a:pt x="14296" y="1966"/>
                      <a:pt x="13788" y="31"/>
                      <a:pt x="12097" y="31"/>
                    </a:cubicBezTo>
                    <a:lnTo>
                      <a:pt x="8898" y="31"/>
                    </a:lnTo>
                    <a:cubicBezTo>
                      <a:pt x="8545" y="31"/>
                      <a:pt x="8235" y="0"/>
                      <a:pt x="7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57"/>
              <p:cNvSpPr/>
              <p:nvPr/>
            </p:nvSpPr>
            <p:spPr>
              <a:xfrm>
                <a:off x="304993" y="4186413"/>
                <a:ext cx="295939" cy="333838"/>
              </a:xfrm>
              <a:custGeom>
                <a:avLst/>
                <a:gdLst/>
                <a:ahLst/>
                <a:cxnLst/>
                <a:rect l="l" t="t" r="r" b="b"/>
                <a:pathLst>
                  <a:path w="4162" h="4695" extrusionOk="0">
                    <a:moveTo>
                      <a:pt x="2575" y="0"/>
                    </a:moveTo>
                    <a:cubicBezTo>
                      <a:pt x="2575" y="0"/>
                      <a:pt x="2115" y="2755"/>
                      <a:pt x="1962" y="3326"/>
                    </a:cubicBezTo>
                    <a:cubicBezTo>
                      <a:pt x="1872" y="3590"/>
                      <a:pt x="1037" y="4097"/>
                      <a:pt x="772" y="4208"/>
                    </a:cubicBezTo>
                    <a:cubicBezTo>
                      <a:pt x="508" y="4319"/>
                      <a:pt x="0" y="4319"/>
                      <a:pt x="0" y="4515"/>
                    </a:cubicBezTo>
                    <a:cubicBezTo>
                      <a:pt x="0" y="4645"/>
                      <a:pt x="668" y="4692"/>
                      <a:pt x="1271" y="4692"/>
                    </a:cubicBezTo>
                    <a:cubicBezTo>
                      <a:pt x="1502" y="4692"/>
                      <a:pt x="1722" y="4685"/>
                      <a:pt x="1893" y="4674"/>
                    </a:cubicBezTo>
                    <a:cubicBezTo>
                      <a:pt x="2512" y="4626"/>
                      <a:pt x="3125" y="4695"/>
                      <a:pt x="3125" y="4494"/>
                    </a:cubicBezTo>
                    <a:cubicBezTo>
                      <a:pt x="3151" y="4277"/>
                      <a:pt x="2908" y="4145"/>
                      <a:pt x="2972" y="3701"/>
                    </a:cubicBezTo>
                    <a:cubicBezTo>
                      <a:pt x="3040" y="3241"/>
                      <a:pt x="4161" y="0"/>
                      <a:pt x="4161" y="0"/>
                    </a:cubicBezTo>
                    <a:close/>
                  </a:path>
                </a:pathLst>
              </a:custGeom>
              <a:solidFill>
                <a:srgbClr val="FCBA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57"/>
              <p:cNvSpPr/>
              <p:nvPr/>
            </p:nvSpPr>
            <p:spPr>
              <a:xfrm>
                <a:off x="832819" y="4186413"/>
                <a:ext cx="224123" cy="333838"/>
              </a:xfrm>
              <a:custGeom>
                <a:avLst/>
                <a:gdLst/>
                <a:ahLst/>
                <a:cxnLst/>
                <a:rect l="l" t="t" r="r" b="b"/>
                <a:pathLst>
                  <a:path w="3152" h="4695" extrusionOk="0">
                    <a:moveTo>
                      <a:pt x="1475" y="0"/>
                    </a:moveTo>
                    <a:cubicBezTo>
                      <a:pt x="1475" y="0"/>
                      <a:pt x="1983" y="2665"/>
                      <a:pt x="1941" y="3326"/>
                    </a:cubicBezTo>
                    <a:cubicBezTo>
                      <a:pt x="1914" y="3590"/>
                      <a:pt x="1037" y="4097"/>
                      <a:pt x="751" y="4208"/>
                    </a:cubicBezTo>
                    <a:cubicBezTo>
                      <a:pt x="487" y="4319"/>
                      <a:pt x="0" y="4319"/>
                      <a:pt x="0" y="4515"/>
                    </a:cubicBezTo>
                    <a:cubicBezTo>
                      <a:pt x="0" y="4645"/>
                      <a:pt x="657" y="4692"/>
                      <a:pt x="1262" y="4692"/>
                    </a:cubicBezTo>
                    <a:cubicBezTo>
                      <a:pt x="1493" y="4692"/>
                      <a:pt x="1716" y="4685"/>
                      <a:pt x="1893" y="4674"/>
                    </a:cubicBezTo>
                    <a:cubicBezTo>
                      <a:pt x="2512" y="4626"/>
                      <a:pt x="3104" y="4695"/>
                      <a:pt x="3130" y="4494"/>
                    </a:cubicBezTo>
                    <a:cubicBezTo>
                      <a:pt x="3151" y="4277"/>
                      <a:pt x="2998" y="4145"/>
                      <a:pt x="2972" y="3701"/>
                    </a:cubicBezTo>
                    <a:cubicBezTo>
                      <a:pt x="2929" y="3193"/>
                      <a:pt x="3062" y="0"/>
                      <a:pt x="3062" y="0"/>
                    </a:cubicBezTo>
                    <a:close/>
                  </a:path>
                </a:pathLst>
              </a:custGeom>
              <a:solidFill>
                <a:srgbClr val="FCBA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57"/>
              <p:cNvSpPr/>
              <p:nvPr/>
            </p:nvSpPr>
            <p:spPr>
              <a:xfrm>
                <a:off x="459863" y="3353599"/>
                <a:ext cx="731670" cy="859517"/>
              </a:xfrm>
              <a:custGeom>
                <a:avLst/>
                <a:gdLst/>
                <a:ahLst/>
                <a:cxnLst/>
                <a:rect l="l" t="t" r="r" b="b"/>
                <a:pathLst>
                  <a:path w="10290" h="12088" extrusionOk="0">
                    <a:moveTo>
                      <a:pt x="9311" y="1"/>
                    </a:moveTo>
                    <a:cubicBezTo>
                      <a:pt x="4587" y="1"/>
                      <a:pt x="2221" y="1222"/>
                      <a:pt x="1830" y="2481"/>
                    </a:cubicBezTo>
                    <a:cubicBezTo>
                      <a:pt x="1433" y="3829"/>
                      <a:pt x="1" y="12087"/>
                      <a:pt x="1" y="12087"/>
                    </a:cubicBezTo>
                    <a:lnTo>
                      <a:pt x="3680" y="12087"/>
                    </a:lnTo>
                    <a:cubicBezTo>
                      <a:pt x="3680" y="12087"/>
                      <a:pt x="3770" y="10544"/>
                      <a:pt x="3855" y="9798"/>
                    </a:cubicBezTo>
                    <a:cubicBezTo>
                      <a:pt x="3966" y="9047"/>
                      <a:pt x="3680" y="8672"/>
                      <a:pt x="4013" y="8143"/>
                    </a:cubicBezTo>
                    <a:cubicBezTo>
                      <a:pt x="4362" y="7615"/>
                      <a:pt x="4341" y="7155"/>
                      <a:pt x="4473" y="6097"/>
                    </a:cubicBezTo>
                    <a:cubicBezTo>
                      <a:pt x="4606" y="5040"/>
                      <a:pt x="5134" y="4136"/>
                      <a:pt x="5134" y="4136"/>
                    </a:cubicBezTo>
                    <a:lnTo>
                      <a:pt x="8967" y="2661"/>
                    </a:lnTo>
                    <a:lnTo>
                      <a:pt x="10289" y="17"/>
                    </a:lnTo>
                    <a:cubicBezTo>
                      <a:pt x="9952" y="6"/>
                      <a:pt x="9626" y="1"/>
                      <a:pt x="93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57"/>
              <p:cNvSpPr/>
              <p:nvPr/>
            </p:nvSpPr>
            <p:spPr>
              <a:xfrm>
                <a:off x="488093" y="4152139"/>
                <a:ext cx="205280" cy="7608"/>
              </a:xfrm>
              <a:custGeom>
                <a:avLst/>
                <a:gdLst/>
                <a:ahLst/>
                <a:cxnLst/>
                <a:rect l="l" t="t" r="r" b="b"/>
                <a:pathLst>
                  <a:path w="2887" h="107" extrusionOk="0">
                    <a:moveTo>
                      <a:pt x="48" y="1"/>
                    </a:moveTo>
                    <a:cubicBezTo>
                      <a:pt x="0" y="1"/>
                      <a:pt x="0" y="22"/>
                      <a:pt x="0" y="43"/>
                    </a:cubicBezTo>
                    <a:cubicBezTo>
                      <a:pt x="0" y="85"/>
                      <a:pt x="0" y="107"/>
                      <a:pt x="48" y="107"/>
                    </a:cubicBezTo>
                    <a:lnTo>
                      <a:pt x="2845" y="107"/>
                    </a:lnTo>
                    <a:cubicBezTo>
                      <a:pt x="2866" y="107"/>
                      <a:pt x="2887" y="85"/>
                      <a:pt x="2887" y="43"/>
                    </a:cubicBezTo>
                    <a:cubicBezTo>
                      <a:pt x="2887" y="22"/>
                      <a:pt x="2866" y="1"/>
                      <a:pt x="28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57"/>
              <p:cNvSpPr/>
              <p:nvPr/>
            </p:nvSpPr>
            <p:spPr>
              <a:xfrm>
                <a:off x="657256" y="3555688"/>
                <a:ext cx="161337" cy="604037"/>
              </a:xfrm>
              <a:custGeom>
                <a:avLst/>
                <a:gdLst/>
                <a:ahLst/>
                <a:cxnLst/>
                <a:rect l="l" t="t" r="r" b="b"/>
                <a:pathLst>
                  <a:path w="2269" h="8495" extrusionOk="0">
                    <a:moveTo>
                      <a:pt x="2231" y="0"/>
                    </a:moveTo>
                    <a:cubicBezTo>
                      <a:pt x="2223" y="0"/>
                      <a:pt x="2214" y="6"/>
                      <a:pt x="2205" y="14"/>
                    </a:cubicBezTo>
                    <a:cubicBezTo>
                      <a:pt x="2205" y="14"/>
                      <a:pt x="1962" y="125"/>
                      <a:pt x="1676" y="347"/>
                    </a:cubicBezTo>
                    <a:cubicBezTo>
                      <a:pt x="1412" y="543"/>
                      <a:pt x="1105" y="855"/>
                      <a:pt x="973" y="1252"/>
                    </a:cubicBezTo>
                    <a:cubicBezTo>
                      <a:pt x="862" y="1622"/>
                      <a:pt x="793" y="2309"/>
                      <a:pt x="709" y="2991"/>
                    </a:cubicBezTo>
                    <a:cubicBezTo>
                      <a:pt x="661" y="3319"/>
                      <a:pt x="619" y="3652"/>
                      <a:pt x="577" y="3937"/>
                    </a:cubicBezTo>
                    <a:cubicBezTo>
                      <a:pt x="529" y="4223"/>
                      <a:pt x="487" y="4487"/>
                      <a:pt x="418" y="4640"/>
                    </a:cubicBezTo>
                    <a:cubicBezTo>
                      <a:pt x="312" y="4905"/>
                      <a:pt x="286" y="5127"/>
                      <a:pt x="286" y="5349"/>
                    </a:cubicBezTo>
                    <a:cubicBezTo>
                      <a:pt x="286" y="5587"/>
                      <a:pt x="333" y="5809"/>
                      <a:pt x="333" y="6073"/>
                    </a:cubicBezTo>
                    <a:cubicBezTo>
                      <a:pt x="333" y="6116"/>
                      <a:pt x="312" y="6184"/>
                      <a:pt x="312" y="6248"/>
                    </a:cubicBezTo>
                    <a:cubicBezTo>
                      <a:pt x="286" y="6538"/>
                      <a:pt x="222" y="7088"/>
                      <a:pt x="133" y="7569"/>
                    </a:cubicBezTo>
                    <a:cubicBezTo>
                      <a:pt x="111" y="7791"/>
                      <a:pt x="69" y="8014"/>
                      <a:pt x="48" y="8167"/>
                    </a:cubicBezTo>
                    <a:cubicBezTo>
                      <a:pt x="21" y="8341"/>
                      <a:pt x="0" y="8431"/>
                      <a:pt x="0" y="8431"/>
                    </a:cubicBezTo>
                    <a:cubicBezTo>
                      <a:pt x="0" y="8452"/>
                      <a:pt x="0" y="8473"/>
                      <a:pt x="48" y="8495"/>
                    </a:cubicBezTo>
                    <a:cubicBezTo>
                      <a:pt x="69" y="8495"/>
                      <a:pt x="90" y="8473"/>
                      <a:pt x="90" y="8452"/>
                    </a:cubicBezTo>
                    <a:cubicBezTo>
                      <a:pt x="90" y="8452"/>
                      <a:pt x="154" y="8056"/>
                      <a:pt x="244" y="7569"/>
                    </a:cubicBezTo>
                    <a:cubicBezTo>
                      <a:pt x="312" y="7109"/>
                      <a:pt x="397" y="6560"/>
                      <a:pt x="418" y="6248"/>
                    </a:cubicBezTo>
                    <a:lnTo>
                      <a:pt x="418" y="6073"/>
                    </a:lnTo>
                    <a:cubicBezTo>
                      <a:pt x="418" y="5788"/>
                      <a:pt x="376" y="5566"/>
                      <a:pt x="376" y="5349"/>
                    </a:cubicBezTo>
                    <a:cubicBezTo>
                      <a:pt x="376" y="5148"/>
                      <a:pt x="397" y="4926"/>
                      <a:pt x="508" y="4662"/>
                    </a:cubicBezTo>
                    <a:cubicBezTo>
                      <a:pt x="577" y="4508"/>
                      <a:pt x="619" y="4244"/>
                      <a:pt x="682" y="3958"/>
                    </a:cubicBezTo>
                    <a:cubicBezTo>
                      <a:pt x="751" y="3520"/>
                      <a:pt x="793" y="2991"/>
                      <a:pt x="862" y="2505"/>
                    </a:cubicBezTo>
                    <a:cubicBezTo>
                      <a:pt x="926" y="1997"/>
                      <a:pt x="994" y="1558"/>
                      <a:pt x="1079" y="1273"/>
                    </a:cubicBezTo>
                    <a:cubicBezTo>
                      <a:pt x="1190" y="918"/>
                      <a:pt x="1475" y="612"/>
                      <a:pt x="1740" y="411"/>
                    </a:cubicBezTo>
                    <a:cubicBezTo>
                      <a:pt x="1872" y="300"/>
                      <a:pt x="2004" y="236"/>
                      <a:pt x="2094" y="168"/>
                    </a:cubicBezTo>
                    <a:cubicBezTo>
                      <a:pt x="2136" y="147"/>
                      <a:pt x="2184" y="125"/>
                      <a:pt x="2205" y="104"/>
                    </a:cubicBezTo>
                    <a:lnTo>
                      <a:pt x="2226" y="104"/>
                    </a:lnTo>
                    <a:lnTo>
                      <a:pt x="2247" y="83"/>
                    </a:lnTo>
                    <a:cubicBezTo>
                      <a:pt x="2268" y="83"/>
                      <a:pt x="2268" y="62"/>
                      <a:pt x="2268" y="36"/>
                    </a:cubicBezTo>
                    <a:cubicBezTo>
                      <a:pt x="2256" y="11"/>
                      <a:pt x="2244" y="0"/>
                      <a:pt x="22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57"/>
              <p:cNvSpPr/>
              <p:nvPr/>
            </p:nvSpPr>
            <p:spPr>
              <a:xfrm>
                <a:off x="386197" y="2903132"/>
                <a:ext cx="594011" cy="418595"/>
              </a:xfrm>
              <a:custGeom>
                <a:avLst/>
                <a:gdLst/>
                <a:ahLst/>
                <a:cxnLst/>
                <a:rect l="l" t="t" r="r" b="b"/>
                <a:pathLst>
                  <a:path w="8354" h="5887" extrusionOk="0">
                    <a:moveTo>
                      <a:pt x="6573" y="1"/>
                    </a:moveTo>
                    <a:cubicBezTo>
                      <a:pt x="6496" y="1"/>
                      <a:pt x="6420" y="10"/>
                      <a:pt x="6345" y="29"/>
                    </a:cubicBezTo>
                    <a:lnTo>
                      <a:pt x="5113" y="4655"/>
                    </a:lnTo>
                    <a:lnTo>
                      <a:pt x="0" y="5887"/>
                    </a:lnTo>
                    <a:lnTo>
                      <a:pt x="5795" y="5887"/>
                    </a:lnTo>
                    <a:cubicBezTo>
                      <a:pt x="6345" y="5887"/>
                      <a:pt x="6831" y="5538"/>
                      <a:pt x="7006" y="5009"/>
                    </a:cubicBezTo>
                    <a:lnTo>
                      <a:pt x="8354" y="1197"/>
                    </a:lnTo>
                    <a:cubicBezTo>
                      <a:pt x="8354" y="1197"/>
                      <a:pt x="7458" y="1"/>
                      <a:pt x="6573" y="1"/>
                    </a:cubicBezTo>
                    <a:close/>
                  </a:path>
                </a:pathLst>
              </a:custGeom>
              <a:solidFill>
                <a:srgbClr val="FCBA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57"/>
              <p:cNvSpPr/>
              <p:nvPr/>
            </p:nvSpPr>
            <p:spPr>
              <a:xfrm>
                <a:off x="815540" y="2684120"/>
                <a:ext cx="618827" cy="678768"/>
              </a:xfrm>
              <a:custGeom>
                <a:avLst/>
                <a:gdLst/>
                <a:ahLst/>
                <a:cxnLst/>
                <a:rect l="l" t="t" r="r" b="b"/>
                <a:pathLst>
                  <a:path w="8703" h="9546" extrusionOk="0">
                    <a:moveTo>
                      <a:pt x="4320" y="0"/>
                    </a:moveTo>
                    <a:cubicBezTo>
                      <a:pt x="3326" y="69"/>
                      <a:pt x="2601" y="244"/>
                      <a:pt x="1565" y="973"/>
                    </a:cubicBezTo>
                    <a:cubicBezTo>
                      <a:pt x="550" y="1719"/>
                      <a:pt x="0" y="3305"/>
                      <a:pt x="0" y="3305"/>
                    </a:cubicBezTo>
                    <a:lnTo>
                      <a:pt x="1565" y="3944"/>
                    </a:lnTo>
                    <a:cubicBezTo>
                      <a:pt x="1475" y="5356"/>
                      <a:pt x="1940" y="5203"/>
                      <a:pt x="2316" y="5642"/>
                    </a:cubicBezTo>
                    <a:cubicBezTo>
                      <a:pt x="2665" y="6107"/>
                      <a:pt x="2797" y="7185"/>
                      <a:pt x="2712" y="7799"/>
                    </a:cubicBezTo>
                    <a:cubicBezTo>
                      <a:pt x="2622" y="8438"/>
                      <a:pt x="1676" y="9496"/>
                      <a:pt x="2422" y="9496"/>
                    </a:cubicBezTo>
                    <a:cubicBezTo>
                      <a:pt x="2908" y="9496"/>
                      <a:pt x="5058" y="9545"/>
                      <a:pt x="6600" y="9545"/>
                    </a:cubicBezTo>
                    <a:cubicBezTo>
                      <a:pt x="7371" y="9545"/>
                      <a:pt x="7991" y="9533"/>
                      <a:pt x="8174" y="9496"/>
                    </a:cubicBezTo>
                    <a:cubicBezTo>
                      <a:pt x="8703" y="9385"/>
                      <a:pt x="7909" y="8835"/>
                      <a:pt x="7534" y="7756"/>
                    </a:cubicBezTo>
                    <a:cubicBezTo>
                      <a:pt x="7159" y="6678"/>
                      <a:pt x="6413" y="3680"/>
                      <a:pt x="6413" y="3680"/>
                    </a:cubicBezTo>
                    <a:lnTo>
                      <a:pt x="8042" y="3595"/>
                    </a:lnTo>
                    <a:cubicBezTo>
                      <a:pt x="7820" y="2094"/>
                      <a:pt x="7555" y="1126"/>
                      <a:pt x="6720" y="730"/>
                    </a:cubicBezTo>
                    <a:cubicBezTo>
                      <a:pt x="5885" y="333"/>
                      <a:pt x="4320" y="0"/>
                      <a:pt x="43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57"/>
              <p:cNvSpPr/>
              <p:nvPr/>
            </p:nvSpPr>
            <p:spPr>
              <a:xfrm>
                <a:off x="690321" y="2941246"/>
                <a:ext cx="671871" cy="380483"/>
              </a:xfrm>
              <a:custGeom>
                <a:avLst/>
                <a:gdLst/>
                <a:ahLst/>
                <a:cxnLst/>
                <a:rect l="l" t="t" r="r" b="b"/>
                <a:pathLst>
                  <a:path w="9449" h="5351" extrusionOk="0">
                    <a:moveTo>
                      <a:pt x="9448" y="1"/>
                    </a:moveTo>
                    <a:lnTo>
                      <a:pt x="7069" y="133"/>
                    </a:lnTo>
                    <a:lnTo>
                      <a:pt x="5948" y="3855"/>
                    </a:lnTo>
                    <a:cubicBezTo>
                      <a:pt x="5948" y="3855"/>
                      <a:pt x="1960" y="4802"/>
                      <a:pt x="1551" y="4802"/>
                    </a:cubicBezTo>
                    <a:cubicBezTo>
                      <a:pt x="1547" y="4802"/>
                      <a:pt x="1543" y="4801"/>
                      <a:pt x="1539" y="4801"/>
                    </a:cubicBezTo>
                    <a:cubicBezTo>
                      <a:pt x="1278" y="4784"/>
                      <a:pt x="1155" y="4724"/>
                      <a:pt x="883" y="4724"/>
                    </a:cubicBezTo>
                    <a:cubicBezTo>
                      <a:pt x="814" y="4724"/>
                      <a:pt x="734" y="4728"/>
                      <a:pt x="640" y="4738"/>
                    </a:cubicBezTo>
                    <a:cubicBezTo>
                      <a:pt x="175" y="4780"/>
                      <a:pt x="1" y="5351"/>
                      <a:pt x="1" y="5351"/>
                    </a:cubicBezTo>
                    <a:lnTo>
                      <a:pt x="6541" y="5351"/>
                    </a:lnTo>
                    <a:cubicBezTo>
                      <a:pt x="7291" y="5351"/>
                      <a:pt x="7952" y="4870"/>
                      <a:pt x="8148" y="4161"/>
                    </a:cubicBezTo>
                    <a:lnTo>
                      <a:pt x="9448" y="1"/>
                    </a:lnTo>
                    <a:close/>
                  </a:path>
                </a:pathLst>
              </a:custGeom>
              <a:solidFill>
                <a:srgbClr val="FCBA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57"/>
              <p:cNvSpPr/>
              <p:nvPr/>
            </p:nvSpPr>
            <p:spPr>
              <a:xfrm>
                <a:off x="1164745" y="2851152"/>
                <a:ext cx="31642" cy="102605"/>
              </a:xfrm>
              <a:custGeom>
                <a:avLst/>
                <a:gdLst/>
                <a:ahLst/>
                <a:cxnLst/>
                <a:rect l="l" t="t" r="r" b="b"/>
                <a:pathLst>
                  <a:path w="445" h="1443" extrusionOk="0">
                    <a:moveTo>
                      <a:pt x="396" y="1"/>
                    </a:moveTo>
                    <a:cubicBezTo>
                      <a:pt x="376" y="1"/>
                      <a:pt x="355" y="16"/>
                      <a:pt x="355" y="30"/>
                    </a:cubicBezTo>
                    <a:cubicBezTo>
                      <a:pt x="202" y="295"/>
                      <a:pt x="133" y="628"/>
                      <a:pt x="69" y="913"/>
                    </a:cubicBezTo>
                    <a:cubicBezTo>
                      <a:pt x="22" y="1178"/>
                      <a:pt x="22" y="1400"/>
                      <a:pt x="22" y="1400"/>
                    </a:cubicBezTo>
                    <a:cubicBezTo>
                      <a:pt x="1" y="1421"/>
                      <a:pt x="22" y="1421"/>
                      <a:pt x="22" y="1442"/>
                    </a:cubicBezTo>
                    <a:lnTo>
                      <a:pt x="397" y="1442"/>
                    </a:lnTo>
                    <a:cubicBezTo>
                      <a:pt x="418" y="1442"/>
                      <a:pt x="445" y="1442"/>
                      <a:pt x="445" y="1400"/>
                    </a:cubicBezTo>
                    <a:cubicBezTo>
                      <a:pt x="445" y="1379"/>
                      <a:pt x="418" y="1352"/>
                      <a:pt x="397" y="1352"/>
                    </a:cubicBezTo>
                    <a:lnTo>
                      <a:pt x="112" y="1352"/>
                    </a:lnTo>
                    <a:cubicBezTo>
                      <a:pt x="116" y="1250"/>
                      <a:pt x="137" y="1046"/>
                      <a:pt x="181" y="824"/>
                    </a:cubicBezTo>
                    <a:cubicBezTo>
                      <a:pt x="244" y="559"/>
                      <a:pt x="313" y="274"/>
                      <a:pt x="445" y="78"/>
                    </a:cubicBezTo>
                    <a:cubicBezTo>
                      <a:pt x="445" y="57"/>
                      <a:pt x="445" y="9"/>
                      <a:pt x="418" y="9"/>
                    </a:cubicBezTo>
                    <a:cubicBezTo>
                      <a:pt x="412" y="3"/>
                      <a:pt x="404" y="1"/>
                      <a:pt x="3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57"/>
              <p:cNvSpPr/>
              <p:nvPr/>
            </p:nvSpPr>
            <p:spPr>
              <a:xfrm>
                <a:off x="762139" y="3345422"/>
                <a:ext cx="740985" cy="867694"/>
              </a:xfrm>
              <a:custGeom>
                <a:avLst/>
                <a:gdLst/>
                <a:ahLst/>
                <a:cxnLst/>
                <a:rect l="l" t="t" r="r" b="b"/>
                <a:pathLst>
                  <a:path w="10421" h="12203" extrusionOk="0">
                    <a:moveTo>
                      <a:pt x="8771" y="0"/>
                    </a:moveTo>
                    <a:lnTo>
                      <a:pt x="6080" y="153"/>
                    </a:lnTo>
                    <a:cubicBezTo>
                      <a:pt x="5731" y="307"/>
                      <a:pt x="3241" y="460"/>
                      <a:pt x="3241" y="460"/>
                    </a:cubicBezTo>
                    <a:cubicBezTo>
                      <a:pt x="1058" y="460"/>
                      <a:pt x="0" y="2115"/>
                      <a:pt x="244" y="4404"/>
                    </a:cubicBezTo>
                    <a:cubicBezTo>
                      <a:pt x="508" y="6693"/>
                      <a:pt x="1349" y="12202"/>
                      <a:pt x="1349" y="12202"/>
                    </a:cubicBezTo>
                    <a:lnTo>
                      <a:pt x="5398" y="12202"/>
                    </a:lnTo>
                    <a:cubicBezTo>
                      <a:pt x="5552" y="11367"/>
                      <a:pt x="5049" y="10791"/>
                      <a:pt x="4938" y="9998"/>
                    </a:cubicBezTo>
                    <a:cubicBezTo>
                      <a:pt x="4806" y="9205"/>
                      <a:pt x="4653" y="9009"/>
                      <a:pt x="4473" y="8126"/>
                    </a:cubicBezTo>
                    <a:cubicBezTo>
                      <a:pt x="4362" y="7486"/>
                      <a:pt x="4013" y="6276"/>
                      <a:pt x="3833" y="5662"/>
                    </a:cubicBezTo>
                    <a:cubicBezTo>
                      <a:pt x="3770" y="5419"/>
                      <a:pt x="3770" y="5176"/>
                      <a:pt x="3833" y="4954"/>
                    </a:cubicBezTo>
                    <a:cubicBezTo>
                      <a:pt x="3992" y="4425"/>
                      <a:pt x="3860" y="3812"/>
                      <a:pt x="3860" y="3812"/>
                    </a:cubicBezTo>
                    <a:lnTo>
                      <a:pt x="7735" y="3812"/>
                    </a:lnTo>
                    <a:cubicBezTo>
                      <a:pt x="10421" y="3812"/>
                      <a:pt x="8772" y="0"/>
                      <a:pt x="87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57"/>
              <p:cNvSpPr/>
              <p:nvPr/>
            </p:nvSpPr>
            <p:spPr>
              <a:xfrm>
                <a:off x="871927" y="4152139"/>
                <a:ext cx="250787" cy="7608"/>
              </a:xfrm>
              <a:custGeom>
                <a:avLst/>
                <a:gdLst/>
                <a:ahLst/>
                <a:cxnLst/>
                <a:rect l="l" t="t" r="r" b="b"/>
                <a:pathLst>
                  <a:path w="3527" h="107" extrusionOk="0">
                    <a:moveTo>
                      <a:pt x="42" y="1"/>
                    </a:moveTo>
                    <a:cubicBezTo>
                      <a:pt x="21" y="1"/>
                      <a:pt x="0" y="22"/>
                      <a:pt x="0" y="43"/>
                    </a:cubicBezTo>
                    <a:cubicBezTo>
                      <a:pt x="0" y="85"/>
                      <a:pt x="21" y="107"/>
                      <a:pt x="42" y="107"/>
                    </a:cubicBezTo>
                    <a:lnTo>
                      <a:pt x="3479" y="107"/>
                    </a:lnTo>
                    <a:cubicBezTo>
                      <a:pt x="3505" y="107"/>
                      <a:pt x="3527" y="85"/>
                      <a:pt x="3527" y="43"/>
                    </a:cubicBezTo>
                    <a:cubicBezTo>
                      <a:pt x="3527" y="22"/>
                      <a:pt x="3505" y="1"/>
                      <a:pt x="34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57"/>
              <p:cNvSpPr/>
              <p:nvPr/>
            </p:nvSpPr>
            <p:spPr>
              <a:xfrm>
                <a:off x="984703" y="3459692"/>
                <a:ext cx="437296" cy="700029"/>
              </a:xfrm>
              <a:custGeom>
                <a:avLst/>
                <a:gdLst/>
                <a:ahLst/>
                <a:cxnLst/>
                <a:rect l="l" t="t" r="r" b="b"/>
                <a:pathLst>
                  <a:path w="6150" h="9845" extrusionOk="0">
                    <a:moveTo>
                      <a:pt x="6101" y="0"/>
                    </a:moveTo>
                    <a:cubicBezTo>
                      <a:pt x="6080" y="0"/>
                      <a:pt x="6059" y="0"/>
                      <a:pt x="6059" y="21"/>
                    </a:cubicBezTo>
                    <a:cubicBezTo>
                      <a:pt x="5969" y="376"/>
                      <a:pt x="5774" y="592"/>
                      <a:pt x="5488" y="772"/>
                    </a:cubicBezTo>
                    <a:cubicBezTo>
                      <a:pt x="5224" y="947"/>
                      <a:pt x="4848" y="1079"/>
                      <a:pt x="4452" y="1232"/>
                    </a:cubicBezTo>
                    <a:cubicBezTo>
                      <a:pt x="4251" y="1322"/>
                      <a:pt x="3944" y="1364"/>
                      <a:pt x="3569" y="1386"/>
                    </a:cubicBezTo>
                    <a:cubicBezTo>
                      <a:pt x="3019" y="1433"/>
                      <a:pt x="2358" y="1433"/>
                      <a:pt x="1719" y="1433"/>
                    </a:cubicBezTo>
                    <a:cubicBezTo>
                      <a:pt x="1100" y="1433"/>
                      <a:pt x="529" y="1454"/>
                      <a:pt x="175" y="1518"/>
                    </a:cubicBezTo>
                    <a:cubicBezTo>
                      <a:pt x="154" y="1518"/>
                      <a:pt x="132" y="1544"/>
                      <a:pt x="132" y="1565"/>
                    </a:cubicBezTo>
                    <a:cubicBezTo>
                      <a:pt x="90" y="2179"/>
                      <a:pt x="0" y="2623"/>
                      <a:pt x="0" y="3104"/>
                    </a:cubicBezTo>
                    <a:cubicBezTo>
                      <a:pt x="0" y="3236"/>
                      <a:pt x="0" y="3368"/>
                      <a:pt x="21" y="3500"/>
                    </a:cubicBezTo>
                    <a:cubicBezTo>
                      <a:pt x="90" y="4188"/>
                      <a:pt x="154" y="5113"/>
                      <a:pt x="265" y="5684"/>
                    </a:cubicBezTo>
                    <a:cubicBezTo>
                      <a:pt x="355" y="6234"/>
                      <a:pt x="487" y="7117"/>
                      <a:pt x="640" y="7888"/>
                    </a:cubicBezTo>
                    <a:cubicBezTo>
                      <a:pt x="703" y="8259"/>
                      <a:pt x="730" y="8745"/>
                      <a:pt x="751" y="9120"/>
                    </a:cubicBezTo>
                    <a:cubicBezTo>
                      <a:pt x="751" y="9316"/>
                      <a:pt x="772" y="9475"/>
                      <a:pt x="772" y="9607"/>
                    </a:cubicBezTo>
                    <a:lnTo>
                      <a:pt x="772" y="9781"/>
                    </a:lnTo>
                    <a:cubicBezTo>
                      <a:pt x="772" y="9823"/>
                      <a:pt x="793" y="9845"/>
                      <a:pt x="814" y="9845"/>
                    </a:cubicBezTo>
                    <a:cubicBezTo>
                      <a:pt x="836" y="9845"/>
                      <a:pt x="862" y="9823"/>
                      <a:pt x="862" y="9781"/>
                    </a:cubicBezTo>
                    <a:cubicBezTo>
                      <a:pt x="862" y="9781"/>
                      <a:pt x="862" y="8634"/>
                      <a:pt x="730" y="7862"/>
                    </a:cubicBezTo>
                    <a:cubicBezTo>
                      <a:pt x="571" y="7095"/>
                      <a:pt x="439" y="6212"/>
                      <a:pt x="355" y="5663"/>
                    </a:cubicBezTo>
                    <a:cubicBezTo>
                      <a:pt x="265" y="5113"/>
                      <a:pt x="175" y="4188"/>
                      <a:pt x="111" y="3500"/>
                    </a:cubicBezTo>
                    <a:cubicBezTo>
                      <a:pt x="90" y="3368"/>
                      <a:pt x="90" y="3236"/>
                      <a:pt x="90" y="3104"/>
                    </a:cubicBezTo>
                    <a:cubicBezTo>
                      <a:pt x="90" y="2632"/>
                      <a:pt x="171" y="2222"/>
                      <a:pt x="219" y="1604"/>
                    </a:cubicBezTo>
                    <a:lnTo>
                      <a:pt x="219" y="1604"/>
                    </a:lnTo>
                    <a:cubicBezTo>
                      <a:pt x="436" y="1564"/>
                      <a:pt x="761" y="1544"/>
                      <a:pt x="1126" y="1544"/>
                    </a:cubicBezTo>
                    <a:cubicBezTo>
                      <a:pt x="1697" y="1518"/>
                      <a:pt x="2379" y="1518"/>
                      <a:pt x="2998" y="1518"/>
                    </a:cubicBezTo>
                    <a:cubicBezTo>
                      <a:pt x="3305" y="1497"/>
                      <a:pt x="3590" y="1497"/>
                      <a:pt x="3854" y="1454"/>
                    </a:cubicBezTo>
                    <a:cubicBezTo>
                      <a:pt x="4098" y="1433"/>
                      <a:pt x="4320" y="1386"/>
                      <a:pt x="4473" y="1322"/>
                    </a:cubicBezTo>
                    <a:cubicBezTo>
                      <a:pt x="4891" y="1169"/>
                      <a:pt x="5245" y="1037"/>
                      <a:pt x="5552" y="836"/>
                    </a:cubicBezTo>
                    <a:cubicBezTo>
                      <a:pt x="5837" y="661"/>
                      <a:pt x="6059" y="418"/>
                      <a:pt x="6149" y="43"/>
                    </a:cubicBezTo>
                    <a:cubicBezTo>
                      <a:pt x="6149" y="21"/>
                      <a:pt x="6149" y="0"/>
                      <a:pt x="61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57"/>
              <p:cNvSpPr/>
              <p:nvPr/>
            </p:nvSpPr>
            <p:spPr>
              <a:xfrm>
                <a:off x="304993" y="4448019"/>
                <a:ext cx="224123" cy="72243"/>
              </a:xfrm>
              <a:custGeom>
                <a:avLst/>
                <a:gdLst/>
                <a:ahLst/>
                <a:cxnLst/>
                <a:rect l="l" t="t" r="r" b="b"/>
                <a:pathLst>
                  <a:path w="3152" h="1016" extrusionOk="0">
                    <a:moveTo>
                      <a:pt x="1629" y="1"/>
                    </a:moveTo>
                    <a:cubicBezTo>
                      <a:pt x="1343" y="244"/>
                      <a:pt x="926" y="466"/>
                      <a:pt x="772" y="529"/>
                    </a:cubicBezTo>
                    <a:cubicBezTo>
                      <a:pt x="508" y="640"/>
                      <a:pt x="0" y="640"/>
                      <a:pt x="0" y="836"/>
                    </a:cubicBezTo>
                    <a:cubicBezTo>
                      <a:pt x="0" y="966"/>
                      <a:pt x="668" y="1013"/>
                      <a:pt x="1271" y="1013"/>
                    </a:cubicBezTo>
                    <a:cubicBezTo>
                      <a:pt x="1502" y="1013"/>
                      <a:pt x="1722" y="1006"/>
                      <a:pt x="1893" y="995"/>
                    </a:cubicBezTo>
                    <a:cubicBezTo>
                      <a:pt x="2512" y="947"/>
                      <a:pt x="3125" y="1016"/>
                      <a:pt x="3125" y="815"/>
                    </a:cubicBezTo>
                    <a:cubicBezTo>
                      <a:pt x="3151" y="640"/>
                      <a:pt x="2993" y="508"/>
                      <a:pt x="2972" y="223"/>
                    </a:cubicBezTo>
                    <a:cubicBezTo>
                      <a:pt x="2797" y="244"/>
                      <a:pt x="2596" y="244"/>
                      <a:pt x="2380" y="244"/>
                    </a:cubicBezTo>
                    <a:cubicBezTo>
                      <a:pt x="1935" y="244"/>
                      <a:pt x="1719" y="133"/>
                      <a:pt x="16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57"/>
              <p:cNvSpPr/>
              <p:nvPr/>
            </p:nvSpPr>
            <p:spPr>
              <a:xfrm>
                <a:off x="832825" y="4448025"/>
                <a:ext cx="227102" cy="72225"/>
              </a:xfrm>
              <a:custGeom>
                <a:avLst/>
                <a:gdLst/>
                <a:ahLst/>
                <a:cxnLst/>
                <a:rect l="l" t="t" r="r" b="b"/>
                <a:pathLst>
                  <a:path w="3152" h="1016" extrusionOk="0">
                    <a:moveTo>
                      <a:pt x="1608" y="1"/>
                    </a:moveTo>
                    <a:cubicBezTo>
                      <a:pt x="1322" y="244"/>
                      <a:pt x="926" y="466"/>
                      <a:pt x="751" y="529"/>
                    </a:cubicBezTo>
                    <a:cubicBezTo>
                      <a:pt x="487" y="640"/>
                      <a:pt x="0" y="640"/>
                      <a:pt x="0" y="836"/>
                    </a:cubicBezTo>
                    <a:cubicBezTo>
                      <a:pt x="0" y="966"/>
                      <a:pt x="657" y="1013"/>
                      <a:pt x="1262" y="1013"/>
                    </a:cubicBezTo>
                    <a:cubicBezTo>
                      <a:pt x="1493" y="1013"/>
                      <a:pt x="1716" y="1006"/>
                      <a:pt x="1893" y="995"/>
                    </a:cubicBezTo>
                    <a:cubicBezTo>
                      <a:pt x="2512" y="947"/>
                      <a:pt x="3104" y="1016"/>
                      <a:pt x="3130" y="815"/>
                    </a:cubicBezTo>
                    <a:cubicBezTo>
                      <a:pt x="3151" y="640"/>
                      <a:pt x="2972" y="508"/>
                      <a:pt x="2950" y="223"/>
                    </a:cubicBezTo>
                    <a:cubicBezTo>
                      <a:pt x="2797" y="244"/>
                      <a:pt x="2602" y="244"/>
                      <a:pt x="2358" y="244"/>
                    </a:cubicBezTo>
                    <a:cubicBezTo>
                      <a:pt x="1914" y="244"/>
                      <a:pt x="1719" y="133"/>
                      <a:pt x="16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57"/>
              <p:cNvSpPr/>
              <p:nvPr/>
            </p:nvSpPr>
            <p:spPr>
              <a:xfrm>
                <a:off x="929808" y="2470797"/>
                <a:ext cx="276030" cy="401317"/>
              </a:xfrm>
              <a:custGeom>
                <a:avLst/>
                <a:gdLst/>
                <a:ahLst/>
                <a:cxnLst/>
                <a:rect l="l" t="t" r="r" b="b"/>
                <a:pathLst>
                  <a:path w="3882" h="5644" extrusionOk="0">
                    <a:moveTo>
                      <a:pt x="1551" y="1"/>
                    </a:moveTo>
                    <a:cubicBezTo>
                      <a:pt x="1479" y="1"/>
                      <a:pt x="1403" y="10"/>
                      <a:pt x="1322" y="29"/>
                    </a:cubicBezTo>
                    <a:cubicBezTo>
                      <a:pt x="577" y="225"/>
                      <a:pt x="0" y="780"/>
                      <a:pt x="111" y="1504"/>
                    </a:cubicBezTo>
                    <a:cubicBezTo>
                      <a:pt x="133" y="1615"/>
                      <a:pt x="466" y="2075"/>
                      <a:pt x="466" y="2075"/>
                    </a:cubicBezTo>
                    <a:cubicBezTo>
                      <a:pt x="577" y="2297"/>
                      <a:pt x="598" y="2472"/>
                      <a:pt x="751" y="2630"/>
                    </a:cubicBezTo>
                    <a:cubicBezTo>
                      <a:pt x="841" y="2736"/>
                      <a:pt x="1015" y="2805"/>
                      <a:pt x="1127" y="2847"/>
                    </a:cubicBezTo>
                    <a:cubicBezTo>
                      <a:pt x="1153" y="2856"/>
                      <a:pt x="1184" y="2861"/>
                      <a:pt x="1215" y="2861"/>
                    </a:cubicBezTo>
                    <a:cubicBezTo>
                      <a:pt x="1260" y="2861"/>
                      <a:pt x="1306" y="2851"/>
                      <a:pt x="1343" y="2826"/>
                    </a:cubicBezTo>
                    <a:lnTo>
                      <a:pt x="1475" y="2762"/>
                    </a:lnTo>
                    <a:lnTo>
                      <a:pt x="1676" y="3291"/>
                    </a:lnTo>
                    <a:lnTo>
                      <a:pt x="1370" y="3423"/>
                    </a:lnTo>
                    <a:cubicBezTo>
                      <a:pt x="1105" y="3529"/>
                      <a:pt x="904" y="3751"/>
                      <a:pt x="793" y="4015"/>
                    </a:cubicBezTo>
                    <a:cubicBezTo>
                      <a:pt x="598" y="4634"/>
                      <a:pt x="550" y="5644"/>
                      <a:pt x="1565" y="5644"/>
                    </a:cubicBezTo>
                    <a:cubicBezTo>
                      <a:pt x="2755" y="5644"/>
                      <a:pt x="3458" y="4433"/>
                      <a:pt x="3812" y="3730"/>
                    </a:cubicBezTo>
                    <a:cubicBezTo>
                      <a:pt x="3881" y="3577"/>
                      <a:pt x="3791" y="3397"/>
                      <a:pt x="3638" y="3376"/>
                    </a:cubicBezTo>
                    <a:cubicBezTo>
                      <a:pt x="3352" y="3312"/>
                      <a:pt x="2956" y="3201"/>
                      <a:pt x="2845" y="2937"/>
                    </a:cubicBezTo>
                    <a:cubicBezTo>
                      <a:pt x="2623" y="2498"/>
                      <a:pt x="2469" y="2033"/>
                      <a:pt x="2469" y="2033"/>
                    </a:cubicBezTo>
                    <a:cubicBezTo>
                      <a:pt x="2469" y="2033"/>
                      <a:pt x="2533" y="1108"/>
                      <a:pt x="2469" y="822"/>
                    </a:cubicBezTo>
                    <a:cubicBezTo>
                      <a:pt x="2408" y="568"/>
                      <a:pt x="2126" y="1"/>
                      <a:pt x="1551" y="1"/>
                    </a:cubicBezTo>
                    <a:close/>
                  </a:path>
                </a:pathLst>
              </a:custGeom>
              <a:solidFill>
                <a:srgbClr val="FCBA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57"/>
              <p:cNvSpPr/>
              <p:nvPr/>
            </p:nvSpPr>
            <p:spPr>
              <a:xfrm>
                <a:off x="1045997" y="2702253"/>
                <a:ext cx="13937" cy="30788"/>
              </a:xfrm>
              <a:custGeom>
                <a:avLst/>
                <a:gdLst/>
                <a:ahLst/>
                <a:cxnLst/>
                <a:rect l="l" t="t" r="r" b="b"/>
                <a:pathLst>
                  <a:path w="196" h="433" extrusionOk="0">
                    <a:moveTo>
                      <a:pt x="42" y="0"/>
                    </a:moveTo>
                    <a:cubicBezTo>
                      <a:pt x="35" y="0"/>
                      <a:pt x="28" y="3"/>
                      <a:pt x="21" y="10"/>
                    </a:cubicBezTo>
                    <a:cubicBezTo>
                      <a:pt x="0" y="10"/>
                      <a:pt x="0" y="36"/>
                      <a:pt x="0" y="57"/>
                    </a:cubicBezTo>
                    <a:lnTo>
                      <a:pt x="132" y="406"/>
                    </a:lnTo>
                    <a:cubicBezTo>
                      <a:pt x="132" y="433"/>
                      <a:pt x="153" y="433"/>
                      <a:pt x="175" y="433"/>
                    </a:cubicBezTo>
                    <a:cubicBezTo>
                      <a:pt x="196" y="433"/>
                      <a:pt x="196" y="406"/>
                      <a:pt x="196" y="385"/>
                    </a:cubicBezTo>
                    <a:lnTo>
                      <a:pt x="64" y="10"/>
                    </a:lnTo>
                    <a:cubicBezTo>
                      <a:pt x="64" y="10"/>
                      <a:pt x="54" y="0"/>
                      <a:pt x="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57"/>
              <p:cNvSpPr/>
              <p:nvPr/>
            </p:nvSpPr>
            <p:spPr>
              <a:xfrm>
                <a:off x="1034691" y="2623536"/>
                <a:ext cx="43730" cy="60653"/>
              </a:xfrm>
              <a:custGeom>
                <a:avLst/>
                <a:gdLst/>
                <a:ahLst/>
                <a:cxnLst/>
                <a:rect l="l" t="t" r="r" b="b"/>
                <a:pathLst>
                  <a:path w="615" h="853" extrusionOk="0">
                    <a:moveTo>
                      <a:pt x="549" y="0"/>
                    </a:moveTo>
                    <a:cubicBezTo>
                      <a:pt x="530" y="0"/>
                      <a:pt x="508" y="12"/>
                      <a:pt x="487" y="38"/>
                    </a:cubicBezTo>
                    <a:cubicBezTo>
                      <a:pt x="423" y="149"/>
                      <a:pt x="244" y="482"/>
                      <a:pt x="0" y="614"/>
                    </a:cubicBezTo>
                    <a:lnTo>
                      <a:pt x="90" y="852"/>
                    </a:lnTo>
                    <a:cubicBezTo>
                      <a:pt x="355" y="852"/>
                      <a:pt x="466" y="302"/>
                      <a:pt x="556" y="170"/>
                    </a:cubicBezTo>
                    <a:cubicBezTo>
                      <a:pt x="614" y="64"/>
                      <a:pt x="591" y="0"/>
                      <a:pt x="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57"/>
              <p:cNvSpPr/>
              <p:nvPr/>
            </p:nvSpPr>
            <p:spPr>
              <a:xfrm>
                <a:off x="862541" y="2446762"/>
                <a:ext cx="267355" cy="173496"/>
              </a:xfrm>
              <a:custGeom>
                <a:avLst/>
                <a:gdLst/>
                <a:ahLst/>
                <a:cxnLst/>
                <a:rect l="l" t="t" r="r" b="b"/>
                <a:pathLst>
                  <a:path w="3760" h="2440" extrusionOk="0">
                    <a:moveTo>
                      <a:pt x="1580" y="0"/>
                    </a:moveTo>
                    <a:cubicBezTo>
                      <a:pt x="1206" y="0"/>
                      <a:pt x="764" y="152"/>
                      <a:pt x="508" y="764"/>
                    </a:cubicBezTo>
                    <a:cubicBezTo>
                      <a:pt x="0" y="1974"/>
                      <a:pt x="946" y="2106"/>
                      <a:pt x="946" y="2106"/>
                    </a:cubicBezTo>
                    <a:lnTo>
                      <a:pt x="1433" y="2440"/>
                    </a:lnTo>
                    <a:lnTo>
                      <a:pt x="1433" y="2440"/>
                    </a:lnTo>
                    <a:lnTo>
                      <a:pt x="1279" y="2064"/>
                    </a:lnTo>
                    <a:cubicBezTo>
                      <a:pt x="1211" y="1911"/>
                      <a:pt x="1279" y="1731"/>
                      <a:pt x="1412" y="1646"/>
                    </a:cubicBezTo>
                    <a:cubicBezTo>
                      <a:pt x="1697" y="1467"/>
                      <a:pt x="2205" y="1091"/>
                      <a:pt x="2379" y="631"/>
                    </a:cubicBezTo>
                    <a:cubicBezTo>
                      <a:pt x="2379" y="631"/>
                      <a:pt x="2421" y="1028"/>
                      <a:pt x="2733" y="1424"/>
                    </a:cubicBezTo>
                    <a:cubicBezTo>
                      <a:pt x="2818" y="1557"/>
                      <a:pt x="2818" y="2043"/>
                      <a:pt x="2977" y="2085"/>
                    </a:cubicBezTo>
                    <a:cubicBezTo>
                      <a:pt x="2991" y="2091"/>
                      <a:pt x="3002" y="2094"/>
                      <a:pt x="3011" y="2094"/>
                    </a:cubicBezTo>
                    <a:cubicBezTo>
                      <a:pt x="3099" y="2094"/>
                      <a:pt x="2958" y="1824"/>
                      <a:pt x="3040" y="1646"/>
                    </a:cubicBezTo>
                    <a:cubicBezTo>
                      <a:pt x="3076" y="1558"/>
                      <a:pt x="3132" y="1519"/>
                      <a:pt x="3186" y="1519"/>
                    </a:cubicBezTo>
                    <a:cubicBezTo>
                      <a:pt x="3268" y="1519"/>
                      <a:pt x="3347" y="1609"/>
                      <a:pt x="3347" y="1752"/>
                    </a:cubicBezTo>
                    <a:cubicBezTo>
                      <a:pt x="3347" y="1995"/>
                      <a:pt x="3215" y="2239"/>
                      <a:pt x="3215" y="2239"/>
                    </a:cubicBezTo>
                    <a:lnTo>
                      <a:pt x="3415" y="2371"/>
                    </a:lnTo>
                    <a:cubicBezTo>
                      <a:pt x="3415" y="2371"/>
                      <a:pt x="3526" y="1842"/>
                      <a:pt x="3637" y="1250"/>
                    </a:cubicBezTo>
                    <a:cubicBezTo>
                      <a:pt x="3759" y="700"/>
                      <a:pt x="3298" y="132"/>
                      <a:pt x="2469" y="132"/>
                    </a:cubicBezTo>
                    <a:cubicBezTo>
                      <a:pt x="2398" y="132"/>
                      <a:pt x="2324" y="136"/>
                      <a:pt x="2247" y="145"/>
                    </a:cubicBezTo>
                    <a:cubicBezTo>
                      <a:pt x="2247" y="145"/>
                      <a:pt x="1946" y="0"/>
                      <a:pt x="15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57"/>
              <p:cNvSpPr/>
              <p:nvPr/>
            </p:nvSpPr>
            <p:spPr>
              <a:xfrm>
                <a:off x="1031705" y="2364562"/>
                <a:ext cx="112844" cy="112844"/>
              </a:xfrm>
              <a:custGeom>
                <a:avLst/>
                <a:gdLst/>
                <a:ahLst/>
                <a:cxnLst/>
                <a:rect l="l" t="t" r="r" b="b"/>
                <a:pathLst>
                  <a:path w="1587" h="1587" extrusionOk="0">
                    <a:moveTo>
                      <a:pt x="793" y="0"/>
                    </a:moveTo>
                    <a:cubicBezTo>
                      <a:pt x="354" y="0"/>
                      <a:pt x="0" y="355"/>
                      <a:pt x="0" y="793"/>
                    </a:cubicBezTo>
                    <a:cubicBezTo>
                      <a:pt x="0" y="1238"/>
                      <a:pt x="354" y="1586"/>
                      <a:pt x="793" y="1586"/>
                    </a:cubicBezTo>
                    <a:cubicBezTo>
                      <a:pt x="1232" y="1586"/>
                      <a:pt x="1586" y="1238"/>
                      <a:pt x="1586" y="793"/>
                    </a:cubicBezTo>
                    <a:cubicBezTo>
                      <a:pt x="1586" y="355"/>
                      <a:pt x="1232" y="0"/>
                      <a:pt x="7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57"/>
              <p:cNvSpPr/>
              <p:nvPr/>
            </p:nvSpPr>
            <p:spPr>
              <a:xfrm>
                <a:off x="132790" y="3301406"/>
                <a:ext cx="960202" cy="20336"/>
              </a:xfrm>
              <a:custGeom>
                <a:avLst/>
                <a:gdLst/>
                <a:ahLst/>
                <a:cxnLst/>
                <a:rect l="l" t="t" r="r" b="b"/>
                <a:pathLst>
                  <a:path w="13504" h="286" extrusionOk="0">
                    <a:moveTo>
                      <a:pt x="0" y="1"/>
                    </a:moveTo>
                    <a:lnTo>
                      <a:pt x="0" y="286"/>
                    </a:lnTo>
                    <a:lnTo>
                      <a:pt x="13503" y="286"/>
                    </a:lnTo>
                    <a:lnTo>
                      <a:pt x="1350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57"/>
              <p:cNvSpPr/>
              <p:nvPr/>
            </p:nvSpPr>
            <p:spPr>
              <a:xfrm>
                <a:off x="15108" y="2881444"/>
                <a:ext cx="711334" cy="440282"/>
              </a:xfrm>
              <a:custGeom>
                <a:avLst/>
                <a:gdLst/>
                <a:ahLst/>
                <a:cxnLst/>
                <a:rect l="l" t="t" r="r" b="b"/>
                <a:pathLst>
                  <a:path w="10004" h="6192" extrusionOk="0">
                    <a:moveTo>
                      <a:pt x="1" y="1"/>
                    </a:moveTo>
                    <a:lnTo>
                      <a:pt x="1343" y="6192"/>
                    </a:lnTo>
                    <a:lnTo>
                      <a:pt x="10004" y="6192"/>
                    </a:lnTo>
                    <a:lnTo>
                      <a:pt x="866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57"/>
              <p:cNvSpPr/>
              <p:nvPr/>
            </p:nvSpPr>
            <p:spPr>
              <a:xfrm>
                <a:off x="607214" y="2881444"/>
                <a:ext cx="119243" cy="440282"/>
              </a:xfrm>
              <a:custGeom>
                <a:avLst/>
                <a:gdLst/>
                <a:ahLst/>
                <a:cxnLst/>
                <a:rect l="l" t="t" r="r" b="b"/>
                <a:pathLst>
                  <a:path w="1677" h="6192" extrusionOk="0">
                    <a:moveTo>
                      <a:pt x="1" y="1"/>
                    </a:moveTo>
                    <a:lnTo>
                      <a:pt x="1370" y="6192"/>
                    </a:lnTo>
                    <a:lnTo>
                      <a:pt x="1677" y="6192"/>
                    </a:lnTo>
                    <a:lnTo>
                      <a:pt x="3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57"/>
              <p:cNvSpPr/>
              <p:nvPr/>
            </p:nvSpPr>
            <p:spPr>
              <a:xfrm>
                <a:off x="289153" y="3043143"/>
                <a:ext cx="130193" cy="115830"/>
              </a:xfrm>
              <a:custGeom>
                <a:avLst/>
                <a:gdLst/>
                <a:ahLst/>
                <a:cxnLst/>
                <a:rect l="l" t="t" r="r" b="b"/>
                <a:pathLst>
                  <a:path w="1831" h="1629" extrusionOk="0">
                    <a:moveTo>
                      <a:pt x="730" y="0"/>
                    </a:moveTo>
                    <a:cubicBezTo>
                      <a:pt x="292" y="0"/>
                      <a:pt x="1" y="370"/>
                      <a:pt x="112" y="815"/>
                    </a:cubicBezTo>
                    <a:cubicBezTo>
                      <a:pt x="202" y="1275"/>
                      <a:pt x="641" y="1629"/>
                      <a:pt x="1106" y="1629"/>
                    </a:cubicBezTo>
                    <a:cubicBezTo>
                      <a:pt x="1545" y="1629"/>
                      <a:pt x="1830" y="1275"/>
                      <a:pt x="1719" y="815"/>
                    </a:cubicBezTo>
                    <a:cubicBezTo>
                      <a:pt x="1634" y="370"/>
                      <a:pt x="1190" y="0"/>
                      <a:pt x="7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57"/>
              <p:cNvSpPr/>
              <p:nvPr/>
            </p:nvSpPr>
            <p:spPr>
              <a:xfrm>
                <a:off x="-547276" y="2879169"/>
                <a:ext cx="466947" cy="251641"/>
              </a:xfrm>
              <a:custGeom>
                <a:avLst/>
                <a:gdLst/>
                <a:ahLst/>
                <a:cxnLst/>
                <a:rect l="l" t="t" r="r" b="b"/>
                <a:pathLst>
                  <a:path w="6567" h="3539" extrusionOk="0">
                    <a:moveTo>
                      <a:pt x="2222" y="0"/>
                    </a:moveTo>
                    <a:cubicBezTo>
                      <a:pt x="1945" y="0"/>
                      <a:pt x="1663" y="19"/>
                      <a:pt x="1433" y="33"/>
                    </a:cubicBezTo>
                    <a:cubicBezTo>
                      <a:pt x="508" y="102"/>
                      <a:pt x="0" y="276"/>
                      <a:pt x="0" y="276"/>
                    </a:cubicBezTo>
                    <a:cubicBezTo>
                      <a:pt x="0" y="276"/>
                      <a:pt x="640" y="213"/>
                      <a:pt x="1265" y="213"/>
                    </a:cubicBezTo>
                    <a:cubicBezTo>
                      <a:pt x="1863" y="213"/>
                      <a:pt x="2448" y="271"/>
                      <a:pt x="2448" y="498"/>
                    </a:cubicBezTo>
                    <a:cubicBezTo>
                      <a:pt x="2469" y="895"/>
                      <a:pt x="2073" y="874"/>
                      <a:pt x="2073" y="1180"/>
                    </a:cubicBezTo>
                    <a:cubicBezTo>
                      <a:pt x="2073" y="1424"/>
                      <a:pt x="2427" y="1537"/>
                      <a:pt x="3308" y="1537"/>
                    </a:cubicBezTo>
                    <a:cubicBezTo>
                      <a:pt x="3384" y="1537"/>
                      <a:pt x="3464" y="1536"/>
                      <a:pt x="3548" y="1534"/>
                    </a:cubicBezTo>
                    <a:cubicBezTo>
                      <a:pt x="3796" y="1530"/>
                      <a:pt x="4065" y="1524"/>
                      <a:pt x="4331" y="1524"/>
                    </a:cubicBezTo>
                    <a:cubicBezTo>
                      <a:pt x="5196" y="1524"/>
                      <a:pt x="6023" y="1580"/>
                      <a:pt x="5975" y="1883"/>
                    </a:cubicBezTo>
                    <a:cubicBezTo>
                      <a:pt x="5906" y="2306"/>
                      <a:pt x="4626" y="2127"/>
                      <a:pt x="4320" y="2634"/>
                    </a:cubicBezTo>
                    <a:cubicBezTo>
                      <a:pt x="4013" y="3163"/>
                      <a:pt x="4563" y="3538"/>
                      <a:pt x="4563" y="3538"/>
                    </a:cubicBezTo>
                    <a:lnTo>
                      <a:pt x="4959" y="3538"/>
                    </a:lnTo>
                    <a:cubicBezTo>
                      <a:pt x="4959" y="3538"/>
                      <a:pt x="4362" y="3316"/>
                      <a:pt x="4563" y="2899"/>
                    </a:cubicBezTo>
                    <a:cubicBezTo>
                      <a:pt x="4759" y="2481"/>
                      <a:pt x="6435" y="3052"/>
                      <a:pt x="6503" y="2195"/>
                    </a:cubicBezTo>
                    <a:cubicBezTo>
                      <a:pt x="6567" y="1334"/>
                      <a:pt x="5731" y="1069"/>
                      <a:pt x="4827" y="1006"/>
                    </a:cubicBezTo>
                    <a:cubicBezTo>
                      <a:pt x="3902" y="937"/>
                      <a:pt x="3463" y="1006"/>
                      <a:pt x="3395" y="456"/>
                    </a:cubicBezTo>
                    <a:cubicBezTo>
                      <a:pt x="3352" y="81"/>
                      <a:pt x="2796" y="0"/>
                      <a:pt x="22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57"/>
              <p:cNvSpPr/>
              <p:nvPr/>
            </p:nvSpPr>
            <p:spPr>
              <a:xfrm>
                <a:off x="-316819" y="3118304"/>
                <a:ext cx="156787" cy="203431"/>
              </a:xfrm>
              <a:custGeom>
                <a:avLst/>
                <a:gdLst/>
                <a:ahLst/>
                <a:cxnLst/>
                <a:rect l="l" t="t" r="r" b="b"/>
                <a:pathLst>
                  <a:path w="2205" h="2861" extrusionOk="0">
                    <a:moveTo>
                      <a:pt x="0" y="1"/>
                    </a:moveTo>
                    <a:lnTo>
                      <a:pt x="222" y="2554"/>
                    </a:lnTo>
                    <a:cubicBezTo>
                      <a:pt x="222" y="2729"/>
                      <a:pt x="376" y="2861"/>
                      <a:pt x="550" y="2861"/>
                    </a:cubicBezTo>
                    <a:lnTo>
                      <a:pt x="1650" y="2861"/>
                    </a:lnTo>
                    <a:cubicBezTo>
                      <a:pt x="1829" y="2861"/>
                      <a:pt x="1983" y="2729"/>
                      <a:pt x="1983" y="2554"/>
                    </a:cubicBezTo>
                    <a:lnTo>
                      <a:pt x="22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57"/>
              <p:cNvSpPr/>
              <p:nvPr/>
            </p:nvSpPr>
            <p:spPr>
              <a:xfrm>
                <a:off x="1080199" y="2560393"/>
                <a:ext cx="12799" cy="11021"/>
              </a:xfrm>
              <a:custGeom>
                <a:avLst/>
                <a:gdLst/>
                <a:ahLst/>
                <a:cxnLst/>
                <a:rect l="l" t="t" r="r" b="b"/>
                <a:pathLst>
                  <a:path w="180" h="155" extrusionOk="0">
                    <a:moveTo>
                      <a:pt x="180" y="1"/>
                    </a:moveTo>
                    <a:cubicBezTo>
                      <a:pt x="132" y="1"/>
                      <a:pt x="90" y="22"/>
                      <a:pt x="69" y="48"/>
                    </a:cubicBezTo>
                    <a:cubicBezTo>
                      <a:pt x="21" y="70"/>
                      <a:pt x="0" y="112"/>
                      <a:pt x="0" y="154"/>
                    </a:cubicBezTo>
                    <a:lnTo>
                      <a:pt x="21" y="154"/>
                    </a:lnTo>
                    <a:cubicBezTo>
                      <a:pt x="21" y="112"/>
                      <a:pt x="48" y="91"/>
                      <a:pt x="69" y="70"/>
                    </a:cubicBezTo>
                    <a:cubicBezTo>
                      <a:pt x="99" y="55"/>
                      <a:pt x="118" y="37"/>
                      <a:pt x="143" y="37"/>
                    </a:cubicBezTo>
                    <a:cubicBezTo>
                      <a:pt x="154" y="37"/>
                      <a:pt x="166" y="41"/>
                      <a:pt x="180" y="48"/>
                    </a:cubicBezTo>
                    <a:lnTo>
                      <a:pt x="18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57"/>
              <p:cNvSpPr/>
              <p:nvPr/>
            </p:nvSpPr>
            <p:spPr>
              <a:xfrm>
                <a:off x="998995" y="2629580"/>
                <a:ext cx="42165" cy="27091"/>
              </a:xfrm>
              <a:custGeom>
                <a:avLst/>
                <a:gdLst/>
                <a:ahLst/>
                <a:cxnLst/>
                <a:rect l="l" t="t" r="r" b="b"/>
                <a:pathLst>
                  <a:path w="593" h="381" extrusionOk="0">
                    <a:moveTo>
                      <a:pt x="592" y="1"/>
                    </a:moveTo>
                    <a:lnTo>
                      <a:pt x="0" y="329"/>
                    </a:lnTo>
                    <a:cubicBezTo>
                      <a:pt x="53" y="363"/>
                      <a:pt x="124" y="380"/>
                      <a:pt x="196" y="380"/>
                    </a:cubicBezTo>
                    <a:cubicBezTo>
                      <a:pt x="269" y="380"/>
                      <a:pt x="341" y="363"/>
                      <a:pt x="397" y="329"/>
                    </a:cubicBezTo>
                    <a:cubicBezTo>
                      <a:pt x="529" y="265"/>
                      <a:pt x="592" y="133"/>
                      <a:pt x="59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57"/>
              <p:cNvSpPr/>
              <p:nvPr/>
            </p:nvSpPr>
            <p:spPr>
              <a:xfrm>
                <a:off x="-527300" y="3321750"/>
                <a:ext cx="1751400" cy="46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6" name="Google Shape;2316;p57"/>
            <p:cNvGrpSpPr/>
            <p:nvPr/>
          </p:nvGrpSpPr>
          <p:grpSpPr>
            <a:xfrm>
              <a:off x="8088429" y="3627572"/>
              <a:ext cx="234788" cy="188409"/>
              <a:chOff x="6428979" y="917397"/>
              <a:chExt cx="234788" cy="188409"/>
            </a:xfrm>
          </p:grpSpPr>
          <p:sp>
            <p:nvSpPr>
              <p:cNvPr id="2317" name="Google Shape;2317;p57"/>
              <p:cNvSpPr/>
              <p:nvPr/>
            </p:nvSpPr>
            <p:spPr>
              <a:xfrm>
                <a:off x="6538500" y="917397"/>
                <a:ext cx="125267" cy="188409"/>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57"/>
              <p:cNvSpPr/>
              <p:nvPr/>
            </p:nvSpPr>
            <p:spPr>
              <a:xfrm>
                <a:off x="6428979" y="917397"/>
                <a:ext cx="122220" cy="188409"/>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9" name="Google Shape;2319;p57"/>
            <p:cNvGrpSpPr/>
            <p:nvPr/>
          </p:nvGrpSpPr>
          <p:grpSpPr>
            <a:xfrm>
              <a:off x="5659586" y="3699975"/>
              <a:ext cx="545750" cy="632756"/>
              <a:chOff x="3479225" y="2442689"/>
              <a:chExt cx="179293" cy="207877"/>
            </a:xfrm>
          </p:grpSpPr>
          <p:sp>
            <p:nvSpPr>
              <p:cNvPr id="2320" name="Google Shape;2320;p57"/>
              <p:cNvSpPr/>
              <p:nvPr/>
            </p:nvSpPr>
            <p:spPr>
              <a:xfrm>
                <a:off x="3479225" y="2485481"/>
                <a:ext cx="21327" cy="165082"/>
              </a:xfrm>
              <a:custGeom>
                <a:avLst/>
                <a:gdLst/>
                <a:ahLst/>
                <a:cxnLst/>
                <a:rect l="l" t="t" r="r" b="b"/>
                <a:pathLst>
                  <a:path w="617" h="4776" extrusionOk="0">
                    <a:moveTo>
                      <a:pt x="1" y="0"/>
                    </a:moveTo>
                    <a:lnTo>
                      <a:pt x="1" y="4775"/>
                    </a:lnTo>
                    <a:lnTo>
                      <a:pt x="616" y="4775"/>
                    </a:lnTo>
                    <a:lnTo>
                      <a:pt x="61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57"/>
              <p:cNvSpPr/>
              <p:nvPr/>
            </p:nvSpPr>
            <p:spPr>
              <a:xfrm>
                <a:off x="3518838" y="2552712"/>
                <a:ext cx="21569" cy="97854"/>
              </a:xfrm>
              <a:custGeom>
                <a:avLst/>
                <a:gdLst/>
                <a:ahLst/>
                <a:cxnLst/>
                <a:rect l="l" t="t" r="r" b="b"/>
                <a:pathLst>
                  <a:path w="624" h="2831" extrusionOk="0">
                    <a:moveTo>
                      <a:pt x="1" y="1"/>
                    </a:moveTo>
                    <a:lnTo>
                      <a:pt x="1" y="2830"/>
                    </a:lnTo>
                    <a:lnTo>
                      <a:pt x="623" y="2830"/>
                    </a:lnTo>
                    <a:lnTo>
                      <a:pt x="62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57"/>
              <p:cNvSpPr/>
              <p:nvPr/>
            </p:nvSpPr>
            <p:spPr>
              <a:xfrm>
                <a:off x="3558727" y="2499895"/>
                <a:ext cx="20324" cy="150669"/>
              </a:xfrm>
              <a:custGeom>
                <a:avLst/>
                <a:gdLst/>
                <a:ahLst/>
                <a:cxnLst/>
                <a:rect l="l" t="t" r="r" b="b"/>
                <a:pathLst>
                  <a:path w="588" h="4359" extrusionOk="0">
                    <a:moveTo>
                      <a:pt x="0" y="1"/>
                    </a:moveTo>
                    <a:lnTo>
                      <a:pt x="0" y="4358"/>
                    </a:lnTo>
                    <a:lnTo>
                      <a:pt x="587" y="4358"/>
                    </a:lnTo>
                    <a:lnTo>
                      <a:pt x="5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57"/>
              <p:cNvSpPr/>
              <p:nvPr/>
            </p:nvSpPr>
            <p:spPr>
              <a:xfrm>
                <a:off x="3598339" y="2442689"/>
                <a:ext cx="20324" cy="207874"/>
              </a:xfrm>
              <a:custGeom>
                <a:avLst/>
                <a:gdLst/>
                <a:ahLst/>
                <a:cxnLst/>
                <a:rect l="l" t="t" r="r" b="b"/>
                <a:pathLst>
                  <a:path w="588" h="6014" extrusionOk="0">
                    <a:moveTo>
                      <a:pt x="0" y="0"/>
                    </a:moveTo>
                    <a:lnTo>
                      <a:pt x="0" y="6013"/>
                    </a:lnTo>
                    <a:lnTo>
                      <a:pt x="587" y="6013"/>
                    </a:lnTo>
                    <a:lnTo>
                      <a:pt x="58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57"/>
              <p:cNvSpPr/>
              <p:nvPr/>
            </p:nvSpPr>
            <p:spPr>
              <a:xfrm>
                <a:off x="3638194" y="2537538"/>
                <a:ext cx="20324" cy="113028"/>
              </a:xfrm>
              <a:custGeom>
                <a:avLst/>
                <a:gdLst/>
                <a:ahLst/>
                <a:cxnLst/>
                <a:rect l="l" t="t" r="r" b="b"/>
                <a:pathLst>
                  <a:path w="588" h="3270" extrusionOk="0">
                    <a:moveTo>
                      <a:pt x="0" y="1"/>
                    </a:moveTo>
                    <a:lnTo>
                      <a:pt x="0" y="3269"/>
                    </a:lnTo>
                    <a:lnTo>
                      <a:pt x="587" y="3269"/>
                    </a:lnTo>
                    <a:lnTo>
                      <a:pt x="5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25" name="Google Shape;2325;p57"/>
            <p:cNvGrpSpPr/>
            <p:nvPr/>
          </p:nvGrpSpPr>
          <p:grpSpPr>
            <a:xfrm>
              <a:off x="5453805" y="3264435"/>
              <a:ext cx="957285" cy="300300"/>
              <a:chOff x="3583454" y="2026924"/>
              <a:chExt cx="430899" cy="135173"/>
            </a:xfrm>
          </p:grpSpPr>
          <p:sp>
            <p:nvSpPr>
              <p:cNvPr id="2326" name="Google Shape;2326;p57"/>
              <p:cNvSpPr/>
              <p:nvPr/>
            </p:nvSpPr>
            <p:spPr>
              <a:xfrm>
                <a:off x="3754867" y="2128093"/>
                <a:ext cx="32109" cy="30891"/>
              </a:xfrm>
              <a:custGeom>
                <a:avLst/>
                <a:gdLst/>
                <a:ahLst/>
                <a:cxnLst/>
                <a:rect l="l" t="t" r="r" b="b"/>
                <a:pathLst>
                  <a:path w="949" h="913" extrusionOk="0">
                    <a:moveTo>
                      <a:pt x="0" y="0"/>
                    </a:moveTo>
                    <a:lnTo>
                      <a:pt x="0" y="913"/>
                    </a:lnTo>
                    <a:lnTo>
                      <a:pt x="948" y="913"/>
                    </a:lnTo>
                    <a:lnTo>
                      <a:pt x="9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57"/>
              <p:cNvSpPr/>
              <p:nvPr/>
            </p:nvSpPr>
            <p:spPr>
              <a:xfrm>
                <a:off x="3801763" y="2125217"/>
                <a:ext cx="58941" cy="33767"/>
              </a:xfrm>
              <a:custGeom>
                <a:avLst/>
                <a:gdLst/>
                <a:ahLst/>
                <a:cxnLst/>
                <a:rect l="l" t="t" r="r" b="b"/>
                <a:pathLst>
                  <a:path w="1742" h="998" extrusionOk="0">
                    <a:moveTo>
                      <a:pt x="913" y="205"/>
                    </a:moveTo>
                    <a:lnTo>
                      <a:pt x="1444" y="885"/>
                    </a:lnTo>
                    <a:lnTo>
                      <a:pt x="326" y="885"/>
                    </a:lnTo>
                    <a:lnTo>
                      <a:pt x="913" y="205"/>
                    </a:lnTo>
                    <a:close/>
                    <a:moveTo>
                      <a:pt x="913" y="0"/>
                    </a:moveTo>
                    <a:lnTo>
                      <a:pt x="1" y="998"/>
                    </a:lnTo>
                    <a:lnTo>
                      <a:pt x="1741" y="998"/>
                    </a:lnTo>
                    <a:lnTo>
                      <a:pt x="9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57"/>
              <p:cNvSpPr/>
              <p:nvPr/>
            </p:nvSpPr>
            <p:spPr>
              <a:xfrm>
                <a:off x="3871668" y="2125217"/>
                <a:ext cx="34985" cy="35933"/>
              </a:xfrm>
              <a:custGeom>
                <a:avLst/>
                <a:gdLst/>
                <a:ahLst/>
                <a:cxnLst/>
                <a:rect l="l" t="t" r="r" b="b"/>
                <a:pathLst>
                  <a:path w="1034" h="1062" extrusionOk="0">
                    <a:moveTo>
                      <a:pt x="941" y="0"/>
                    </a:moveTo>
                    <a:lnTo>
                      <a:pt x="0" y="969"/>
                    </a:lnTo>
                    <a:lnTo>
                      <a:pt x="85" y="1061"/>
                    </a:lnTo>
                    <a:lnTo>
                      <a:pt x="1033" y="85"/>
                    </a:lnTo>
                    <a:lnTo>
                      <a:pt x="9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57"/>
              <p:cNvSpPr/>
              <p:nvPr/>
            </p:nvSpPr>
            <p:spPr>
              <a:xfrm>
                <a:off x="3889635" y="2125217"/>
                <a:ext cx="35933" cy="35933"/>
              </a:xfrm>
              <a:custGeom>
                <a:avLst/>
                <a:gdLst/>
                <a:ahLst/>
                <a:cxnLst/>
                <a:rect l="l" t="t" r="r" b="b"/>
                <a:pathLst>
                  <a:path w="1062" h="1062" extrusionOk="0">
                    <a:moveTo>
                      <a:pt x="941" y="0"/>
                    </a:moveTo>
                    <a:lnTo>
                      <a:pt x="0" y="969"/>
                    </a:lnTo>
                    <a:lnTo>
                      <a:pt x="120" y="1061"/>
                    </a:lnTo>
                    <a:lnTo>
                      <a:pt x="1061" y="85"/>
                    </a:lnTo>
                    <a:lnTo>
                      <a:pt x="9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57"/>
              <p:cNvSpPr/>
              <p:nvPr/>
            </p:nvSpPr>
            <p:spPr>
              <a:xfrm>
                <a:off x="3937479" y="2123052"/>
                <a:ext cx="10117" cy="34985"/>
              </a:xfrm>
              <a:custGeom>
                <a:avLst/>
                <a:gdLst/>
                <a:ahLst/>
                <a:cxnLst/>
                <a:rect l="l" t="t" r="r" b="b"/>
                <a:pathLst>
                  <a:path w="299" h="1034" extrusionOk="0">
                    <a:moveTo>
                      <a:pt x="1" y="1"/>
                    </a:moveTo>
                    <a:lnTo>
                      <a:pt x="1" y="93"/>
                    </a:lnTo>
                    <a:lnTo>
                      <a:pt x="29" y="93"/>
                    </a:lnTo>
                    <a:cubicBezTo>
                      <a:pt x="86" y="93"/>
                      <a:pt x="121" y="121"/>
                      <a:pt x="121" y="177"/>
                    </a:cubicBezTo>
                    <a:lnTo>
                      <a:pt x="121" y="418"/>
                    </a:lnTo>
                    <a:cubicBezTo>
                      <a:pt x="121" y="503"/>
                      <a:pt x="149" y="503"/>
                      <a:pt x="178" y="531"/>
                    </a:cubicBezTo>
                    <a:cubicBezTo>
                      <a:pt x="149" y="531"/>
                      <a:pt x="121" y="559"/>
                      <a:pt x="121" y="623"/>
                    </a:cubicBezTo>
                    <a:lnTo>
                      <a:pt x="121" y="857"/>
                    </a:lnTo>
                    <a:cubicBezTo>
                      <a:pt x="121" y="913"/>
                      <a:pt x="86" y="949"/>
                      <a:pt x="29" y="949"/>
                    </a:cubicBezTo>
                    <a:lnTo>
                      <a:pt x="1" y="949"/>
                    </a:lnTo>
                    <a:lnTo>
                      <a:pt x="1" y="1033"/>
                    </a:lnTo>
                    <a:lnTo>
                      <a:pt x="58" y="1033"/>
                    </a:lnTo>
                    <a:cubicBezTo>
                      <a:pt x="178" y="1033"/>
                      <a:pt x="234" y="977"/>
                      <a:pt x="234" y="885"/>
                    </a:cubicBezTo>
                    <a:lnTo>
                      <a:pt x="234" y="623"/>
                    </a:lnTo>
                    <a:cubicBezTo>
                      <a:pt x="234" y="595"/>
                      <a:pt x="234" y="559"/>
                      <a:pt x="263" y="559"/>
                    </a:cubicBezTo>
                    <a:lnTo>
                      <a:pt x="298" y="559"/>
                    </a:lnTo>
                    <a:lnTo>
                      <a:pt x="298" y="475"/>
                    </a:lnTo>
                    <a:lnTo>
                      <a:pt x="263" y="475"/>
                    </a:lnTo>
                    <a:cubicBezTo>
                      <a:pt x="234" y="475"/>
                      <a:pt x="234" y="475"/>
                      <a:pt x="234" y="418"/>
                    </a:cubicBezTo>
                    <a:lnTo>
                      <a:pt x="234" y="177"/>
                    </a:lnTo>
                    <a:cubicBezTo>
                      <a:pt x="234" y="64"/>
                      <a:pt x="178" y="1"/>
                      <a:pt x="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57"/>
              <p:cNvSpPr/>
              <p:nvPr/>
            </p:nvSpPr>
            <p:spPr>
              <a:xfrm>
                <a:off x="3959506" y="2123052"/>
                <a:ext cx="24936" cy="39046"/>
              </a:xfrm>
              <a:custGeom>
                <a:avLst/>
                <a:gdLst/>
                <a:ahLst/>
                <a:cxnLst/>
                <a:rect l="l" t="t" r="r" b="b"/>
                <a:pathLst>
                  <a:path w="737" h="1154" extrusionOk="0">
                    <a:moveTo>
                      <a:pt x="354" y="149"/>
                    </a:moveTo>
                    <a:cubicBezTo>
                      <a:pt x="468" y="149"/>
                      <a:pt x="588" y="326"/>
                      <a:pt x="588" y="559"/>
                    </a:cubicBezTo>
                    <a:cubicBezTo>
                      <a:pt x="588" y="828"/>
                      <a:pt x="468" y="1005"/>
                      <a:pt x="354" y="1005"/>
                    </a:cubicBezTo>
                    <a:cubicBezTo>
                      <a:pt x="263" y="1005"/>
                      <a:pt x="142" y="828"/>
                      <a:pt x="142" y="559"/>
                    </a:cubicBezTo>
                    <a:cubicBezTo>
                      <a:pt x="142" y="326"/>
                      <a:pt x="263" y="149"/>
                      <a:pt x="354" y="149"/>
                    </a:cubicBezTo>
                    <a:close/>
                    <a:moveTo>
                      <a:pt x="354" y="1"/>
                    </a:moveTo>
                    <a:cubicBezTo>
                      <a:pt x="142" y="1"/>
                      <a:pt x="1" y="269"/>
                      <a:pt x="1" y="559"/>
                    </a:cubicBezTo>
                    <a:cubicBezTo>
                      <a:pt x="1" y="885"/>
                      <a:pt x="142" y="1154"/>
                      <a:pt x="354" y="1154"/>
                    </a:cubicBezTo>
                    <a:cubicBezTo>
                      <a:pt x="560" y="1154"/>
                      <a:pt x="737" y="885"/>
                      <a:pt x="737" y="559"/>
                    </a:cubicBezTo>
                    <a:cubicBezTo>
                      <a:pt x="737" y="269"/>
                      <a:pt x="560" y="1"/>
                      <a:pt x="3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57"/>
              <p:cNvSpPr/>
              <p:nvPr/>
            </p:nvSpPr>
            <p:spPr>
              <a:xfrm>
                <a:off x="3989451" y="2123052"/>
                <a:ext cx="24903" cy="39046"/>
              </a:xfrm>
              <a:custGeom>
                <a:avLst/>
                <a:gdLst/>
                <a:ahLst/>
                <a:cxnLst/>
                <a:rect l="l" t="t" r="r" b="b"/>
                <a:pathLst>
                  <a:path w="736" h="1154" extrusionOk="0">
                    <a:moveTo>
                      <a:pt x="354" y="149"/>
                    </a:moveTo>
                    <a:cubicBezTo>
                      <a:pt x="467" y="149"/>
                      <a:pt x="587" y="326"/>
                      <a:pt x="587" y="559"/>
                    </a:cubicBezTo>
                    <a:cubicBezTo>
                      <a:pt x="587" y="828"/>
                      <a:pt x="467" y="1005"/>
                      <a:pt x="354" y="1005"/>
                    </a:cubicBezTo>
                    <a:cubicBezTo>
                      <a:pt x="262" y="1005"/>
                      <a:pt x="142" y="828"/>
                      <a:pt x="142" y="559"/>
                    </a:cubicBezTo>
                    <a:cubicBezTo>
                      <a:pt x="142" y="326"/>
                      <a:pt x="262" y="149"/>
                      <a:pt x="354" y="149"/>
                    </a:cubicBezTo>
                    <a:close/>
                    <a:moveTo>
                      <a:pt x="354" y="1"/>
                    </a:moveTo>
                    <a:cubicBezTo>
                      <a:pt x="142" y="1"/>
                      <a:pt x="0" y="269"/>
                      <a:pt x="0" y="559"/>
                    </a:cubicBezTo>
                    <a:cubicBezTo>
                      <a:pt x="0" y="885"/>
                      <a:pt x="142" y="1154"/>
                      <a:pt x="354" y="1154"/>
                    </a:cubicBezTo>
                    <a:cubicBezTo>
                      <a:pt x="559" y="1154"/>
                      <a:pt x="736" y="885"/>
                      <a:pt x="736" y="559"/>
                    </a:cubicBezTo>
                    <a:cubicBezTo>
                      <a:pt x="736" y="269"/>
                      <a:pt x="559" y="1"/>
                      <a:pt x="3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57"/>
              <p:cNvSpPr/>
              <p:nvPr/>
            </p:nvSpPr>
            <p:spPr>
              <a:xfrm>
                <a:off x="3656235" y="2034537"/>
                <a:ext cx="24936" cy="40670"/>
              </a:xfrm>
              <a:custGeom>
                <a:avLst/>
                <a:gdLst/>
                <a:ahLst/>
                <a:cxnLst/>
                <a:rect l="l" t="t" r="r" b="b"/>
                <a:pathLst>
                  <a:path w="737" h="1202" extrusionOk="0">
                    <a:moveTo>
                      <a:pt x="72" y="1"/>
                    </a:moveTo>
                    <a:cubicBezTo>
                      <a:pt x="57" y="1"/>
                      <a:pt x="43" y="10"/>
                      <a:pt x="29" y="27"/>
                    </a:cubicBezTo>
                    <a:cubicBezTo>
                      <a:pt x="1" y="56"/>
                      <a:pt x="1" y="84"/>
                      <a:pt x="29" y="112"/>
                    </a:cubicBezTo>
                    <a:lnTo>
                      <a:pt x="588" y="699"/>
                    </a:lnTo>
                    <a:lnTo>
                      <a:pt x="29" y="1088"/>
                    </a:lnTo>
                    <a:cubicBezTo>
                      <a:pt x="1" y="1117"/>
                      <a:pt x="1" y="1145"/>
                      <a:pt x="29" y="1173"/>
                    </a:cubicBezTo>
                    <a:lnTo>
                      <a:pt x="57" y="1202"/>
                    </a:lnTo>
                    <a:cubicBezTo>
                      <a:pt x="85" y="1202"/>
                      <a:pt x="85" y="1202"/>
                      <a:pt x="85" y="1173"/>
                    </a:cubicBezTo>
                    <a:lnTo>
                      <a:pt x="708" y="763"/>
                    </a:lnTo>
                    <a:cubicBezTo>
                      <a:pt x="708" y="735"/>
                      <a:pt x="736" y="735"/>
                      <a:pt x="736" y="699"/>
                    </a:cubicBezTo>
                    <a:cubicBezTo>
                      <a:pt x="736" y="699"/>
                      <a:pt x="736" y="671"/>
                      <a:pt x="708" y="671"/>
                    </a:cubicBezTo>
                    <a:lnTo>
                      <a:pt x="121" y="27"/>
                    </a:lnTo>
                    <a:cubicBezTo>
                      <a:pt x="103" y="10"/>
                      <a:pt x="87" y="1"/>
                      <a:pt x="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57"/>
              <p:cNvSpPr/>
              <p:nvPr/>
            </p:nvSpPr>
            <p:spPr>
              <a:xfrm>
                <a:off x="3673221" y="2034537"/>
                <a:ext cx="24936" cy="40670"/>
              </a:xfrm>
              <a:custGeom>
                <a:avLst/>
                <a:gdLst/>
                <a:ahLst/>
                <a:cxnLst/>
                <a:rect l="l" t="t" r="r" b="b"/>
                <a:pathLst>
                  <a:path w="737" h="1202" extrusionOk="0">
                    <a:moveTo>
                      <a:pt x="72" y="1"/>
                    </a:moveTo>
                    <a:cubicBezTo>
                      <a:pt x="57" y="1"/>
                      <a:pt x="43" y="10"/>
                      <a:pt x="29" y="27"/>
                    </a:cubicBezTo>
                    <a:cubicBezTo>
                      <a:pt x="1" y="56"/>
                      <a:pt x="1" y="84"/>
                      <a:pt x="29" y="112"/>
                    </a:cubicBezTo>
                    <a:lnTo>
                      <a:pt x="588" y="699"/>
                    </a:lnTo>
                    <a:lnTo>
                      <a:pt x="29" y="1088"/>
                    </a:lnTo>
                    <a:cubicBezTo>
                      <a:pt x="1" y="1117"/>
                      <a:pt x="1" y="1145"/>
                      <a:pt x="29" y="1173"/>
                    </a:cubicBezTo>
                    <a:lnTo>
                      <a:pt x="57" y="1202"/>
                    </a:lnTo>
                    <a:cubicBezTo>
                      <a:pt x="86" y="1202"/>
                      <a:pt x="86" y="1202"/>
                      <a:pt x="86" y="1173"/>
                    </a:cubicBezTo>
                    <a:lnTo>
                      <a:pt x="708" y="763"/>
                    </a:lnTo>
                    <a:cubicBezTo>
                      <a:pt x="708" y="735"/>
                      <a:pt x="737" y="735"/>
                      <a:pt x="737" y="699"/>
                    </a:cubicBezTo>
                    <a:cubicBezTo>
                      <a:pt x="737" y="699"/>
                      <a:pt x="737" y="671"/>
                      <a:pt x="708" y="671"/>
                    </a:cubicBezTo>
                    <a:lnTo>
                      <a:pt x="114" y="27"/>
                    </a:lnTo>
                    <a:cubicBezTo>
                      <a:pt x="100" y="10"/>
                      <a:pt x="86" y="1"/>
                      <a:pt x="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57"/>
              <p:cNvSpPr/>
              <p:nvPr/>
            </p:nvSpPr>
            <p:spPr>
              <a:xfrm>
                <a:off x="3706989" y="2034233"/>
                <a:ext cx="26121" cy="38098"/>
              </a:xfrm>
              <a:custGeom>
                <a:avLst/>
                <a:gdLst/>
                <a:ahLst/>
                <a:cxnLst/>
                <a:rect l="l" t="t" r="r" b="b"/>
                <a:pathLst>
                  <a:path w="772" h="1126" extrusionOk="0">
                    <a:moveTo>
                      <a:pt x="389" y="121"/>
                    </a:moveTo>
                    <a:cubicBezTo>
                      <a:pt x="531" y="121"/>
                      <a:pt x="651" y="326"/>
                      <a:pt x="651" y="567"/>
                    </a:cubicBezTo>
                    <a:cubicBezTo>
                      <a:pt x="651" y="800"/>
                      <a:pt x="531" y="1006"/>
                      <a:pt x="389" y="1006"/>
                    </a:cubicBezTo>
                    <a:cubicBezTo>
                      <a:pt x="241" y="1006"/>
                      <a:pt x="121" y="800"/>
                      <a:pt x="121" y="567"/>
                    </a:cubicBezTo>
                    <a:cubicBezTo>
                      <a:pt x="121" y="326"/>
                      <a:pt x="241" y="121"/>
                      <a:pt x="389" y="121"/>
                    </a:cubicBezTo>
                    <a:close/>
                    <a:moveTo>
                      <a:pt x="389" y="1"/>
                    </a:moveTo>
                    <a:cubicBezTo>
                      <a:pt x="177" y="1"/>
                      <a:pt x="0" y="270"/>
                      <a:pt x="0" y="567"/>
                    </a:cubicBezTo>
                    <a:cubicBezTo>
                      <a:pt x="0" y="885"/>
                      <a:pt x="177" y="1126"/>
                      <a:pt x="389" y="1126"/>
                    </a:cubicBezTo>
                    <a:cubicBezTo>
                      <a:pt x="595" y="1126"/>
                      <a:pt x="771" y="885"/>
                      <a:pt x="771" y="567"/>
                    </a:cubicBezTo>
                    <a:cubicBezTo>
                      <a:pt x="771" y="270"/>
                      <a:pt x="595" y="1"/>
                      <a:pt x="3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57"/>
              <p:cNvSpPr/>
              <p:nvPr/>
            </p:nvSpPr>
            <p:spPr>
              <a:xfrm>
                <a:off x="3753885" y="2037346"/>
                <a:ext cx="4128" cy="37861"/>
              </a:xfrm>
              <a:custGeom>
                <a:avLst/>
                <a:gdLst/>
                <a:ahLst/>
                <a:cxnLst/>
                <a:rect l="l" t="t" r="r" b="b"/>
                <a:pathLst>
                  <a:path w="122" h="1119" extrusionOk="0">
                    <a:moveTo>
                      <a:pt x="65" y="1"/>
                    </a:moveTo>
                    <a:cubicBezTo>
                      <a:pt x="29" y="1"/>
                      <a:pt x="1" y="29"/>
                      <a:pt x="1" y="58"/>
                    </a:cubicBezTo>
                    <a:lnTo>
                      <a:pt x="1" y="1062"/>
                    </a:lnTo>
                    <a:cubicBezTo>
                      <a:pt x="1" y="1090"/>
                      <a:pt x="29" y="1119"/>
                      <a:pt x="65" y="1119"/>
                    </a:cubicBezTo>
                    <a:cubicBezTo>
                      <a:pt x="93" y="1119"/>
                      <a:pt x="121" y="1090"/>
                      <a:pt x="121" y="1062"/>
                    </a:cubicBezTo>
                    <a:lnTo>
                      <a:pt x="121" y="58"/>
                    </a:lnTo>
                    <a:cubicBezTo>
                      <a:pt x="121" y="29"/>
                      <a:pt x="93" y="1"/>
                      <a:pt x="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57"/>
              <p:cNvSpPr/>
              <p:nvPr/>
            </p:nvSpPr>
            <p:spPr>
              <a:xfrm>
                <a:off x="3771852" y="2041440"/>
                <a:ext cx="20132" cy="31873"/>
              </a:xfrm>
              <a:custGeom>
                <a:avLst/>
                <a:gdLst/>
                <a:ahLst/>
                <a:cxnLst/>
                <a:rect l="l" t="t" r="r" b="b"/>
                <a:pathLst>
                  <a:path w="595" h="942" extrusionOk="0">
                    <a:moveTo>
                      <a:pt x="0" y="0"/>
                    </a:moveTo>
                    <a:lnTo>
                      <a:pt x="0" y="941"/>
                    </a:lnTo>
                    <a:lnTo>
                      <a:pt x="595" y="941"/>
                    </a:lnTo>
                    <a:lnTo>
                      <a:pt x="5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57"/>
              <p:cNvSpPr/>
              <p:nvPr/>
            </p:nvSpPr>
            <p:spPr>
              <a:xfrm>
                <a:off x="3803929" y="2039274"/>
                <a:ext cx="32820" cy="35933"/>
              </a:xfrm>
              <a:custGeom>
                <a:avLst/>
                <a:gdLst/>
                <a:ahLst/>
                <a:cxnLst/>
                <a:rect l="l" t="t" r="r" b="b"/>
                <a:pathLst>
                  <a:path w="970" h="1062" extrusionOk="0">
                    <a:moveTo>
                      <a:pt x="849" y="121"/>
                    </a:moveTo>
                    <a:lnTo>
                      <a:pt x="849" y="948"/>
                    </a:lnTo>
                    <a:lnTo>
                      <a:pt x="114" y="948"/>
                    </a:lnTo>
                    <a:lnTo>
                      <a:pt x="114" y="121"/>
                    </a:lnTo>
                    <a:close/>
                    <a:moveTo>
                      <a:pt x="57" y="1"/>
                    </a:moveTo>
                    <a:cubicBezTo>
                      <a:pt x="29" y="1"/>
                      <a:pt x="0" y="29"/>
                      <a:pt x="0" y="64"/>
                    </a:cubicBezTo>
                    <a:lnTo>
                      <a:pt x="0" y="1005"/>
                    </a:lnTo>
                    <a:cubicBezTo>
                      <a:pt x="0" y="1033"/>
                      <a:pt x="29" y="1062"/>
                      <a:pt x="57" y="1062"/>
                    </a:cubicBezTo>
                    <a:lnTo>
                      <a:pt x="913" y="1062"/>
                    </a:lnTo>
                    <a:cubicBezTo>
                      <a:pt x="941" y="1062"/>
                      <a:pt x="970" y="1033"/>
                      <a:pt x="970" y="1005"/>
                    </a:cubicBezTo>
                    <a:lnTo>
                      <a:pt x="970" y="64"/>
                    </a:lnTo>
                    <a:cubicBezTo>
                      <a:pt x="970" y="29"/>
                      <a:pt x="941" y="1"/>
                      <a:pt x="9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57"/>
              <p:cNvSpPr/>
              <p:nvPr/>
            </p:nvSpPr>
            <p:spPr>
              <a:xfrm>
                <a:off x="3847746" y="2041440"/>
                <a:ext cx="32820" cy="31873"/>
              </a:xfrm>
              <a:custGeom>
                <a:avLst/>
                <a:gdLst/>
                <a:ahLst/>
                <a:cxnLst/>
                <a:rect l="l" t="t" r="r" b="b"/>
                <a:pathLst>
                  <a:path w="970" h="942" extrusionOk="0">
                    <a:moveTo>
                      <a:pt x="0" y="0"/>
                    </a:moveTo>
                    <a:lnTo>
                      <a:pt x="0" y="941"/>
                    </a:lnTo>
                    <a:lnTo>
                      <a:pt x="969" y="941"/>
                    </a:lnTo>
                    <a:lnTo>
                      <a:pt x="9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57"/>
              <p:cNvSpPr/>
              <p:nvPr/>
            </p:nvSpPr>
            <p:spPr>
              <a:xfrm>
                <a:off x="3892477" y="2026924"/>
                <a:ext cx="25173" cy="64320"/>
              </a:xfrm>
              <a:custGeom>
                <a:avLst/>
                <a:gdLst/>
                <a:ahLst/>
                <a:cxnLst/>
                <a:rect l="l" t="t" r="r" b="b"/>
                <a:pathLst>
                  <a:path w="744" h="1901" extrusionOk="0">
                    <a:moveTo>
                      <a:pt x="349" y="0"/>
                    </a:moveTo>
                    <a:cubicBezTo>
                      <a:pt x="332" y="0"/>
                      <a:pt x="315" y="4"/>
                      <a:pt x="298" y="12"/>
                    </a:cubicBezTo>
                    <a:cubicBezTo>
                      <a:pt x="270" y="12"/>
                      <a:pt x="241" y="40"/>
                      <a:pt x="241" y="75"/>
                    </a:cubicBezTo>
                    <a:cubicBezTo>
                      <a:pt x="270" y="104"/>
                      <a:pt x="298" y="132"/>
                      <a:pt x="326" y="132"/>
                    </a:cubicBezTo>
                    <a:cubicBezTo>
                      <a:pt x="336" y="123"/>
                      <a:pt x="346" y="120"/>
                      <a:pt x="357" y="120"/>
                    </a:cubicBezTo>
                    <a:cubicBezTo>
                      <a:pt x="377" y="120"/>
                      <a:pt x="399" y="132"/>
                      <a:pt x="418" y="132"/>
                    </a:cubicBezTo>
                    <a:cubicBezTo>
                      <a:pt x="447" y="160"/>
                      <a:pt x="475" y="252"/>
                      <a:pt x="503" y="309"/>
                    </a:cubicBezTo>
                    <a:cubicBezTo>
                      <a:pt x="503" y="366"/>
                      <a:pt x="475" y="429"/>
                      <a:pt x="475" y="514"/>
                    </a:cubicBezTo>
                    <a:cubicBezTo>
                      <a:pt x="475" y="542"/>
                      <a:pt x="447" y="606"/>
                      <a:pt x="447" y="663"/>
                    </a:cubicBezTo>
                    <a:cubicBezTo>
                      <a:pt x="447" y="783"/>
                      <a:pt x="475" y="868"/>
                      <a:pt x="532" y="960"/>
                    </a:cubicBezTo>
                    <a:cubicBezTo>
                      <a:pt x="503" y="988"/>
                      <a:pt x="475" y="1016"/>
                      <a:pt x="447" y="1045"/>
                    </a:cubicBezTo>
                    <a:lnTo>
                      <a:pt x="447" y="1278"/>
                    </a:lnTo>
                    <a:lnTo>
                      <a:pt x="447" y="1313"/>
                    </a:lnTo>
                    <a:cubicBezTo>
                      <a:pt x="475" y="1455"/>
                      <a:pt x="447" y="1575"/>
                      <a:pt x="390" y="1667"/>
                    </a:cubicBezTo>
                    <a:cubicBezTo>
                      <a:pt x="344" y="1728"/>
                      <a:pt x="273" y="1775"/>
                      <a:pt x="202" y="1775"/>
                    </a:cubicBezTo>
                    <a:cubicBezTo>
                      <a:pt x="174" y="1775"/>
                      <a:pt x="147" y="1768"/>
                      <a:pt x="121" y="1752"/>
                    </a:cubicBezTo>
                    <a:cubicBezTo>
                      <a:pt x="107" y="1738"/>
                      <a:pt x="93" y="1731"/>
                      <a:pt x="79" y="1731"/>
                    </a:cubicBezTo>
                    <a:cubicBezTo>
                      <a:pt x="65" y="1731"/>
                      <a:pt x="50" y="1738"/>
                      <a:pt x="36" y="1752"/>
                    </a:cubicBezTo>
                    <a:cubicBezTo>
                      <a:pt x="1" y="1780"/>
                      <a:pt x="36" y="1809"/>
                      <a:pt x="65" y="1844"/>
                    </a:cubicBezTo>
                    <a:cubicBezTo>
                      <a:pt x="93" y="1872"/>
                      <a:pt x="150" y="1901"/>
                      <a:pt x="213" y="1901"/>
                    </a:cubicBezTo>
                    <a:cubicBezTo>
                      <a:pt x="326" y="1901"/>
                      <a:pt x="447" y="1809"/>
                      <a:pt x="503" y="1724"/>
                    </a:cubicBezTo>
                    <a:cubicBezTo>
                      <a:pt x="567" y="1604"/>
                      <a:pt x="595" y="1455"/>
                      <a:pt x="567" y="1278"/>
                    </a:cubicBezTo>
                    <a:lnTo>
                      <a:pt x="567" y="1250"/>
                    </a:lnTo>
                    <a:lnTo>
                      <a:pt x="567" y="1101"/>
                    </a:lnTo>
                    <a:cubicBezTo>
                      <a:pt x="567" y="1073"/>
                      <a:pt x="595" y="1045"/>
                      <a:pt x="623" y="1045"/>
                    </a:cubicBezTo>
                    <a:cubicBezTo>
                      <a:pt x="623" y="1016"/>
                      <a:pt x="652" y="1016"/>
                      <a:pt x="652" y="1016"/>
                    </a:cubicBezTo>
                    <a:cubicBezTo>
                      <a:pt x="660" y="1025"/>
                      <a:pt x="668" y="1028"/>
                      <a:pt x="677" y="1028"/>
                    </a:cubicBezTo>
                    <a:cubicBezTo>
                      <a:pt x="697" y="1028"/>
                      <a:pt x="719" y="1008"/>
                      <a:pt x="744" y="988"/>
                    </a:cubicBezTo>
                    <a:cubicBezTo>
                      <a:pt x="744" y="960"/>
                      <a:pt x="744" y="924"/>
                      <a:pt x="708" y="924"/>
                    </a:cubicBezTo>
                    <a:cubicBezTo>
                      <a:pt x="680" y="924"/>
                      <a:pt x="680" y="896"/>
                      <a:pt x="680" y="896"/>
                    </a:cubicBezTo>
                    <a:cubicBezTo>
                      <a:pt x="595" y="896"/>
                      <a:pt x="567" y="783"/>
                      <a:pt x="567" y="663"/>
                    </a:cubicBezTo>
                    <a:cubicBezTo>
                      <a:pt x="567" y="634"/>
                      <a:pt x="567" y="571"/>
                      <a:pt x="595" y="514"/>
                    </a:cubicBezTo>
                    <a:cubicBezTo>
                      <a:pt x="595" y="458"/>
                      <a:pt x="623" y="366"/>
                      <a:pt x="623" y="281"/>
                    </a:cubicBezTo>
                    <a:cubicBezTo>
                      <a:pt x="595" y="189"/>
                      <a:pt x="532" y="104"/>
                      <a:pt x="475" y="40"/>
                    </a:cubicBezTo>
                    <a:cubicBezTo>
                      <a:pt x="435" y="20"/>
                      <a:pt x="391" y="0"/>
                      <a:pt x="3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57"/>
              <p:cNvSpPr/>
              <p:nvPr/>
            </p:nvSpPr>
            <p:spPr>
              <a:xfrm>
                <a:off x="3928411" y="2028278"/>
                <a:ext cx="11030" cy="59854"/>
              </a:xfrm>
              <a:custGeom>
                <a:avLst/>
                <a:gdLst/>
                <a:ahLst/>
                <a:cxnLst/>
                <a:rect l="l" t="t" r="r" b="b"/>
                <a:pathLst>
                  <a:path w="326" h="1769" extrusionOk="0">
                    <a:moveTo>
                      <a:pt x="35" y="0"/>
                    </a:moveTo>
                    <a:cubicBezTo>
                      <a:pt x="0" y="35"/>
                      <a:pt x="0" y="64"/>
                      <a:pt x="0" y="92"/>
                    </a:cubicBezTo>
                    <a:cubicBezTo>
                      <a:pt x="212" y="594"/>
                      <a:pt x="212" y="1182"/>
                      <a:pt x="0" y="1684"/>
                    </a:cubicBezTo>
                    <a:cubicBezTo>
                      <a:pt x="0" y="1712"/>
                      <a:pt x="0" y="1769"/>
                      <a:pt x="35" y="1769"/>
                    </a:cubicBezTo>
                    <a:lnTo>
                      <a:pt x="64" y="1769"/>
                    </a:lnTo>
                    <a:cubicBezTo>
                      <a:pt x="92" y="1769"/>
                      <a:pt x="120" y="1769"/>
                      <a:pt x="120" y="1740"/>
                    </a:cubicBezTo>
                    <a:cubicBezTo>
                      <a:pt x="326" y="1210"/>
                      <a:pt x="326" y="594"/>
                      <a:pt x="120" y="64"/>
                    </a:cubicBezTo>
                    <a:cubicBezTo>
                      <a:pt x="92" y="35"/>
                      <a:pt x="64" y="0"/>
                      <a:pt x="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57"/>
              <p:cNvSpPr/>
              <p:nvPr/>
            </p:nvSpPr>
            <p:spPr>
              <a:xfrm>
                <a:off x="3941573" y="2027296"/>
                <a:ext cx="14854" cy="68990"/>
              </a:xfrm>
              <a:custGeom>
                <a:avLst/>
                <a:gdLst/>
                <a:ahLst/>
                <a:cxnLst/>
                <a:rect l="l" t="t" r="r" b="b"/>
                <a:pathLst>
                  <a:path w="439" h="2039" extrusionOk="0">
                    <a:moveTo>
                      <a:pt x="85" y="1"/>
                    </a:moveTo>
                    <a:cubicBezTo>
                      <a:pt x="57" y="29"/>
                      <a:pt x="28" y="64"/>
                      <a:pt x="57" y="93"/>
                    </a:cubicBezTo>
                    <a:cubicBezTo>
                      <a:pt x="319" y="680"/>
                      <a:pt x="290" y="1387"/>
                      <a:pt x="0" y="1946"/>
                    </a:cubicBezTo>
                    <a:cubicBezTo>
                      <a:pt x="0" y="1975"/>
                      <a:pt x="0" y="2038"/>
                      <a:pt x="28" y="2038"/>
                    </a:cubicBezTo>
                    <a:lnTo>
                      <a:pt x="57" y="2038"/>
                    </a:lnTo>
                    <a:cubicBezTo>
                      <a:pt x="85" y="2038"/>
                      <a:pt x="85" y="2038"/>
                      <a:pt x="113" y="2010"/>
                    </a:cubicBezTo>
                    <a:cubicBezTo>
                      <a:pt x="439" y="1416"/>
                      <a:pt x="439" y="652"/>
                      <a:pt x="142" y="29"/>
                    </a:cubicBezTo>
                    <a:cubicBezTo>
                      <a:pt x="142" y="1"/>
                      <a:pt x="113" y="1"/>
                      <a:pt x="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57"/>
              <p:cNvSpPr/>
              <p:nvPr/>
            </p:nvSpPr>
            <p:spPr>
              <a:xfrm>
                <a:off x="3622264" y="2026924"/>
                <a:ext cx="24903" cy="64320"/>
              </a:xfrm>
              <a:custGeom>
                <a:avLst/>
                <a:gdLst/>
                <a:ahLst/>
                <a:cxnLst/>
                <a:rect l="l" t="t" r="r" b="b"/>
                <a:pathLst>
                  <a:path w="736" h="1901" extrusionOk="0">
                    <a:moveTo>
                      <a:pt x="417" y="0"/>
                    </a:moveTo>
                    <a:cubicBezTo>
                      <a:pt x="367" y="0"/>
                      <a:pt x="309" y="20"/>
                      <a:pt x="269" y="40"/>
                    </a:cubicBezTo>
                    <a:cubicBezTo>
                      <a:pt x="205" y="104"/>
                      <a:pt x="149" y="189"/>
                      <a:pt x="149" y="281"/>
                    </a:cubicBezTo>
                    <a:cubicBezTo>
                      <a:pt x="120" y="366"/>
                      <a:pt x="149" y="458"/>
                      <a:pt x="149" y="514"/>
                    </a:cubicBezTo>
                    <a:cubicBezTo>
                      <a:pt x="177" y="571"/>
                      <a:pt x="177" y="634"/>
                      <a:pt x="177" y="663"/>
                    </a:cubicBezTo>
                    <a:cubicBezTo>
                      <a:pt x="177" y="783"/>
                      <a:pt x="149" y="896"/>
                      <a:pt x="64" y="896"/>
                    </a:cubicBezTo>
                    <a:lnTo>
                      <a:pt x="64" y="924"/>
                    </a:lnTo>
                    <a:cubicBezTo>
                      <a:pt x="28" y="924"/>
                      <a:pt x="0" y="960"/>
                      <a:pt x="0" y="988"/>
                    </a:cubicBezTo>
                    <a:cubicBezTo>
                      <a:pt x="20" y="1008"/>
                      <a:pt x="44" y="1028"/>
                      <a:pt x="66" y="1028"/>
                    </a:cubicBezTo>
                    <a:cubicBezTo>
                      <a:pt x="75" y="1028"/>
                      <a:pt x="84" y="1025"/>
                      <a:pt x="92" y="1016"/>
                    </a:cubicBezTo>
                    <a:cubicBezTo>
                      <a:pt x="120" y="1016"/>
                      <a:pt x="120" y="1016"/>
                      <a:pt x="120" y="1045"/>
                    </a:cubicBezTo>
                    <a:cubicBezTo>
                      <a:pt x="149" y="1045"/>
                      <a:pt x="177" y="1073"/>
                      <a:pt x="177" y="1101"/>
                    </a:cubicBezTo>
                    <a:cubicBezTo>
                      <a:pt x="205" y="1137"/>
                      <a:pt x="177" y="1193"/>
                      <a:pt x="177" y="1250"/>
                    </a:cubicBezTo>
                    <a:lnTo>
                      <a:pt x="177" y="1278"/>
                    </a:lnTo>
                    <a:cubicBezTo>
                      <a:pt x="149" y="1455"/>
                      <a:pt x="177" y="1604"/>
                      <a:pt x="269" y="1724"/>
                    </a:cubicBezTo>
                    <a:cubicBezTo>
                      <a:pt x="325" y="1809"/>
                      <a:pt x="446" y="1901"/>
                      <a:pt x="559" y="1901"/>
                    </a:cubicBezTo>
                    <a:cubicBezTo>
                      <a:pt x="594" y="1901"/>
                      <a:pt x="651" y="1872"/>
                      <a:pt x="707" y="1844"/>
                    </a:cubicBezTo>
                    <a:cubicBezTo>
                      <a:pt x="736" y="1809"/>
                      <a:pt x="736" y="1780"/>
                      <a:pt x="707" y="1752"/>
                    </a:cubicBezTo>
                    <a:cubicBezTo>
                      <a:pt x="707" y="1738"/>
                      <a:pt x="693" y="1731"/>
                      <a:pt x="676" y="1731"/>
                    </a:cubicBezTo>
                    <a:cubicBezTo>
                      <a:pt x="658" y="1731"/>
                      <a:pt x="637" y="1738"/>
                      <a:pt x="623" y="1752"/>
                    </a:cubicBezTo>
                    <a:cubicBezTo>
                      <a:pt x="597" y="1768"/>
                      <a:pt x="570" y="1775"/>
                      <a:pt x="542" y="1775"/>
                    </a:cubicBezTo>
                    <a:cubicBezTo>
                      <a:pt x="471" y="1775"/>
                      <a:pt x="400" y="1728"/>
                      <a:pt x="354" y="1667"/>
                    </a:cubicBezTo>
                    <a:cubicBezTo>
                      <a:pt x="297" y="1575"/>
                      <a:pt x="269" y="1455"/>
                      <a:pt x="297" y="1313"/>
                    </a:cubicBezTo>
                    <a:lnTo>
                      <a:pt x="297" y="1278"/>
                    </a:lnTo>
                    <a:cubicBezTo>
                      <a:pt x="297" y="1193"/>
                      <a:pt x="325" y="1137"/>
                      <a:pt x="297" y="1045"/>
                    </a:cubicBezTo>
                    <a:cubicBezTo>
                      <a:pt x="269" y="1016"/>
                      <a:pt x="241" y="988"/>
                      <a:pt x="205" y="960"/>
                    </a:cubicBezTo>
                    <a:cubicBezTo>
                      <a:pt x="269" y="868"/>
                      <a:pt x="297" y="783"/>
                      <a:pt x="297" y="663"/>
                    </a:cubicBezTo>
                    <a:cubicBezTo>
                      <a:pt x="297" y="606"/>
                      <a:pt x="297" y="542"/>
                      <a:pt x="269" y="514"/>
                    </a:cubicBezTo>
                    <a:cubicBezTo>
                      <a:pt x="269" y="429"/>
                      <a:pt x="241" y="366"/>
                      <a:pt x="269" y="309"/>
                    </a:cubicBezTo>
                    <a:cubicBezTo>
                      <a:pt x="269" y="252"/>
                      <a:pt x="297" y="160"/>
                      <a:pt x="354" y="132"/>
                    </a:cubicBezTo>
                    <a:cubicBezTo>
                      <a:pt x="373" y="132"/>
                      <a:pt x="395" y="120"/>
                      <a:pt x="416" y="120"/>
                    </a:cubicBezTo>
                    <a:cubicBezTo>
                      <a:pt x="426" y="120"/>
                      <a:pt x="436" y="123"/>
                      <a:pt x="446" y="132"/>
                    </a:cubicBezTo>
                    <a:cubicBezTo>
                      <a:pt x="474" y="132"/>
                      <a:pt x="502" y="104"/>
                      <a:pt x="502" y="75"/>
                    </a:cubicBezTo>
                    <a:cubicBezTo>
                      <a:pt x="502" y="40"/>
                      <a:pt x="502" y="12"/>
                      <a:pt x="474" y="12"/>
                    </a:cubicBezTo>
                    <a:cubicBezTo>
                      <a:pt x="457" y="4"/>
                      <a:pt x="438" y="0"/>
                      <a:pt x="41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57"/>
              <p:cNvSpPr/>
              <p:nvPr/>
            </p:nvSpPr>
            <p:spPr>
              <a:xfrm>
                <a:off x="3600474" y="2028278"/>
                <a:ext cx="11978" cy="59854"/>
              </a:xfrm>
              <a:custGeom>
                <a:avLst/>
                <a:gdLst/>
                <a:ahLst/>
                <a:cxnLst/>
                <a:rect l="l" t="t" r="r" b="b"/>
                <a:pathLst>
                  <a:path w="354" h="1769" extrusionOk="0">
                    <a:moveTo>
                      <a:pt x="290" y="0"/>
                    </a:moveTo>
                    <a:cubicBezTo>
                      <a:pt x="262" y="0"/>
                      <a:pt x="234" y="35"/>
                      <a:pt x="234" y="64"/>
                    </a:cubicBezTo>
                    <a:cubicBezTo>
                      <a:pt x="0" y="594"/>
                      <a:pt x="0" y="1210"/>
                      <a:pt x="205" y="1740"/>
                    </a:cubicBezTo>
                    <a:cubicBezTo>
                      <a:pt x="234" y="1769"/>
                      <a:pt x="234" y="1769"/>
                      <a:pt x="262" y="1769"/>
                    </a:cubicBezTo>
                    <a:lnTo>
                      <a:pt x="290" y="1769"/>
                    </a:lnTo>
                    <a:cubicBezTo>
                      <a:pt x="319" y="1769"/>
                      <a:pt x="319" y="1712"/>
                      <a:pt x="319" y="1684"/>
                    </a:cubicBezTo>
                    <a:cubicBezTo>
                      <a:pt x="113" y="1182"/>
                      <a:pt x="113" y="594"/>
                      <a:pt x="319" y="92"/>
                    </a:cubicBezTo>
                    <a:cubicBezTo>
                      <a:pt x="354" y="64"/>
                      <a:pt x="319" y="35"/>
                      <a:pt x="2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57"/>
              <p:cNvSpPr/>
              <p:nvPr/>
            </p:nvSpPr>
            <p:spPr>
              <a:xfrm>
                <a:off x="3583454" y="2027296"/>
                <a:ext cx="14887" cy="68990"/>
              </a:xfrm>
              <a:custGeom>
                <a:avLst/>
                <a:gdLst/>
                <a:ahLst/>
                <a:cxnLst/>
                <a:rect l="l" t="t" r="r" b="b"/>
                <a:pathLst>
                  <a:path w="440" h="2039" extrusionOk="0">
                    <a:moveTo>
                      <a:pt x="355" y="1"/>
                    </a:moveTo>
                    <a:cubicBezTo>
                      <a:pt x="326" y="1"/>
                      <a:pt x="291" y="1"/>
                      <a:pt x="291" y="29"/>
                    </a:cubicBezTo>
                    <a:cubicBezTo>
                      <a:pt x="1" y="652"/>
                      <a:pt x="29" y="1416"/>
                      <a:pt x="326" y="2010"/>
                    </a:cubicBezTo>
                    <a:cubicBezTo>
                      <a:pt x="355" y="2038"/>
                      <a:pt x="355" y="2038"/>
                      <a:pt x="383" y="2038"/>
                    </a:cubicBezTo>
                    <a:lnTo>
                      <a:pt x="411" y="2038"/>
                    </a:lnTo>
                    <a:cubicBezTo>
                      <a:pt x="440" y="2038"/>
                      <a:pt x="440" y="1975"/>
                      <a:pt x="440" y="1946"/>
                    </a:cubicBezTo>
                    <a:cubicBezTo>
                      <a:pt x="150" y="1387"/>
                      <a:pt x="114" y="680"/>
                      <a:pt x="383" y="93"/>
                    </a:cubicBezTo>
                    <a:cubicBezTo>
                      <a:pt x="411" y="64"/>
                      <a:pt x="383" y="29"/>
                      <a:pt x="3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TextBox 1">
            <a:extLst>
              <a:ext uri="{FF2B5EF4-FFF2-40B4-BE49-F238E27FC236}">
                <a16:creationId xmlns:a16="http://schemas.microsoft.com/office/drawing/2014/main" id="{CD41D9DA-326F-C38B-70B7-932A531B7873}"/>
              </a:ext>
            </a:extLst>
          </p:cNvPr>
          <p:cNvSpPr txBox="1"/>
          <p:nvPr/>
        </p:nvSpPr>
        <p:spPr>
          <a:xfrm>
            <a:off x="4500099" y="1747348"/>
            <a:ext cx="4404431" cy="2862322"/>
          </a:xfrm>
          <a:prstGeom prst="rect">
            <a:avLst/>
          </a:prstGeom>
          <a:noFill/>
        </p:spPr>
        <p:txBody>
          <a:bodyPr wrap="square">
            <a:spAutoFit/>
          </a:bodyPr>
          <a:lstStyle/>
          <a:p>
            <a:pPr marL="0" lvl="0" indent="0" rtl="0">
              <a:spcBef>
                <a:spcPts val="0"/>
              </a:spcBef>
              <a:spcAft>
                <a:spcPts val="0"/>
              </a:spcAft>
              <a:buClr>
                <a:schemeClr val="dk1"/>
              </a:buClr>
              <a:buSzPts val="1100"/>
              <a:buFont typeface="Arial"/>
              <a:buNone/>
            </a:pPr>
            <a:r>
              <a:rPr lang="en-GB" sz="2000" b="0" i="0" dirty="0">
                <a:solidFill>
                  <a:schemeClr val="tx1"/>
                </a:solidFill>
                <a:effectLst/>
                <a:latin typeface="Lato" panose="020F0502020204030203" pitchFamily="34" charset="0"/>
                <a:ea typeface="Lato" panose="020F0502020204030203" pitchFamily="34" charset="0"/>
                <a:cs typeface="Lato" panose="020F0502020204030203" pitchFamily="34" charset="0"/>
              </a:rPr>
              <a:t>As we have seen, trees are a powerful data structure with many applications. Trees are used in computer science for various tasks, including storing information, representing hierarchical data, and providing efficient algorithms for operations such as insertion, deletion, and searching</a:t>
            </a:r>
            <a:endParaRPr lang="en-GB" sz="2000" dirty="0">
              <a:solidFill>
                <a:schemeClr val="tx1"/>
              </a:solidFill>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608"/>
        <p:cNvGrpSpPr/>
        <p:nvPr/>
      </p:nvGrpSpPr>
      <p:grpSpPr>
        <a:xfrm>
          <a:off x="0" y="0"/>
          <a:ext cx="0" cy="0"/>
          <a:chOff x="0" y="0"/>
          <a:chExt cx="0" cy="0"/>
        </a:xfrm>
      </p:grpSpPr>
      <p:sp>
        <p:nvSpPr>
          <p:cNvPr id="2609" name="Google Shape;2609;p71"/>
          <p:cNvSpPr txBox="1">
            <a:spLocks noGrp="1"/>
          </p:cNvSpPr>
          <p:nvPr>
            <p:ph type="title"/>
          </p:nvPr>
        </p:nvSpPr>
        <p:spPr>
          <a:xfrm>
            <a:off x="459179" y="2029980"/>
            <a:ext cx="4637296" cy="105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Thank You!</a:t>
            </a:r>
            <a:endParaRPr dirty="0"/>
          </a:p>
        </p:txBody>
      </p:sp>
      <p:grpSp>
        <p:nvGrpSpPr>
          <p:cNvPr id="2612" name="Google Shape;2612;p71"/>
          <p:cNvGrpSpPr/>
          <p:nvPr/>
        </p:nvGrpSpPr>
        <p:grpSpPr>
          <a:xfrm>
            <a:off x="5007401" y="1298425"/>
            <a:ext cx="3956755" cy="4128030"/>
            <a:chOff x="2770216" y="1172311"/>
            <a:chExt cx="3514928" cy="3667079"/>
          </a:xfrm>
        </p:grpSpPr>
        <p:sp>
          <p:nvSpPr>
            <p:cNvPr id="2613" name="Google Shape;2613;p71"/>
            <p:cNvSpPr/>
            <p:nvPr/>
          </p:nvSpPr>
          <p:spPr>
            <a:xfrm>
              <a:off x="2770216" y="1172311"/>
              <a:ext cx="3514928" cy="2228226"/>
            </a:xfrm>
            <a:custGeom>
              <a:avLst/>
              <a:gdLst/>
              <a:ahLst/>
              <a:cxnLst/>
              <a:rect l="l" t="t" r="r" b="b"/>
              <a:pathLst>
                <a:path w="47371" h="30030" extrusionOk="0">
                  <a:moveTo>
                    <a:pt x="30713" y="1"/>
                  </a:moveTo>
                  <a:cubicBezTo>
                    <a:pt x="29748" y="1"/>
                    <a:pt x="28782" y="127"/>
                    <a:pt x="27824" y="424"/>
                  </a:cubicBezTo>
                  <a:cubicBezTo>
                    <a:pt x="26233" y="898"/>
                    <a:pt x="24733" y="1605"/>
                    <a:pt x="23077" y="1931"/>
                  </a:cubicBezTo>
                  <a:cubicBezTo>
                    <a:pt x="22133" y="2112"/>
                    <a:pt x="21172" y="2158"/>
                    <a:pt x="20205" y="2158"/>
                  </a:cubicBezTo>
                  <a:cubicBezTo>
                    <a:pt x="19185" y="2158"/>
                    <a:pt x="18159" y="2106"/>
                    <a:pt x="17142" y="2106"/>
                  </a:cubicBezTo>
                  <a:cubicBezTo>
                    <a:pt x="15844" y="2106"/>
                    <a:pt x="14560" y="2191"/>
                    <a:pt x="13322" y="2574"/>
                  </a:cubicBezTo>
                  <a:cubicBezTo>
                    <a:pt x="11079" y="3282"/>
                    <a:pt x="9198" y="4966"/>
                    <a:pt x="8250" y="7088"/>
                  </a:cubicBezTo>
                  <a:cubicBezTo>
                    <a:pt x="7514" y="8708"/>
                    <a:pt x="7337" y="10505"/>
                    <a:pt x="6453" y="12012"/>
                  </a:cubicBezTo>
                  <a:cubicBezTo>
                    <a:pt x="5158" y="14247"/>
                    <a:pt x="2590" y="15513"/>
                    <a:pt x="1296" y="17756"/>
                  </a:cubicBezTo>
                  <a:cubicBezTo>
                    <a:pt x="1" y="20055"/>
                    <a:pt x="355" y="23062"/>
                    <a:pt x="1798" y="25304"/>
                  </a:cubicBezTo>
                  <a:cubicBezTo>
                    <a:pt x="1883" y="25389"/>
                    <a:pt x="1946" y="25509"/>
                    <a:pt x="2031" y="25630"/>
                  </a:cubicBezTo>
                  <a:cubicBezTo>
                    <a:pt x="3687" y="27865"/>
                    <a:pt x="6340" y="29195"/>
                    <a:pt x="9077" y="29726"/>
                  </a:cubicBezTo>
                  <a:cubicBezTo>
                    <a:pt x="10189" y="29941"/>
                    <a:pt x="11314" y="30029"/>
                    <a:pt x="12442" y="30029"/>
                  </a:cubicBezTo>
                  <a:cubicBezTo>
                    <a:pt x="14099" y="30029"/>
                    <a:pt x="15761" y="29838"/>
                    <a:pt x="17390" y="29577"/>
                  </a:cubicBezTo>
                  <a:cubicBezTo>
                    <a:pt x="18897" y="29344"/>
                    <a:pt x="20425" y="29047"/>
                    <a:pt x="21960" y="29018"/>
                  </a:cubicBezTo>
                  <a:cubicBezTo>
                    <a:pt x="22130" y="29012"/>
                    <a:pt x="22300" y="29010"/>
                    <a:pt x="22470" y="29010"/>
                  </a:cubicBezTo>
                  <a:cubicBezTo>
                    <a:pt x="24892" y="29010"/>
                    <a:pt x="27287" y="29585"/>
                    <a:pt x="29713" y="29698"/>
                  </a:cubicBezTo>
                  <a:cubicBezTo>
                    <a:pt x="29922" y="29707"/>
                    <a:pt x="30132" y="29711"/>
                    <a:pt x="30343" y="29711"/>
                  </a:cubicBezTo>
                  <a:cubicBezTo>
                    <a:pt x="32751" y="29711"/>
                    <a:pt x="35268" y="29093"/>
                    <a:pt x="36816" y="27278"/>
                  </a:cubicBezTo>
                  <a:cubicBezTo>
                    <a:pt x="37672" y="26274"/>
                    <a:pt x="38139" y="25007"/>
                    <a:pt x="39143" y="24123"/>
                  </a:cubicBezTo>
                  <a:cubicBezTo>
                    <a:pt x="40120" y="23295"/>
                    <a:pt x="41414" y="22977"/>
                    <a:pt x="42560" y="22383"/>
                  </a:cubicBezTo>
                  <a:cubicBezTo>
                    <a:pt x="44859" y="21173"/>
                    <a:pt x="46366" y="18789"/>
                    <a:pt x="46869" y="16256"/>
                  </a:cubicBezTo>
                  <a:cubicBezTo>
                    <a:pt x="47371" y="13717"/>
                    <a:pt x="46925" y="11064"/>
                    <a:pt x="45984" y="8651"/>
                  </a:cubicBezTo>
                  <a:cubicBezTo>
                    <a:pt x="44541" y="4966"/>
                    <a:pt x="40735" y="2751"/>
                    <a:pt x="37141" y="1428"/>
                  </a:cubicBezTo>
                  <a:cubicBezTo>
                    <a:pt x="35075" y="648"/>
                    <a:pt x="32897" y="1"/>
                    <a:pt x="307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14" name="Google Shape;2614;p71"/>
            <p:cNvGrpSpPr/>
            <p:nvPr/>
          </p:nvGrpSpPr>
          <p:grpSpPr>
            <a:xfrm>
              <a:off x="4859988" y="1584961"/>
              <a:ext cx="1034299" cy="200009"/>
              <a:chOff x="5111749" y="2599637"/>
              <a:chExt cx="339794" cy="65708"/>
            </a:xfrm>
          </p:grpSpPr>
          <p:sp>
            <p:nvSpPr>
              <p:cNvPr id="2615" name="Google Shape;2615;p71"/>
              <p:cNvSpPr/>
              <p:nvPr/>
            </p:nvSpPr>
            <p:spPr>
              <a:xfrm>
                <a:off x="5172695" y="2607379"/>
                <a:ext cx="23262" cy="37676"/>
              </a:xfrm>
              <a:custGeom>
                <a:avLst/>
                <a:gdLst/>
                <a:ahLst/>
                <a:cxnLst/>
                <a:rect l="l" t="t" r="r" b="b"/>
                <a:pathLst>
                  <a:path w="673" h="1090" extrusionOk="0">
                    <a:moveTo>
                      <a:pt x="57" y="0"/>
                    </a:moveTo>
                    <a:lnTo>
                      <a:pt x="0" y="85"/>
                    </a:lnTo>
                    <a:lnTo>
                      <a:pt x="531" y="644"/>
                    </a:lnTo>
                    <a:lnTo>
                      <a:pt x="0" y="1026"/>
                    </a:lnTo>
                    <a:lnTo>
                      <a:pt x="57" y="1090"/>
                    </a:lnTo>
                    <a:lnTo>
                      <a:pt x="673" y="644"/>
                    </a:lnTo>
                    <a:lnTo>
                      <a:pt x="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71"/>
              <p:cNvSpPr/>
              <p:nvPr/>
            </p:nvSpPr>
            <p:spPr>
              <a:xfrm>
                <a:off x="5188837" y="2607379"/>
                <a:ext cx="23504" cy="37676"/>
              </a:xfrm>
              <a:custGeom>
                <a:avLst/>
                <a:gdLst/>
                <a:ahLst/>
                <a:cxnLst/>
                <a:rect l="l" t="t" r="r" b="b"/>
                <a:pathLst>
                  <a:path w="680" h="1090" extrusionOk="0">
                    <a:moveTo>
                      <a:pt x="64" y="0"/>
                    </a:moveTo>
                    <a:lnTo>
                      <a:pt x="0" y="85"/>
                    </a:lnTo>
                    <a:lnTo>
                      <a:pt x="531" y="644"/>
                    </a:lnTo>
                    <a:lnTo>
                      <a:pt x="0" y="1026"/>
                    </a:lnTo>
                    <a:lnTo>
                      <a:pt x="64" y="1090"/>
                    </a:lnTo>
                    <a:lnTo>
                      <a:pt x="680" y="644"/>
                    </a:lnTo>
                    <a:lnTo>
                      <a:pt x="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71"/>
              <p:cNvSpPr/>
              <p:nvPr/>
            </p:nvSpPr>
            <p:spPr>
              <a:xfrm>
                <a:off x="5221605" y="2607379"/>
                <a:ext cx="24472" cy="35464"/>
              </a:xfrm>
              <a:custGeom>
                <a:avLst/>
                <a:gdLst/>
                <a:ahLst/>
                <a:cxnLst/>
                <a:rect l="l" t="t" r="r" b="b"/>
                <a:pathLst>
                  <a:path w="708" h="1026" extrusionOk="0">
                    <a:moveTo>
                      <a:pt x="354" y="85"/>
                    </a:moveTo>
                    <a:cubicBezTo>
                      <a:pt x="496" y="85"/>
                      <a:pt x="616" y="290"/>
                      <a:pt x="616" y="531"/>
                    </a:cubicBezTo>
                    <a:cubicBezTo>
                      <a:pt x="616" y="736"/>
                      <a:pt x="496" y="941"/>
                      <a:pt x="354" y="941"/>
                    </a:cubicBezTo>
                    <a:cubicBezTo>
                      <a:pt x="206" y="941"/>
                      <a:pt x="85" y="736"/>
                      <a:pt x="85" y="531"/>
                    </a:cubicBezTo>
                    <a:cubicBezTo>
                      <a:pt x="85" y="290"/>
                      <a:pt x="206" y="85"/>
                      <a:pt x="354" y="85"/>
                    </a:cubicBezTo>
                    <a:close/>
                    <a:moveTo>
                      <a:pt x="354" y="0"/>
                    </a:moveTo>
                    <a:cubicBezTo>
                      <a:pt x="142" y="0"/>
                      <a:pt x="0" y="234"/>
                      <a:pt x="0" y="531"/>
                    </a:cubicBezTo>
                    <a:cubicBezTo>
                      <a:pt x="0" y="792"/>
                      <a:pt x="142" y="1026"/>
                      <a:pt x="354" y="1026"/>
                    </a:cubicBezTo>
                    <a:cubicBezTo>
                      <a:pt x="531" y="1026"/>
                      <a:pt x="708" y="792"/>
                      <a:pt x="708" y="531"/>
                    </a:cubicBezTo>
                    <a:cubicBezTo>
                      <a:pt x="708" y="234"/>
                      <a:pt x="531" y="0"/>
                      <a:pt x="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71"/>
              <p:cNvSpPr/>
              <p:nvPr/>
            </p:nvSpPr>
            <p:spPr>
              <a:xfrm>
                <a:off x="5256868" y="2611285"/>
                <a:ext cx="3215" cy="32802"/>
              </a:xfrm>
              <a:custGeom>
                <a:avLst/>
                <a:gdLst/>
                <a:ahLst/>
                <a:cxnLst/>
                <a:rect l="l" t="t" r="r" b="b"/>
                <a:pathLst>
                  <a:path w="93" h="949" extrusionOk="0">
                    <a:moveTo>
                      <a:pt x="0" y="0"/>
                    </a:moveTo>
                    <a:lnTo>
                      <a:pt x="0" y="948"/>
                    </a:lnTo>
                    <a:lnTo>
                      <a:pt x="92" y="948"/>
                    </a:lnTo>
                    <a:lnTo>
                      <a:pt x="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71"/>
              <p:cNvSpPr/>
              <p:nvPr/>
            </p:nvSpPr>
            <p:spPr>
              <a:xfrm>
                <a:off x="5272250" y="2612253"/>
                <a:ext cx="21327" cy="32802"/>
              </a:xfrm>
              <a:custGeom>
                <a:avLst/>
                <a:gdLst/>
                <a:ahLst/>
                <a:cxnLst/>
                <a:rect l="l" t="t" r="r" b="b"/>
                <a:pathLst>
                  <a:path w="617" h="949" extrusionOk="0">
                    <a:moveTo>
                      <a:pt x="532" y="93"/>
                    </a:moveTo>
                    <a:lnTo>
                      <a:pt x="532" y="857"/>
                    </a:lnTo>
                    <a:lnTo>
                      <a:pt x="86" y="857"/>
                    </a:lnTo>
                    <a:lnTo>
                      <a:pt x="86" y="93"/>
                    </a:lnTo>
                    <a:close/>
                    <a:moveTo>
                      <a:pt x="1" y="1"/>
                    </a:moveTo>
                    <a:lnTo>
                      <a:pt x="1" y="949"/>
                    </a:lnTo>
                    <a:lnTo>
                      <a:pt x="616" y="949"/>
                    </a:lnTo>
                    <a:lnTo>
                      <a:pt x="6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71"/>
              <p:cNvSpPr/>
              <p:nvPr/>
            </p:nvSpPr>
            <p:spPr>
              <a:xfrm>
                <a:off x="5304777" y="2612253"/>
                <a:ext cx="30625" cy="32802"/>
              </a:xfrm>
              <a:custGeom>
                <a:avLst/>
                <a:gdLst/>
                <a:ahLst/>
                <a:cxnLst/>
                <a:rect l="l" t="t" r="r" b="b"/>
                <a:pathLst>
                  <a:path w="886" h="949" extrusionOk="0">
                    <a:moveTo>
                      <a:pt x="793" y="93"/>
                    </a:moveTo>
                    <a:lnTo>
                      <a:pt x="793" y="857"/>
                    </a:lnTo>
                    <a:lnTo>
                      <a:pt x="86" y="857"/>
                    </a:lnTo>
                    <a:lnTo>
                      <a:pt x="86" y="93"/>
                    </a:lnTo>
                    <a:close/>
                    <a:moveTo>
                      <a:pt x="1" y="1"/>
                    </a:moveTo>
                    <a:lnTo>
                      <a:pt x="1" y="949"/>
                    </a:lnTo>
                    <a:lnTo>
                      <a:pt x="885" y="949"/>
                    </a:lnTo>
                    <a:lnTo>
                      <a:pt x="8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71"/>
              <p:cNvSpPr/>
              <p:nvPr/>
            </p:nvSpPr>
            <p:spPr>
              <a:xfrm>
                <a:off x="5345634" y="2612253"/>
                <a:ext cx="34496" cy="32802"/>
              </a:xfrm>
              <a:custGeom>
                <a:avLst/>
                <a:gdLst/>
                <a:ahLst/>
                <a:cxnLst/>
                <a:rect l="l" t="t" r="r" b="b"/>
                <a:pathLst>
                  <a:path w="998" h="949" extrusionOk="0">
                    <a:moveTo>
                      <a:pt x="913" y="93"/>
                    </a:moveTo>
                    <a:lnTo>
                      <a:pt x="913" y="857"/>
                    </a:lnTo>
                    <a:lnTo>
                      <a:pt x="85" y="857"/>
                    </a:lnTo>
                    <a:lnTo>
                      <a:pt x="85" y="93"/>
                    </a:lnTo>
                    <a:close/>
                    <a:moveTo>
                      <a:pt x="0" y="1"/>
                    </a:moveTo>
                    <a:lnTo>
                      <a:pt x="0" y="949"/>
                    </a:lnTo>
                    <a:lnTo>
                      <a:pt x="998" y="949"/>
                    </a:lnTo>
                    <a:lnTo>
                      <a:pt x="9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71"/>
              <p:cNvSpPr/>
              <p:nvPr/>
            </p:nvSpPr>
            <p:spPr>
              <a:xfrm>
                <a:off x="5392332" y="2599637"/>
                <a:ext cx="20566" cy="61560"/>
              </a:xfrm>
              <a:custGeom>
                <a:avLst/>
                <a:gdLst/>
                <a:ahLst/>
                <a:cxnLst/>
                <a:rect l="l" t="t" r="r" b="b"/>
                <a:pathLst>
                  <a:path w="595" h="1781" extrusionOk="0">
                    <a:moveTo>
                      <a:pt x="259" y="0"/>
                    </a:moveTo>
                    <a:cubicBezTo>
                      <a:pt x="241" y="0"/>
                      <a:pt x="224" y="4"/>
                      <a:pt x="206" y="12"/>
                    </a:cubicBezTo>
                    <a:lnTo>
                      <a:pt x="241" y="104"/>
                    </a:lnTo>
                    <a:cubicBezTo>
                      <a:pt x="250" y="94"/>
                      <a:pt x="260" y="91"/>
                      <a:pt x="269" y="91"/>
                    </a:cubicBezTo>
                    <a:cubicBezTo>
                      <a:pt x="288" y="91"/>
                      <a:pt x="307" y="104"/>
                      <a:pt x="326" y="104"/>
                    </a:cubicBezTo>
                    <a:cubicBezTo>
                      <a:pt x="382" y="132"/>
                      <a:pt x="418" y="224"/>
                      <a:pt x="418" y="281"/>
                    </a:cubicBezTo>
                    <a:cubicBezTo>
                      <a:pt x="418" y="337"/>
                      <a:pt x="418" y="401"/>
                      <a:pt x="382" y="486"/>
                    </a:cubicBezTo>
                    <a:lnTo>
                      <a:pt x="382" y="634"/>
                    </a:lnTo>
                    <a:cubicBezTo>
                      <a:pt x="354" y="719"/>
                      <a:pt x="382" y="840"/>
                      <a:pt x="446" y="896"/>
                    </a:cubicBezTo>
                    <a:cubicBezTo>
                      <a:pt x="418" y="932"/>
                      <a:pt x="382" y="960"/>
                      <a:pt x="382" y="988"/>
                    </a:cubicBezTo>
                    <a:cubicBezTo>
                      <a:pt x="354" y="1073"/>
                      <a:pt x="354" y="1137"/>
                      <a:pt x="382" y="1193"/>
                    </a:cubicBezTo>
                    <a:lnTo>
                      <a:pt x="382" y="1222"/>
                    </a:lnTo>
                    <a:cubicBezTo>
                      <a:pt x="382" y="1370"/>
                      <a:pt x="382" y="1490"/>
                      <a:pt x="326" y="1575"/>
                    </a:cubicBezTo>
                    <a:cubicBezTo>
                      <a:pt x="285" y="1642"/>
                      <a:pt x="196" y="1690"/>
                      <a:pt x="115" y="1690"/>
                    </a:cubicBezTo>
                    <a:cubicBezTo>
                      <a:pt x="84" y="1690"/>
                      <a:pt x="54" y="1683"/>
                      <a:pt x="29" y="1667"/>
                    </a:cubicBezTo>
                    <a:lnTo>
                      <a:pt x="0" y="1724"/>
                    </a:lnTo>
                    <a:cubicBezTo>
                      <a:pt x="29" y="1752"/>
                      <a:pt x="92" y="1780"/>
                      <a:pt x="121" y="1780"/>
                    </a:cubicBezTo>
                    <a:cubicBezTo>
                      <a:pt x="241" y="1780"/>
                      <a:pt x="326" y="1696"/>
                      <a:pt x="382" y="1639"/>
                    </a:cubicBezTo>
                    <a:cubicBezTo>
                      <a:pt x="474" y="1519"/>
                      <a:pt x="474" y="1370"/>
                      <a:pt x="474" y="1193"/>
                    </a:cubicBezTo>
                    <a:cubicBezTo>
                      <a:pt x="446" y="1137"/>
                      <a:pt x="446" y="1073"/>
                      <a:pt x="474" y="1016"/>
                    </a:cubicBezTo>
                    <a:cubicBezTo>
                      <a:pt x="474" y="988"/>
                      <a:pt x="503" y="960"/>
                      <a:pt x="531" y="960"/>
                    </a:cubicBezTo>
                    <a:lnTo>
                      <a:pt x="559" y="960"/>
                    </a:lnTo>
                    <a:lnTo>
                      <a:pt x="595" y="868"/>
                    </a:lnTo>
                    <a:lnTo>
                      <a:pt x="559" y="868"/>
                    </a:lnTo>
                    <a:cubicBezTo>
                      <a:pt x="503" y="840"/>
                      <a:pt x="446" y="719"/>
                      <a:pt x="474" y="634"/>
                    </a:cubicBezTo>
                    <a:lnTo>
                      <a:pt x="474" y="486"/>
                    </a:lnTo>
                    <a:cubicBezTo>
                      <a:pt x="503" y="429"/>
                      <a:pt x="503" y="337"/>
                      <a:pt x="503" y="252"/>
                    </a:cubicBezTo>
                    <a:cubicBezTo>
                      <a:pt x="503" y="160"/>
                      <a:pt x="446" y="76"/>
                      <a:pt x="382" y="47"/>
                    </a:cubicBezTo>
                    <a:cubicBezTo>
                      <a:pt x="342" y="22"/>
                      <a:pt x="302" y="0"/>
                      <a:pt x="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71"/>
              <p:cNvSpPr/>
              <p:nvPr/>
            </p:nvSpPr>
            <p:spPr>
              <a:xfrm>
                <a:off x="5425101" y="2602229"/>
                <a:ext cx="10058" cy="55062"/>
              </a:xfrm>
              <a:custGeom>
                <a:avLst/>
                <a:gdLst/>
                <a:ahLst/>
                <a:cxnLst/>
                <a:rect l="l" t="t" r="r" b="b"/>
                <a:pathLst>
                  <a:path w="291" h="1593" extrusionOk="0">
                    <a:moveTo>
                      <a:pt x="85" y="1"/>
                    </a:moveTo>
                    <a:lnTo>
                      <a:pt x="0" y="29"/>
                    </a:lnTo>
                    <a:cubicBezTo>
                      <a:pt x="206" y="531"/>
                      <a:pt x="206" y="1090"/>
                      <a:pt x="29" y="1564"/>
                    </a:cubicBezTo>
                    <a:lnTo>
                      <a:pt x="85" y="1592"/>
                    </a:lnTo>
                    <a:cubicBezTo>
                      <a:pt x="290" y="1090"/>
                      <a:pt x="290" y="503"/>
                      <a:pt x="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71"/>
              <p:cNvSpPr/>
              <p:nvPr/>
            </p:nvSpPr>
            <p:spPr>
              <a:xfrm>
                <a:off x="5438305" y="2601261"/>
                <a:ext cx="13238" cy="64084"/>
              </a:xfrm>
              <a:custGeom>
                <a:avLst/>
                <a:gdLst/>
                <a:ahLst/>
                <a:cxnLst/>
                <a:rect l="l" t="t" r="r" b="b"/>
                <a:pathLst>
                  <a:path w="383" h="1854" extrusionOk="0">
                    <a:moveTo>
                      <a:pt x="114" y="0"/>
                    </a:moveTo>
                    <a:lnTo>
                      <a:pt x="29" y="29"/>
                    </a:lnTo>
                    <a:cubicBezTo>
                      <a:pt x="290" y="587"/>
                      <a:pt x="290" y="1267"/>
                      <a:pt x="0" y="1825"/>
                    </a:cubicBezTo>
                    <a:lnTo>
                      <a:pt x="85" y="1854"/>
                    </a:lnTo>
                    <a:cubicBezTo>
                      <a:pt x="382" y="1295"/>
                      <a:pt x="382" y="587"/>
                      <a:pt x="1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71"/>
              <p:cNvSpPr/>
              <p:nvPr/>
            </p:nvSpPr>
            <p:spPr>
              <a:xfrm>
                <a:off x="5150394" y="2599637"/>
                <a:ext cx="21569" cy="61560"/>
              </a:xfrm>
              <a:custGeom>
                <a:avLst/>
                <a:gdLst/>
                <a:ahLst/>
                <a:cxnLst/>
                <a:rect l="l" t="t" r="r" b="b"/>
                <a:pathLst>
                  <a:path w="624" h="1781" extrusionOk="0">
                    <a:moveTo>
                      <a:pt x="352" y="0"/>
                    </a:moveTo>
                    <a:cubicBezTo>
                      <a:pt x="322" y="0"/>
                      <a:pt x="281" y="22"/>
                      <a:pt x="241" y="47"/>
                    </a:cubicBezTo>
                    <a:cubicBezTo>
                      <a:pt x="177" y="76"/>
                      <a:pt x="121" y="160"/>
                      <a:pt x="121" y="252"/>
                    </a:cubicBezTo>
                    <a:cubicBezTo>
                      <a:pt x="92" y="337"/>
                      <a:pt x="121" y="429"/>
                      <a:pt x="121" y="486"/>
                    </a:cubicBezTo>
                    <a:cubicBezTo>
                      <a:pt x="149" y="542"/>
                      <a:pt x="149" y="578"/>
                      <a:pt x="149" y="634"/>
                    </a:cubicBezTo>
                    <a:cubicBezTo>
                      <a:pt x="149" y="719"/>
                      <a:pt x="121" y="840"/>
                      <a:pt x="29" y="868"/>
                    </a:cubicBezTo>
                    <a:lnTo>
                      <a:pt x="1" y="868"/>
                    </a:lnTo>
                    <a:lnTo>
                      <a:pt x="29" y="960"/>
                    </a:lnTo>
                    <a:lnTo>
                      <a:pt x="92" y="960"/>
                    </a:lnTo>
                    <a:cubicBezTo>
                      <a:pt x="121" y="960"/>
                      <a:pt x="149" y="988"/>
                      <a:pt x="149" y="1016"/>
                    </a:cubicBezTo>
                    <a:lnTo>
                      <a:pt x="149" y="1193"/>
                    </a:lnTo>
                    <a:cubicBezTo>
                      <a:pt x="121" y="1370"/>
                      <a:pt x="149" y="1519"/>
                      <a:pt x="206" y="1639"/>
                    </a:cubicBezTo>
                    <a:cubicBezTo>
                      <a:pt x="269" y="1696"/>
                      <a:pt x="383" y="1780"/>
                      <a:pt x="475" y="1780"/>
                    </a:cubicBezTo>
                    <a:cubicBezTo>
                      <a:pt x="531" y="1780"/>
                      <a:pt x="595" y="1752"/>
                      <a:pt x="623" y="1724"/>
                    </a:cubicBezTo>
                    <a:lnTo>
                      <a:pt x="559" y="1667"/>
                    </a:lnTo>
                    <a:cubicBezTo>
                      <a:pt x="536" y="1683"/>
                      <a:pt x="510" y="1690"/>
                      <a:pt x="483" y="1690"/>
                    </a:cubicBezTo>
                    <a:cubicBezTo>
                      <a:pt x="413" y="1690"/>
                      <a:pt x="339" y="1642"/>
                      <a:pt x="298" y="1575"/>
                    </a:cubicBezTo>
                    <a:cubicBezTo>
                      <a:pt x="241" y="1490"/>
                      <a:pt x="206" y="1370"/>
                      <a:pt x="241" y="1222"/>
                    </a:cubicBezTo>
                    <a:lnTo>
                      <a:pt x="241" y="1193"/>
                    </a:lnTo>
                    <a:lnTo>
                      <a:pt x="241" y="988"/>
                    </a:lnTo>
                    <a:cubicBezTo>
                      <a:pt x="206" y="960"/>
                      <a:pt x="177" y="932"/>
                      <a:pt x="149" y="896"/>
                    </a:cubicBezTo>
                    <a:cubicBezTo>
                      <a:pt x="206" y="840"/>
                      <a:pt x="241" y="719"/>
                      <a:pt x="241" y="634"/>
                    </a:cubicBezTo>
                    <a:cubicBezTo>
                      <a:pt x="241" y="578"/>
                      <a:pt x="241" y="514"/>
                      <a:pt x="206" y="486"/>
                    </a:cubicBezTo>
                    <a:cubicBezTo>
                      <a:pt x="206" y="401"/>
                      <a:pt x="177" y="337"/>
                      <a:pt x="206" y="281"/>
                    </a:cubicBezTo>
                    <a:cubicBezTo>
                      <a:pt x="206" y="224"/>
                      <a:pt x="241" y="132"/>
                      <a:pt x="298" y="104"/>
                    </a:cubicBezTo>
                    <a:cubicBezTo>
                      <a:pt x="317" y="104"/>
                      <a:pt x="335" y="91"/>
                      <a:pt x="354" y="91"/>
                    </a:cubicBezTo>
                    <a:cubicBezTo>
                      <a:pt x="364" y="91"/>
                      <a:pt x="373" y="94"/>
                      <a:pt x="383" y="104"/>
                    </a:cubicBezTo>
                    <a:lnTo>
                      <a:pt x="383" y="12"/>
                    </a:lnTo>
                    <a:cubicBezTo>
                      <a:pt x="374" y="4"/>
                      <a:pt x="364" y="0"/>
                      <a:pt x="3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71"/>
              <p:cNvSpPr/>
              <p:nvPr/>
            </p:nvSpPr>
            <p:spPr>
              <a:xfrm>
                <a:off x="5128133" y="2602229"/>
                <a:ext cx="10058" cy="55062"/>
              </a:xfrm>
              <a:custGeom>
                <a:avLst/>
                <a:gdLst/>
                <a:ahLst/>
                <a:cxnLst/>
                <a:rect l="l" t="t" r="r" b="b"/>
                <a:pathLst>
                  <a:path w="291" h="1593" extrusionOk="0">
                    <a:moveTo>
                      <a:pt x="206" y="1"/>
                    </a:moveTo>
                    <a:cubicBezTo>
                      <a:pt x="1" y="503"/>
                      <a:pt x="1" y="1090"/>
                      <a:pt x="206" y="1592"/>
                    </a:cubicBezTo>
                    <a:lnTo>
                      <a:pt x="291" y="1564"/>
                    </a:lnTo>
                    <a:cubicBezTo>
                      <a:pt x="86" y="1090"/>
                      <a:pt x="86" y="531"/>
                      <a:pt x="291" y="29"/>
                    </a:cubicBezTo>
                    <a:lnTo>
                      <a:pt x="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71"/>
              <p:cNvSpPr/>
              <p:nvPr/>
            </p:nvSpPr>
            <p:spPr>
              <a:xfrm>
                <a:off x="5111749" y="2601261"/>
                <a:ext cx="14241" cy="64084"/>
              </a:xfrm>
              <a:custGeom>
                <a:avLst/>
                <a:gdLst/>
                <a:ahLst/>
                <a:cxnLst/>
                <a:rect l="l" t="t" r="r" b="b"/>
                <a:pathLst>
                  <a:path w="412" h="1854" extrusionOk="0">
                    <a:moveTo>
                      <a:pt x="263" y="0"/>
                    </a:moveTo>
                    <a:lnTo>
                      <a:pt x="263" y="0"/>
                    </a:lnTo>
                    <a:cubicBezTo>
                      <a:pt x="1" y="587"/>
                      <a:pt x="29" y="1295"/>
                      <a:pt x="326" y="1854"/>
                    </a:cubicBezTo>
                    <a:lnTo>
                      <a:pt x="411" y="1825"/>
                    </a:lnTo>
                    <a:cubicBezTo>
                      <a:pt x="121" y="1267"/>
                      <a:pt x="86" y="587"/>
                      <a:pt x="354" y="29"/>
                    </a:cubicBezTo>
                    <a:lnTo>
                      <a:pt x="2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8" name="Google Shape;2628;p71"/>
            <p:cNvGrpSpPr/>
            <p:nvPr/>
          </p:nvGrpSpPr>
          <p:grpSpPr>
            <a:xfrm>
              <a:off x="3039177" y="1582153"/>
              <a:ext cx="1761889" cy="1511082"/>
              <a:chOff x="4014029" y="2295956"/>
              <a:chExt cx="578826" cy="496429"/>
            </a:xfrm>
          </p:grpSpPr>
          <p:sp>
            <p:nvSpPr>
              <p:cNvPr id="2629" name="Google Shape;2629;p71"/>
              <p:cNvSpPr/>
              <p:nvPr/>
            </p:nvSpPr>
            <p:spPr>
              <a:xfrm>
                <a:off x="4045588" y="2295956"/>
                <a:ext cx="547268" cy="457537"/>
              </a:xfrm>
              <a:custGeom>
                <a:avLst/>
                <a:gdLst/>
                <a:ahLst/>
                <a:cxnLst/>
                <a:rect l="l" t="t" r="r" b="b"/>
                <a:pathLst>
                  <a:path w="15833" h="13237" extrusionOk="0">
                    <a:moveTo>
                      <a:pt x="0" y="0"/>
                    </a:moveTo>
                    <a:lnTo>
                      <a:pt x="0" y="13237"/>
                    </a:lnTo>
                    <a:lnTo>
                      <a:pt x="15832" y="13237"/>
                    </a:lnTo>
                    <a:lnTo>
                      <a:pt x="158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71"/>
              <p:cNvSpPr/>
              <p:nvPr/>
            </p:nvSpPr>
            <p:spPr>
              <a:xfrm>
                <a:off x="4014029" y="2447805"/>
                <a:ext cx="4182" cy="21569"/>
              </a:xfrm>
              <a:custGeom>
                <a:avLst/>
                <a:gdLst/>
                <a:ahLst/>
                <a:cxnLst/>
                <a:rect l="l" t="t" r="r" b="b"/>
                <a:pathLst>
                  <a:path w="121" h="624" extrusionOk="0">
                    <a:moveTo>
                      <a:pt x="0" y="1"/>
                    </a:moveTo>
                    <a:lnTo>
                      <a:pt x="0" y="623"/>
                    </a:lnTo>
                    <a:lnTo>
                      <a:pt x="121" y="623"/>
                    </a:lnTo>
                    <a:lnTo>
                      <a:pt x="12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71"/>
              <p:cNvSpPr/>
              <p:nvPr/>
            </p:nvSpPr>
            <p:spPr>
              <a:xfrm>
                <a:off x="4014029" y="2485481"/>
                <a:ext cx="23504" cy="300785"/>
              </a:xfrm>
              <a:custGeom>
                <a:avLst/>
                <a:gdLst/>
                <a:ahLst/>
                <a:cxnLst/>
                <a:rect l="l" t="t" r="r" b="b"/>
                <a:pathLst>
                  <a:path w="680" h="8702" extrusionOk="0">
                    <a:moveTo>
                      <a:pt x="0" y="0"/>
                    </a:moveTo>
                    <a:cubicBezTo>
                      <a:pt x="29" y="2865"/>
                      <a:pt x="121" y="8581"/>
                      <a:pt x="149" y="8638"/>
                    </a:cubicBezTo>
                    <a:lnTo>
                      <a:pt x="149" y="8702"/>
                    </a:lnTo>
                    <a:lnTo>
                      <a:pt x="680" y="8702"/>
                    </a:lnTo>
                    <a:lnTo>
                      <a:pt x="680" y="8581"/>
                    </a:lnTo>
                    <a:lnTo>
                      <a:pt x="234" y="8581"/>
                    </a:lnTo>
                    <a:cubicBezTo>
                      <a:pt x="234" y="7959"/>
                      <a:pt x="149" y="2717"/>
                      <a:pt x="1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71"/>
              <p:cNvSpPr/>
              <p:nvPr/>
            </p:nvSpPr>
            <p:spPr>
              <a:xfrm>
                <a:off x="4558097" y="2394988"/>
                <a:ext cx="7155" cy="386160"/>
              </a:xfrm>
              <a:custGeom>
                <a:avLst/>
                <a:gdLst/>
                <a:ahLst/>
                <a:cxnLst/>
                <a:rect l="l" t="t" r="r" b="b"/>
                <a:pathLst>
                  <a:path w="207" h="11172" extrusionOk="0">
                    <a:moveTo>
                      <a:pt x="93" y="1"/>
                    </a:moveTo>
                    <a:lnTo>
                      <a:pt x="1" y="11171"/>
                    </a:lnTo>
                    <a:lnTo>
                      <a:pt x="121" y="11171"/>
                    </a:lnTo>
                    <a:lnTo>
                      <a:pt x="2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71"/>
              <p:cNvSpPr/>
              <p:nvPr/>
            </p:nvSpPr>
            <p:spPr>
              <a:xfrm>
                <a:off x="4376660" y="2313309"/>
                <a:ext cx="189554" cy="42826"/>
              </a:xfrm>
              <a:custGeom>
                <a:avLst/>
                <a:gdLst/>
                <a:ahLst/>
                <a:cxnLst/>
                <a:rect l="l" t="t" r="r" b="b"/>
                <a:pathLst>
                  <a:path w="5484" h="1239" extrusionOk="0">
                    <a:moveTo>
                      <a:pt x="1" y="1"/>
                    </a:moveTo>
                    <a:lnTo>
                      <a:pt x="1" y="121"/>
                    </a:lnTo>
                    <a:lnTo>
                      <a:pt x="5370" y="121"/>
                    </a:lnTo>
                    <a:lnTo>
                      <a:pt x="5342" y="1239"/>
                    </a:lnTo>
                    <a:lnTo>
                      <a:pt x="5455" y="1239"/>
                    </a:lnTo>
                    <a:lnTo>
                      <a:pt x="548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71"/>
              <p:cNvSpPr/>
              <p:nvPr/>
            </p:nvSpPr>
            <p:spPr>
              <a:xfrm>
                <a:off x="4014029" y="2349015"/>
                <a:ext cx="5185" cy="52124"/>
              </a:xfrm>
              <a:custGeom>
                <a:avLst/>
                <a:gdLst/>
                <a:ahLst/>
                <a:cxnLst/>
                <a:rect l="l" t="t" r="r" b="b"/>
                <a:pathLst>
                  <a:path w="150" h="1508" extrusionOk="0">
                    <a:moveTo>
                      <a:pt x="29" y="1"/>
                    </a:moveTo>
                    <a:cubicBezTo>
                      <a:pt x="29" y="588"/>
                      <a:pt x="29" y="1062"/>
                      <a:pt x="0" y="1507"/>
                    </a:cubicBezTo>
                    <a:lnTo>
                      <a:pt x="121" y="1507"/>
                    </a:lnTo>
                    <a:cubicBezTo>
                      <a:pt x="149" y="1062"/>
                      <a:pt x="149" y="588"/>
                      <a:pt x="14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71"/>
              <p:cNvSpPr/>
              <p:nvPr/>
            </p:nvSpPr>
            <p:spPr>
              <a:xfrm>
                <a:off x="4084440" y="2333875"/>
                <a:ext cx="136497" cy="136463"/>
              </a:xfrm>
              <a:custGeom>
                <a:avLst/>
                <a:gdLst/>
                <a:ahLst/>
                <a:cxnLst/>
                <a:rect l="l" t="t" r="r" b="b"/>
                <a:pathLst>
                  <a:path w="3949" h="3948" extrusionOk="0">
                    <a:moveTo>
                      <a:pt x="1975" y="113"/>
                    </a:moveTo>
                    <a:cubicBezTo>
                      <a:pt x="3007" y="113"/>
                      <a:pt x="3828" y="941"/>
                      <a:pt x="3828" y="1974"/>
                    </a:cubicBezTo>
                    <a:cubicBezTo>
                      <a:pt x="3828" y="3007"/>
                      <a:pt x="3007" y="3827"/>
                      <a:pt x="1975" y="3827"/>
                    </a:cubicBezTo>
                    <a:cubicBezTo>
                      <a:pt x="942" y="3827"/>
                      <a:pt x="114" y="3007"/>
                      <a:pt x="114" y="1974"/>
                    </a:cubicBezTo>
                    <a:cubicBezTo>
                      <a:pt x="114" y="941"/>
                      <a:pt x="942" y="113"/>
                      <a:pt x="1975" y="113"/>
                    </a:cubicBezTo>
                    <a:close/>
                    <a:moveTo>
                      <a:pt x="1975" y="0"/>
                    </a:moveTo>
                    <a:cubicBezTo>
                      <a:pt x="885" y="0"/>
                      <a:pt x="1" y="884"/>
                      <a:pt x="1" y="1974"/>
                    </a:cubicBezTo>
                    <a:cubicBezTo>
                      <a:pt x="1" y="3063"/>
                      <a:pt x="885" y="3948"/>
                      <a:pt x="1975" y="3948"/>
                    </a:cubicBezTo>
                    <a:cubicBezTo>
                      <a:pt x="3064" y="3948"/>
                      <a:pt x="3948" y="3063"/>
                      <a:pt x="3948" y="1974"/>
                    </a:cubicBezTo>
                    <a:cubicBezTo>
                      <a:pt x="3948" y="884"/>
                      <a:pt x="3064" y="0"/>
                      <a:pt x="197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71"/>
              <p:cNvSpPr/>
              <p:nvPr/>
            </p:nvSpPr>
            <p:spPr>
              <a:xfrm>
                <a:off x="4115999" y="2365399"/>
                <a:ext cx="73381" cy="73381"/>
              </a:xfrm>
              <a:custGeom>
                <a:avLst/>
                <a:gdLst/>
                <a:ahLst/>
                <a:cxnLst/>
                <a:rect l="l" t="t" r="r" b="b"/>
                <a:pathLst>
                  <a:path w="2123" h="2123" extrusionOk="0">
                    <a:moveTo>
                      <a:pt x="1062" y="1"/>
                    </a:moveTo>
                    <a:cubicBezTo>
                      <a:pt x="467" y="1"/>
                      <a:pt x="0" y="468"/>
                      <a:pt x="0" y="1062"/>
                    </a:cubicBezTo>
                    <a:cubicBezTo>
                      <a:pt x="0" y="1649"/>
                      <a:pt x="467" y="2123"/>
                      <a:pt x="1062" y="2123"/>
                    </a:cubicBezTo>
                    <a:cubicBezTo>
                      <a:pt x="1649" y="2123"/>
                      <a:pt x="2123" y="1649"/>
                      <a:pt x="2123" y="1062"/>
                    </a:cubicBezTo>
                    <a:cubicBezTo>
                      <a:pt x="2123" y="468"/>
                      <a:pt x="1649" y="1"/>
                      <a:pt x="10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71"/>
              <p:cNvSpPr/>
              <p:nvPr/>
            </p:nvSpPr>
            <p:spPr>
              <a:xfrm>
                <a:off x="4310639" y="2415278"/>
                <a:ext cx="24507" cy="24507"/>
              </a:xfrm>
              <a:custGeom>
                <a:avLst/>
                <a:gdLst/>
                <a:ahLst/>
                <a:cxnLst/>
                <a:rect l="l" t="t" r="r" b="b"/>
                <a:pathLst>
                  <a:path w="709" h="709" extrusionOk="0">
                    <a:moveTo>
                      <a:pt x="616" y="121"/>
                    </a:moveTo>
                    <a:lnTo>
                      <a:pt x="616" y="616"/>
                    </a:lnTo>
                    <a:lnTo>
                      <a:pt x="114" y="616"/>
                    </a:lnTo>
                    <a:lnTo>
                      <a:pt x="114" y="121"/>
                    </a:lnTo>
                    <a:close/>
                    <a:moveTo>
                      <a:pt x="1" y="1"/>
                    </a:moveTo>
                    <a:lnTo>
                      <a:pt x="1" y="708"/>
                    </a:lnTo>
                    <a:lnTo>
                      <a:pt x="708" y="708"/>
                    </a:lnTo>
                    <a:lnTo>
                      <a:pt x="70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71"/>
              <p:cNvSpPr/>
              <p:nvPr/>
            </p:nvSpPr>
            <p:spPr>
              <a:xfrm>
                <a:off x="4347314" y="2413342"/>
                <a:ext cx="46732" cy="26442"/>
              </a:xfrm>
              <a:custGeom>
                <a:avLst/>
                <a:gdLst/>
                <a:ahLst/>
                <a:cxnLst/>
                <a:rect l="l" t="t" r="r" b="b"/>
                <a:pathLst>
                  <a:path w="1352" h="765" extrusionOk="0">
                    <a:moveTo>
                      <a:pt x="708" y="142"/>
                    </a:moveTo>
                    <a:lnTo>
                      <a:pt x="1119" y="672"/>
                    </a:lnTo>
                    <a:lnTo>
                      <a:pt x="263" y="672"/>
                    </a:lnTo>
                    <a:lnTo>
                      <a:pt x="708" y="142"/>
                    </a:lnTo>
                    <a:close/>
                    <a:moveTo>
                      <a:pt x="708" y="0"/>
                    </a:moveTo>
                    <a:lnTo>
                      <a:pt x="1" y="764"/>
                    </a:lnTo>
                    <a:lnTo>
                      <a:pt x="1352" y="764"/>
                    </a:lnTo>
                    <a:lnTo>
                      <a:pt x="70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71"/>
              <p:cNvSpPr/>
              <p:nvPr/>
            </p:nvSpPr>
            <p:spPr>
              <a:xfrm>
                <a:off x="4402343" y="2413342"/>
                <a:ext cx="28412" cy="28378"/>
              </a:xfrm>
              <a:custGeom>
                <a:avLst/>
                <a:gdLst/>
                <a:ahLst/>
                <a:cxnLst/>
                <a:rect l="l" t="t" r="r" b="b"/>
                <a:pathLst>
                  <a:path w="822" h="821" extrusionOk="0">
                    <a:moveTo>
                      <a:pt x="736" y="0"/>
                    </a:moveTo>
                    <a:lnTo>
                      <a:pt x="1" y="736"/>
                    </a:lnTo>
                    <a:lnTo>
                      <a:pt x="85" y="821"/>
                    </a:lnTo>
                    <a:lnTo>
                      <a:pt x="821" y="57"/>
                    </a:lnTo>
                    <a:lnTo>
                      <a:pt x="73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71"/>
              <p:cNvSpPr/>
              <p:nvPr/>
            </p:nvSpPr>
            <p:spPr>
              <a:xfrm>
                <a:off x="4417517" y="2413342"/>
                <a:ext cx="27652" cy="28378"/>
              </a:xfrm>
              <a:custGeom>
                <a:avLst/>
                <a:gdLst/>
                <a:ahLst/>
                <a:cxnLst/>
                <a:rect l="l" t="t" r="r" b="b"/>
                <a:pathLst>
                  <a:path w="800" h="821" extrusionOk="0">
                    <a:moveTo>
                      <a:pt x="736" y="0"/>
                    </a:moveTo>
                    <a:lnTo>
                      <a:pt x="0" y="736"/>
                    </a:lnTo>
                    <a:lnTo>
                      <a:pt x="57" y="821"/>
                    </a:lnTo>
                    <a:lnTo>
                      <a:pt x="800" y="57"/>
                    </a:lnTo>
                    <a:lnTo>
                      <a:pt x="73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71"/>
              <p:cNvSpPr/>
              <p:nvPr/>
            </p:nvSpPr>
            <p:spPr>
              <a:xfrm>
                <a:off x="4455160" y="2412098"/>
                <a:ext cx="8365" cy="27687"/>
              </a:xfrm>
              <a:custGeom>
                <a:avLst/>
                <a:gdLst/>
                <a:ahLst/>
                <a:cxnLst/>
                <a:rect l="l" t="t" r="r" b="b"/>
                <a:pathLst>
                  <a:path w="242" h="801" extrusionOk="0">
                    <a:moveTo>
                      <a:pt x="1" y="1"/>
                    </a:moveTo>
                    <a:lnTo>
                      <a:pt x="1" y="64"/>
                    </a:lnTo>
                    <a:lnTo>
                      <a:pt x="29" y="64"/>
                    </a:lnTo>
                    <a:cubicBezTo>
                      <a:pt x="64" y="64"/>
                      <a:pt x="93" y="93"/>
                      <a:pt x="93" y="121"/>
                    </a:cubicBezTo>
                    <a:lnTo>
                      <a:pt x="93" y="298"/>
                    </a:lnTo>
                    <a:cubicBezTo>
                      <a:pt x="93" y="355"/>
                      <a:pt x="93" y="390"/>
                      <a:pt x="121" y="390"/>
                    </a:cubicBezTo>
                    <a:cubicBezTo>
                      <a:pt x="93" y="390"/>
                      <a:pt x="93" y="418"/>
                      <a:pt x="93" y="475"/>
                    </a:cubicBezTo>
                    <a:lnTo>
                      <a:pt x="93" y="652"/>
                    </a:lnTo>
                    <a:cubicBezTo>
                      <a:pt x="93" y="680"/>
                      <a:pt x="64" y="708"/>
                      <a:pt x="29" y="708"/>
                    </a:cubicBezTo>
                    <a:lnTo>
                      <a:pt x="1" y="708"/>
                    </a:lnTo>
                    <a:lnTo>
                      <a:pt x="1" y="800"/>
                    </a:lnTo>
                    <a:lnTo>
                      <a:pt x="29" y="800"/>
                    </a:lnTo>
                    <a:cubicBezTo>
                      <a:pt x="121" y="800"/>
                      <a:pt x="177" y="744"/>
                      <a:pt x="177" y="652"/>
                    </a:cubicBezTo>
                    <a:lnTo>
                      <a:pt x="177" y="475"/>
                    </a:lnTo>
                    <a:cubicBezTo>
                      <a:pt x="177" y="446"/>
                      <a:pt x="177" y="418"/>
                      <a:pt x="206" y="418"/>
                    </a:cubicBezTo>
                    <a:lnTo>
                      <a:pt x="241" y="418"/>
                    </a:lnTo>
                    <a:lnTo>
                      <a:pt x="241" y="355"/>
                    </a:lnTo>
                    <a:lnTo>
                      <a:pt x="206" y="355"/>
                    </a:lnTo>
                    <a:cubicBezTo>
                      <a:pt x="177" y="355"/>
                      <a:pt x="177" y="326"/>
                      <a:pt x="177" y="298"/>
                    </a:cubicBezTo>
                    <a:lnTo>
                      <a:pt x="177" y="121"/>
                    </a:lnTo>
                    <a:cubicBezTo>
                      <a:pt x="177" y="36"/>
                      <a:pt x="121" y="1"/>
                      <a:pt x="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71"/>
              <p:cNvSpPr/>
              <p:nvPr/>
            </p:nvSpPr>
            <p:spPr>
              <a:xfrm>
                <a:off x="4472512" y="2411130"/>
                <a:ext cx="19356" cy="30590"/>
              </a:xfrm>
              <a:custGeom>
                <a:avLst/>
                <a:gdLst/>
                <a:ahLst/>
                <a:cxnLst/>
                <a:rect l="l" t="t" r="r" b="b"/>
                <a:pathLst>
                  <a:path w="560" h="885" extrusionOk="0">
                    <a:moveTo>
                      <a:pt x="270" y="121"/>
                    </a:moveTo>
                    <a:cubicBezTo>
                      <a:pt x="355" y="121"/>
                      <a:pt x="447" y="269"/>
                      <a:pt x="447" y="446"/>
                    </a:cubicBezTo>
                    <a:cubicBezTo>
                      <a:pt x="447" y="651"/>
                      <a:pt x="355" y="772"/>
                      <a:pt x="270" y="772"/>
                    </a:cubicBezTo>
                    <a:cubicBezTo>
                      <a:pt x="178" y="772"/>
                      <a:pt x="93" y="651"/>
                      <a:pt x="93" y="446"/>
                    </a:cubicBezTo>
                    <a:cubicBezTo>
                      <a:pt x="93" y="269"/>
                      <a:pt x="178" y="121"/>
                      <a:pt x="270" y="121"/>
                    </a:cubicBezTo>
                    <a:close/>
                    <a:moveTo>
                      <a:pt x="270" y="1"/>
                    </a:moveTo>
                    <a:cubicBezTo>
                      <a:pt x="121" y="1"/>
                      <a:pt x="1" y="206"/>
                      <a:pt x="1" y="446"/>
                    </a:cubicBezTo>
                    <a:cubicBezTo>
                      <a:pt x="1" y="708"/>
                      <a:pt x="121" y="885"/>
                      <a:pt x="270" y="885"/>
                    </a:cubicBezTo>
                    <a:cubicBezTo>
                      <a:pt x="447" y="885"/>
                      <a:pt x="560" y="708"/>
                      <a:pt x="560" y="446"/>
                    </a:cubicBezTo>
                    <a:cubicBezTo>
                      <a:pt x="560" y="206"/>
                      <a:pt x="447" y="1"/>
                      <a:pt x="2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71"/>
              <p:cNvSpPr/>
              <p:nvPr/>
            </p:nvSpPr>
            <p:spPr>
              <a:xfrm>
                <a:off x="4496016" y="2411130"/>
                <a:ext cx="19322" cy="30590"/>
              </a:xfrm>
              <a:custGeom>
                <a:avLst/>
                <a:gdLst/>
                <a:ahLst/>
                <a:cxnLst/>
                <a:rect l="l" t="t" r="r" b="b"/>
                <a:pathLst>
                  <a:path w="559" h="885" extrusionOk="0">
                    <a:moveTo>
                      <a:pt x="262" y="121"/>
                    </a:moveTo>
                    <a:cubicBezTo>
                      <a:pt x="354" y="121"/>
                      <a:pt x="439" y="269"/>
                      <a:pt x="439" y="446"/>
                    </a:cubicBezTo>
                    <a:cubicBezTo>
                      <a:pt x="439" y="651"/>
                      <a:pt x="354" y="772"/>
                      <a:pt x="262" y="772"/>
                    </a:cubicBezTo>
                    <a:cubicBezTo>
                      <a:pt x="205" y="772"/>
                      <a:pt x="85" y="651"/>
                      <a:pt x="85" y="446"/>
                    </a:cubicBezTo>
                    <a:cubicBezTo>
                      <a:pt x="85" y="269"/>
                      <a:pt x="205" y="121"/>
                      <a:pt x="262" y="121"/>
                    </a:cubicBezTo>
                    <a:close/>
                    <a:moveTo>
                      <a:pt x="262" y="1"/>
                    </a:moveTo>
                    <a:cubicBezTo>
                      <a:pt x="120" y="1"/>
                      <a:pt x="0" y="206"/>
                      <a:pt x="0" y="446"/>
                    </a:cubicBezTo>
                    <a:cubicBezTo>
                      <a:pt x="0" y="708"/>
                      <a:pt x="120" y="885"/>
                      <a:pt x="262" y="885"/>
                    </a:cubicBezTo>
                    <a:cubicBezTo>
                      <a:pt x="439" y="885"/>
                      <a:pt x="559" y="708"/>
                      <a:pt x="559" y="446"/>
                    </a:cubicBezTo>
                    <a:cubicBezTo>
                      <a:pt x="559" y="206"/>
                      <a:pt x="439" y="1"/>
                      <a:pt x="2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71"/>
              <p:cNvSpPr/>
              <p:nvPr/>
            </p:nvSpPr>
            <p:spPr>
              <a:xfrm>
                <a:off x="4113786" y="2557862"/>
                <a:ext cx="75594" cy="234524"/>
              </a:xfrm>
              <a:custGeom>
                <a:avLst/>
                <a:gdLst/>
                <a:ahLst/>
                <a:cxnLst/>
                <a:rect l="l" t="t" r="r" b="b"/>
                <a:pathLst>
                  <a:path w="2187" h="6785" extrusionOk="0">
                    <a:moveTo>
                      <a:pt x="1126" y="120"/>
                    </a:moveTo>
                    <a:cubicBezTo>
                      <a:pt x="1656" y="120"/>
                      <a:pt x="2067" y="531"/>
                      <a:pt x="2067" y="1061"/>
                    </a:cubicBezTo>
                    <a:lnTo>
                      <a:pt x="2067" y="5723"/>
                    </a:lnTo>
                    <a:cubicBezTo>
                      <a:pt x="2067" y="6254"/>
                      <a:pt x="1656" y="6664"/>
                      <a:pt x="1126" y="6664"/>
                    </a:cubicBezTo>
                    <a:lnTo>
                      <a:pt x="1062" y="6664"/>
                    </a:lnTo>
                    <a:cubicBezTo>
                      <a:pt x="567" y="6664"/>
                      <a:pt x="121" y="6254"/>
                      <a:pt x="121" y="5723"/>
                    </a:cubicBezTo>
                    <a:lnTo>
                      <a:pt x="121" y="1061"/>
                    </a:lnTo>
                    <a:cubicBezTo>
                      <a:pt x="121" y="531"/>
                      <a:pt x="567" y="120"/>
                      <a:pt x="1062" y="120"/>
                    </a:cubicBezTo>
                    <a:close/>
                    <a:moveTo>
                      <a:pt x="1062" y="0"/>
                    </a:moveTo>
                    <a:cubicBezTo>
                      <a:pt x="475" y="0"/>
                      <a:pt x="1" y="474"/>
                      <a:pt x="1" y="1061"/>
                    </a:cubicBezTo>
                    <a:lnTo>
                      <a:pt x="1" y="5723"/>
                    </a:lnTo>
                    <a:cubicBezTo>
                      <a:pt x="1" y="6310"/>
                      <a:pt x="475" y="6784"/>
                      <a:pt x="1062" y="6784"/>
                    </a:cubicBezTo>
                    <a:lnTo>
                      <a:pt x="1126" y="6784"/>
                    </a:lnTo>
                    <a:cubicBezTo>
                      <a:pt x="1713" y="6784"/>
                      <a:pt x="2187" y="6310"/>
                      <a:pt x="2187" y="5723"/>
                    </a:cubicBezTo>
                    <a:lnTo>
                      <a:pt x="2187" y="1061"/>
                    </a:lnTo>
                    <a:cubicBezTo>
                      <a:pt x="2187" y="474"/>
                      <a:pt x="1713" y="0"/>
                      <a:pt x="11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71"/>
              <p:cNvSpPr/>
              <p:nvPr/>
            </p:nvSpPr>
            <p:spPr>
              <a:xfrm>
                <a:off x="4258549" y="2313309"/>
                <a:ext cx="92703" cy="4217"/>
              </a:xfrm>
              <a:custGeom>
                <a:avLst/>
                <a:gdLst/>
                <a:ahLst/>
                <a:cxnLst/>
                <a:rect l="l" t="t" r="r" b="b"/>
                <a:pathLst>
                  <a:path w="2682" h="122" extrusionOk="0">
                    <a:moveTo>
                      <a:pt x="1" y="1"/>
                    </a:moveTo>
                    <a:lnTo>
                      <a:pt x="1" y="121"/>
                    </a:lnTo>
                    <a:lnTo>
                      <a:pt x="2682" y="121"/>
                    </a:lnTo>
                    <a:lnTo>
                      <a:pt x="268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71"/>
              <p:cNvSpPr/>
              <p:nvPr/>
            </p:nvSpPr>
            <p:spPr>
              <a:xfrm>
                <a:off x="4095466" y="2313309"/>
                <a:ext cx="137707" cy="6153"/>
              </a:xfrm>
              <a:custGeom>
                <a:avLst/>
                <a:gdLst/>
                <a:ahLst/>
                <a:cxnLst/>
                <a:rect l="l" t="t" r="r" b="b"/>
                <a:pathLst>
                  <a:path w="3984" h="178" extrusionOk="0">
                    <a:moveTo>
                      <a:pt x="3983" y="1"/>
                    </a:moveTo>
                    <a:lnTo>
                      <a:pt x="0" y="64"/>
                    </a:lnTo>
                    <a:lnTo>
                      <a:pt x="0" y="178"/>
                    </a:lnTo>
                    <a:lnTo>
                      <a:pt x="3983" y="121"/>
                    </a:lnTo>
                    <a:lnTo>
                      <a:pt x="398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47" name="Google Shape;2647;p71"/>
            <p:cNvGrpSpPr/>
            <p:nvPr/>
          </p:nvGrpSpPr>
          <p:grpSpPr>
            <a:xfrm>
              <a:off x="3788953" y="1869154"/>
              <a:ext cx="2304469" cy="1767886"/>
              <a:chOff x="4687475" y="2211500"/>
              <a:chExt cx="547575" cy="420075"/>
            </a:xfrm>
          </p:grpSpPr>
          <p:sp>
            <p:nvSpPr>
              <p:cNvPr id="2648" name="Google Shape;2648;p71"/>
              <p:cNvSpPr/>
              <p:nvPr/>
            </p:nvSpPr>
            <p:spPr>
              <a:xfrm>
                <a:off x="4687475" y="2211500"/>
                <a:ext cx="547575" cy="420075"/>
              </a:xfrm>
              <a:custGeom>
                <a:avLst/>
                <a:gdLst/>
                <a:ahLst/>
                <a:cxnLst/>
                <a:rect l="l" t="t" r="r" b="b"/>
                <a:pathLst>
                  <a:path w="21903" h="16803" extrusionOk="0">
                    <a:moveTo>
                      <a:pt x="12239" y="1"/>
                    </a:moveTo>
                    <a:lnTo>
                      <a:pt x="8879" y="3276"/>
                    </a:lnTo>
                    <a:lnTo>
                      <a:pt x="0" y="3276"/>
                    </a:lnTo>
                    <a:lnTo>
                      <a:pt x="0" y="16802"/>
                    </a:lnTo>
                    <a:lnTo>
                      <a:pt x="18542" y="16802"/>
                    </a:lnTo>
                    <a:lnTo>
                      <a:pt x="21903" y="13209"/>
                    </a:lnTo>
                    <a:lnTo>
                      <a:pt x="1223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71"/>
              <p:cNvSpPr/>
              <p:nvPr/>
            </p:nvSpPr>
            <p:spPr>
              <a:xfrm>
                <a:off x="4910850" y="2289675"/>
                <a:ext cx="252750" cy="331650"/>
              </a:xfrm>
              <a:custGeom>
                <a:avLst/>
                <a:gdLst/>
                <a:ahLst/>
                <a:cxnLst/>
                <a:rect l="l" t="t" r="r" b="b"/>
                <a:pathLst>
                  <a:path w="10110" h="13266" extrusionOk="0">
                    <a:moveTo>
                      <a:pt x="0" y="1"/>
                    </a:moveTo>
                    <a:lnTo>
                      <a:pt x="0" y="13265"/>
                    </a:lnTo>
                    <a:lnTo>
                      <a:pt x="10110" y="13265"/>
                    </a:lnTo>
                    <a:lnTo>
                      <a:pt x="10110" y="13145"/>
                    </a:lnTo>
                    <a:lnTo>
                      <a:pt x="121" y="13145"/>
                    </a:lnTo>
                    <a:lnTo>
                      <a:pt x="12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71"/>
              <p:cNvSpPr/>
              <p:nvPr/>
            </p:nvSpPr>
            <p:spPr>
              <a:xfrm>
                <a:off x="4938075" y="2261725"/>
                <a:ext cx="252050" cy="331650"/>
              </a:xfrm>
              <a:custGeom>
                <a:avLst/>
                <a:gdLst/>
                <a:ahLst/>
                <a:cxnLst/>
                <a:rect l="l" t="t" r="r" b="b"/>
                <a:pathLst>
                  <a:path w="10082" h="13266" extrusionOk="0">
                    <a:moveTo>
                      <a:pt x="1" y="1"/>
                    </a:moveTo>
                    <a:lnTo>
                      <a:pt x="1" y="13265"/>
                    </a:lnTo>
                    <a:lnTo>
                      <a:pt x="10082" y="13265"/>
                    </a:lnTo>
                    <a:lnTo>
                      <a:pt x="10082" y="13145"/>
                    </a:lnTo>
                    <a:lnTo>
                      <a:pt x="121" y="13145"/>
                    </a:lnTo>
                    <a:lnTo>
                      <a:pt x="12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71"/>
              <p:cNvSpPr/>
              <p:nvPr/>
            </p:nvSpPr>
            <p:spPr>
              <a:xfrm>
                <a:off x="4964600" y="2232900"/>
                <a:ext cx="252775" cy="332350"/>
              </a:xfrm>
              <a:custGeom>
                <a:avLst/>
                <a:gdLst/>
                <a:ahLst/>
                <a:cxnLst/>
                <a:rect l="l" t="t" r="r" b="b"/>
                <a:pathLst>
                  <a:path w="10111" h="13294" extrusionOk="0">
                    <a:moveTo>
                      <a:pt x="1" y="1"/>
                    </a:moveTo>
                    <a:lnTo>
                      <a:pt x="1" y="13294"/>
                    </a:lnTo>
                    <a:lnTo>
                      <a:pt x="10110" y="13294"/>
                    </a:lnTo>
                    <a:lnTo>
                      <a:pt x="10110" y="13180"/>
                    </a:lnTo>
                    <a:lnTo>
                      <a:pt x="121" y="13180"/>
                    </a:lnTo>
                    <a:lnTo>
                      <a:pt x="12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71"/>
              <p:cNvSpPr/>
              <p:nvPr/>
            </p:nvSpPr>
            <p:spPr>
              <a:xfrm>
                <a:off x="4993450" y="2211500"/>
                <a:ext cx="241600" cy="330225"/>
              </a:xfrm>
              <a:custGeom>
                <a:avLst/>
                <a:gdLst/>
                <a:ahLst/>
                <a:cxnLst/>
                <a:rect l="l" t="t" r="r" b="b"/>
                <a:pathLst>
                  <a:path w="9664" h="13209" extrusionOk="0">
                    <a:moveTo>
                      <a:pt x="0" y="1"/>
                    </a:moveTo>
                    <a:lnTo>
                      <a:pt x="0" y="13209"/>
                    </a:lnTo>
                    <a:lnTo>
                      <a:pt x="9664" y="13209"/>
                    </a:lnTo>
                    <a:lnTo>
                      <a:pt x="96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71"/>
              <p:cNvSpPr/>
              <p:nvPr/>
            </p:nvSpPr>
            <p:spPr>
              <a:xfrm>
                <a:off x="5011125" y="2285250"/>
                <a:ext cx="5150" cy="19125"/>
              </a:xfrm>
              <a:custGeom>
                <a:avLst/>
                <a:gdLst/>
                <a:ahLst/>
                <a:cxnLst/>
                <a:rect l="l" t="t" r="r" b="b"/>
                <a:pathLst>
                  <a:path w="206" h="765" extrusionOk="0">
                    <a:moveTo>
                      <a:pt x="177" y="1"/>
                    </a:moveTo>
                    <a:cubicBezTo>
                      <a:pt x="114" y="57"/>
                      <a:pt x="85" y="121"/>
                      <a:pt x="57" y="178"/>
                    </a:cubicBezTo>
                    <a:cubicBezTo>
                      <a:pt x="29" y="270"/>
                      <a:pt x="0" y="326"/>
                      <a:pt x="0" y="383"/>
                    </a:cubicBezTo>
                    <a:cubicBezTo>
                      <a:pt x="0" y="475"/>
                      <a:pt x="29" y="531"/>
                      <a:pt x="57" y="588"/>
                    </a:cubicBezTo>
                    <a:cubicBezTo>
                      <a:pt x="85" y="652"/>
                      <a:pt x="114" y="708"/>
                      <a:pt x="177" y="765"/>
                    </a:cubicBezTo>
                    <a:lnTo>
                      <a:pt x="206" y="765"/>
                    </a:lnTo>
                    <a:cubicBezTo>
                      <a:pt x="177" y="737"/>
                      <a:pt x="177" y="708"/>
                      <a:pt x="142" y="652"/>
                    </a:cubicBezTo>
                    <a:cubicBezTo>
                      <a:pt x="114" y="623"/>
                      <a:pt x="114" y="560"/>
                      <a:pt x="114" y="531"/>
                    </a:cubicBezTo>
                    <a:cubicBezTo>
                      <a:pt x="85" y="475"/>
                      <a:pt x="85" y="447"/>
                      <a:pt x="85" y="383"/>
                    </a:cubicBezTo>
                    <a:cubicBezTo>
                      <a:pt x="85" y="355"/>
                      <a:pt x="85" y="298"/>
                      <a:pt x="114" y="270"/>
                    </a:cubicBezTo>
                    <a:cubicBezTo>
                      <a:pt x="114" y="206"/>
                      <a:pt x="114" y="178"/>
                      <a:pt x="142" y="121"/>
                    </a:cubicBezTo>
                    <a:cubicBezTo>
                      <a:pt x="177" y="93"/>
                      <a:pt x="177" y="29"/>
                      <a:pt x="2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71"/>
              <p:cNvSpPr/>
              <p:nvPr/>
            </p:nvSpPr>
            <p:spPr>
              <a:xfrm>
                <a:off x="5019075" y="2285250"/>
                <a:ext cx="4450" cy="19125"/>
              </a:xfrm>
              <a:custGeom>
                <a:avLst/>
                <a:gdLst/>
                <a:ahLst/>
                <a:cxnLst/>
                <a:rect l="l" t="t" r="r" b="b"/>
                <a:pathLst>
                  <a:path w="178" h="765" extrusionOk="0">
                    <a:moveTo>
                      <a:pt x="149" y="1"/>
                    </a:moveTo>
                    <a:cubicBezTo>
                      <a:pt x="93" y="57"/>
                      <a:pt x="65" y="121"/>
                      <a:pt x="36" y="178"/>
                    </a:cubicBezTo>
                    <a:cubicBezTo>
                      <a:pt x="1" y="270"/>
                      <a:pt x="1" y="326"/>
                      <a:pt x="1" y="383"/>
                    </a:cubicBezTo>
                    <a:cubicBezTo>
                      <a:pt x="1" y="475"/>
                      <a:pt x="1" y="531"/>
                      <a:pt x="36" y="588"/>
                    </a:cubicBezTo>
                    <a:cubicBezTo>
                      <a:pt x="65" y="652"/>
                      <a:pt x="93" y="708"/>
                      <a:pt x="149" y="765"/>
                    </a:cubicBezTo>
                    <a:lnTo>
                      <a:pt x="178" y="765"/>
                    </a:lnTo>
                    <a:cubicBezTo>
                      <a:pt x="178" y="737"/>
                      <a:pt x="149" y="708"/>
                      <a:pt x="121" y="652"/>
                    </a:cubicBezTo>
                    <a:cubicBezTo>
                      <a:pt x="121" y="623"/>
                      <a:pt x="93" y="560"/>
                      <a:pt x="93" y="531"/>
                    </a:cubicBezTo>
                    <a:cubicBezTo>
                      <a:pt x="65" y="475"/>
                      <a:pt x="65" y="447"/>
                      <a:pt x="65" y="383"/>
                    </a:cubicBezTo>
                    <a:cubicBezTo>
                      <a:pt x="65" y="355"/>
                      <a:pt x="65" y="298"/>
                      <a:pt x="93" y="270"/>
                    </a:cubicBezTo>
                    <a:cubicBezTo>
                      <a:pt x="93" y="206"/>
                      <a:pt x="121" y="178"/>
                      <a:pt x="121" y="121"/>
                    </a:cubicBezTo>
                    <a:cubicBezTo>
                      <a:pt x="149" y="93"/>
                      <a:pt x="178" y="29"/>
                      <a:pt x="1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71"/>
              <p:cNvSpPr/>
              <p:nvPr/>
            </p:nvSpPr>
            <p:spPr>
              <a:xfrm>
                <a:off x="5027225" y="2289675"/>
                <a:ext cx="2325" cy="11175"/>
              </a:xfrm>
              <a:custGeom>
                <a:avLst/>
                <a:gdLst/>
                <a:ahLst/>
                <a:cxnLst/>
                <a:rect l="l" t="t" r="r" b="b"/>
                <a:pathLst>
                  <a:path w="93" h="447" extrusionOk="0">
                    <a:moveTo>
                      <a:pt x="0" y="1"/>
                    </a:moveTo>
                    <a:lnTo>
                      <a:pt x="0" y="93"/>
                    </a:lnTo>
                    <a:lnTo>
                      <a:pt x="92" y="93"/>
                    </a:lnTo>
                    <a:lnTo>
                      <a:pt x="92" y="1"/>
                    </a:lnTo>
                    <a:close/>
                    <a:moveTo>
                      <a:pt x="0" y="354"/>
                    </a:moveTo>
                    <a:lnTo>
                      <a:pt x="0" y="446"/>
                    </a:lnTo>
                    <a:lnTo>
                      <a:pt x="92" y="446"/>
                    </a:lnTo>
                    <a:lnTo>
                      <a:pt x="92" y="354"/>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71"/>
              <p:cNvSpPr/>
              <p:nvPr/>
            </p:nvSpPr>
            <p:spPr>
              <a:xfrm>
                <a:off x="5036775" y="2285975"/>
                <a:ext cx="9750" cy="15575"/>
              </a:xfrm>
              <a:custGeom>
                <a:avLst/>
                <a:gdLst/>
                <a:ahLst/>
                <a:cxnLst/>
                <a:rect l="l" t="t" r="r" b="b"/>
                <a:pathLst>
                  <a:path w="390" h="623" extrusionOk="0">
                    <a:moveTo>
                      <a:pt x="269" y="92"/>
                    </a:moveTo>
                    <a:cubicBezTo>
                      <a:pt x="297" y="120"/>
                      <a:pt x="297" y="149"/>
                      <a:pt x="297" y="177"/>
                    </a:cubicBezTo>
                    <a:cubicBezTo>
                      <a:pt x="326" y="205"/>
                      <a:pt x="326" y="241"/>
                      <a:pt x="326" y="297"/>
                    </a:cubicBezTo>
                    <a:lnTo>
                      <a:pt x="326" y="326"/>
                    </a:lnTo>
                    <a:cubicBezTo>
                      <a:pt x="326" y="382"/>
                      <a:pt x="326" y="418"/>
                      <a:pt x="297" y="446"/>
                    </a:cubicBezTo>
                    <a:cubicBezTo>
                      <a:pt x="297" y="474"/>
                      <a:pt x="297" y="502"/>
                      <a:pt x="269" y="531"/>
                    </a:cubicBezTo>
                    <a:cubicBezTo>
                      <a:pt x="269" y="531"/>
                      <a:pt x="241" y="559"/>
                      <a:pt x="212" y="559"/>
                    </a:cubicBezTo>
                    <a:cubicBezTo>
                      <a:pt x="177" y="559"/>
                      <a:pt x="149" y="531"/>
                      <a:pt x="121" y="531"/>
                    </a:cubicBezTo>
                    <a:cubicBezTo>
                      <a:pt x="92" y="502"/>
                      <a:pt x="92" y="474"/>
                      <a:pt x="92" y="446"/>
                    </a:cubicBezTo>
                    <a:cubicBezTo>
                      <a:pt x="92" y="418"/>
                      <a:pt x="64" y="382"/>
                      <a:pt x="64" y="326"/>
                    </a:cubicBezTo>
                    <a:lnTo>
                      <a:pt x="64" y="297"/>
                    </a:lnTo>
                    <a:cubicBezTo>
                      <a:pt x="64" y="241"/>
                      <a:pt x="92" y="205"/>
                      <a:pt x="92" y="177"/>
                    </a:cubicBezTo>
                    <a:cubicBezTo>
                      <a:pt x="92" y="149"/>
                      <a:pt x="92" y="120"/>
                      <a:pt x="121" y="92"/>
                    </a:cubicBezTo>
                    <a:close/>
                    <a:moveTo>
                      <a:pt x="212" y="0"/>
                    </a:moveTo>
                    <a:cubicBezTo>
                      <a:pt x="177" y="0"/>
                      <a:pt x="149" y="28"/>
                      <a:pt x="121" y="28"/>
                    </a:cubicBezTo>
                    <a:cubicBezTo>
                      <a:pt x="92" y="28"/>
                      <a:pt x="64" y="64"/>
                      <a:pt x="64" y="92"/>
                    </a:cubicBezTo>
                    <a:cubicBezTo>
                      <a:pt x="36" y="92"/>
                      <a:pt x="36" y="120"/>
                      <a:pt x="0" y="177"/>
                    </a:cubicBezTo>
                    <a:lnTo>
                      <a:pt x="0" y="326"/>
                    </a:lnTo>
                    <a:lnTo>
                      <a:pt x="0" y="474"/>
                    </a:lnTo>
                    <a:cubicBezTo>
                      <a:pt x="36" y="502"/>
                      <a:pt x="36" y="531"/>
                      <a:pt x="64" y="559"/>
                    </a:cubicBezTo>
                    <a:cubicBezTo>
                      <a:pt x="64" y="594"/>
                      <a:pt x="92" y="594"/>
                      <a:pt x="121" y="594"/>
                    </a:cubicBezTo>
                    <a:cubicBezTo>
                      <a:pt x="149" y="623"/>
                      <a:pt x="177" y="623"/>
                      <a:pt x="212" y="623"/>
                    </a:cubicBezTo>
                    <a:cubicBezTo>
                      <a:pt x="241" y="623"/>
                      <a:pt x="269" y="623"/>
                      <a:pt x="297" y="594"/>
                    </a:cubicBezTo>
                    <a:cubicBezTo>
                      <a:pt x="297" y="594"/>
                      <a:pt x="326" y="594"/>
                      <a:pt x="354" y="559"/>
                    </a:cubicBezTo>
                    <a:cubicBezTo>
                      <a:pt x="354" y="531"/>
                      <a:pt x="389" y="502"/>
                      <a:pt x="389" y="474"/>
                    </a:cubicBezTo>
                    <a:lnTo>
                      <a:pt x="389" y="326"/>
                    </a:lnTo>
                    <a:lnTo>
                      <a:pt x="389" y="177"/>
                    </a:lnTo>
                    <a:cubicBezTo>
                      <a:pt x="389" y="120"/>
                      <a:pt x="354" y="92"/>
                      <a:pt x="354" y="92"/>
                    </a:cubicBezTo>
                    <a:cubicBezTo>
                      <a:pt x="326" y="64"/>
                      <a:pt x="297" y="28"/>
                      <a:pt x="297" y="28"/>
                    </a:cubicBezTo>
                    <a:cubicBezTo>
                      <a:pt x="269" y="28"/>
                      <a:pt x="241" y="0"/>
                      <a:pt x="2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71"/>
              <p:cNvSpPr/>
              <p:nvPr/>
            </p:nvSpPr>
            <p:spPr>
              <a:xfrm>
                <a:off x="5048625" y="2285975"/>
                <a:ext cx="10275" cy="15575"/>
              </a:xfrm>
              <a:custGeom>
                <a:avLst/>
                <a:gdLst/>
                <a:ahLst/>
                <a:cxnLst/>
                <a:rect l="l" t="t" r="r" b="b"/>
                <a:pathLst>
                  <a:path w="411" h="623" extrusionOk="0">
                    <a:moveTo>
                      <a:pt x="297" y="92"/>
                    </a:moveTo>
                    <a:cubicBezTo>
                      <a:pt x="297" y="120"/>
                      <a:pt x="326" y="149"/>
                      <a:pt x="326" y="177"/>
                    </a:cubicBezTo>
                    <a:lnTo>
                      <a:pt x="326" y="297"/>
                    </a:lnTo>
                    <a:lnTo>
                      <a:pt x="326" y="326"/>
                    </a:lnTo>
                    <a:lnTo>
                      <a:pt x="326" y="446"/>
                    </a:lnTo>
                    <a:cubicBezTo>
                      <a:pt x="326" y="474"/>
                      <a:pt x="297" y="502"/>
                      <a:pt x="297" y="531"/>
                    </a:cubicBezTo>
                    <a:cubicBezTo>
                      <a:pt x="269" y="531"/>
                      <a:pt x="234" y="559"/>
                      <a:pt x="205" y="559"/>
                    </a:cubicBezTo>
                    <a:cubicBezTo>
                      <a:pt x="177" y="559"/>
                      <a:pt x="149" y="531"/>
                      <a:pt x="149" y="531"/>
                    </a:cubicBezTo>
                    <a:cubicBezTo>
                      <a:pt x="121" y="502"/>
                      <a:pt x="121" y="474"/>
                      <a:pt x="92" y="446"/>
                    </a:cubicBezTo>
                    <a:lnTo>
                      <a:pt x="92" y="326"/>
                    </a:lnTo>
                    <a:lnTo>
                      <a:pt x="92" y="297"/>
                    </a:lnTo>
                    <a:lnTo>
                      <a:pt x="92" y="177"/>
                    </a:lnTo>
                    <a:cubicBezTo>
                      <a:pt x="121" y="149"/>
                      <a:pt x="121" y="120"/>
                      <a:pt x="149" y="92"/>
                    </a:cubicBezTo>
                    <a:close/>
                    <a:moveTo>
                      <a:pt x="205" y="0"/>
                    </a:moveTo>
                    <a:cubicBezTo>
                      <a:pt x="177" y="0"/>
                      <a:pt x="149" y="28"/>
                      <a:pt x="121" y="28"/>
                    </a:cubicBezTo>
                    <a:cubicBezTo>
                      <a:pt x="92" y="28"/>
                      <a:pt x="92" y="64"/>
                      <a:pt x="57" y="92"/>
                    </a:cubicBezTo>
                    <a:cubicBezTo>
                      <a:pt x="57" y="92"/>
                      <a:pt x="29" y="120"/>
                      <a:pt x="29" y="177"/>
                    </a:cubicBezTo>
                    <a:cubicBezTo>
                      <a:pt x="0" y="205"/>
                      <a:pt x="0" y="269"/>
                      <a:pt x="0" y="326"/>
                    </a:cubicBezTo>
                    <a:cubicBezTo>
                      <a:pt x="0" y="382"/>
                      <a:pt x="0" y="418"/>
                      <a:pt x="29" y="474"/>
                    </a:cubicBezTo>
                    <a:cubicBezTo>
                      <a:pt x="29" y="502"/>
                      <a:pt x="57" y="531"/>
                      <a:pt x="57" y="559"/>
                    </a:cubicBezTo>
                    <a:cubicBezTo>
                      <a:pt x="92" y="594"/>
                      <a:pt x="92" y="594"/>
                      <a:pt x="121" y="594"/>
                    </a:cubicBezTo>
                    <a:cubicBezTo>
                      <a:pt x="149" y="623"/>
                      <a:pt x="177" y="623"/>
                      <a:pt x="205" y="623"/>
                    </a:cubicBezTo>
                    <a:cubicBezTo>
                      <a:pt x="234" y="623"/>
                      <a:pt x="269" y="623"/>
                      <a:pt x="297" y="594"/>
                    </a:cubicBezTo>
                    <a:cubicBezTo>
                      <a:pt x="326" y="594"/>
                      <a:pt x="354" y="594"/>
                      <a:pt x="354" y="559"/>
                    </a:cubicBezTo>
                    <a:cubicBezTo>
                      <a:pt x="382" y="531"/>
                      <a:pt x="382" y="502"/>
                      <a:pt x="411" y="474"/>
                    </a:cubicBezTo>
                    <a:lnTo>
                      <a:pt x="411" y="326"/>
                    </a:lnTo>
                    <a:lnTo>
                      <a:pt x="411" y="177"/>
                    </a:lnTo>
                    <a:cubicBezTo>
                      <a:pt x="382" y="120"/>
                      <a:pt x="382" y="92"/>
                      <a:pt x="354" y="92"/>
                    </a:cubicBezTo>
                    <a:cubicBezTo>
                      <a:pt x="354" y="64"/>
                      <a:pt x="326" y="28"/>
                      <a:pt x="297" y="28"/>
                    </a:cubicBezTo>
                    <a:cubicBezTo>
                      <a:pt x="269" y="28"/>
                      <a:pt x="234" y="0"/>
                      <a:pt x="2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71"/>
              <p:cNvSpPr/>
              <p:nvPr/>
            </p:nvSpPr>
            <p:spPr>
              <a:xfrm>
                <a:off x="5065600" y="2294100"/>
                <a:ext cx="5150" cy="2325"/>
              </a:xfrm>
              <a:custGeom>
                <a:avLst/>
                <a:gdLst/>
                <a:ahLst/>
                <a:cxnLst/>
                <a:rect l="l" t="t" r="r" b="b"/>
                <a:pathLst>
                  <a:path w="206" h="93" extrusionOk="0">
                    <a:moveTo>
                      <a:pt x="0" y="1"/>
                    </a:moveTo>
                    <a:lnTo>
                      <a:pt x="0" y="93"/>
                    </a:lnTo>
                    <a:lnTo>
                      <a:pt x="206" y="93"/>
                    </a:lnTo>
                    <a:lnTo>
                      <a:pt x="2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71"/>
              <p:cNvSpPr/>
              <p:nvPr/>
            </p:nvSpPr>
            <p:spPr>
              <a:xfrm>
                <a:off x="5077450" y="2292675"/>
                <a:ext cx="10275" cy="5875"/>
              </a:xfrm>
              <a:custGeom>
                <a:avLst/>
                <a:gdLst/>
                <a:ahLst/>
                <a:cxnLst/>
                <a:rect l="l" t="t" r="r" b="b"/>
                <a:pathLst>
                  <a:path w="411" h="235" extrusionOk="0">
                    <a:moveTo>
                      <a:pt x="0" y="1"/>
                    </a:moveTo>
                    <a:lnTo>
                      <a:pt x="0" y="58"/>
                    </a:lnTo>
                    <a:lnTo>
                      <a:pt x="411" y="58"/>
                    </a:lnTo>
                    <a:lnTo>
                      <a:pt x="411" y="1"/>
                    </a:lnTo>
                    <a:close/>
                    <a:moveTo>
                      <a:pt x="0" y="178"/>
                    </a:moveTo>
                    <a:lnTo>
                      <a:pt x="0" y="234"/>
                    </a:lnTo>
                    <a:lnTo>
                      <a:pt x="411" y="234"/>
                    </a:lnTo>
                    <a:lnTo>
                      <a:pt x="411" y="17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71"/>
              <p:cNvSpPr/>
              <p:nvPr/>
            </p:nvSpPr>
            <p:spPr>
              <a:xfrm>
                <a:off x="5090700" y="2290400"/>
                <a:ext cx="10300" cy="10450"/>
              </a:xfrm>
              <a:custGeom>
                <a:avLst/>
                <a:gdLst/>
                <a:ahLst/>
                <a:cxnLst/>
                <a:rect l="l" t="t" r="r" b="b"/>
                <a:pathLst>
                  <a:path w="412" h="418" extrusionOk="0">
                    <a:moveTo>
                      <a:pt x="1" y="0"/>
                    </a:moveTo>
                    <a:lnTo>
                      <a:pt x="1" y="64"/>
                    </a:lnTo>
                    <a:lnTo>
                      <a:pt x="355" y="205"/>
                    </a:lnTo>
                    <a:lnTo>
                      <a:pt x="1" y="354"/>
                    </a:lnTo>
                    <a:lnTo>
                      <a:pt x="1" y="417"/>
                    </a:lnTo>
                    <a:lnTo>
                      <a:pt x="411" y="269"/>
                    </a:lnTo>
                    <a:lnTo>
                      <a:pt x="411" y="17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71"/>
              <p:cNvSpPr/>
              <p:nvPr/>
            </p:nvSpPr>
            <p:spPr>
              <a:xfrm>
                <a:off x="5103975" y="2290400"/>
                <a:ext cx="10275" cy="10450"/>
              </a:xfrm>
              <a:custGeom>
                <a:avLst/>
                <a:gdLst/>
                <a:ahLst/>
                <a:cxnLst/>
                <a:rect l="l" t="t" r="r" b="b"/>
                <a:pathLst>
                  <a:path w="411" h="418" extrusionOk="0">
                    <a:moveTo>
                      <a:pt x="1" y="0"/>
                    </a:moveTo>
                    <a:lnTo>
                      <a:pt x="1" y="64"/>
                    </a:lnTo>
                    <a:lnTo>
                      <a:pt x="354" y="205"/>
                    </a:lnTo>
                    <a:lnTo>
                      <a:pt x="1" y="354"/>
                    </a:lnTo>
                    <a:lnTo>
                      <a:pt x="1" y="417"/>
                    </a:lnTo>
                    <a:lnTo>
                      <a:pt x="411" y="269"/>
                    </a:lnTo>
                    <a:lnTo>
                      <a:pt x="411" y="17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71"/>
              <p:cNvSpPr/>
              <p:nvPr/>
            </p:nvSpPr>
            <p:spPr>
              <a:xfrm>
                <a:off x="5116350" y="2285250"/>
                <a:ext cx="6050" cy="19125"/>
              </a:xfrm>
              <a:custGeom>
                <a:avLst/>
                <a:gdLst/>
                <a:ahLst/>
                <a:cxnLst/>
                <a:rect l="l" t="t" r="r" b="b"/>
                <a:pathLst>
                  <a:path w="242" h="765" extrusionOk="0">
                    <a:moveTo>
                      <a:pt x="1" y="1"/>
                    </a:moveTo>
                    <a:lnTo>
                      <a:pt x="1" y="57"/>
                    </a:lnTo>
                    <a:lnTo>
                      <a:pt x="64" y="57"/>
                    </a:lnTo>
                    <a:lnTo>
                      <a:pt x="93" y="93"/>
                    </a:lnTo>
                    <a:lnTo>
                      <a:pt x="93" y="121"/>
                    </a:lnTo>
                    <a:lnTo>
                      <a:pt x="93" y="298"/>
                    </a:lnTo>
                    <a:cubicBezTo>
                      <a:pt x="93" y="326"/>
                      <a:pt x="93" y="326"/>
                      <a:pt x="121" y="355"/>
                    </a:cubicBezTo>
                    <a:lnTo>
                      <a:pt x="149" y="383"/>
                    </a:lnTo>
                    <a:lnTo>
                      <a:pt x="178" y="383"/>
                    </a:lnTo>
                    <a:cubicBezTo>
                      <a:pt x="149" y="383"/>
                      <a:pt x="121" y="411"/>
                      <a:pt x="121" y="411"/>
                    </a:cubicBezTo>
                    <a:cubicBezTo>
                      <a:pt x="121" y="447"/>
                      <a:pt x="93" y="447"/>
                      <a:pt x="93" y="475"/>
                    </a:cubicBezTo>
                    <a:lnTo>
                      <a:pt x="93" y="680"/>
                    </a:lnTo>
                    <a:lnTo>
                      <a:pt x="93" y="708"/>
                    </a:lnTo>
                    <a:lnTo>
                      <a:pt x="1" y="708"/>
                    </a:lnTo>
                    <a:lnTo>
                      <a:pt x="1" y="765"/>
                    </a:lnTo>
                    <a:lnTo>
                      <a:pt x="64" y="765"/>
                    </a:lnTo>
                    <a:cubicBezTo>
                      <a:pt x="93" y="765"/>
                      <a:pt x="93" y="765"/>
                      <a:pt x="121" y="737"/>
                    </a:cubicBezTo>
                    <a:cubicBezTo>
                      <a:pt x="121" y="737"/>
                      <a:pt x="149" y="737"/>
                      <a:pt x="149" y="708"/>
                    </a:cubicBezTo>
                    <a:lnTo>
                      <a:pt x="149" y="652"/>
                    </a:lnTo>
                    <a:lnTo>
                      <a:pt x="149" y="475"/>
                    </a:lnTo>
                    <a:lnTo>
                      <a:pt x="178" y="447"/>
                    </a:lnTo>
                    <a:lnTo>
                      <a:pt x="213" y="447"/>
                    </a:lnTo>
                    <a:cubicBezTo>
                      <a:pt x="213" y="411"/>
                      <a:pt x="213" y="411"/>
                      <a:pt x="241" y="411"/>
                    </a:cubicBezTo>
                    <a:lnTo>
                      <a:pt x="241" y="355"/>
                    </a:lnTo>
                    <a:lnTo>
                      <a:pt x="213" y="355"/>
                    </a:lnTo>
                    <a:cubicBezTo>
                      <a:pt x="178" y="355"/>
                      <a:pt x="178" y="355"/>
                      <a:pt x="178" y="326"/>
                    </a:cubicBezTo>
                    <a:cubicBezTo>
                      <a:pt x="178" y="326"/>
                      <a:pt x="149" y="326"/>
                      <a:pt x="149" y="298"/>
                    </a:cubicBezTo>
                    <a:lnTo>
                      <a:pt x="149" y="121"/>
                    </a:lnTo>
                    <a:lnTo>
                      <a:pt x="149" y="57"/>
                    </a:lnTo>
                    <a:lnTo>
                      <a:pt x="121" y="29"/>
                    </a:lnTo>
                    <a:cubicBezTo>
                      <a:pt x="93" y="29"/>
                      <a:pt x="93" y="29"/>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71"/>
              <p:cNvSpPr/>
              <p:nvPr/>
            </p:nvSpPr>
            <p:spPr>
              <a:xfrm>
                <a:off x="5128925" y="2285250"/>
                <a:ext cx="4425" cy="19125"/>
              </a:xfrm>
              <a:custGeom>
                <a:avLst/>
                <a:gdLst/>
                <a:ahLst/>
                <a:cxnLst/>
                <a:rect l="l" t="t" r="r" b="b"/>
                <a:pathLst>
                  <a:path w="177" h="765" extrusionOk="0">
                    <a:moveTo>
                      <a:pt x="0" y="1"/>
                    </a:moveTo>
                    <a:cubicBezTo>
                      <a:pt x="0" y="57"/>
                      <a:pt x="28" y="93"/>
                      <a:pt x="64" y="121"/>
                    </a:cubicBezTo>
                    <a:cubicBezTo>
                      <a:pt x="64" y="178"/>
                      <a:pt x="92" y="206"/>
                      <a:pt x="92" y="270"/>
                    </a:cubicBezTo>
                    <a:cubicBezTo>
                      <a:pt x="120" y="298"/>
                      <a:pt x="120" y="355"/>
                      <a:pt x="120" y="383"/>
                    </a:cubicBezTo>
                    <a:cubicBezTo>
                      <a:pt x="120" y="447"/>
                      <a:pt x="120" y="475"/>
                      <a:pt x="92" y="531"/>
                    </a:cubicBezTo>
                    <a:cubicBezTo>
                      <a:pt x="92" y="560"/>
                      <a:pt x="64" y="623"/>
                      <a:pt x="64" y="652"/>
                    </a:cubicBezTo>
                    <a:cubicBezTo>
                      <a:pt x="28" y="708"/>
                      <a:pt x="0" y="737"/>
                      <a:pt x="0" y="765"/>
                    </a:cubicBezTo>
                    <a:lnTo>
                      <a:pt x="28" y="765"/>
                    </a:lnTo>
                    <a:cubicBezTo>
                      <a:pt x="92" y="708"/>
                      <a:pt x="120" y="652"/>
                      <a:pt x="149" y="588"/>
                    </a:cubicBezTo>
                    <a:cubicBezTo>
                      <a:pt x="177" y="531"/>
                      <a:pt x="177" y="475"/>
                      <a:pt x="177" y="383"/>
                    </a:cubicBezTo>
                    <a:cubicBezTo>
                      <a:pt x="177" y="326"/>
                      <a:pt x="177" y="270"/>
                      <a:pt x="149" y="178"/>
                    </a:cubicBezTo>
                    <a:cubicBezTo>
                      <a:pt x="120" y="121"/>
                      <a:pt x="92" y="57"/>
                      <a:pt x="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71"/>
              <p:cNvSpPr/>
              <p:nvPr/>
            </p:nvSpPr>
            <p:spPr>
              <a:xfrm>
                <a:off x="5028800" y="2316200"/>
                <a:ext cx="5175" cy="19125"/>
              </a:xfrm>
              <a:custGeom>
                <a:avLst/>
                <a:gdLst/>
                <a:ahLst/>
                <a:cxnLst/>
                <a:rect l="l" t="t" r="r" b="b"/>
                <a:pathLst>
                  <a:path w="207" h="765" extrusionOk="0">
                    <a:moveTo>
                      <a:pt x="142" y="1"/>
                    </a:moveTo>
                    <a:lnTo>
                      <a:pt x="114" y="29"/>
                    </a:lnTo>
                    <a:cubicBezTo>
                      <a:pt x="86" y="29"/>
                      <a:pt x="86" y="29"/>
                      <a:pt x="86" y="57"/>
                    </a:cubicBezTo>
                    <a:cubicBezTo>
                      <a:pt x="58" y="57"/>
                      <a:pt x="58" y="93"/>
                      <a:pt x="58" y="121"/>
                    </a:cubicBezTo>
                    <a:lnTo>
                      <a:pt x="58" y="298"/>
                    </a:lnTo>
                    <a:lnTo>
                      <a:pt x="58" y="326"/>
                    </a:lnTo>
                    <a:cubicBezTo>
                      <a:pt x="58" y="326"/>
                      <a:pt x="29" y="326"/>
                      <a:pt x="29" y="355"/>
                    </a:cubicBezTo>
                    <a:lnTo>
                      <a:pt x="1" y="355"/>
                    </a:lnTo>
                    <a:lnTo>
                      <a:pt x="1" y="411"/>
                    </a:lnTo>
                    <a:lnTo>
                      <a:pt x="29" y="411"/>
                    </a:lnTo>
                    <a:lnTo>
                      <a:pt x="58" y="447"/>
                    </a:lnTo>
                    <a:lnTo>
                      <a:pt x="58" y="475"/>
                    </a:lnTo>
                    <a:lnTo>
                      <a:pt x="58" y="652"/>
                    </a:lnTo>
                    <a:cubicBezTo>
                      <a:pt x="58" y="680"/>
                      <a:pt x="58" y="680"/>
                      <a:pt x="86" y="708"/>
                    </a:cubicBezTo>
                    <a:cubicBezTo>
                      <a:pt x="86" y="708"/>
                      <a:pt x="86" y="737"/>
                      <a:pt x="114" y="737"/>
                    </a:cubicBezTo>
                    <a:lnTo>
                      <a:pt x="142" y="765"/>
                    </a:lnTo>
                    <a:lnTo>
                      <a:pt x="206" y="765"/>
                    </a:lnTo>
                    <a:lnTo>
                      <a:pt x="206" y="708"/>
                    </a:lnTo>
                    <a:lnTo>
                      <a:pt x="142" y="708"/>
                    </a:lnTo>
                    <a:lnTo>
                      <a:pt x="142" y="652"/>
                    </a:lnTo>
                    <a:lnTo>
                      <a:pt x="114" y="475"/>
                    </a:lnTo>
                    <a:lnTo>
                      <a:pt x="114" y="411"/>
                    </a:lnTo>
                    <a:lnTo>
                      <a:pt x="86" y="383"/>
                    </a:lnTo>
                    <a:lnTo>
                      <a:pt x="29" y="383"/>
                    </a:lnTo>
                    <a:cubicBezTo>
                      <a:pt x="86" y="383"/>
                      <a:pt x="86" y="383"/>
                      <a:pt x="114" y="355"/>
                    </a:cubicBezTo>
                    <a:lnTo>
                      <a:pt x="114" y="298"/>
                    </a:lnTo>
                    <a:lnTo>
                      <a:pt x="142" y="93"/>
                    </a:lnTo>
                    <a:lnTo>
                      <a:pt x="142" y="57"/>
                    </a:lnTo>
                    <a:lnTo>
                      <a:pt x="206" y="57"/>
                    </a:lnTo>
                    <a:lnTo>
                      <a:pt x="2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71"/>
              <p:cNvSpPr/>
              <p:nvPr/>
            </p:nvSpPr>
            <p:spPr>
              <a:xfrm>
                <a:off x="5041200" y="2316200"/>
                <a:ext cx="5325" cy="19125"/>
              </a:xfrm>
              <a:custGeom>
                <a:avLst/>
                <a:gdLst/>
                <a:ahLst/>
                <a:cxnLst/>
                <a:rect l="l" t="t" r="r" b="b"/>
                <a:pathLst>
                  <a:path w="213" h="765" extrusionOk="0">
                    <a:moveTo>
                      <a:pt x="149" y="1"/>
                    </a:moveTo>
                    <a:cubicBezTo>
                      <a:pt x="92" y="57"/>
                      <a:pt x="64" y="121"/>
                      <a:pt x="35" y="178"/>
                    </a:cubicBezTo>
                    <a:cubicBezTo>
                      <a:pt x="0" y="234"/>
                      <a:pt x="0" y="326"/>
                      <a:pt x="0" y="383"/>
                    </a:cubicBezTo>
                    <a:cubicBezTo>
                      <a:pt x="0" y="447"/>
                      <a:pt x="0" y="531"/>
                      <a:pt x="35" y="588"/>
                    </a:cubicBezTo>
                    <a:cubicBezTo>
                      <a:pt x="64" y="652"/>
                      <a:pt x="92" y="708"/>
                      <a:pt x="149" y="765"/>
                    </a:cubicBezTo>
                    <a:lnTo>
                      <a:pt x="212" y="765"/>
                    </a:lnTo>
                    <a:cubicBezTo>
                      <a:pt x="177" y="737"/>
                      <a:pt x="149" y="680"/>
                      <a:pt x="120" y="652"/>
                    </a:cubicBezTo>
                    <a:cubicBezTo>
                      <a:pt x="120" y="588"/>
                      <a:pt x="92" y="560"/>
                      <a:pt x="92" y="503"/>
                    </a:cubicBezTo>
                    <a:cubicBezTo>
                      <a:pt x="92" y="475"/>
                      <a:pt x="64" y="411"/>
                      <a:pt x="64" y="383"/>
                    </a:cubicBezTo>
                    <a:cubicBezTo>
                      <a:pt x="64" y="326"/>
                      <a:pt x="92" y="298"/>
                      <a:pt x="92" y="234"/>
                    </a:cubicBezTo>
                    <a:cubicBezTo>
                      <a:pt x="92" y="206"/>
                      <a:pt x="120" y="149"/>
                      <a:pt x="120" y="121"/>
                    </a:cubicBezTo>
                    <a:cubicBezTo>
                      <a:pt x="149" y="57"/>
                      <a:pt x="177" y="29"/>
                      <a:pt x="2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71"/>
              <p:cNvSpPr/>
              <p:nvPr/>
            </p:nvSpPr>
            <p:spPr>
              <a:xfrm>
                <a:off x="5048625" y="2321350"/>
                <a:ext cx="9575" cy="10450"/>
              </a:xfrm>
              <a:custGeom>
                <a:avLst/>
                <a:gdLst/>
                <a:ahLst/>
                <a:cxnLst/>
                <a:rect l="l" t="t" r="r" b="b"/>
                <a:pathLst>
                  <a:path w="383" h="418" extrusionOk="0">
                    <a:moveTo>
                      <a:pt x="382" y="0"/>
                    </a:moveTo>
                    <a:lnTo>
                      <a:pt x="0" y="177"/>
                    </a:lnTo>
                    <a:lnTo>
                      <a:pt x="0" y="241"/>
                    </a:lnTo>
                    <a:lnTo>
                      <a:pt x="382" y="417"/>
                    </a:lnTo>
                    <a:lnTo>
                      <a:pt x="382" y="354"/>
                    </a:lnTo>
                    <a:lnTo>
                      <a:pt x="57" y="205"/>
                    </a:lnTo>
                    <a:lnTo>
                      <a:pt x="382" y="64"/>
                    </a:lnTo>
                    <a:lnTo>
                      <a:pt x="3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71"/>
              <p:cNvSpPr/>
              <p:nvPr/>
            </p:nvSpPr>
            <p:spPr>
              <a:xfrm>
                <a:off x="5061875" y="2316925"/>
                <a:ext cx="8875" cy="14875"/>
              </a:xfrm>
              <a:custGeom>
                <a:avLst/>
                <a:gdLst/>
                <a:ahLst/>
                <a:cxnLst/>
                <a:rect l="l" t="t" r="r" b="b"/>
                <a:pathLst>
                  <a:path w="355" h="595" extrusionOk="0">
                    <a:moveTo>
                      <a:pt x="178" y="0"/>
                    </a:moveTo>
                    <a:cubicBezTo>
                      <a:pt x="178" y="28"/>
                      <a:pt x="149" y="28"/>
                      <a:pt x="121" y="64"/>
                    </a:cubicBezTo>
                    <a:lnTo>
                      <a:pt x="57" y="64"/>
                    </a:lnTo>
                    <a:cubicBezTo>
                      <a:pt x="29" y="92"/>
                      <a:pt x="29" y="92"/>
                      <a:pt x="1" y="92"/>
                    </a:cubicBezTo>
                    <a:lnTo>
                      <a:pt x="1" y="120"/>
                    </a:lnTo>
                    <a:lnTo>
                      <a:pt x="149" y="120"/>
                    </a:lnTo>
                    <a:lnTo>
                      <a:pt x="149" y="531"/>
                    </a:lnTo>
                    <a:lnTo>
                      <a:pt x="1" y="531"/>
                    </a:lnTo>
                    <a:lnTo>
                      <a:pt x="1" y="594"/>
                    </a:lnTo>
                    <a:lnTo>
                      <a:pt x="355" y="594"/>
                    </a:lnTo>
                    <a:lnTo>
                      <a:pt x="355" y="531"/>
                    </a:lnTo>
                    <a:lnTo>
                      <a:pt x="206" y="531"/>
                    </a:lnTo>
                    <a:lnTo>
                      <a:pt x="2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71"/>
              <p:cNvSpPr/>
              <p:nvPr/>
            </p:nvSpPr>
            <p:spPr>
              <a:xfrm>
                <a:off x="5076550" y="2316925"/>
                <a:ext cx="10475" cy="15575"/>
              </a:xfrm>
              <a:custGeom>
                <a:avLst/>
                <a:gdLst/>
                <a:ahLst/>
                <a:cxnLst/>
                <a:rect l="l" t="t" r="r" b="b"/>
                <a:pathLst>
                  <a:path w="419" h="623" extrusionOk="0">
                    <a:moveTo>
                      <a:pt x="213" y="64"/>
                    </a:moveTo>
                    <a:cubicBezTo>
                      <a:pt x="242" y="64"/>
                      <a:pt x="270" y="92"/>
                      <a:pt x="298" y="92"/>
                    </a:cubicBezTo>
                    <a:cubicBezTo>
                      <a:pt x="298" y="120"/>
                      <a:pt x="326" y="120"/>
                      <a:pt x="326" y="177"/>
                    </a:cubicBezTo>
                    <a:lnTo>
                      <a:pt x="326" y="297"/>
                    </a:lnTo>
                    <a:lnTo>
                      <a:pt x="326" y="326"/>
                    </a:lnTo>
                    <a:lnTo>
                      <a:pt x="326" y="446"/>
                    </a:lnTo>
                    <a:cubicBezTo>
                      <a:pt x="326" y="474"/>
                      <a:pt x="298" y="502"/>
                      <a:pt x="298" y="531"/>
                    </a:cubicBezTo>
                    <a:lnTo>
                      <a:pt x="150" y="531"/>
                    </a:lnTo>
                    <a:cubicBezTo>
                      <a:pt x="121" y="502"/>
                      <a:pt x="121" y="474"/>
                      <a:pt x="93" y="446"/>
                    </a:cubicBezTo>
                    <a:lnTo>
                      <a:pt x="93" y="326"/>
                    </a:lnTo>
                    <a:lnTo>
                      <a:pt x="93" y="297"/>
                    </a:lnTo>
                    <a:lnTo>
                      <a:pt x="93" y="177"/>
                    </a:lnTo>
                    <a:cubicBezTo>
                      <a:pt x="121" y="120"/>
                      <a:pt x="121" y="120"/>
                      <a:pt x="150" y="92"/>
                    </a:cubicBezTo>
                    <a:cubicBezTo>
                      <a:pt x="150" y="92"/>
                      <a:pt x="178" y="64"/>
                      <a:pt x="213" y="64"/>
                    </a:cubicBezTo>
                    <a:close/>
                    <a:moveTo>
                      <a:pt x="213" y="0"/>
                    </a:moveTo>
                    <a:cubicBezTo>
                      <a:pt x="178" y="0"/>
                      <a:pt x="150" y="0"/>
                      <a:pt x="121" y="28"/>
                    </a:cubicBezTo>
                    <a:cubicBezTo>
                      <a:pt x="121" y="28"/>
                      <a:pt x="93" y="28"/>
                      <a:pt x="65" y="64"/>
                    </a:cubicBezTo>
                    <a:cubicBezTo>
                      <a:pt x="65" y="92"/>
                      <a:pt x="36" y="120"/>
                      <a:pt x="36" y="149"/>
                    </a:cubicBezTo>
                    <a:cubicBezTo>
                      <a:pt x="36" y="205"/>
                      <a:pt x="1" y="241"/>
                      <a:pt x="1" y="297"/>
                    </a:cubicBezTo>
                    <a:cubicBezTo>
                      <a:pt x="1" y="354"/>
                      <a:pt x="36" y="418"/>
                      <a:pt x="36" y="446"/>
                    </a:cubicBezTo>
                    <a:cubicBezTo>
                      <a:pt x="36" y="502"/>
                      <a:pt x="65" y="531"/>
                      <a:pt x="65" y="531"/>
                    </a:cubicBezTo>
                    <a:cubicBezTo>
                      <a:pt x="93" y="559"/>
                      <a:pt x="121" y="594"/>
                      <a:pt x="121" y="594"/>
                    </a:cubicBezTo>
                    <a:cubicBezTo>
                      <a:pt x="150" y="594"/>
                      <a:pt x="178" y="623"/>
                      <a:pt x="213" y="623"/>
                    </a:cubicBezTo>
                    <a:cubicBezTo>
                      <a:pt x="242" y="623"/>
                      <a:pt x="270" y="594"/>
                      <a:pt x="298" y="594"/>
                    </a:cubicBezTo>
                    <a:cubicBezTo>
                      <a:pt x="326" y="594"/>
                      <a:pt x="355" y="559"/>
                      <a:pt x="355" y="531"/>
                    </a:cubicBezTo>
                    <a:cubicBezTo>
                      <a:pt x="390" y="531"/>
                      <a:pt x="390" y="502"/>
                      <a:pt x="418" y="446"/>
                    </a:cubicBezTo>
                    <a:lnTo>
                      <a:pt x="418" y="297"/>
                    </a:lnTo>
                    <a:lnTo>
                      <a:pt x="418" y="149"/>
                    </a:lnTo>
                    <a:cubicBezTo>
                      <a:pt x="390" y="120"/>
                      <a:pt x="390" y="92"/>
                      <a:pt x="355" y="64"/>
                    </a:cubicBezTo>
                    <a:cubicBezTo>
                      <a:pt x="355" y="28"/>
                      <a:pt x="326" y="28"/>
                      <a:pt x="298" y="28"/>
                    </a:cubicBezTo>
                    <a:cubicBezTo>
                      <a:pt x="270" y="0"/>
                      <a:pt x="242" y="0"/>
                      <a:pt x="2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71"/>
              <p:cNvSpPr/>
              <p:nvPr/>
            </p:nvSpPr>
            <p:spPr>
              <a:xfrm>
                <a:off x="5089125" y="2316925"/>
                <a:ext cx="10450" cy="15575"/>
              </a:xfrm>
              <a:custGeom>
                <a:avLst/>
                <a:gdLst/>
                <a:ahLst/>
                <a:cxnLst/>
                <a:rect l="l" t="t" r="r" b="b"/>
                <a:pathLst>
                  <a:path w="418" h="623" extrusionOk="0">
                    <a:moveTo>
                      <a:pt x="205" y="64"/>
                    </a:moveTo>
                    <a:cubicBezTo>
                      <a:pt x="241" y="64"/>
                      <a:pt x="269" y="92"/>
                      <a:pt x="269" y="92"/>
                    </a:cubicBezTo>
                    <a:cubicBezTo>
                      <a:pt x="297" y="120"/>
                      <a:pt x="297" y="120"/>
                      <a:pt x="326" y="177"/>
                    </a:cubicBezTo>
                    <a:lnTo>
                      <a:pt x="326" y="297"/>
                    </a:lnTo>
                    <a:lnTo>
                      <a:pt x="326" y="326"/>
                    </a:lnTo>
                    <a:lnTo>
                      <a:pt x="326" y="446"/>
                    </a:lnTo>
                    <a:cubicBezTo>
                      <a:pt x="297" y="474"/>
                      <a:pt x="297" y="502"/>
                      <a:pt x="269" y="531"/>
                    </a:cubicBezTo>
                    <a:lnTo>
                      <a:pt x="121" y="531"/>
                    </a:lnTo>
                    <a:cubicBezTo>
                      <a:pt x="121" y="502"/>
                      <a:pt x="92" y="474"/>
                      <a:pt x="92" y="446"/>
                    </a:cubicBezTo>
                    <a:lnTo>
                      <a:pt x="92" y="326"/>
                    </a:lnTo>
                    <a:lnTo>
                      <a:pt x="92" y="297"/>
                    </a:lnTo>
                    <a:lnTo>
                      <a:pt x="92" y="177"/>
                    </a:lnTo>
                    <a:cubicBezTo>
                      <a:pt x="92" y="120"/>
                      <a:pt x="121" y="120"/>
                      <a:pt x="121" y="92"/>
                    </a:cubicBezTo>
                    <a:cubicBezTo>
                      <a:pt x="149" y="92"/>
                      <a:pt x="177" y="64"/>
                      <a:pt x="205" y="64"/>
                    </a:cubicBezTo>
                    <a:close/>
                    <a:moveTo>
                      <a:pt x="205" y="0"/>
                    </a:moveTo>
                    <a:cubicBezTo>
                      <a:pt x="177" y="0"/>
                      <a:pt x="149" y="0"/>
                      <a:pt x="121" y="28"/>
                    </a:cubicBezTo>
                    <a:cubicBezTo>
                      <a:pt x="92" y="28"/>
                      <a:pt x="64" y="28"/>
                      <a:pt x="64" y="64"/>
                    </a:cubicBezTo>
                    <a:cubicBezTo>
                      <a:pt x="29" y="92"/>
                      <a:pt x="29" y="120"/>
                      <a:pt x="0" y="149"/>
                    </a:cubicBezTo>
                    <a:lnTo>
                      <a:pt x="0" y="297"/>
                    </a:lnTo>
                    <a:lnTo>
                      <a:pt x="0" y="446"/>
                    </a:lnTo>
                    <a:cubicBezTo>
                      <a:pt x="29" y="502"/>
                      <a:pt x="29" y="531"/>
                      <a:pt x="64" y="531"/>
                    </a:cubicBezTo>
                    <a:cubicBezTo>
                      <a:pt x="64" y="559"/>
                      <a:pt x="92" y="594"/>
                      <a:pt x="121" y="594"/>
                    </a:cubicBezTo>
                    <a:cubicBezTo>
                      <a:pt x="149" y="594"/>
                      <a:pt x="177" y="623"/>
                      <a:pt x="205" y="623"/>
                    </a:cubicBezTo>
                    <a:cubicBezTo>
                      <a:pt x="241" y="623"/>
                      <a:pt x="269" y="594"/>
                      <a:pt x="297" y="594"/>
                    </a:cubicBezTo>
                    <a:cubicBezTo>
                      <a:pt x="297" y="594"/>
                      <a:pt x="326" y="559"/>
                      <a:pt x="354" y="531"/>
                    </a:cubicBezTo>
                    <a:cubicBezTo>
                      <a:pt x="354" y="531"/>
                      <a:pt x="382" y="502"/>
                      <a:pt x="382" y="446"/>
                    </a:cubicBezTo>
                    <a:cubicBezTo>
                      <a:pt x="382" y="418"/>
                      <a:pt x="418" y="354"/>
                      <a:pt x="418" y="297"/>
                    </a:cubicBezTo>
                    <a:cubicBezTo>
                      <a:pt x="418" y="241"/>
                      <a:pt x="382" y="205"/>
                      <a:pt x="382" y="149"/>
                    </a:cubicBezTo>
                    <a:cubicBezTo>
                      <a:pt x="382" y="120"/>
                      <a:pt x="354" y="92"/>
                      <a:pt x="354" y="64"/>
                    </a:cubicBezTo>
                    <a:cubicBezTo>
                      <a:pt x="326" y="28"/>
                      <a:pt x="297" y="28"/>
                      <a:pt x="297" y="28"/>
                    </a:cubicBezTo>
                    <a:cubicBezTo>
                      <a:pt x="269" y="0"/>
                      <a:pt x="241" y="0"/>
                      <a:pt x="2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71"/>
              <p:cNvSpPr/>
              <p:nvPr/>
            </p:nvSpPr>
            <p:spPr>
              <a:xfrm>
                <a:off x="5106100" y="2316925"/>
                <a:ext cx="8875" cy="14875"/>
              </a:xfrm>
              <a:custGeom>
                <a:avLst/>
                <a:gdLst/>
                <a:ahLst/>
                <a:cxnLst/>
                <a:rect l="l" t="t" r="r" b="b"/>
                <a:pathLst>
                  <a:path w="355" h="595" extrusionOk="0">
                    <a:moveTo>
                      <a:pt x="177" y="0"/>
                    </a:moveTo>
                    <a:cubicBezTo>
                      <a:pt x="177" y="28"/>
                      <a:pt x="149" y="28"/>
                      <a:pt x="121" y="64"/>
                    </a:cubicBezTo>
                    <a:lnTo>
                      <a:pt x="57" y="64"/>
                    </a:lnTo>
                    <a:cubicBezTo>
                      <a:pt x="29" y="92"/>
                      <a:pt x="29" y="92"/>
                      <a:pt x="0" y="92"/>
                    </a:cubicBezTo>
                    <a:lnTo>
                      <a:pt x="0" y="120"/>
                    </a:lnTo>
                    <a:lnTo>
                      <a:pt x="149" y="120"/>
                    </a:lnTo>
                    <a:lnTo>
                      <a:pt x="149" y="531"/>
                    </a:lnTo>
                    <a:lnTo>
                      <a:pt x="0" y="531"/>
                    </a:lnTo>
                    <a:lnTo>
                      <a:pt x="0" y="594"/>
                    </a:lnTo>
                    <a:lnTo>
                      <a:pt x="354" y="594"/>
                    </a:lnTo>
                    <a:lnTo>
                      <a:pt x="354" y="531"/>
                    </a:lnTo>
                    <a:lnTo>
                      <a:pt x="206" y="531"/>
                    </a:lnTo>
                    <a:lnTo>
                      <a:pt x="2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71"/>
              <p:cNvSpPr/>
              <p:nvPr/>
            </p:nvSpPr>
            <p:spPr>
              <a:xfrm>
                <a:off x="5120775" y="2316925"/>
                <a:ext cx="10450" cy="15575"/>
              </a:xfrm>
              <a:custGeom>
                <a:avLst/>
                <a:gdLst/>
                <a:ahLst/>
                <a:cxnLst/>
                <a:rect l="l" t="t" r="r" b="b"/>
                <a:pathLst>
                  <a:path w="418" h="623" extrusionOk="0">
                    <a:moveTo>
                      <a:pt x="213" y="64"/>
                    </a:moveTo>
                    <a:cubicBezTo>
                      <a:pt x="241" y="64"/>
                      <a:pt x="269" y="92"/>
                      <a:pt x="298" y="92"/>
                    </a:cubicBezTo>
                    <a:cubicBezTo>
                      <a:pt x="298" y="120"/>
                      <a:pt x="326" y="120"/>
                      <a:pt x="326" y="177"/>
                    </a:cubicBezTo>
                    <a:lnTo>
                      <a:pt x="326" y="297"/>
                    </a:lnTo>
                    <a:lnTo>
                      <a:pt x="326" y="326"/>
                    </a:lnTo>
                    <a:lnTo>
                      <a:pt x="326" y="446"/>
                    </a:lnTo>
                    <a:cubicBezTo>
                      <a:pt x="326" y="474"/>
                      <a:pt x="298" y="502"/>
                      <a:pt x="298" y="531"/>
                    </a:cubicBezTo>
                    <a:lnTo>
                      <a:pt x="149" y="531"/>
                    </a:lnTo>
                    <a:cubicBezTo>
                      <a:pt x="121" y="502"/>
                      <a:pt x="121" y="474"/>
                      <a:pt x="93" y="446"/>
                    </a:cubicBezTo>
                    <a:lnTo>
                      <a:pt x="93" y="326"/>
                    </a:lnTo>
                    <a:lnTo>
                      <a:pt x="93" y="297"/>
                    </a:lnTo>
                    <a:lnTo>
                      <a:pt x="93" y="177"/>
                    </a:lnTo>
                    <a:cubicBezTo>
                      <a:pt x="121" y="120"/>
                      <a:pt x="121" y="120"/>
                      <a:pt x="149" y="92"/>
                    </a:cubicBezTo>
                    <a:cubicBezTo>
                      <a:pt x="149" y="92"/>
                      <a:pt x="177" y="64"/>
                      <a:pt x="213" y="64"/>
                    </a:cubicBezTo>
                    <a:close/>
                    <a:moveTo>
                      <a:pt x="213" y="0"/>
                    </a:moveTo>
                    <a:cubicBezTo>
                      <a:pt x="177" y="0"/>
                      <a:pt x="149" y="0"/>
                      <a:pt x="121" y="28"/>
                    </a:cubicBezTo>
                    <a:cubicBezTo>
                      <a:pt x="121" y="28"/>
                      <a:pt x="93" y="28"/>
                      <a:pt x="64" y="64"/>
                    </a:cubicBezTo>
                    <a:cubicBezTo>
                      <a:pt x="64" y="92"/>
                      <a:pt x="36" y="120"/>
                      <a:pt x="36" y="149"/>
                    </a:cubicBezTo>
                    <a:cubicBezTo>
                      <a:pt x="36" y="205"/>
                      <a:pt x="1" y="241"/>
                      <a:pt x="1" y="297"/>
                    </a:cubicBezTo>
                    <a:cubicBezTo>
                      <a:pt x="1" y="354"/>
                      <a:pt x="36" y="418"/>
                      <a:pt x="36" y="446"/>
                    </a:cubicBezTo>
                    <a:cubicBezTo>
                      <a:pt x="36" y="502"/>
                      <a:pt x="64" y="531"/>
                      <a:pt x="64" y="531"/>
                    </a:cubicBezTo>
                    <a:cubicBezTo>
                      <a:pt x="93" y="559"/>
                      <a:pt x="121" y="594"/>
                      <a:pt x="121" y="594"/>
                    </a:cubicBezTo>
                    <a:cubicBezTo>
                      <a:pt x="149" y="594"/>
                      <a:pt x="177" y="623"/>
                      <a:pt x="213" y="623"/>
                    </a:cubicBezTo>
                    <a:cubicBezTo>
                      <a:pt x="241" y="623"/>
                      <a:pt x="269" y="594"/>
                      <a:pt x="298" y="594"/>
                    </a:cubicBezTo>
                    <a:cubicBezTo>
                      <a:pt x="326" y="594"/>
                      <a:pt x="354" y="559"/>
                      <a:pt x="354" y="531"/>
                    </a:cubicBezTo>
                    <a:cubicBezTo>
                      <a:pt x="390" y="531"/>
                      <a:pt x="390" y="502"/>
                      <a:pt x="418" y="446"/>
                    </a:cubicBezTo>
                    <a:lnTo>
                      <a:pt x="418" y="297"/>
                    </a:lnTo>
                    <a:lnTo>
                      <a:pt x="418" y="149"/>
                    </a:lnTo>
                    <a:cubicBezTo>
                      <a:pt x="390" y="120"/>
                      <a:pt x="390" y="92"/>
                      <a:pt x="354" y="64"/>
                    </a:cubicBezTo>
                    <a:cubicBezTo>
                      <a:pt x="354" y="28"/>
                      <a:pt x="326" y="28"/>
                      <a:pt x="298" y="28"/>
                    </a:cubicBezTo>
                    <a:cubicBezTo>
                      <a:pt x="269" y="0"/>
                      <a:pt x="241" y="0"/>
                      <a:pt x="2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71"/>
              <p:cNvSpPr/>
              <p:nvPr/>
            </p:nvSpPr>
            <p:spPr>
              <a:xfrm>
                <a:off x="5133325" y="2316925"/>
                <a:ext cx="10475" cy="15575"/>
              </a:xfrm>
              <a:custGeom>
                <a:avLst/>
                <a:gdLst/>
                <a:ahLst/>
                <a:cxnLst/>
                <a:rect l="l" t="t" r="r" b="b"/>
                <a:pathLst>
                  <a:path w="419" h="623" extrusionOk="0">
                    <a:moveTo>
                      <a:pt x="206" y="64"/>
                    </a:moveTo>
                    <a:cubicBezTo>
                      <a:pt x="241" y="64"/>
                      <a:pt x="270" y="92"/>
                      <a:pt x="270" y="92"/>
                    </a:cubicBezTo>
                    <a:cubicBezTo>
                      <a:pt x="298" y="120"/>
                      <a:pt x="298" y="120"/>
                      <a:pt x="326" y="177"/>
                    </a:cubicBezTo>
                    <a:lnTo>
                      <a:pt x="326" y="297"/>
                    </a:lnTo>
                    <a:lnTo>
                      <a:pt x="326" y="326"/>
                    </a:lnTo>
                    <a:lnTo>
                      <a:pt x="326" y="446"/>
                    </a:lnTo>
                    <a:cubicBezTo>
                      <a:pt x="298" y="474"/>
                      <a:pt x="298" y="502"/>
                      <a:pt x="270" y="531"/>
                    </a:cubicBezTo>
                    <a:lnTo>
                      <a:pt x="121" y="531"/>
                    </a:lnTo>
                    <a:cubicBezTo>
                      <a:pt x="121" y="502"/>
                      <a:pt x="93" y="474"/>
                      <a:pt x="93" y="446"/>
                    </a:cubicBezTo>
                    <a:lnTo>
                      <a:pt x="93" y="326"/>
                    </a:lnTo>
                    <a:lnTo>
                      <a:pt x="93" y="297"/>
                    </a:lnTo>
                    <a:lnTo>
                      <a:pt x="93" y="177"/>
                    </a:lnTo>
                    <a:cubicBezTo>
                      <a:pt x="93" y="120"/>
                      <a:pt x="121" y="120"/>
                      <a:pt x="121" y="92"/>
                    </a:cubicBezTo>
                    <a:cubicBezTo>
                      <a:pt x="149" y="92"/>
                      <a:pt x="178" y="64"/>
                      <a:pt x="206" y="64"/>
                    </a:cubicBezTo>
                    <a:close/>
                    <a:moveTo>
                      <a:pt x="206" y="0"/>
                    </a:moveTo>
                    <a:cubicBezTo>
                      <a:pt x="178" y="0"/>
                      <a:pt x="149" y="0"/>
                      <a:pt x="121" y="28"/>
                    </a:cubicBezTo>
                    <a:cubicBezTo>
                      <a:pt x="93" y="28"/>
                      <a:pt x="65" y="28"/>
                      <a:pt x="65" y="64"/>
                    </a:cubicBezTo>
                    <a:cubicBezTo>
                      <a:pt x="29" y="92"/>
                      <a:pt x="29" y="120"/>
                      <a:pt x="1" y="149"/>
                    </a:cubicBezTo>
                    <a:lnTo>
                      <a:pt x="1" y="297"/>
                    </a:lnTo>
                    <a:lnTo>
                      <a:pt x="1" y="446"/>
                    </a:lnTo>
                    <a:cubicBezTo>
                      <a:pt x="29" y="502"/>
                      <a:pt x="29" y="531"/>
                      <a:pt x="65" y="531"/>
                    </a:cubicBezTo>
                    <a:cubicBezTo>
                      <a:pt x="65" y="559"/>
                      <a:pt x="93" y="594"/>
                      <a:pt x="121" y="594"/>
                    </a:cubicBezTo>
                    <a:cubicBezTo>
                      <a:pt x="149" y="594"/>
                      <a:pt x="178" y="623"/>
                      <a:pt x="206" y="623"/>
                    </a:cubicBezTo>
                    <a:cubicBezTo>
                      <a:pt x="241" y="623"/>
                      <a:pt x="270" y="594"/>
                      <a:pt x="298" y="594"/>
                    </a:cubicBezTo>
                    <a:cubicBezTo>
                      <a:pt x="298" y="594"/>
                      <a:pt x="326" y="559"/>
                      <a:pt x="355" y="531"/>
                    </a:cubicBezTo>
                    <a:cubicBezTo>
                      <a:pt x="355" y="531"/>
                      <a:pt x="383" y="502"/>
                      <a:pt x="383" y="446"/>
                    </a:cubicBezTo>
                    <a:cubicBezTo>
                      <a:pt x="383" y="418"/>
                      <a:pt x="418" y="354"/>
                      <a:pt x="418" y="297"/>
                    </a:cubicBezTo>
                    <a:cubicBezTo>
                      <a:pt x="418" y="241"/>
                      <a:pt x="383" y="205"/>
                      <a:pt x="383" y="149"/>
                    </a:cubicBezTo>
                    <a:cubicBezTo>
                      <a:pt x="383" y="120"/>
                      <a:pt x="355" y="92"/>
                      <a:pt x="355" y="64"/>
                    </a:cubicBezTo>
                    <a:cubicBezTo>
                      <a:pt x="326" y="28"/>
                      <a:pt x="298" y="28"/>
                      <a:pt x="298" y="28"/>
                    </a:cubicBezTo>
                    <a:cubicBezTo>
                      <a:pt x="270" y="0"/>
                      <a:pt x="241" y="0"/>
                      <a:pt x="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71"/>
              <p:cNvSpPr/>
              <p:nvPr/>
            </p:nvSpPr>
            <p:spPr>
              <a:xfrm>
                <a:off x="5145175" y="2316925"/>
                <a:ext cx="10300" cy="15575"/>
              </a:xfrm>
              <a:custGeom>
                <a:avLst/>
                <a:gdLst/>
                <a:ahLst/>
                <a:cxnLst/>
                <a:rect l="l" t="t" r="r" b="b"/>
                <a:pathLst>
                  <a:path w="412" h="623" extrusionOk="0">
                    <a:moveTo>
                      <a:pt x="206" y="64"/>
                    </a:moveTo>
                    <a:cubicBezTo>
                      <a:pt x="234" y="64"/>
                      <a:pt x="263" y="92"/>
                      <a:pt x="298" y="92"/>
                    </a:cubicBezTo>
                    <a:cubicBezTo>
                      <a:pt x="298" y="120"/>
                      <a:pt x="326" y="120"/>
                      <a:pt x="326" y="177"/>
                    </a:cubicBezTo>
                    <a:lnTo>
                      <a:pt x="326" y="297"/>
                    </a:lnTo>
                    <a:lnTo>
                      <a:pt x="326" y="326"/>
                    </a:lnTo>
                    <a:lnTo>
                      <a:pt x="326" y="446"/>
                    </a:lnTo>
                    <a:cubicBezTo>
                      <a:pt x="326" y="474"/>
                      <a:pt x="298" y="502"/>
                      <a:pt x="298" y="531"/>
                    </a:cubicBezTo>
                    <a:lnTo>
                      <a:pt x="149" y="531"/>
                    </a:lnTo>
                    <a:cubicBezTo>
                      <a:pt x="121" y="502"/>
                      <a:pt x="121" y="474"/>
                      <a:pt x="86" y="446"/>
                    </a:cubicBezTo>
                    <a:lnTo>
                      <a:pt x="86" y="326"/>
                    </a:lnTo>
                    <a:lnTo>
                      <a:pt x="86" y="297"/>
                    </a:lnTo>
                    <a:lnTo>
                      <a:pt x="86" y="177"/>
                    </a:lnTo>
                    <a:cubicBezTo>
                      <a:pt x="121" y="120"/>
                      <a:pt x="121" y="120"/>
                      <a:pt x="149" y="92"/>
                    </a:cubicBezTo>
                    <a:cubicBezTo>
                      <a:pt x="149" y="92"/>
                      <a:pt x="178" y="64"/>
                      <a:pt x="206" y="64"/>
                    </a:cubicBezTo>
                    <a:close/>
                    <a:moveTo>
                      <a:pt x="206" y="0"/>
                    </a:moveTo>
                    <a:cubicBezTo>
                      <a:pt x="178" y="0"/>
                      <a:pt x="149" y="0"/>
                      <a:pt x="121" y="28"/>
                    </a:cubicBezTo>
                    <a:cubicBezTo>
                      <a:pt x="121" y="28"/>
                      <a:pt x="86" y="28"/>
                      <a:pt x="57" y="64"/>
                    </a:cubicBezTo>
                    <a:cubicBezTo>
                      <a:pt x="57" y="92"/>
                      <a:pt x="29" y="120"/>
                      <a:pt x="29" y="149"/>
                    </a:cubicBezTo>
                    <a:cubicBezTo>
                      <a:pt x="29" y="205"/>
                      <a:pt x="1" y="241"/>
                      <a:pt x="1" y="297"/>
                    </a:cubicBezTo>
                    <a:cubicBezTo>
                      <a:pt x="1" y="354"/>
                      <a:pt x="29" y="418"/>
                      <a:pt x="29" y="446"/>
                    </a:cubicBezTo>
                    <a:cubicBezTo>
                      <a:pt x="29" y="502"/>
                      <a:pt x="57" y="531"/>
                      <a:pt x="57" y="531"/>
                    </a:cubicBezTo>
                    <a:cubicBezTo>
                      <a:pt x="86" y="559"/>
                      <a:pt x="121" y="594"/>
                      <a:pt x="121" y="594"/>
                    </a:cubicBezTo>
                    <a:cubicBezTo>
                      <a:pt x="149" y="594"/>
                      <a:pt x="178" y="623"/>
                      <a:pt x="206" y="623"/>
                    </a:cubicBezTo>
                    <a:cubicBezTo>
                      <a:pt x="234" y="623"/>
                      <a:pt x="263" y="594"/>
                      <a:pt x="298" y="594"/>
                    </a:cubicBezTo>
                    <a:cubicBezTo>
                      <a:pt x="326" y="594"/>
                      <a:pt x="355" y="559"/>
                      <a:pt x="355" y="531"/>
                    </a:cubicBezTo>
                    <a:cubicBezTo>
                      <a:pt x="383" y="531"/>
                      <a:pt x="383" y="502"/>
                      <a:pt x="411" y="446"/>
                    </a:cubicBezTo>
                    <a:lnTo>
                      <a:pt x="411" y="297"/>
                    </a:lnTo>
                    <a:lnTo>
                      <a:pt x="411" y="149"/>
                    </a:lnTo>
                    <a:cubicBezTo>
                      <a:pt x="383" y="120"/>
                      <a:pt x="383" y="92"/>
                      <a:pt x="355" y="64"/>
                    </a:cubicBezTo>
                    <a:cubicBezTo>
                      <a:pt x="355" y="28"/>
                      <a:pt x="326" y="28"/>
                      <a:pt x="298" y="28"/>
                    </a:cubicBezTo>
                    <a:cubicBezTo>
                      <a:pt x="263" y="0"/>
                      <a:pt x="234" y="0"/>
                      <a:pt x="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71"/>
              <p:cNvSpPr/>
              <p:nvPr/>
            </p:nvSpPr>
            <p:spPr>
              <a:xfrm>
                <a:off x="5162875" y="2321350"/>
                <a:ext cx="10275" cy="10450"/>
              </a:xfrm>
              <a:custGeom>
                <a:avLst/>
                <a:gdLst/>
                <a:ahLst/>
                <a:cxnLst/>
                <a:rect l="l" t="t" r="r" b="b"/>
                <a:pathLst>
                  <a:path w="411" h="418" extrusionOk="0">
                    <a:moveTo>
                      <a:pt x="0" y="0"/>
                    </a:moveTo>
                    <a:lnTo>
                      <a:pt x="0" y="64"/>
                    </a:lnTo>
                    <a:lnTo>
                      <a:pt x="354" y="205"/>
                    </a:lnTo>
                    <a:lnTo>
                      <a:pt x="0" y="354"/>
                    </a:lnTo>
                    <a:lnTo>
                      <a:pt x="0" y="417"/>
                    </a:lnTo>
                    <a:lnTo>
                      <a:pt x="411" y="241"/>
                    </a:lnTo>
                    <a:lnTo>
                      <a:pt x="411" y="177"/>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71"/>
              <p:cNvSpPr/>
              <p:nvPr/>
            </p:nvSpPr>
            <p:spPr>
              <a:xfrm>
                <a:off x="5176125" y="2321350"/>
                <a:ext cx="10300" cy="10450"/>
              </a:xfrm>
              <a:custGeom>
                <a:avLst/>
                <a:gdLst/>
                <a:ahLst/>
                <a:cxnLst/>
                <a:rect l="l" t="t" r="r" b="b"/>
                <a:pathLst>
                  <a:path w="412" h="418" extrusionOk="0">
                    <a:moveTo>
                      <a:pt x="1" y="0"/>
                    </a:moveTo>
                    <a:lnTo>
                      <a:pt x="1" y="64"/>
                    </a:lnTo>
                    <a:lnTo>
                      <a:pt x="355" y="205"/>
                    </a:lnTo>
                    <a:lnTo>
                      <a:pt x="1" y="354"/>
                    </a:lnTo>
                    <a:lnTo>
                      <a:pt x="1" y="417"/>
                    </a:lnTo>
                    <a:lnTo>
                      <a:pt x="411" y="241"/>
                    </a:lnTo>
                    <a:lnTo>
                      <a:pt x="411" y="17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71"/>
              <p:cNvSpPr/>
              <p:nvPr/>
            </p:nvSpPr>
            <p:spPr>
              <a:xfrm>
                <a:off x="5188700" y="2316200"/>
                <a:ext cx="5150" cy="19125"/>
              </a:xfrm>
              <a:custGeom>
                <a:avLst/>
                <a:gdLst/>
                <a:ahLst/>
                <a:cxnLst/>
                <a:rect l="l" t="t" r="r" b="b"/>
                <a:pathLst>
                  <a:path w="206" h="765" extrusionOk="0">
                    <a:moveTo>
                      <a:pt x="0" y="1"/>
                    </a:moveTo>
                    <a:cubicBezTo>
                      <a:pt x="28" y="29"/>
                      <a:pt x="28" y="93"/>
                      <a:pt x="57" y="121"/>
                    </a:cubicBezTo>
                    <a:cubicBezTo>
                      <a:pt x="85" y="149"/>
                      <a:pt x="85" y="206"/>
                      <a:pt x="113" y="234"/>
                    </a:cubicBezTo>
                    <a:lnTo>
                      <a:pt x="113" y="383"/>
                    </a:lnTo>
                    <a:lnTo>
                      <a:pt x="113" y="531"/>
                    </a:lnTo>
                    <a:cubicBezTo>
                      <a:pt x="85" y="560"/>
                      <a:pt x="85" y="623"/>
                      <a:pt x="57" y="652"/>
                    </a:cubicBezTo>
                    <a:cubicBezTo>
                      <a:pt x="28" y="680"/>
                      <a:pt x="28" y="737"/>
                      <a:pt x="0" y="765"/>
                    </a:cubicBezTo>
                    <a:lnTo>
                      <a:pt x="57" y="765"/>
                    </a:lnTo>
                    <a:cubicBezTo>
                      <a:pt x="85" y="708"/>
                      <a:pt x="149" y="652"/>
                      <a:pt x="149" y="588"/>
                    </a:cubicBezTo>
                    <a:cubicBezTo>
                      <a:pt x="177" y="531"/>
                      <a:pt x="205" y="447"/>
                      <a:pt x="205" y="383"/>
                    </a:cubicBezTo>
                    <a:cubicBezTo>
                      <a:pt x="205" y="326"/>
                      <a:pt x="177" y="234"/>
                      <a:pt x="149" y="178"/>
                    </a:cubicBezTo>
                    <a:cubicBezTo>
                      <a:pt x="149" y="121"/>
                      <a:pt x="85" y="57"/>
                      <a:pt x="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71"/>
              <p:cNvSpPr/>
              <p:nvPr/>
            </p:nvSpPr>
            <p:spPr>
              <a:xfrm>
                <a:off x="5195950" y="2316200"/>
                <a:ext cx="6025" cy="19125"/>
              </a:xfrm>
              <a:custGeom>
                <a:avLst/>
                <a:gdLst/>
                <a:ahLst/>
                <a:cxnLst/>
                <a:rect l="l" t="t" r="r" b="b"/>
                <a:pathLst>
                  <a:path w="241" h="765" extrusionOk="0">
                    <a:moveTo>
                      <a:pt x="0" y="1"/>
                    </a:moveTo>
                    <a:lnTo>
                      <a:pt x="0" y="57"/>
                    </a:lnTo>
                    <a:lnTo>
                      <a:pt x="64" y="57"/>
                    </a:lnTo>
                    <a:lnTo>
                      <a:pt x="92" y="93"/>
                    </a:lnTo>
                    <a:lnTo>
                      <a:pt x="92" y="298"/>
                    </a:lnTo>
                    <a:lnTo>
                      <a:pt x="92" y="326"/>
                    </a:lnTo>
                    <a:lnTo>
                      <a:pt x="120" y="355"/>
                    </a:lnTo>
                    <a:cubicBezTo>
                      <a:pt x="149" y="383"/>
                      <a:pt x="149" y="383"/>
                      <a:pt x="177" y="383"/>
                    </a:cubicBezTo>
                    <a:cubicBezTo>
                      <a:pt x="149" y="383"/>
                      <a:pt x="120" y="383"/>
                      <a:pt x="120" y="411"/>
                    </a:cubicBezTo>
                    <a:cubicBezTo>
                      <a:pt x="92" y="411"/>
                      <a:pt x="92" y="447"/>
                      <a:pt x="92" y="475"/>
                    </a:cubicBezTo>
                    <a:lnTo>
                      <a:pt x="92" y="652"/>
                    </a:lnTo>
                    <a:cubicBezTo>
                      <a:pt x="92" y="680"/>
                      <a:pt x="92" y="680"/>
                      <a:pt x="64" y="708"/>
                    </a:cubicBezTo>
                    <a:lnTo>
                      <a:pt x="0" y="708"/>
                    </a:lnTo>
                    <a:lnTo>
                      <a:pt x="0" y="765"/>
                    </a:lnTo>
                    <a:lnTo>
                      <a:pt x="64" y="765"/>
                    </a:lnTo>
                    <a:cubicBezTo>
                      <a:pt x="92" y="765"/>
                      <a:pt x="92" y="737"/>
                      <a:pt x="120" y="737"/>
                    </a:cubicBezTo>
                    <a:lnTo>
                      <a:pt x="149" y="708"/>
                    </a:lnTo>
                    <a:lnTo>
                      <a:pt x="149" y="652"/>
                    </a:lnTo>
                    <a:lnTo>
                      <a:pt x="149" y="475"/>
                    </a:lnTo>
                    <a:cubicBezTo>
                      <a:pt x="149" y="447"/>
                      <a:pt x="149" y="447"/>
                      <a:pt x="177" y="447"/>
                    </a:cubicBezTo>
                    <a:lnTo>
                      <a:pt x="177" y="411"/>
                    </a:lnTo>
                    <a:lnTo>
                      <a:pt x="241" y="411"/>
                    </a:lnTo>
                    <a:lnTo>
                      <a:pt x="241" y="355"/>
                    </a:lnTo>
                    <a:lnTo>
                      <a:pt x="177" y="355"/>
                    </a:lnTo>
                    <a:lnTo>
                      <a:pt x="177" y="326"/>
                    </a:lnTo>
                    <a:cubicBezTo>
                      <a:pt x="149" y="326"/>
                      <a:pt x="149" y="298"/>
                      <a:pt x="149" y="298"/>
                    </a:cubicBezTo>
                    <a:lnTo>
                      <a:pt x="149" y="121"/>
                    </a:lnTo>
                    <a:lnTo>
                      <a:pt x="149" y="57"/>
                    </a:lnTo>
                    <a:cubicBezTo>
                      <a:pt x="149" y="29"/>
                      <a:pt x="120" y="29"/>
                      <a:pt x="120" y="29"/>
                    </a:cubicBezTo>
                    <a:cubicBezTo>
                      <a:pt x="92" y="29"/>
                      <a:pt x="92" y="1"/>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71"/>
              <p:cNvSpPr/>
              <p:nvPr/>
            </p:nvSpPr>
            <p:spPr>
              <a:xfrm>
                <a:off x="5028800" y="2461400"/>
                <a:ext cx="5175" cy="19125"/>
              </a:xfrm>
              <a:custGeom>
                <a:avLst/>
                <a:gdLst/>
                <a:ahLst/>
                <a:cxnLst/>
                <a:rect l="l" t="t" r="r" b="b"/>
                <a:pathLst>
                  <a:path w="207" h="765" extrusionOk="0">
                    <a:moveTo>
                      <a:pt x="142" y="1"/>
                    </a:moveTo>
                    <a:lnTo>
                      <a:pt x="114" y="29"/>
                    </a:lnTo>
                    <a:cubicBezTo>
                      <a:pt x="86" y="29"/>
                      <a:pt x="86" y="58"/>
                      <a:pt x="86" y="58"/>
                    </a:cubicBezTo>
                    <a:cubicBezTo>
                      <a:pt x="58" y="86"/>
                      <a:pt x="58" y="86"/>
                      <a:pt x="58" y="121"/>
                    </a:cubicBezTo>
                    <a:lnTo>
                      <a:pt x="58" y="298"/>
                    </a:lnTo>
                    <a:lnTo>
                      <a:pt x="58" y="326"/>
                    </a:lnTo>
                    <a:lnTo>
                      <a:pt x="29" y="355"/>
                    </a:lnTo>
                    <a:lnTo>
                      <a:pt x="1" y="355"/>
                    </a:lnTo>
                    <a:lnTo>
                      <a:pt x="1" y="411"/>
                    </a:lnTo>
                    <a:lnTo>
                      <a:pt x="29" y="411"/>
                    </a:lnTo>
                    <a:cubicBezTo>
                      <a:pt x="29" y="440"/>
                      <a:pt x="58" y="440"/>
                      <a:pt x="58" y="440"/>
                    </a:cubicBezTo>
                    <a:lnTo>
                      <a:pt x="58" y="475"/>
                    </a:lnTo>
                    <a:lnTo>
                      <a:pt x="58" y="652"/>
                    </a:lnTo>
                    <a:cubicBezTo>
                      <a:pt x="58" y="680"/>
                      <a:pt x="58" y="708"/>
                      <a:pt x="86" y="708"/>
                    </a:cubicBezTo>
                    <a:cubicBezTo>
                      <a:pt x="86" y="737"/>
                      <a:pt x="86" y="737"/>
                      <a:pt x="114" y="737"/>
                    </a:cubicBezTo>
                    <a:lnTo>
                      <a:pt x="142" y="765"/>
                    </a:lnTo>
                    <a:lnTo>
                      <a:pt x="206" y="765"/>
                    </a:lnTo>
                    <a:lnTo>
                      <a:pt x="206" y="708"/>
                    </a:lnTo>
                    <a:lnTo>
                      <a:pt x="142" y="708"/>
                    </a:lnTo>
                    <a:lnTo>
                      <a:pt x="142" y="680"/>
                    </a:lnTo>
                    <a:lnTo>
                      <a:pt x="114" y="475"/>
                    </a:lnTo>
                    <a:lnTo>
                      <a:pt x="114" y="440"/>
                    </a:lnTo>
                    <a:cubicBezTo>
                      <a:pt x="114" y="411"/>
                      <a:pt x="114" y="411"/>
                      <a:pt x="86" y="411"/>
                    </a:cubicBezTo>
                    <a:cubicBezTo>
                      <a:pt x="86" y="383"/>
                      <a:pt x="58" y="383"/>
                      <a:pt x="29" y="383"/>
                    </a:cubicBezTo>
                    <a:cubicBezTo>
                      <a:pt x="86" y="383"/>
                      <a:pt x="86" y="383"/>
                      <a:pt x="114" y="355"/>
                    </a:cubicBezTo>
                    <a:lnTo>
                      <a:pt x="114" y="298"/>
                    </a:lnTo>
                    <a:lnTo>
                      <a:pt x="142" y="121"/>
                    </a:lnTo>
                    <a:lnTo>
                      <a:pt x="142" y="58"/>
                    </a:lnTo>
                    <a:lnTo>
                      <a:pt x="206" y="58"/>
                    </a:lnTo>
                    <a:lnTo>
                      <a:pt x="2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71"/>
              <p:cNvSpPr/>
              <p:nvPr/>
            </p:nvSpPr>
            <p:spPr>
              <a:xfrm>
                <a:off x="5041200" y="2461400"/>
                <a:ext cx="5325" cy="19125"/>
              </a:xfrm>
              <a:custGeom>
                <a:avLst/>
                <a:gdLst/>
                <a:ahLst/>
                <a:cxnLst/>
                <a:rect l="l" t="t" r="r" b="b"/>
                <a:pathLst>
                  <a:path w="213" h="765" extrusionOk="0">
                    <a:moveTo>
                      <a:pt x="149" y="1"/>
                    </a:moveTo>
                    <a:cubicBezTo>
                      <a:pt x="92" y="58"/>
                      <a:pt x="64" y="121"/>
                      <a:pt x="35" y="178"/>
                    </a:cubicBezTo>
                    <a:cubicBezTo>
                      <a:pt x="0" y="234"/>
                      <a:pt x="0" y="326"/>
                      <a:pt x="0" y="383"/>
                    </a:cubicBezTo>
                    <a:cubicBezTo>
                      <a:pt x="0" y="440"/>
                      <a:pt x="0" y="532"/>
                      <a:pt x="35" y="588"/>
                    </a:cubicBezTo>
                    <a:cubicBezTo>
                      <a:pt x="64" y="652"/>
                      <a:pt x="92" y="708"/>
                      <a:pt x="149" y="765"/>
                    </a:cubicBezTo>
                    <a:lnTo>
                      <a:pt x="212" y="765"/>
                    </a:lnTo>
                    <a:cubicBezTo>
                      <a:pt x="177" y="737"/>
                      <a:pt x="149" y="680"/>
                      <a:pt x="120" y="652"/>
                    </a:cubicBezTo>
                    <a:cubicBezTo>
                      <a:pt x="120" y="616"/>
                      <a:pt x="92" y="560"/>
                      <a:pt x="92" y="532"/>
                    </a:cubicBezTo>
                    <a:cubicBezTo>
                      <a:pt x="92" y="475"/>
                      <a:pt x="64" y="440"/>
                      <a:pt x="64" y="383"/>
                    </a:cubicBezTo>
                    <a:cubicBezTo>
                      <a:pt x="64" y="326"/>
                      <a:pt x="92" y="298"/>
                      <a:pt x="92" y="234"/>
                    </a:cubicBezTo>
                    <a:cubicBezTo>
                      <a:pt x="92" y="206"/>
                      <a:pt x="120" y="150"/>
                      <a:pt x="120" y="121"/>
                    </a:cubicBezTo>
                    <a:cubicBezTo>
                      <a:pt x="149" y="86"/>
                      <a:pt x="177" y="29"/>
                      <a:pt x="2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71"/>
              <p:cNvSpPr/>
              <p:nvPr/>
            </p:nvSpPr>
            <p:spPr>
              <a:xfrm>
                <a:off x="5048625" y="2466550"/>
                <a:ext cx="9575" cy="10275"/>
              </a:xfrm>
              <a:custGeom>
                <a:avLst/>
                <a:gdLst/>
                <a:ahLst/>
                <a:cxnLst/>
                <a:rect l="l" t="t" r="r" b="b"/>
                <a:pathLst>
                  <a:path w="383" h="411" extrusionOk="0">
                    <a:moveTo>
                      <a:pt x="382" y="0"/>
                    </a:moveTo>
                    <a:lnTo>
                      <a:pt x="0" y="177"/>
                    </a:lnTo>
                    <a:lnTo>
                      <a:pt x="0" y="234"/>
                    </a:lnTo>
                    <a:lnTo>
                      <a:pt x="382" y="410"/>
                    </a:lnTo>
                    <a:lnTo>
                      <a:pt x="382" y="354"/>
                    </a:lnTo>
                    <a:lnTo>
                      <a:pt x="57" y="205"/>
                    </a:lnTo>
                    <a:lnTo>
                      <a:pt x="382" y="57"/>
                    </a:lnTo>
                    <a:lnTo>
                      <a:pt x="3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71"/>
              <p:cNvSpPr/>
              <p:nvPr/>
            </p:nvSpPr>
            <p:spPr>
              <a:xfrm>
                <a:off x="5061875" y="2462825"/>
                <a:ext cx="8875" cy="14000"/>
              </a:xfrm>
              <a:custGeom>
                <a:avLst/>
                <a:gdLst/>
                <a:ahLst/>
                <a:cxnLst/>
                <a:rect l="l" t="t" r="r" b="b"/>
                <a:pathLst>
                  <a:path w="355" h="560" extrusionOk="0">
                    <a:moveTo>
                      <a:pt x="178" y="1"/>
                    </a:moveTo>
                    <a:cubicBezTo>
                      <a:pt x="178" y="1"/>
                      <a:pt x="149" y="29"/>
                      <a:pt x="121" y="29"/>
                    </a:cubicBezTo>
                    <a:cubicBezTo>
                      <a:pt x="121" y="29"/>
                      <a:pt x="93" y="29"/>
                      <a:pt x="57" y="64"/>
                    </a:cubicBezTo>
                    <a:lnTo>
                      <a:pt x="1" y="64"/>
                    </a:lnTo>
                    <a:lnTo>
                      <a:pt x="1" y="121"/>
                    </a:lnTo>
                    <a:lnTo>
                      <a:pt x="149" y="121"/>
                    </a:lnTo>
                    <a:lnTo>
                      <a:pt x="149" y="503"/>
                    </a:lnTo>
                    <a:lnTo>
                      <a:pt x="1" y="503"/>
                    </a:lnTo>
                    <a:lnTo>
                      <a:pt x="1" y="559"/>
                    </a:lnTo>
                    <a:lnTo>
                      <a:pt x="355" y="559"/>
                    </a:lnTo>
                    <a:lnTo>
                      <a:pt x="355" y="503"/>
                    </a:lnTo>
                    <a:lnTo>
                      <a:pt x="206" y="503"/>
                    </a:lnTo>
                    <a:lnTo>
                      <a:pt x="2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71"/>
              <p:cNvSpPr/>
              <p:nvPr/>
            </p:nvSpPr>
            <p:spPr>
              <a:xfrm>
                <a:off x="5076550" y="2462125"/>
                <a:ext cx="10475" cy="15575"/>
              </a:xfrm>
              <a:custGeom>
                <a:avLst/>
                <a:gdLst/>
                <a:ahLst/>
                <a:cxnLst/>
                <a:rect l="l" t="t" r="r" b="b"/>
                <a:pathLst>
                  <a:path w="419" h="623" extrusionOk="0">
                    <a:moveTo>
                      <a:pt x="213" y="57"/>
                    </a:moveTo>
                    <a:cubicBezTo>
                      <a:pt x="242" y="57"/>
                      <a:pt x="270" y="92"/>
                      <a:pt x="298" y="92"/>
                    </a:cubicBezTo>
                    <a:cubicBezTo>
                      <a:pt x="298" y="121"/>
                      <a:pt x="326" y="149"/>
                      <a:pt x="326" y="177"/>
                    </a:cubicBezTo>
                    <a:lnTo>
                      <a:pt x="326" y="297"/>
                    </a:lnTo>
                    <a:lnTo>
                      <a:pt x="326" y="326"/>
                    </a:lnTo>
                    <a:lnTo>
                      <a:pt x="326" y="446"/>
                    </a:lnTo>
                    <a:cubicBezTo>
                      <a:pt x="326" y="474"/>
                      <a:pt x="298" y="503"/>
                      <a:pt x="298" y="531"/>
                    </a:cubicBezTo>
                    <a:cubicBezTo>
                      <a:pt x="270" y="531"/>
                      <a:pt x="242" y="559"/>
                      <a:pt x="213" y="559"/>
                    </a:cubicBezTo>
                    <a:cubicBezTo>
                      <a:pt x="178" y="559"/>
                      <a:pt x="150" y="531"/>
                      <a:pt x="150" y="531"/>
                    </a:cubicBezTo>
                    <a:cubicBezTo>
                      <a:pt x="121" y="503"/>
                      <a:pt x="121" y="474"/>
                      <a:pt x="93" y="446"/>
                    </a:cubicBezTo>
                    <a:lnTo>
                      <a:pt x="93" y="326"/>
                    </a:lnTo>
                    <a:lnTo>
                      <a:pt x="93" y="297"/>
                    </a:lnTo>
                    <a:lnTo>
                      <a:pt x="93" y="177"/>
                    </a:lnTo>
                    <a:cubicBezTo>
                      <a:pt x="121" y="149"/>
                      <a:pt x="121" y="121"/>
                      <a:pt x="150" y="92"/>
                    </a:cubicBezTo>
                    <a:cubicBezTo>
                      <a:pt x="150" y="92"/>
                      <a:pt x="178" y="57"/>
                      <a:pt x="213" y="57"/>
                    </a:cubicBezTo>
                    <a:close/>
                    <a:moveTo>
                      <a:pt x="213" y="0"/>
                    </a:moveTo>
                    <a:cubicBezTo>
                      <a:pt x="178" y="0"/>
                      <a:pt x="150" y="0"/>
                      <a:pt x="121" y="29"/>
                    </a:cubicBezTo>
                    <a:cubicBezTo>
                      <a:pt x="121" y="29"/>
                      <a:pt x="93" y="57"/>
                      <a:pt x="65" y="57"/>
                    </a:cubicBezTo>
                    <a:cubicBezTo>
                      <a:pt x="65" y="92"/>
                      <a:pt x="36" y="121"/>
                      <a:pt x="36" y="177"/>
                    </a:cubicBezTo>
                    <a:cubicBezTo>
                      <a:pt x="36" y="205"/>
                      <a:pt x="1" y="234"/>
                      <a:pt x="1" y="297"/>
                    </a:cubicBezTo>
                    <a:cubicBezTo>
                      <a:pt x="1" y="354"/>
                      <a:pt x="36" y="411"/>
                      <a:pt x="36" y="446"/>
                    </a:cubicBezTo>
                    <a:cubicBezTo>
                      <a:pt x="36" y="503"/>
                      <a:pt x="65" y="531"/>
                      <a:pt x="65" y="559"/>
                    </a:cubicBezTo>
                    <a:cubicBezTo>
                      <a:pt x="93" y="559"/>
                      <a:pt x="121" y="587"/>
                      <a:pt x="121" y="587"/>
                    </a:cubicBezTo>
                    <a:cubicBezTo>
                      <a:pt x="150" y="623"/>
                      <a:pt x="178" y="623"/>
                      <a:pt x="213" y="623"/>
                    </a:cubicBezTo>
                    <a:cubicBezTo>
                      <a:pt x="242" y="623"/>
                      <a:pt x="270" y="623"/>
                      <a:pt x="298" y="587"/>
                    </a:cubicBezTo>
                    <a:cubicBezTo>
                      <a:pt x="326" y="587"/>
                      <a:pt x="355" y="559"/>
                      <a:pt x="355" y="559"/>
                    </a:cubicBezTo>
                    <a:cubicBezTo>
                      <a:pt x="390" y="531"/>
                      <a:pt x="390" y="503"/>
                      <a:pt x="418" y="446"/>
                    </a:cubicBezTo>
                    <a:lnTo>
                      <a:pt x="418" y="297"/>
                    </a:lnTo>
                    <a:lnTo>
                      <a:pt x="418" y="177"/>
                    </a:lnTo>
                    <a:cubicBezTo>
                      <a:pt x="390" y="121"/>
                      <a:pt x="390" y="92"/>
                      <a:pt x="355" y="57"/>
                    </a:cubicBezTo>
                    <a:cubicBezTo>
                      <a:pt x="355" y="57"/>
                      <a:pt x="326" y="29"/>
                      <a:pt x="298" y="29"/>
                    </a:cubicBezTo>
                    <a:cubicBezTo>
                      <a:pt x="270" y="0"/>
                      <a:pt x="242" y="0"/>
                      <a:pt x="2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71"/>
              <p:cNvSpPr/>
              <p:nvPr/>
            </p:nvSpPr>
            <p:spPr>
              <a:xfrm>
                <a:off x="5089125" y="2462125"/>
                <a:ext cx="10450" cy="15575"/>
              </a:xfrm>
              <a:custGeom>
                <a:avLst/>
                <a:gdLst/>
                <a:ahLst/>
                <a:cxnLst/>
                <a:rect l="l" t="t" r="r" b="b"/>
                <a:pathLst>
                  <a:path w="418" h="623" extrusionOk="0">
                    <a:moveTo>
                      <a:pt x="205" y="57"/>
                    </a:moveTo>
                    <a:cubicBezTo>
                      <a:pt x="241" y="57"/>
                      <a:pt x="269" y="92"/>
                      <a:pt x="269" y="92"/>
                    </a:cubicBezTo>
                    <a:cubicBezTo>
                      <a:pt x="297" y="121"/>
                      <a:pt x="297" y="149"/>
                      <a:pt x="326" y="177"/>
                    </a:cubicBezTo>
                    <a:lnTo>
                      <a:pt x="326" y="297"/>
                    </a:lnTo>
                    <a:lnTo>
                      <a:pt x="326" y="326"/>
                    </a:lnTo>
                    <a:lnTo>
                      <a:pt x="326" y="446"/>
                    </a:lnTo>
                    <a:cubicBezTo>
                      <a:pt x="297" y="474"/>
                      <a:pt x="297" y="503"/>
                      <a:pt x="269" y="531"/>
                    </a:cubicBezTo>
                    <a:cubicBezTo>
                      <a:pt x="269" y="531"/>
                      <a:pt x="241" y="559"/>
                      <a:pt x="205" y="559"/>
                    </a:cubicBezTo>
                    <a:cubicBezTo>
                      <a:pt x="177" y="559"/>
                      <a:pt x="149" y="531"/>
                      <a:pt x="121" y="531"/>
                    </a:cubicBezTo>
                    <a:cubicBezTo>
                      <a:pt x="121" y="503"/>
                      <a:pt x="92" y="474"/>
                      <a:pt x="92" y="446"/>
                    </a:cubicBezTo>
                    <a:lnTo>
                      <a:pt x="92" y="326"/>
                    </a:lnTo>
                    <a:lnTo>
                      <a:pt x="92" y="297"/>
                    </a:lnTo>
                    <a:lnTo>
                      <a:pt x="92" y="177"/>
                    </a:lnTo>
                    <a:cubicBezTo>
                      <a:pt x="92" y="149"/>
                      <a:pt x="121" y="121"/>
                      <a:pt x="121" y="92"/>
                    </a:cubicBezTo>
                    <a:cubicBezTo>
                      <a:pt x="149" y="92"/>
                      <a:pt x="177" y="57"/>
                      <a:pt x="205" y="57"/>
                    </a:cubicBezTo>
                    <a:close/>
                    <a:moveTo>
                      <a:pt x="205" y="0"/>
                    </a:moveTo>
                    <a:cubicBezTo>
                      <a:pt x="177" y="0"/>
                      <a:pt x="149" y="0"/>
                      <a:pt x="121" y="29"/>
                    </a:cubicBezTo>
                    <a:cubicBezTo>
                      <a:pt x="92" y="29"/>
                      <a:pt x="64" y="57"/>
                      <a:pt x="64" y="57"/>
                    </a:cubicBezTo>
                    <a:cubicBezTo>
                      <a:pt x="29" y="92"/>
                      <a:pt x="29" y="121"/>
                      <a:pt x="0" y="177"/>
                    </a:cubicBezTo>
                    <a:lnTo>
                      <a:pt x="0" y="297"/>
                    </a:lnTo>
                    <a:lnTo>
                      <a:pt x="0" y="446"/>
                    </a:lnTo>
                    <a:cubicBezTo>
                      <a:pt x="29" y="503"/>
                      <a:pt x="29" y="531"/>
                      <a:pt x="64" y="559"/>
                    </a:cubicBezTo>
                    <a:cubicBezTo>
                      <a:pt x="64" y="559"/>
                      <a:pt x="92" y="587"/>
                      <a:pt x="121" y="587"/>
                    </a:cubicBezTo>
                    <a:cubicBezTo>
                      <a:pt x="149" y="623"/>
                      <a:pt x="177" y="623"/>
                      <a:pt x="205" y="623"/>
                    </a:cubicBezTo>
                    <a:cubicBezTo>
                      <a:pt x="241" y="623"/>
                      <a:pt x="269" y="623"/>
                      <a:pt x="297" y="587"/>
                    </a:cubicBezTo>
                    <a:cubicBezTo>
                      <a:pt x="297" y="587"/>
                      <a:pt x="326" y="559"/>
                      <a:pt x="354" y="559"/>
                    </a:cubicBezTo>
                    <a:cubicBezTo>
                      <a:pt x="354" y="531"/>
                      <a:pt x="382" y="503"/>
                      <a:pt x="382" y="446"/>
                    </a:cubicBezTo>
                    <a:cubicBezTo>
                      <a:pt x="382" y="411"/>
                      <a:pt x="418" y="354"/>
                      <a:pt x="418" y="297"/>
                    </a:cubicBezTo>
                    <a:cubicBezTo>
                      <a:pt x="418" y="234"/>
                      <a:pt x="382" y="205"/>
                      <a:pt x="382" y="177"/>
                    </a:cubicBezTo>
                    <a:cubicBezTo>
                      <a:pt x="382" y="121"/>
                      <a:pt x="354" y="92"/>
                      <a:pt x="354" y="57"/>
                    </a:cubicBezTo>
                    <a:cubicBezTo>
                      <a:pt x="326" y="57"/>
                      <a:pt x="297" y="29"/>
                      <a:pt x="297" y="29"/>
                    </a:cubicBezTo>
                    <a:cubicBezTo>
                      <a:pt x="269" y="0"/>
                      <a:pt x="241" y="0"/>
                      <a:pt x="2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71"/>
              <p:cNvSpPr/>
              <p:nvPr/>
            </p:nvSpPr>
            <p:spPr>
              <a:xfrm>
                <a:off x="5106100" y="2462825"/>
                <a:ext cx="8875" cy="14000"/>
              </a:xfrm>
              <a:custGeom>
                <a:avLst/>
                <a:gdLst/>
                <a:ahLst/>
                <a:cxnLst/>
                <a:rect l="l" t="t" r="r" b="b"/>
                <a:pathLst>
                  <a:path w="355" h="560" extrusionOk="0">
                    <a:moveTo>
                      <a:pt x="177" y="1"/>
                    </a:moveTo>
                    <a:cubicBezTo>
                      <a:pt x="177" y="1"/>
                      <a:pt x="149" y="29"/>
                      <a:pt x="121" y="29"/>
                    </a:cubicBezTo>
                    <a:cubicBezTo>
                      <a:pt x="121" y="29"/>
                      <a:pt x="92" y="29"/>
                      <a:pt x="57" y="64"/>
                    </a:cubicBezTo>
                    <a:lnTo>
                      <a:pt x="0" y="64"/>
                    </a:lnTo>
                    <a:lnTo>
                      <a:pt x="0" y="121"/>
                    </a:lnTo>
                    <a:lnTo>
                      <a:pt x="149" y="121"/>
                    </a:lnTo>
                    <a:lnTo>
                      <a:pt x="149" y="503"/>
                    </a:lnTo>
                    <a:lnTo>
                      <a:pt x="0" y="503"/>
                    </a:lnTo>
                    <a:lnTo>
                      <a:pt x="0" y="559"/>
                    </a:lnTo>
                    <a:lnTo>
                      <a:pt x="354" y="559"/>
                    </a:lnTo>
                    <a:lnTo>
                      <a:pt x="354" y="503"/>
                    </a:lnTo>
                    <a:lnTo>
                      <a:pt x="206" y="503"/>
                    </a:lnTo>
                    <a:lnTo>
                      <a:pt x="2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71"/>
              <p:cNvSpPr/>
              <p:nvPr/>
            </p:nvSpPr>
            <p:spPr>
              <a:xfrm>
                <a:off x="5120775" y="2462125"/>
                <a:ext cx="10450" cy="15575"/>
              </a:xfrm>
              <a:custGeom>
                <a:avLst/>
                <a:gdLst/>
                <a:ahLst/>
                <a:cxnLst/>
                <a:rect l="l" t="t" r="r" b="b"/>
                <a:pathLst>
                  <a:path w="418" h="623" extrusionOk="0">
                    <a:moveTo>
                      <a:pt x="213" y="57"/>
                    </a:moveTo>
                    <a:cubicBezTo>
                      <a:pt x="241" y="57"/>
                      <a:pt x="269" y="92"/>
                      <a:pt x="298" y="92"/>
                    </a:cubicBezTo>
                    <a:cubicBezTo>
                      <a:pt x="298" y="121"/>
                      <a:pt x="326" y="149"/>
                      <a:pt x="326" y="177"/>
                    </a:cubicBezTo>
                    <a:lnTo>
                      <a:pt x="326" y="297"/>
                    </a:lnTo>
                    <a:lnTo>
                      <a:pt x="326" y="326"/>
                    </a:lnTo>
                    <a:lnTo>
                      <a:pt x="326" y="446"/>
                    </a:lnTo>
                    <a:cubicBezTo>
                      <a:pt x="326" y="474"/>
                      <a:pt x="298" y="503"/>
                      <a:pt x="298" y="531"/>
                    </a:cubicBezTo>
                    <a:cubicBezTo>
                      <a:pt x="269" y="531"/>
                      <a:pt x="241" y="559"/>
                      <a:pt x="213" y="559"/>
                    </a:cubicBezTo>
                    <a:cubicBezTo>
                      <a:pt x="177" y="559"/>
                      <a:pt x="149" y="531"/>
                      <a:pt x="149" y="531"/>
                    </a:cubicBezTo>
                    <a:cubicBezTo>
                      <a:pt x="121" y="503"/>
                      <a:pt x="121" y="474"/>
                      <a:pt x="93" y="446"/>
                    </a:cubicBezTo>
                    <a:lnTo>
                      <a:pt x="93" y="326"/>
                    </a:lnTo>
                    <a:lnTo>
                      <a:pt x="93" y="297"/>
                    </a:lnTo>
                    <a:lnTo>
                      <a:pt x="93" y="177"/>
                    </a:lnTo>
                    <a:cubicBezTo>
                      <a:pt x="121" y="149"/>
                      <a:pt x="121" y="121"/>
                      <a:pt x="149" y="92"/>
                    </a:cubicBezTo>
                    <a:cubicBezTo>
                      <a:pt x="149" y="92"/>
                      <a:pt x="177" y="57"/>
                      <a:pt x="213" y="57"/>
                    </a:cubicBezTo>
                    <a:close/>
                    <a:moveTo>
                      <a:pt x="213" y="0"/>
                    </a:moveTo>
                    <a:cubicBezTo>
                      <a:pt x="177" y="0"/>
                      <a:pt x="149" y="0"/>
                      <a:pt x="121" y="29"/>
                    </a:cubicBezTo>
                    <a:cubicBezTo>
                      <a:pt x="121" y="29"/>
                      <a:pt x="93" y="57"/>
                      <a:pt x="64" y="57"/>
                    </a:cubicBezTo>
                    <a:cubicBezTo>
                      <a:pt x="64" y="92"/>
                      <a:pt x="36" y="121"/>
                      <a:pt x="36" y="177"/>
                    </a:cubicBezTo>
                    <a:cubicBezTo>
                      <a:pt x="36" y="205"/>
                      <a:pt x="1" y="234"/>
                      <a:pt x="1" y="297"/>
                    </a:cubicBezTo>
                    <a:cubicBezTo>
                      <a:pt x="1" y="354"/>
                      <a:pt x="36" y="411"/>
                      <a:pt x="36" y="446"/>
                    </a:cubicBezTo>
                    <a:cubicBezTo>
                      <a:pt x="36" y="503"/>
                      <a:pt x="64" y="531"/>
                      <a:pt x="64" y="559"/>
                    </a:cubicBezTo>
                    <a:cubicBezTo>
                      <a:pt x="93" y="559"/>
                      <a:pt x="121" y="587"/>
                      <a:pt x="121" y="587"/>
                    </a:cubicBezTo>
                    <a:cubicBezTo>
                      <a:pt x="149" y="623"/>
                      <a:pt x="177" y="623"/>
                      <a:pt x="213" y="623"/>
                    </a:cubicBezTo>
                    <a:cubicBezTo>
                      <a:pt x="241" y="623"/>
                      <a:pt x="269" y="623"/>
                      <a:pt x="298" y="587"/>
                    </a:cubicBezTo>
                    <a:cubicBezTo>
                      <a:pt x="326" y="587"/>
                      <a:pt x="354" y="559"/>
                      <a:pt x="354" y="559"/>
                    </a:cubicBezTo>
                    <a:cubicBezTo>
                      <a:pt x="390" y="531"/>
                      <a:pt x="390" y="503"/>
                      <a:pt x="418" y="446"/>
                    </a:cubicBezTo>
                    <a:lnTo>
                      <a:pt x="418" y="297"/>
                    </a:lnTo>
                    <a:lnTo>
                      <a:pt x="418" y="177"/>
                    </a:lnTo>
                    <a:cubicBezTo>
                      <a:pt x="390" y="121"/>
                      <a:pt x="390" y="92"/>
                      <a:pt x="354" y="57"/>
                    </a:cubicBezTo>
                    <a:cubicBezTo>
                      <a:pt x="354" y="57"/>
                      <a:pt x="326" y="29"/>
                      <a:pt x="298" y="29"/>
                    </a:cubicBezTo>
                    <a:cubicBezTo>
                      <a:pt x="269" y="0"/>
                      <a:pt x="241" y="0"/>
                      <a:pt x="2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71"/>
              <p:cNvSpPr/>
              <p:nvPr/>
            </p:nvSpPr>
            <p:spPr>
              <a:xfrm>
                <a:off x="5133325" y="2462125"/>
                <a:ext cx="10475" cy="15575"/>
              </a:xfrm>
              <a:custGeom>
                <a:avLst/>
                <a:gdLst/>
                <a:ahLst/>
                <a:cxnLst/>
                <a:rect l="l" t="t" r="r" b="b"/>
                <a:pathLst>
                  <a:path w="419" h="623" extrusionOk="0">
                    <a:moveTo>
                      <a:pt x="206" y="57"/>
                    </a:moveTo>
                    <a:cubicBezTo>
                      <a:pt x="241" y="57"/>
                      <a:pt x="270" y="92"/>
                      <a:pt x="270" y="92"/>
                    </a:cubicBezTo>
                    <a:cubicBezTo>
                      <a:pt x="298" y="121"/>
                      <a:pt x="298" y="149"/>
                      <a:pt x="326" y="177"/>
                    </a:cubicBezTo>
                    <a:lnTo>
                      <a:pt x="326" y="297"/>
                    </a:lnTo>
                    <a:lnTo>
                      <a:pt x="326" y="326"/>
                    </a:lnTo>
                    <a:lnTo>
                      <a:pt x="326" y="446"/>
                    </a:lnTo>
                    <a:cubicBezTo>
                      <a:pt x="298" y="474"/>
                      <a:pt x="298" y="503"/>
                      <a:pt x="270" y="531"/>
                    </a:cubicBezTo>
                    <a:cubicBezTo>
                      <a:pt x="270" y="531"/>
                      <a:pt x="241" y="559"/>
                      <a:pt x="206" y="559"/>
                    </a:cubicBezTo>
                    <a:cubicBezTo>
                      <a:pt x="178" y="559"/>
                      <a:pt x="149" y="531"/>
                      <a:pt x="121" y="531"/>
                    </a:cubicBezTo>
                    <a:cubicBezTo>
                      <a:pt x="121" y="503"/>
                      <a:pt x="93" y="474"/>
                      <a:pt x="93" y="446"/>
                    </a:cubicBezTo>
                    <a:lnTo>
                      <a:pt x="93" y="326"/>
                    </a:lnTo>
                    <a:lnTo>
                      <a:pt x="93" y="297"/>
                    </a:lnTo>
                    <a:lnTo>
                      <a:pt x="93" y="177"/>
                    </a:lnTo>
                    <a:cubicBezTo>
                      <a:pt x="93" y="149"/>
                      <a:pt x="121" y="121"/>
                      <a:pt x="121" y="92"/>
                    </a:cubicBezTo>
                    <a:cubicBezTo>
                      <a:pt x="149" y="92"/>
                      <a:pt x="178" y="57"/>
                      <a:pt x="206" y="57"/>
                    </a:cubicBezTo>
                    <a:close/>
                    <a:moveTo>
                      <a:pt x="206" y="0"/>
                    </a:moveTo>
                    <a:cubicBezTo>
                      <a:pt x="178" y="0"/>
                      <a:pt x="149" y="0"/>
                      <a:pt x="121" y="29"/>
                    </a:cubicBezTo>
                    <a:cubicBezTo>
                      <a:pt x="93" y="29"/>
                      <a:pt x="65" y="57"/>
                      <a:pt x="65" y="57"/>
                    </a:cubicBezTo>
                    <a:cubicBezTo>
                      <a:pt x="29" y="92"/>
                      <a:pt x="29" y="121"/>
                      <a:pt x="1" y="177"/>
                    </a:cubicBezTo>
                    <a:lnTo>
                      <a:pt x="1" y="297"/>
                    </a:lnTo>
                    <a:lnTo>
                      <a:pt x="1" y="446"/>
                    </a:lnTo>
                    <a:cubicBezTo>
                      <a:pt x="29" y="503"/>
                      <a:pt x="29" y="531"/>
                      <a:pt x="65" y="559"/>
                    </a:cubicBezTo>
                    <a:cubicBezTo>
                      <a:pt x="65" y="559"/>
                      <a:pt x="93" y="587"/>
                      <a:pt x="121" y="587"/>
                    </a:cubicBezTo>
                    <a:cubicBezTo>
                      <a:pt x="149" y="623"/>
                      <a:pt x="178" y="623"/>
                      <a:pt x="206" y="623"/>
                    </a:cubicBezTo>
                    <a:cubicBezTo>
                      <a:pt x="241" y="623"/>
                      <a:pt x="270" y="623"/>
                      <a:pt x="298" y="587"/>
                    </a:cubicBezTo>
                    <a:cubicBezTo>
                      <a:pt x="298" y="587"/>
                      <a:pt x="326" y="559"/>
                      <a:pt x="355" y="559"/>
                    </a:cubicBezTo>
                    <a:cubicBezTo>
                      <a:pt x="355" y="531"/>
                      <a:pt x="383" y="503"/>
                      <a:pt x="383" y="446"/>
                    </a:cubicBezTo>
                    <a:cubicBezTo>
                      <a:pt x="383" y="411"/>
                      <a:pt x="418" y="354"/>
                      <a:pt x="418" y="297"/>
                    </a:cubicBezTo>
                    <a:cubicBezTo>
                      <a:pt x="418" y="234"/>
                      <a:pt x="383" y="205"/>
                      <a:pt x="383" y="177"/>
                    </a:cubicBezTo>
                    <a:cubicBezTo>
                      <a:pt x="383" y="121"/>
                      <a:pt x="355" y="92"/>
                      <a:pt x="355" y="57"/>
                    </a:cubicBezTo>
                    <a:cubicBezTo>
                      <a:pt x="326" y="57"/>
                      <a:pt x="298" y="29"/>
                      <a:pt x="298" y="29"/>
                    </a:cubicBezTo>
                    <a:cubicBezTo>
                      <a:pt x="270" y="0"/>
                      <a:pt x="241" y="0"/>
                      <a:pt x="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71"/>
              <p:cNvSpPr/>
              <p:nvPr/>
            </p:nvSpPr>
            <p:spPr>
              <a:xfrm>
                <a:off x="5145175" y="2462125"/>
                <a:ext cx="10300" cy="15575"/>
              </a:xfrm>
              <a:custGeom>
                <a:avLst/>
                <a:gdLst/>
                <a:ahLst/>
                <a:cxnLst/>
                <a:rect l="l" t="t" r="r" b="b"/>
                <a:pathLst>
                  <a:path w="412" h="623" extrusionOk="0">
                    <a:moveTo>
                      <a:pt x="206" y="57"/>
                    </a:moveTo>
                    <a:cubicBezTo>
                      <a:pt x="234" y="57"/>
                      <a:pt x="263" y="92"/>
                      <a:pt x="298" y="92"/>
                    </a:cubicBezTo>
                    <a:cubicBezTo>
                      <a:pt x="298" y="121"/>
                      <a:pt x="326" y="149"/>
                      <a:pt x="326" y="177"/>
                    </a:cubicBezTo>
                    <a:lnTo>
                      <a:pt x="326" y="297"/>
                    </a:lnTo>
                    <a:lnTo>
                      <a:pt x="326" y="326"/>
                    </a:lnTo>
                    <a:lnTo>
                      <a:pt x="326" y="446"/>
                    </a:lnTo>
                    <a:cubicBezTo>
                      <a:pt x="326" y="474"/>
                      <a:pt x="298" y="503"/>
                      <a:pt x="298" y="531"/>
                    </a:cubicBezTo>
                    <a:cubicBezTo>
                      <a:pt x="263" y="531"/>
                      <a:pt x="234" y="559"/>
                      <a:pt x="206" y="559"/>
                    </a:cubicBezTo>
                    <a:cubicBezTo>
                      <a:pt x="178" y="559"/>
                      <a:pt x="149" y="531"/>
                      <a:pt x="149" y="531"/>
                    </a:cubicBezTo>
                    <a:cubicBezTo>
                      <a:pt x="121" y="503"/>
                      <a:pt x="121" y="474"/>
                      <a:pt x="86" y="446"/>
                    </a:cubicBezTo>
                    <a:lnTo>
                      <a:pt x="86" y="326"/>
                    </a:lnTo>
                    <a:lnTo>
                      <a:pt x="86" y="297"/>
                    </a:lnTo>
                    <a:lnTo>
                      <a:pt x="86" y="177"/>
                    </a:lnTo>
                    <a:cubicBezTo>
                      <a:pt x="121" y="149"/>
                      <a:pt x="121" y="121"/>
                      <a:pt x="149" y="92"/>
                    </a:cubicBezTo>
                    <a:cubicBezTo>
                      <a:pt x="149" y="92"/>
                      <a:pt x="178" y="57"/>
                      <a:pt x="206" y="57"/>
                    </a:cubicBezTo>
                    <a:close/>
                    <a:moveTo>
                      <a:pt x="206" y="0"/>
                    </a:moveTo>
                    <a:cubicBezTo>
                      <a:pt x="178" y="0"/>
                      <a:pt x="149" y="0"/>
                      <a:pt x="121" y="29"/>
                    </a:cubicBezTo>
                    <a:cubicBezTo>
                      <a:pt x="121" y="29"/>
                      <a:pt x="86" y="57"/>
                      <a:pt x="57" y="57"/>
                    </a:cubicBezTo>
                    <a:cubicBezTo>
                      <a:pt x="57" y="92"/>
                      <a:pt x="29" y="121"/>
                      <a:pt x="29" y="177"/>
                    </a:cubicBezTo>
                    <a:cubicBezTo>
                      <a:pt x="29" y="205"/>
                      <a:pt x="1" y="234"/>
                      <a:pt x="1" y="297"/>
                    </a:cubicBezTo>
                    <a:cubicBezTo>
                      <a:pt x="1" y="354"/>
                      <a:pt x="29" y="411"/>
                      <a:pt x="29" y="446"/>
                    </a:cubicBezTo>
                    <a:cubicBezTo>
                      <a:pt x="29" y="503"/>
                      <a:pt x="57" y="531"/>
                      <a:pt x="57" y="559"/>
                    </a:cubicBezTo>
                    <a:cubicBezTo>
                      <a:pt x="86" y="559"/>
                      <a:pt x="121" y="587"/>
                      <a:pt x="121" y="587"/>
                    </a:cubicBezTo>
                    <a:cubicBezTo>
                      <a:pt x="149" y="623"/>
                      <a:pt x="178" y="623"/>
                      <a:pt x="206" y="623"/>
                    </a:cubicBezTo>
                    <a:cubicBezTo>
                      <a:pt x="234" y="623"/>
                      <a:pt x="263" y="623"/>
                      <a:pt x="298" y="587"/>
                    </a:cubicBezTo>
                    <a:cubicBezTo>
                      <a:pt x="326" y="587"/>
                      <a:pt x="355" y="559"/>
                      <a:pt x="355" y="559"/>
                    </a:cubicBezTo>
                    <a:cubicBezTo>
                      <a:pt x="383" y="531"/>
                      <a:pt x="383" y="503"/>
                      <a:pt x="411" y="446"/>
                    </a:cubicBezTo>
                    <a:lnTo>
                      <a:pt x="411" y="297"/>
                    </a:lnTo>
                    <a:lnTo>
                      <a:pt x="411" y="177"/>
                    </a:lnTo>
                    <a:cubicBezTo>
                      <a:pt x="383" y="121"/>
                      <a:pt x="383" y="92"/>
                      <a:pt x="355" y="57"/>
                    </a:cubicBezTo>
                    <a:cubicBezTo>
                      <a:pt x="355" y="57"/>
                      <a:pt x="326" y="29"/>
                      <a:pt x="298" y="29"/>
                    </a:cubicBezTo>
                    <a:cubicBezTo>
                      <a:pt x="263" y="0"/>
                      <a:pt x="234" y="0"/>
                      <a:pt x="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71"/>
              <p:cNvSpPr/>
              <p:nvPr/>
            </p:nvSpPr>
            <p:spPr>
              <a:xfrm>
                <a:off x="5162875" y="2466550"/>
                <a:ext cx="10275" cy="10275"/>
              </a:xfrm>
              <a:custGeom>
                <a:avLst/>
                <a:gdLst/>
                <a:ahLst/>
                <a:cxnLst/>
                <a:rect l="l" t="t" r="r" b="b"/>
                <a:pathLst>
                  <a:path w="411" h="411" extrusionOk="0">
                    <a:moveTo>
                      <a:pt x="0" y="0"/>
                    </a:moveTo>
                    <a:lnTo>
                      <a:pt x="0" y="57"/>
                    </a:lnTo>
                    <a:lnTo>
                      <a:pt x="354" y="205"/>
                    </a:lnTo>
                    <a:lnTo>
                      <a:pt x="0" y="354"/>
                    </a:lnTo>
                    <a:lnTo>
                      <a:pt x="0" y="410"/>
                    </a:lnTo>
                    <a:lnTo>
                      <a:pt x="411" y="234"/>
                    </a:lnTo>
                    <a:lnTo>
                      <a:pt x="411" y="177"/>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71"/>
              <p:cNvSpPr/>
              <p:nvPr/>
            </p:nvSpPr>
            <p:spPr>
              <a:xfrm>
                <a:off x="5176125" y="2466550"/>
                <a:ext cx="10300" cy="10275"/>
              </a:xfrm>
              <a:custGeom>
                <a:avLst/>
                <a:gdLst/>
                <a:ahLst/>
                <a:cxnLst/>
                <a:rect l="l" t="t" r="r" b="b"/>
                <a:pathLst>
                  <a:path w="412" h="411" extrusionOk="0">
                    <a:moveTo>
                      <a:pt x="1" y="0"/>
                    </a:moveTo>
                    <a:lnTo>
                      <a:pt x="1" y="57"/>
                    </a:lnTo>
                    <a:lnTo>
                      <a:pt x="355" y="205"/>
                    </a:lnTo>
                    <a:lnTo>
                      <a:pt x="1" y="354"/>
                    </a:lnTo>
                    <a:lnTo>
                      <a:pt x="1" y="410"/>
                    </a:lnTo>
                    <a:lnTo>
                      <a:pt x="411" y="234"/>
                    </a:lnTo>
                    <a:lnTo>
                      <a:pt x="411" y="17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71"/>
              <p:cNvSpPr/>
              <p:nvPr/>
            </p:nvSpPr>
            <p:spPr>
              <a:xfrm>
                <a:off x="5188700" y="2461400"/>
                <a:ext cx="5150" cy="19125"/>
              </a:xfrm>
              <a:custGeom>
                <a:avLst/>
                <a:gdLst/>
                <a:ahLst/>
                <a:cxnLst/>
                <a:rect l="l" t="t" r="r" b="b"/>
                <a:pathLst>
                  <a:path w="206" h="765" extrusionOk="0">
                    <a:moveTo>
                      <a:pt x="0" y="1"/>
                    </a:moveTo>
                    <a:cubicBezTo>
                      <a:pt x="28" y="29"/>
                      <a:pt x="28" y="86"/>
                      <a:pt x="57" y="121"/>
                    </a:cubicBezTo>
                    <a:cubicBezTo>
                      <a:pt x="85" y="150"/>
                      <a:pt x="85" y="206"/>
                      <a:pt x="113" y="234"/>
                    </a:cubicBezTo>
                    <a:lnTo>
                      <a:pt x="113" y="383"/>
                    </a:lnTo>
                    <a:lnTo>
                      <a:pt x="113" y="532"/>
                    </a:lnTo>
                    <a:cubicBezTo>
                      <a:pt x="85" y="560"/>
                      <a:pt x="85" y="616"/>
                      <a:pt x="57" y="652"/>
                    </a:cubicBezTo>
                    <a:cubicBezTo>
                      <a:pt x="28" y="680"/>
                      <a:pt x="28" y="737"/>
                      <a:pt x="0" y="765"/>
                    </a:cubicBezTo>
                    <a:lnTo>
                      <a:pt x="57" y="765"/>
                    </a:lnTo>
                    <a:cubicBezTo>
                      <a:pt x="85" y="708"/>
                      <a:pt x="149" y="652"/>
                      <a:pt x="149" y="588"/>
                    </a:cubicBezTo>
                    <a:cubicBezTo>
                      <a:pt x="177" y="532"/>
                      <a:pt x="205" y="440"/>
                      <a:pt x="205" y="383"/>
                    </a:cubicBezTo>
                    <a:cubicBezTo>
                      <a:pt x="205" y="326"/>
                      <a:pt x="177" y="234"/>
                      <a:pt x="149" y="178"/>
                    </a:cubicBezTo>
                    <a:cubicBezTo>
                      <a:pt x="149" y="121"/>
                      <a:pt x="85" y="58"/>
                      <a:pt x="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71"/>
              <p:cNvSpPr/>
              <p:nvPr/>
            </p:nvSpPr>
            <p:spPr>
              <a:xfrm>
                <a:off x="5195950" y="2461400"/>
                <a:ext cx="6025" cy="19125"/>
              </a:xfrm>
              <a:custGeom>
                <a:avLst/>
                <a:gdLst/>
                <a:ahLst/>
                <a:cxnLst/>
                <a:rect l="l" t="t" r="r" b="b"/>
                <a:pathLst>
                  <a:path w="241" h="765" extrusionOk="0">
                    <a:moveTo>
                      <a:pt x="0" y="1"/>
                    </a:moveTo>
                    <a:lnTo>
                      <a:pt x="0" y="58"/>
                    </a:lnTo>
                    <a:lnTo>
                      <a:pt x="64" y="58"/>
                    </a:lnTo>
                    <a:cubicBezTo>
                      <a:pt x="92" y="86"/>
                      <a:pt x="92" y="86"/>
                      <a:pt x="92" y="121"/>
                    </a:cubicBezTo>
                    <a:lnTo>
                      <a:pt x="92" y="298"/>
                    </a:lnTo>
                    <a:lnTo>
                      <a:pt x="92" y="355"/>
                    </a:lnTo>
                    <a:cubicBezTo>
                      <a:pt x="120" y="355"/>
                      <a:pt x="120" y="355"/>
                      <a:pt x="120" y="383"/>
                    </a:cubicBezTo>
                    <a:lnTo>
                      <a:pt x="177" y="383"/>
                    </a:lnTo>
                    <a:cubicBezTo>
                      <a:pt x="149" y="383"/>
                      <a:pt x="120" y="383"/>
                      <a:pt x="120" y="411"/>
                    </a:cubicBezTo>
                    <a:cubicBezTo>
                      <a:pt x="92" y="440"/>
                      <a:pt x="92" y="440"/>
                      <a:pt x="92" y="475"/>
                    </a:cubicBezTo>
                    <a:lnTo>
                      <a:pt x="92" y="680"/>
                    </a:lnTo>
                    <a:lnTo>
                      <a:pt x="64" y="708"/>
                    </a:lnTo>
                    <a:lnTo>
                      <a:pt x="0" y="708"/>
                    </a:lnTo>
                    <a:lnTo>
                      <a:pt x="0" y="765"/>
                    </a:lnTo>
                    <a:lnTo>
                      <a:pt x="64" y="765"/>
                    </a:lnTo>
                    <a:cubicBezTo>
                      <a:pt x="92" y="765"/>
                      <a:pt x="92" y="737"/>
                      <a:pt x="120" y="737"/>
                    </a:cubicBezTo>
                    <a:cubicBezTo>
                      <a:pt x="120" y="737"/>
                      <a:pt x="149" y="737"/>
                      <a:pt x="149" y="708"/>
                    </a:cubicBezTo>
                    <a:lnTo>
                      <a:pt x="149" y="652"/>
                    </a:lnTo>
                    <a:lnTo>
                      <a:pt x="149" y="475"/>
                    </a:lnTo>
                    <a:cubicBezTo>
                      <a:pt x="149" y="475"/>
                      <a:pt x="149" y="440"/>
                      <a:pt x="177" y="440"/>
                    </a:cubicBezTo>
                    <a:lnTo>
                      <a:pt x="177" y="411"/>
                    </a:lnTo>
                    <a:lnTo>
                      <a:pt x="241" y="411"/>
                    </a:lnTo>
                    <a:lnTo>
                      <a:pt x="241" y="355"/>
                    </a:lnTo>
                    <a:lnTo>
                      <a:pt x="177" y="355"/>
                    </a:lnTo>
                    <a:lnTo>
                      <a:pt x="177" y="326"/>
                    </a:lnTo>
                    <a:cubicBezTo>
                      <a:pt x="149" y="326"/>
                      <a:pt x="149" y="326"/>
                      <a:pt x="149" y="298"/>
                    </a:cubicBezTo>
                    <a:lnTo>
                      <a:pt x="149" y="121"/>
                    </a:lnTo>
                    <a:lnTo>
                      <a:pt x="149" y="58"/>
                    </a:lnTo>
                    <a:lnTo>
                      <a:pt x="120" y="29"/>
                    </a:lnTo>
                    <a:cubicBezTo>
                      <a:pt x="92" y="29"/>
                      <a:pt x="92" y="1"/>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71"/>
              <p:cNvSpPr/>
              <p:nvPr/>
            </p:nvSpPr>
            <p:spPr>
              <a:xfrm>
                <a:off x="5011825" y="2349450"/>
                <a:ext cx="5150" cy="19125"/>
              </a:xfrm>
              <a:custGeom>
                <a:avLst/>
                <a:gdLst/>
                <a:ahLst/>
                <a:cxnLst/>
                <a:rect l="l" t="t" r="r" b="b"/>
                <a:pathLst>
                  <a:path w="206" h="765" extrusionOk="0">
                    <a:moveTo>
                      <a:pt x="149" y="1"/>
                    </a:moveTo>
                    <a:cubicBezTo>
                      <a:pt x="86" y="57"/>
                      <a:pt x="57" y="114"/>
                      <a:pt x="29" y="178"/>
                    </a:cubicBezTo>
                    <a:cubicBezTo>
                      <a:pt x="1" y="234"/>
                      <a:pt x="1" y="319"/>
                      <a:pt x="1" y="383"/>
                    </a:cubicBezTo>
                    <a:cubicBezTo>
                      <a:pt x="1" y="439"/>
                      <a:pt x="1" y="531"/>
                      <a:pt x="29" y="588"/>
                    </a:cubicBezTo>
                    <a:cubicBezTo>
                      <a:pt x="57" y="645"/>
                      <a:pt x="86" y="708"/>
                      <a:pt x="149" y="765"/>
                    </a:cubicBezTo>
                    <a:lnTo>
                      <a:pt x="206" y="765"/>
                    </a:lnTo>
                    <a:cubicBezTo>
                      <a:pt x="178" y="737"/>
                      <a:pt x="149" y="673"/>
                      <a:pt x="149" y="645"/>
                    </a:cubicBezTo>
                    <a:cubicBezTo>
                      <a:pt x="114" y="616"/>
                      <a:pt x="86" y="560"/>
                      <a:pt x="86" y="531"/>
                    </a:cubicBezTo>
                    <a:lnTo>
                      <a:pt x="86" y="383"/>
                    </a:lnTo>
                    <a:lnTo>
                      <a:pt x="86" y="234"/>
                    </a:lnTo>
                    <a:cubicBezTo>
                      <a:pt x="86" y="206"/>
                      <a:pt x="114" y="142"/>
                      <a:pt x="149" y="114"/>
                    </a:cubicBezTo>
                    <a:cubicBezTo>
                      <a:pt x="149" y="86"/>
                      <a:pt x="178" y="29"/>
                      <a:pt x="2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71"/>
              <p:cNvSpPr/>
              <p:nvPr/>
            </p:nvSpPr>
            <p:spPr>
              <a:xfrm>
                <a:off x="5019075" y="2349450"/>
                <a:ext cx="5350" cy="19125"/>
              </a:xfrm>
              <a:custGeom>
                <a:avLst/>
                <a:gdLst/>
                <a:ahLst/>
                <a:cxnLst/>
                <a:rect l="l" t="t" r="r" b="b"/>
                <a:pathLst>
                  <a:path w="214" h="765" extrusionOk="0">
                    <a:moveTo>
                      <a:pt x="149" y="1"/>
                    </a:moveTo>
                    <a:cubicBezTo>
                      <a:pt x="121" y="57"/>
                      <a:pt x="65" y="114"/>
                      <a:pt x="65" y="178"/>
                    </a:cubicBezTo>
                    <a:cubicBezTo>
                      <a:pt x="36" y="234"/>
                      <a:pt x="1" y="319"/>
                      <a:pt x="1" y="383"/>
                    </a:cubicBezTo>
                    <a:cubicBezTo>
                      <a:pt x="1" y="439"/>
                      <a:pt x="36" y="531"/>
                      <a:pt x="65" y="588"/>
                    </a:cubicBezTo>
                    <a:cubicBezTo>
                      <a:pt x="65" y="645"/>
                      <a:pt x="121" y="708"/>
                      <a:pt x="149" y="765"/>
                    </a:cubicBezTo>
                    <a:lnTo>
                      <a:pt x="213" y="765"/>
                    </a:lnTo>
                    <a:cubicBezTo>
                      <a:pt x="178" y="737"/>
                      <a:pt x="149" y="673"/>
                      <a:pt x="149" y="645"/>
                    </a:cubicBezTo>
                    <a:cubicBezTo>
                      <a:pt x="121" y="616"/>
                      <a:pt x="121" y="560"/>
                      <a:pt x="93" y="531"/>
                    </a:cubicBezTo>
                    <a:lnTo>
                      <a:pt x="93" y="383"/>
                    </a:lnTo>
                    <a:lnTo>
                      <a:pt x="93" y="234"/>
                    </a:lnTo>
                    <a:cubicBezTo>
                      <a:pt x="121" y="206"/>
                      <a:pt x="121" y="142"/>
                      <a:pt x="149" y="114"/>
                    </a:cubicBezTo>
                    <a:cubicBezTo>
                      <a:pt x="149" y="86"/>
                      <a:pt x="178" y="29"/>
                      <a:pt x="2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71"/>
              <p:cNvSpPr/>
              <p:nvPr/>
            </p:nvSpPr>
            <p:spPr>
              <a:xfrm>
                <a:off x="5027225" y="2353875"/>
                <a:ext cx="2325" cy="11000"/>
              </a:xfrm>
              <a:custGeom>
                <a:avLst/>
                <a:gdLst/>
                <a:ahLst/>
                <a:cxnLst/>
                <a:rect l="l" t="t" r="r" b="b"/>
                <a:pathLst>
                  <a:path w="93" h="440" extrusionOk="0">
                    <a:moveTo>
                      <a:pt x="0" y="1"/>
                    </a:moveTo>
                    <a:lnTo>
                      <a:pt x="0" y="86"/>
                    </a:lnTo>
                    <a:lnTo>
                      <a:pt x="92" y="86"/>
                    </a:lnTo>
                    <a:lnTo>
                      <a:pt x="92" y="1"/>
                    </a:lnTo>
                    <a:close/>
                    <a:moveTo>
                      <a:pt x="0" y="354"/>
                    </a:moveTo>
                    <a:lnTo>
                      <a:pt x="0" y="439"/>
                    </a:lnTo>
                    <a:lnTo>
                      <a:pt x="92" y="439"/>
                    </a:lnTo>
                    <a:lnTo>
                      <a:pt x="92" y="354"/>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71"/>
              <p:cNvSpPr/>
              <p:nvPr/>
            </p:nvSpPr>
            <p:spPr>
              <a:xfrm>
                <a:off x="5036775" y="2350175"/>
                <a:ext cx="10450" cy="15400"/>
              </a:xfrm>
              <a:custGeom>
                <a:avLst/>
                <a:gdLst/>
                <a:ahLst/>
                <a:cxnLst/>
                <a:rect l="l" t="t" r="r" b="b"/>
                <a:pathLst>
                  <a:path w="418" h="616" extrusionOk="0">
                    <a:moveTo>
                      <a:pt x="212" y="57"/>
                    </a:moveTo>
                    <a:cubicBezTo>
                      <a:pt x="241" y="57"/>
                      <a:pt x="269" y="85"/>
                      <a:pt x="297" y="85"/>
                    </a:cubicBezTo>
                    <a:cubicBezTo>
                      <a:pt x="297" y="113"/>
                      <a:pt x="326" y="149"/>
                      <a:pt x="326" y="177"/>
                    </a:cubicBezTo>
                    <a:lnTo>
                      <a:pt x="326" y="290"/>
                    </a:lnTo>
                    <a:lnTo>
                      <a:pt x="326" y="326"/>
                    </a:lnTo>
                    <a:lnTo>
                      <a:pt x="326" y="439"/>
                    </a:lnTo>
                    <a:cubicBezTo>
                      <a:pt x="326" y="467"/>
                      <a:pt x="297" y="502"/>
                      <a:pt x="297" y="531"/>
                    </a:cubicBezTo>
                    <a:cubicBezTo>
                      <a:pt x="269" y="531"/>
                      <a:pt x="241" y="559"/>
                      <a:pt x="212" y="559"/>
                    </a:cubicBezTo>
                    <a:cubicBezTo>
                      <a:pt x="177" y="559"/>
                      <a:pt x="149" y="531"/>
                      <a:pt x="149" y="531"/>
                    </a:cubicBezTo>
                    <a:cubicBezTo>
                      <a:pt x="121" y="502"/>
                      <a:pt x="121" y="467"/>
                      <a:pt x="92" y="439"/>
                    </a:cubicBezTo>
                    <a:lnTo>
                      <a:pt x="92" y="326"/>
                    </a:lnTo>
                    <a:lnTo>
                      <a:pt x="92" y="290"/>
                    </a:lnTo>
                    <a:lnTo>
                      <a:pt x="92" y="177"/>
                    </a:lnTo>
                    <a:cubicBezTo>
                      <a:pt x="121" y="149"/>
                      <a:pt x="121" y="113"/>
                      <a:pt x="149" y="85"/>
                    </a:cubicBezTo>
                    <a:cubicBezTo>
                      <a:pt x="149" y="85"/>
                      <a:pt x="177" y="57"/>
                      <a:pt x="212" y="57"/>
                    </a:cubicBezTo>
                    <a:close/>
                    <a:moveTo>
                      <a:pt x="212" y="0"/>
                    </a:moveTo>
                    <a:cubicBezTo>
                      <a:pt x="177" y="0"/>
                      <a:pt x="149" y="0"/>
                      <a:pt x="121" y="28"/>
                    </a:cubicBezTo>
                    <a:cubicBezTo>
                      <a:pt x="92" y="28"/>
                      <a:pt x="92" y="57"/>
                      <a:pt x="64" y="57"/>
                    </a:cubicBezTo>
                    <a:cubicBezTo>
                      <a:pt x="64" y="85"/>
                      <a:pt x="36" y="113"/>
                      <a:pt x="36" y="177"/>
                    </a:cubicBezTo>
                    <a:cubicBezTo>
                      <a:pt x="36" y="205"/>
                      <a:pt x="0" y="262"/>
                      <a:pt x="0" y="326"/>
                    </a:cubicBezTo>
                    <a:cubicBezTo>
                      <a:pt x="0" y="382"/>
                      <a:pt x="36" y="410"/>
                      <a:pt x="36" y="467"/>
                    </a:cubicBezTo>
                    <a:cubicBezTo>
                      <a:pt x="36" y="502"/>
                      <a:pt x="64" y="531"/>
                      <a:pt x="64" y="559"/>
                    </a:cubicBezTo>
                    <a:cubicBezTo>
                      <a:pt x="92" y="559"/>
                      <a:pt x="92" y="587"/>
                      <a:pt x="121" y="587"/>
                    </a:cubicBezTo>
                    <a:cubicBezTo>
                      <a:pt x="149" y="616"/>
                      <a:pt x="177" y="616"/>
                      <a:pt x="212" y="616"/>
                    </a:cubicBezTo>
                    <a:cubicBezTo>
                      <a:pt x="241" y="616"/>
                      <a:pt x="269" y="616"/>
                      <a:pt x="297" y="587"/>
                    </a:cubicBezTo>
                    <a:cubicBezTo>
                      <a:pt x="326" y="587"/>
                      <a:pt x="354" y="559"/>
                      <a:pt x="354" y="559"/>
                    </a:cubicBezTo>
                    <a:cubicBezTo>
                      <a:pt x="389" y="531"/>
                      <a:pt x="389" y="502"/>
                      <a:pt x="418" y="467"/>
                    </a:cubicBezTo>
                    <a:lnTo>
                      <a:pt x="418" y="326"/>
                    </a:lnTo>
                    <a:lnTo>
                      <a:pt x="418" y="177"/>
                    </a:lnTo>
                    <a:cubicBezTo>
                      <a:pt x="389" y="113"/>
                      <a:pt x="389" y="85"/>
                      <a:pt x="354" y="57"/>
                    </a:cubicBezTo>
                    <a:cubicBezTo>
                      <a:pt x="354" y="57"/>
                      <a:pt x="326" y="28"/>
                      <a:pt x="297" y="28"/>
                    </a:cubicBezTo>
                    <a:cubicBezTo>
                      <a:pt x="269" y="0"/>
                      <a:pt x="241" y="0"/>
                      <a:pt x="2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71"/>
              <p:cNvSpPr/>
              <p:nvPr/>
            </p:nvSpPr>
            <p:spPr>
              <a:xfrm>
                <a:off x="5049325" y="2349450"/>
                <a:ext cx="5150" cy="19125"/>
              </a:xfrm>
              <a:custGeom>
                <a:avLst/>
                <a:gdLst/>
                <a:ahLst/>
                <a:cxnLst/>
                <a:rect l="l" t="t" r="r" b="b"/>
                <a:pathLst>
                  <a:path w="206" h="765" extrusionOk="0">
                    <a:moveTo>
                      <a:pt x="1" y="1"/>
                    </a:moveTo>
                    <a:cubicBezTo>
                      <a:pt x="29" y="29"/>
                      <a:pt x="29" y="86"/>
                      <a:pt x="64" y="114"/>
                    </a:cubicBezTo>
                    <a:cubicBezTo>
                      <a:pt x="93" y="178"/>
                      <a:pt x="93" y="206"/>
                      <a:pt x="121" y="234"/>
                    </a:cubicBezTo>
                    <a:lnTo>
                      <a:pt x="121" y="383"/>
                    </a:lnTo>
                    <a:lnTo>
                      <a:pt x="121" y="531"/>
                    </a:lnTo>
                    <a:cubicBezTo>
                      <a:pt x="93" y="560"/>
                      <a:pt x="93" y="616"/>
                      <a:pt x="64" y="645"/>
                    </a:cubicBezTo>
                    <a:cubicBezTo>
                      <a:pt x="29" y="708"/>
                      <a:pt x="29" y="737"/>
                      <a:pt x="1" y="765"/>
                    </a:cubicBezTo>
                    <a:lnTo>
                      <a:pt x="64" y="765"/>
                    </a:lnTo>
                    <a:cubicBezTo>
                      <a:pt x="93" y="708"/>
                      <a:pt x="121" y="645"/>
                      <a:pt x="149" y="588"/>
                    </a:cubicBezTo>
                    <a:cubicBezTo>
                      <a:pt x="177" y="531"/>
                      <a:pt x="206" y="439"/>
                      <a:pt x="206" y="383"/>
                    </a:cubicBezTo>
                    <a:cubicBezTo>
                      <a:pt x="206" y="319"/>
                      <a:pt x="177" y="234"/>
                      <a:pt x="149" y="178"/>
                    </a:cubicBezTo>
                    <a:cubicBezTo>
                      <a:pt x="121" y="114"/>
                      <a:pt x="93" y="57"/>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71"/>
              <p:cNvSpPr/>
              <p:nvPr/>
            </p:nvSpPr>
            <p:spPr>
              <a:xfrm>
                <a:off x="5057450" y="2354600"/>
                <a:ext cx="10300" cy="10275"/>
              </a:xfrm>
              <a:custGeom>
                <a:avLst/>
                <a:gdLst/>
                <a:ahLst/>
                <a:cxnLst/>
                <a:rect l="l" t="t" r="r" b="b"/>
                <a:pathLst>
                  <a:path w="412" h="411" extrusionOk="0">
                    <a:moveTo>
                      <a:pt x="1" y="0"/>
                    </a:moveTo>
                    <a:lnTo>
                      <a:pt x="1" y="57"/>
                    </a:lnTo>
                    <a:lnTo>
                      <a:pt x="355" y="205"/>
                    </a:lnTo>
                    <a:lnTo>
                      <a:pt x="1" y="354"/>
                    </a:lnTo>
                    <a:lnTo>
                      <a:pt x="1" y="410"/>
                    </a:lnTo>
                    <a:lnTo>
                      <a:pt x="411" y="233"/>
                    </a:lnTo>
                    <a:lnTo>
                      <a:pt x="411" y="17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71"/>
              <p:cNvSpPr/>
              <p:nvPr/>
            </p:nvSpPr>
            <p:spPr>
              <a:xfrm>
                <a:off x="5070025" y="2350875"/>
                <a:ext cx="3025" cy="5150"/>
              </a:xfrm>
              <a:custGeom>
                <a:avLst/>
                <a:gdLst/>
                <a:ahLst/>
                <a:cxnLst/>
                <a:rect l="l" t="t" r="r" b="b"/>
                <a:pathLst>
                  <a:path w="121" h="206" extrusionOk="0">
                    <a:moveTo>
                      <a:pt x="29" y="0"/>
                    </a:moveTo>
                    <a:lnTo>
                      <a:pt x="29" y="85"/>
                    </a:lnTo>
                    <a:lnTo>
                      <a:pt x="57" y="85"/>
                    </a:lnTo>
                    <a:lnTo>
                      <a:pt x="57" y="121"/>
                    </a:lnTo>
                    <a:cubicBezTo>
                      <a:pt x="57" y="149"/>
                      <a:pt x="57" y="149"/>
                      <a:pt x="29" y="149"/>
                    </a:cubicBezTo>
                    <a:cubicBezTo>
                      <a:pt x="29" y="149"/>
                      <a:pt x="29" y="177"/>
                      <a:pt x="0" y="177"/>
                    </a:cubicBezTo>
                    <a:lnTo>
                      <a:pt x="0" y="206"/>
                    </a:lnTo>
                    <a:cubicBezTo>
                      <a:pt x="29" y="206"/>
                      <a:pt x="29" y="206"/>
                      <a:pt x="57" y="177"/>
                    </a:cubicBezTo>
                    <a:cubicBezTo>
                      <a:pt x="57" y="177"/>
                      <a:pt x="85" y="177"/>
                      <a:pt x="85" y="149"/>
                    </a:cubicBezTo>
                    <a:cubicBezTo>
                      <a:pt x="85" y="121"/>
                      <a:pt x="121" y="85"/>
                      <a:pt x="121" y="57"/>
                    </a:cubicBezTo>
                    <a:lnTo>
                      <a:pt x="1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71"/>
              <p:cNvSpPr/>
              <p:nvPr/>
            </p:nvSpPr>
            <p:spPr>
              <a:xfrm>
                <a:off x="5075150" y="2350875"/>
                <a:ext cx="2325" cy="5150"/>
              </a:xfrm>
              <a:custGeom>
                <a:avLst/>
                <a:gdLst/>
                <a:ahLst/>
                <a:cxnLst/>
                <a:rect l="l" t="t" r="r" b="b"/>
                <a:pathLst>
                  <a:path w="93" h="206" extrusionOk="0">
                    <a:moveTo>
                      <a:pt x="29" y="0"/>
                    </a:moveTo>
                    <a:lnTo>
                      <a:pt x="29" y="85"/>
                    </a:lnTo>
                    <a:lnTo>
                      <a:pt x="57" y="85"/>
                    </a:lnTo>
                    <a:lnTo>
                      <a:pt x="57" y="121"/>
                    </a:lnTo>
                    <a:cubicBezTo>
                      <a:pt x="57" y="149"/>
                      <a:pt x="29" y="149"/>
                      <a:pt x="29" y="149"/>
                    </a:cubicBezTo>
                    <a:cubicBezTo>
                      <a:pt x="29" y="149"/>
                      <a:pt x="29" y="177"/>
                      <a:pt x="0" y="177"/>
                    </a:cubicBezTo>
                    <a:lnTo>
                      <a:pt x="0" y="206"/>
                    </a:lnTo>
                    <a:cubicBezTo>
                      <a:pt x="29" y="206"/>
                      <a:pt x="29" y="206"/>
                      <a:pt x="57" y="177"/>
                    </a:cubicBezTo>
                    <a:cubicBezTo>
                      <a:pt x="57" y="177"/>
                      <a:pt x="92" y="177"/>
                      <a:pt x="92" y="149"/>
                    </a:cubicBezTo>
                    <a:lnTo>
                      <a:pt x="92" y="57"/>
                    </a:lnTo>
                    <a:lnTo>
                      <a:pt x="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71"/>
              <p:cNvSpPr/>
              <p:nvPr/>
            </p:nvSpPr>
            <p:spPr>
              <a:xfrm>
                <a:off x="5080975" y="2354600"/>
                <a:ext cx="10475" cy="10275"/>
              </a:xfrm>
              <a:custGeom>
                <a:avLst/>
                <a:gdLst/>
                <a:ahLst/>
                <a:cxnLst/>
                <a:rect l="l" t="t" r="r" b="b"/>
                <a:pathLst>
                  <a:path w="419" h="411" extrusionOk="0">
                    <a:moveTo>
                      <a:pt x="1" y="0"/>
                    </a:moveTo>
                    <a:lnTo>
                      <a:pt x="1" y="57"/>
                    </a:lnTo>
                    <a:lnTo>
                      <a:pt x="326" y="205"/>
                    </a:lnTo>
                    <a:lnTo>
                      <a:pt x="1" y="354"/>
                    </a:lnTo>
                    <a:lnTo>
                      <a:pt x="1" y="410"/>
                    </a:lnTo>
                    <a:lnTo>
                      <a:pt x="418" y="233"/>
                    </a:lnTo>
                    <a:lnTo>
                      <a:pt x="418" y="17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71"/>
              <p:cNvSpPr/>
              <p:nvPr/>
            </p:nvSpPr>
            <p:spPr>
              <a:xfrm>
                <a:off x="5093550" y="2354600"/>
                <a:ext cx="10450" cy="10275"/>
              </a:xfrm>
              <a:custGeom>
                <a:avLst/>
                <a:gdLst/>
                <a:ahLst/>
                <a:cxnLst/>
                <a:rect l="l" t="t" r="r" b="b"/>
                <a:pathLst>
                  <a:path w="418" h="411" extrusionOk="0">
                    <a:moveTo>
                      <a:pt x="418" y="0"/>
                    </a:moveTo>
                    <a:lnTo>
                      <a:pt x="0" y="177"/>
                    </a:lnTo>
                    <a:lnTo>
                      <a:pt x="0" y="233"/>
                    </a:lnTo>
                    <a:lnTo>
                      <a:pt x="418" y="410"/>
                    </a:lnTo>
                    <a:lnTo>
                      <a:pt x="418" y="354"/>
                    </a:lnTo>
                    <a:lnTo>
                      <a:pt x="64" y="205"/>
                    </a:lnTo>
                    <a:lnTo>
                      <a:pt x="418" y="57"/>
                    </a:lnTo>
                    <a:lnTo>
                      <a:pt x="4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71"/>
              <p:cNvSpPr/>
              <p:nvPr/>
            </p:nvSpPr>
            <p:spPr>
              <a:xfrm>
                <a:off x="5111225" y="2349450"/>
                <a:ext cx="5150" cy="19125"/>
              </a:xfrm>
              <a:custGeom>
                <a:avLst/>
                <a:gdLst/>
                <a:ahLst/>
                <a:cxnLst/>
                <a:rect l="l" t="t" r="r" b="b"/>
                <a:pathLst>
                  <a:path w="206" h="765" extrusionOk="0">
                    <a:moveTo>
                      <a:pt x="1" y="1"/>
                    </a:moveTo>
                    <a:cubicBezTo>
                      <a:pt x="29" y="29"/>
                      <a:pt x="29" y="86"/>
                      <a:pt x="64" y="114"/>
                    </a:cubicBezTo>
                    <a:cubicBezTo>
                      <a:pt x="93" y="178"/>
                      <a:pt x="93" y="206"/>
                      <a:pt x="121" y="234"/>
                    </a:cubicBezTo>
                    <a:lnTo>
                      <a:pt x="121" y="383"/>
                    </a:lnTo>
                    <a:lnTo>
                      <a:pt x="121" y="531"/>
                    </a:lnTo>
                    <a:cubicBezTo>
                      <a:pt x="93" y="560"/>
                      <a:pt x="93" y="616"/>
                      <a:pt x="64" y="645"/>
                    </a:cubicBezTo>
                    <a:cubicBezTo>
                      <a:pt x="29" y="708"/>
                      <a:pt x="29" y="737"/>
                      <a:pt x="1" y="765"/>
                    </a:cubicBezTo>
                    <a:lnTo>
                      <a:pt x="64" y="765"/>
                    </a:lnTo>
                    <a:cubicBezTo>
                      <a:pt x="93" y="708"/>
                      <a:pt x="121" y="645"/>
                      <a:pt x="149" y="588"/>
                    </a:cubicBezTo>
                    <a:cubicBezTo>
                      <a:pt x="177" y="531"/>
                      <a:pt x="206" y="439"/>
                      <a:pt x="206" y="383"/>
                    </a:cubicBezTo>
                    <a:cubicBezTo>
                      <a:pt x="206" y="319"/>
                      <a:pt x="177" y="234"/>
                      <a:pt x="149" y="178"/>
                    </a:cubicBezTo>
                    <a:cubicBezTo>
                      <a:pt x="121" y="114"/>
                      <a:pt x="93" y="57"/>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71"/>
              <p:cNvSpPr/>
              <p:nvPr/>
            </p:nvSpPr>
            <p:spPr>
              <a:xfrm>
                <a:off x="5123075" y="2349450"/>
                <a:ext cx="5150" cy="19125"/>
              </a:xfrm>
              <a:custGeom>
                <a:avLst/>
                <a:gdLst/>
                <a:ahLst/>
                <a:cxnLst/>
                <a:rect l="l" t="t" r="r" b="b"/>
                <a:pathLst>
                  <a:path w="206" h="765" extrusionOk="0">
                    <a:moveTo>
                      <a:pt x="1" y="1"/>
                    </a:moveTo>
                    <a:cubicBezTo>
                      <a:pt x="29" y="29"/>
                      <a:pt x="57" y="86"/>
                      <a:pt x="57" y="114"/>
                    </a:cubicBezTo>
                    <a:cubicBezTo>
                      <a:pt x="85" y="178"/>
                      <a:pt x="85" y="206"/>
                      <a:pt x="121" y="234"/>
                    </a:cubicBezTo>
                    <a:lnTo>
                      <a:pt x="121" y="383"/>
                    </a:lnTo>
                    <a:lnTo>
                      <a:pt x="121" y="531"/>
                    </a:lnTo>
                    <a:cubicBezTo>
                      <a:pt x="85" y="560"/>
                      <a:pt x="85" y="616"/>
                      <a:pt x="57" y="645"/>
                    </a:cubicBezTo>
                    <a:cubicBezTo>
                      <a:pt x="57" y="708"/>
                      <a:pt x="29" y="737"/>
                      <a:pt x="1" y="765"/>
                    </a:cubicBezTo>
                    <a:lnTo>
                      <a:pt x="57" y="765"/>
                    </a:lnTo>
                    <a:cubicBezTo>
                      <a:pt x="85" y="708"/>
                      <a:pt x="149" y="645"/>
                      <a:pt x="177" y="588"/>
                    </a:cubicBezTo>
                    <a:cubicBezTo>
                      <a:pt x="177" y="531"/>
                      <a:pt x="206" y="439"/>
                      <a:pt x="206" y="383"/>
                    </a:cubicBezTo>
                    <a:cubicBezTo>
                      <a:pt x="206" y="319"/>
                      <a:pt x="177" y="234"/>
                      <a:pt x="177" y="178"/>
                    </a:cubicBezTo>
                    <a:cubicBezTo>
                      <a:pt x="149" y="114"/>
                      <a:pt x="85" y="57"/>
                      <a:pt x="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71"/>
              <p:cNvSpPr/>
              <p:nvPr/>
            </p:nvSpPr>
            <p:spPr>
              <a:xfrm>
                <a:off x="5011825" y="2423025"/>
                <a:ext cx="5150" cy="19300"/>
              </a:xfrm>
              <a:custGeom>
                <a:avLst/>
                <a:gdLst/>
                <a:ahLst/>
                <a:cxnLst/>
                <a:rect l="l" t="t" r="r" b="b"/>
                <a:pathLst>
                  <a:path w="206" h="772" extrusionOk="0">
                    <a:moveTo>
                      <a:pt x="149" y="1"/>
                    </a:moveTo>
                    <a:cubicBezTo>
                      <a:pt x="86" y="64"/>
                      <a:pt x="57" y="121"/>
                      <a:pt x="29" y="178"/>
                    </a:cubicBezTo>
                    <a:cubicBezTo>
                      <a:pt x="1" y="241"/>
                      <a:pt x="1" y="326"/>
                      <a:pt x="1" y="383"/>
                    </a:cubicBezTo>
                    <a:cubicBezTo>
                      <a:pt x="1" y="446"/>
                      <a:pt x="1" y="531"/>
                      <a:pt x="29" y="595"/>
                    </a:cubicBezTo>
                    <a:cubicBezTo>
                      <a:pt x="57" y="652"/>
                      <a:pt x="86" y="708"/>
                      <a:pt x="149" y="772"/>
                    </a:cubicBezTo>
                    <a:lnTo>
                      <a:pt x="206" y="772"/>
                    </a:lnTo>
                    <a:cubicBezTo>
                      <a:pt x="178" y="737"/>
                      <a:pt x="149" y="680"/>
                      <a:pt x="149" y="652"/>
                    </a:cubicBezTo>
                    <a:cubicBezTo>
                      <a:pt x="114" y="623"/>
                      <a:pt x="86" y="560"/>
                      <a:pt x="86" y="531"/>
                    </a:cubicBezTo>
                    <a:lnTo>
                      <a:pt x="86" y="383"/>
                    </a:lnTo>
                    <a:lnTo>
                      <a:pt x="86" y="241"/>
                    </a:lnTo>
                    <a:cubicBezTo>
                      <a:pt x="86" y="206"/>
                      <a:pt x="114" y="149"/>
                      <a:pt x="149" y="121"/>
                    </a:cubicBezTo>
                    <a:cubicBezTo>
                      <a:pt x="149" y="93"/>
                      <a:pt x="178" y="29"/>
                      <a:pt x="2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71"/>
              <p:cNvSpPr/>
              <p:nvPr/>
            </p:nvSpPr>
            <p:spPr>
              <a:xfrm>
                <a:off x="5019075" y="2423025"/>
                <a:ext cx="5350" cy="19300"/>
              </a:xfrm>
              <a:custGeom>
                <a:avLst/>
                <a:gdLst/>
                <a:ahLst/>
                <a:cxnLst/>
                <a:rect l="l" t="t" r="r" b="b"/>
                <a:pathLst>
                  <a:path w="214" h="772" extrusionOk="0">
                    <a:moveTo>
                      <a:pt x="149" y="1"/>
                    </a:moveTo>
                    <a:cubicBezTo>
                      <a:pt x="121" y="64"/>
                      <a:pt x="65" y="121"/>
                      <a:pt x="65" y="178"/>
                    </a:cubicBezTo>
                    <a:cubicBezTo>
                      <a:pt x="36" y="241"/>
                      <a:pt x="1" y="326"/>
                      <a:pt x="1" y="383"/>
                    </a:cubicBezTo>
                    <a:cubicBezTo>
                      <a:pt x="1" y="446"/>
                      <a:pt x="36" y="531"/>
                      <a:pt x="65" y="595"/>
                    </a:cubicBezTo>
                    <a:cubicBezTo>
                      <a:pt x="65" y="652"/>
                      <a:pt x="121" y="708"/>
                      <a:pt x="149" y="772"/>
                    </a:cubicBezTo>
                    <a:lnTo>
                      <a:pt x="213" y="772"/>
                    </a:lnTo>
                    <a:cubicBezTo>
                      <a:pt x="178" y="737"/>
                      <a:pt x="149" y="680"/>
                      <a:pt x="149" y="652"/>
                    </a:cubicBezTo>
                    <a:cubicBezTo>
                      <a:pt x="121" y="623"/>
                      <a:pt x="121" y="560"/>
                      <a:pt x="93" y="531"/>
                    </a:cubicBezTo>
                    <a:lnTo>
                      <a:pt x="93" y="383"/>
                    </a:lnTo>
                    <a:lnTo>
                      <a:pt x="93" y="241"/>
                    </a:lnTo>
                    <a:cubicBezTo>
                      <a:pt x="121" y="206"/>
                      <a:pt x="121" y="149"/>
                      <a:pt x="149" y="121"/>
                    </a:cubicBezTo>
                    <a:cubicBezTo>
                      <a:pt x="149" y="93"/>
                      <a:pt x="178" y="29"/>
                      <a:pt x="2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71"/>
              <p:cNvSpPr/>
              <p:nvPr/>
            </p:nvSpPr>
            <p:spPr>
              <a:xfrm>
                <a:off x="5027225" y="2427450"/>
                <a:ext cx="2325" cy="11175"/>
              </a:xfrm>
              <a:custGeom>
                <a:avLst/>
                <a:gdLst/>
                <a:ahLst/>
                <a:cxnLst/>
                <a:rect l="l" t="t" r="r" b="b"/>
                <a:pathLst>
                  <a:path w="93" h="447" extrusionOk="0">
                    <a:moveTo>
                      <a:pt x="0" y="1"/>
                    </a:moveTo>
                    <a:lnTo>
                      <a:pt x="0" y="93"/>
                    </a:lnTo>
                    <a:lnTo>
                      <a:pt x="92" y="93"/>
                    </a:lnTo>
                    <a:lnTo>
                      <a:pt x="92" y="1"/>
                    </a:lnTo>
                    <a:close/>
                    <a:moveTo>
                      <a:pt x="0" y="354"/>
                    </a:moveTo>
                    <a:lnTo>
                      <a:pt x="0" y="446"/>
                    </a:lnTo>
                    <a:lnTo>
                      <a:pt x="92" y="446"/>
                    </a:lnTo>
                    <a:lnTo>
                      <a:pt x="92" y="354"/>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71"/>
              <p:cNvSpPr/>
              <p:nvPr/>
            </p:nvSpPr>
            <p:spPr>
              <a:xfrm>
                <a:off x="5036775" y="2423750"/>
                <a:ext cx="10450" cy="15575"/>
              </a:xfrm>
              <a:custGeom>
                <a:avLst/>
                <a:gdLst/>
                <a:ahLst/>
                <a:cxnLst/>
                <a:rect l="l" t="t" r="r" b="b"/>
                <a:pathLst>
                  <a:path w="418" h="623" extrusionOk="0">
                    <a:moveTo>
                      <a:pt x="212" y="64"/>
                    </a:moveTo>
                    <a:cubicBezTo>
                      <a:pt x="241" y="64"/>
                      <a:pt x="269" y="92"/>
                      <a:pt x="297" y="92"/>
                    </a:cubicBezTo>
                    <a:cubicBezTo>
                      <a:pt x="297" y="120"/>
                      <a:pt x="326" y="149"/>
                      <a:pt x="326" y="177"/>
                    </a:cubicBezTo>
                    <a:lnTo>
                      <a:pt x="326" y="297"/>
                    </a:lnTo>
                    <a:lnTo>
                      <a:pt x="326" y="326"/>
                    </a:lnTo>
                    <a:lnTo>
                      <a:pt x="326" y="446"/>
                    </a:lnTo>
                    <a:cubicBezTo>
                      <a:pt x="326" y="474"/>
                      <a:pt x="297" y="502"/>
                      <a:pt x="297" y="531"/>
                    </a:cubicBezTo>
                    <a:cubicBezTo>
                      <a:pt x="269" y="531"/>
                      <a:pt x="241" y="566"/>
                      <a:pt x="212" y="566"/>
                    </a:cubicBezTo>
                    <a:cubicBezTo>
                      <a:pt x="177" y="566"/>
                      <a:pt x="149" y="531"/>
                      <a:pt x="149" y="531"/>
                    </a:cubicBezTo>
                    <a:cubicBezTo>
                      <a:pt x="121" y="502"/>
                      <a:pt x="121" y="474"/>
                      <a:pt x="92" y="446"/>
                    </a:cubicBezTo>
                    <a:lnTo>
                      <a:pt x="92" y="326"/>
                    </a:lnTo>
                    <a:lnTo>
                      <a:pt x="92" y="297"/>
                    </a:lnTo>
                    <a:lnTo>
                      <a:pt x="92" y="177"/>
                    </a:lnTo>
                    <a:cubicBezTo>
                      <a:pt x="121" y="149"/>
                      <a:pt x="121" y="120"/>
                      <a:pt x="149" y="92"/>
                    </a:cubicBezTo>
                    <a:cubicBezTo>
                      <a:pt x="149" y="92"/>
                      <a:pt x="177" y="64"/>
                      <a:pt x="212" y="64"/>
                    </a:cubicBezTo>
                    <a:close/>
                    <a:moveTo>
                      <a:pt x="212" y="0"/>
                    </a:moveTo>
                    <a:cubicBezTo>
                      <a:pt x="177" y="0"/>
                      <a:pt x="149" y="0"/>
                      <a:pt x="121" y="35"/>
                    </a:cubicBezTo>
                    <a:cubicBezTo>
                      <a:pt x="92" y="35"/>
                      <a:pt x="92" y="64"/>
                      <a:pt x="64" y="64"/>
                    </a:cubicBezTo>
                    <a:cubicBezTo>
                      <a:pt x="64" y="92"/>
                      <a:pt x="36" y="120"/>
                      <a:pt x="36" y="177"/>
                    </a:cubicBezTo>
                    <a:cubicBezTo>
                      <a:pt x="36" y="212"/>
                      <a:pt x="0" y="269"/>
                      <a:pt x="0" y="326"/>
                    </a:cubicBezTo>
                    <a:cubicBezTo>
                      <a:pt x="0" y="389"/>
                      <a:pt x="36" y="417"/>
                      <a:pt x="36" y="474"/>
                    </a:cubicBezTo>
                    <a:cubicBezTo>
                      <a:pt x="36" y="502"/>
                      <a:pt x="64" y="531"/>
                      <a:pt x="64" y="566"/>
                    </a:cubicBezTo>
                    <a:cubicBezTo>
                      <a:pt x="92" y="566"/>
                      <a:pt x="92" y="594"/>
                      <a:pt x="121" y="594"/>
                    </a:cubicBezTo>
                    <a:cubicBezTo>
                      <a:pt x="149" y="623"/>
                      <a:pt x="177" y="623"/>
                      <a:pt x="212" y="623"/>
                    </a:cubicBezTo>
                    <a:cubicBezTo>
                      <a:pt x="241" y="623"/>
                      <a:pt x="269" y="623"/>
                      <a:pt x="297" y="594"/>
                    </a:cubicBezTo>
                    <a:cubicBezTo>
                      <a:pt x="326" y="594"/>
                      <a:pt x="354" y="566"/>
                      <a:pt x="354" y="566"/>
                    </a:cubicBezTo>
                    <a:cubicBezTo>
                      <a:pt x="389" y="531"/>
                      <a:pt x="389" y="502"/>
                      <a:pt x="418" y="474"/>
                    </a:cubicBezTo>
                    <a:lnTo>
                      <a:pt x="418" y="326"/>
                    </a:lnTo>
                    <a:lnTo>
                      <a:pt x="418" y="177"/>
                    </a:lnTo>
                    <a:cubicBezTo>
                      <a:pt x="389" y="120"/>
                      <a:pt x="389" y="92"/>
                      <a:pt x="354" y="64"/>
                    </a:cubicBezTo>
                    <a:cubicBezTo>
                      <a:pt x="354" y="64"/>
                      <a:pt x="326" y="35"/>
                      <a:pt x="297" y="35"/>
                    </a:cubicBezTo>
                    <a:cubicBezTo>
                      <a:pt x="269" y="0"/>
                      <a:pt x="241" y="0"/>
                      <a:pt x="2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71"/>
              <p:cNvSpPr/>
              <p:nvPr/>
            </p:nvSpPr>
            <p:spPr>
              <a:xfrm>
                <a:off x="5049325" y="2423025"/>
                <a:ext cx="5150" cy="19300"/>
              </a:xfrm>
              <a:custGeom>
                <a:avLst/>
                <a:gdLst/>
                <a:ahLst/>
                <a:cxnLst/>
                <a:rect l="l" t="t" r="r" b="b"/>
                <a:pathLst>
                  <a:path w="206" h="772" extrusionOk="0">
                    <a:moveTo>
                      <a:pt x="1" y="1"/>
                    </a:moveTo>
                    <a:cubicBezTo>
                      <a:pt x="29" y="29"/>
                      <a:pt x="29" y="93"/>
                      <a:pt x="64" y="121"/>
                    </a:cubicBezTo>
                    <a:cubicBezTo>
                      <a:pt x="93" y="178"/>
                      <a:pt x="93" y="206"/>
                      <a:pt x="121" y="241"/>
                    </a:cubicBezTo>
                    <a:lnTo>
                      <a:pt x="121" y="383"/>
                    </a:lnTo>
                    <a:lnTo>
                      <a:pt x="121" y="531"/>
                    </a:lnTo>
                    <a:cubicBezTo>
                      <a:pt x="93" y="560"/>
                      <a:pt x="93" y="623"/>
                      <a:pt x="64" y="652"/>
                    </a:cubicBezTo>
                    <a:cubicBezTo>
                      <a:pt x="29" y="708"/>
                      <a:pt x="29" y="737"/>
                      <a:pt x="1" y="772"/>
                    </a:cubicBezTo>
                    <a:lnTo>
                      <a:pt x="64" y="772"/>
                    </a:lnTo>
                    <a:cubicBezTo>
                      <a:pt x="93" y="708"/>
                      <a:pt x="121" y="652"/>
                      <a:pt x="149" y="595"/>
                    </a:cubicBezTo>
                    <a:cubicBezTo>
                      <a:pt x="177" y="531"/>
                      <a:pt x="206" y="446"/>
                      <a:pt x="206" y="383"/>
                    </a:cubicBezTo>
                    <a:cubicBezTo>
                      <a:pt x="206" y="326"/>
                      <a:pt x="177" y="241"/>
                      <a:pt x="149" y="178"/>
                    </a:cubicBezTo>
                    <a:cubicBezTo>
                      <a:pt x="121" y="121"/>
                      <a:pt x="93" y="64"/>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71"/>
              <p:cNvSpPr/>
              <p:nvPr/>
            </p:nvSpPr>
            <p:spPr>
              <a:xfrm>
                <a:off x="5057450" y="2428150"/>
                <a:ext cx="10300" cy="10475"/>
              </a:xfrm>
              <a:custGeom>
                <a:avLst/>
                <a:gdLst/>
                <a:ahLst/>
                <a:cxnLst/>
                <a:rect l="l" t="t" r="r" b="b"/>
                <a:pathLst>
                  <a:path w="412" h="419" extrusionOk="0">
                    <a:moveTo>
                      <a:pt x="1" y="1"/>
                    </a:moveTo>
                    <a:lnTo>
                      <a:pt x="1" y="65"/>
                    </a:lnTo>
                    <a:lnTo>
                      <a:pt x="355" y="213"/>
                    </a:lnTo>
                    <a:lnTo>
                      <a:pt x="1" y="355"/>
                    </a:lnTo>
                    <a:lnTo>
                      <a:pt x="1" y="418"/>
                    </a:lnTo>
                    <a:lnTo>
                      <a:pt x="411" y="241"/>
                    </a:lnTo>
                    <a:lnTo>
                      <a:pt x="411" y="178"/>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71"/>
              <p:cNvSpPr/>
              <p:nvPr/>
            </p:nvSpPr>
            <p:spPr>
              <a:xfrm>
                <a:off x="5070025" y="2424625"/>
                <a:ext cx="3025" cy="5150"/>
              </a:xfrm>
              <a:custGeom>
                <a:avLst/>
                <a:gdLst/>
                <a:ahLst/>
                <a:cxnLst/>
                <a:rect l="l" t="t" r="r" b="b"/>
                <a:pathLst>
                  <a:path w="121" h="206" extrusionOk="0">
                    <a:moveTo>
                      <a:pt x="29" y="0"/>
                    </a:moveTo>
                    <a:lnTo>
                      <a:pt x="29" y="85"/>
                    </a:lnTo>
                    <a:lnTo>
                      <a:pt x="57" y="85"/>
                    </a:lnTo>
                    <a:lnTo>
                      <a:pt x="57" y="114"/>
                    </a:lnTo>
                    <a:cubicBezTo>
                      <a:pt x="57" y="142"/>
                      <a:pt x="57" y="142"/>
                      <a:pt x="29" y="142"/>
                    </a:cubicBezTo>
                    <a:cubicBezTo>
                      <a:pt x="29" y="142"/>
                      <a:pt x="29" y="177"/>
                      <a:pt x="0" y="177"/>
                    </a:cubicBezTo>
                    <a:lnTo>
                      <a:pt x="0" y="206"/>
                    </a:lnTo>
                    <a:cubicBezTo>
                      <a:pt x="29" y="206"/>
                      <a:pt x="29" y="206"/>
                      <a:pt x="57" y="177"/>
                    </a:cubicBezTo>
                    <a:cubicBezTo>
                      <a:pt x="57" y="177"/>
                      <a:pt x="85" y="177"/>
                      <a:pt x="85" y="142"/>
                    </a:cubicBezTo>
                    <a:cubicBezTo>
                      <a:pt x="85" y="114"/>
                      <a:pt x="121" y="85"/>
                      <a:pt x="121" y="57"/>
                    </a:cubicBezTo>
                    <a:lnTo>
                      <a:pt x="1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71"/>
              <p:cNvSpPr/>
              <p:nvPr/>
            </p:nvSpPr>
            <p:spPr>
              <a:xfrm>
                <a:off x="5075150" y="2424625"/>
                <a:ext cx="2325" cy="5150"/>
              </a:xfrm>
              <a:custGeom>
                <a:avLst/>
                <a:gdLst/>
                <a:ahLst/>
                <a:cxnLst/>
                <a:rect l="l" t="t" r="r" b="b"/>
                <a:pathLst>
                  <a:path w="93" h="206" extrusionOk="0">
                    <a:moveTo>
                      <a:pt x="29" y="0"/>
                    </a:moveTo>
                    <a:lnTo>
                      <a:pt x="29" y="85"/>
                    </a:lnTo>
                    <a:lnTo>
                      <a:pt x="57" y="85"/>
                    </a:lnTo>
                    <a:lnTo>
                      <a:pt x="57" y="114"/>
                    </a:lnTo>
                    <a:cubicBezTo>
                      <a:pt x="57" y="142"/>
                      <a:pt x="29" y="142"/>
                      <a:pt x="29" y="142"/>
                    </a:cubicBezTo>
                    <a:cubicBezTo>
                      <a:pt x="29" y="142"/>
                      <a:pt x="29" y="177"/>
                      <a:pt x="0" y="177"/>
                    </a:cubicBezTo>
                    <a:lnTo>
                      <a:pt x="0" y="206"/>
                    </a:lnTo>
                    <a:cubicBezTo>
                      <a:pt x="29" y="206"/>
                      <a:pt x="29" y="206"/>
                      <a:pt x="57" y="177"/>
                    </a:cubicBezTo>
                    <a:cubicBezTo>
                      <a:pt x="57" y="177"/>
                      <a:pt x="92" y="177"/>
                      <a:pt x="92" y="142"/>
                    </a:cubicBezTo>
                    <a:lnTo>
                      <a:pt x="92" y="57"/>
                    </a:lnTo>
                    <a:lnTo>
                      <a:pt x="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71"/>
              <p:cNvSpPr/>
              <p:nvPr/>
            </p:nvSpPr>
            <p:spPr>
              <a:xfrm>
                <a:off x="5080975" y="2428150"/>
                <a:ext cx="10475" cy="10475"/>
              </a:xfrm>
              <a:custGeom>
                <a:avLst/>
                <a:gdLst/>
                <a:ahLst/>
                <a:cxnLst/>
                <a:rect l="l" t="t" r="r" b="b"/>
                <a:pathLst>
                  <a:path w="419" h="419" extrusionOk="0">
                    <a:moveTo>
                      <a:pt x="1" y="1"/>
                    </a:moveTo>
                    <a:lnTo>
                      <a:pt x="1" y="65"/>
                    </a:lnTo>
                    <a:lnTo>
                      <a:pt x="326" y="213"/>
                    </a:lnTo>
                    <a:lnTo>
                      <a:pt x="1" y="355"/>
                    </a:lnTo>
                    <a:lnTo>
                      <a:pt x="1" y="418"/>
                    </a:lnTo>
                    <a:lnTo>
                      <a:pt x="418" y="241"/>
                    </a:lnTo>
                    <a:lnTo>
                      <a:pt x="418" y="178"/>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71"/>
              <p:cNvSpPr/>
              <p:nvPr/>
            </p:nvSpPr>
            <p:spPr>
              <a:xfrm>
                <a:off x="5093550" y="2428150"/>
                <a:ext cx="10450" cy="10475"/>
              </a:xfrm>
              <a:custGeom>
                <a:avLst/>
                <a:gdLst/>
                <a:ahLst/>
                <a:cxnLst/>
                <a:rect l="l" t="t" r="r" b="b"/>
                <a:pathLst>
                  <a:path w="418" h="419" extrusionOk="0">
                    <a:moveTo>
                      <a:pt x="418" y="1"/>
                    </a:moveTo>
                    <a:lnTo>
                      <a:pt x="0" y="178"/>
                    </a:lnTo>
                    <a:lnTo>
                      <a:pt x="0" y="241"/>
                    </a:lnTo>
                    <a:lnTo>
                      <a:pt x="418" y="418"/>
                    </a:lnTo>
                    <a:lnTo>
                      <a:pt x="418" y="355"/>
                    </a:lnTo>
                    <a:lnTo>
                      <a:pt x="64" y="213"/>
                    </a:lnTo>
                    <a:lnTo>
                      <a:pt x="418" y="65"/>
                    </a:lnTo>
                    <a:lnTo>
                      <a:pt x="4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71"/>
              <p:cNvSpPr/>
              <p:nvPr/>
            </p:nvSpPr>
            <p:spPr>
              <a:xfrm>
                <a:off x="5111225" y="2423025"/>
                <a:ext cx="5150" cy="19300"/>
              </a:xfrm>
              <a:custGeom>
                <a:avLst/>
                <a:gdLst/>
                <a:ahLst/>
                <a:cxnLst/>
                <a:rect l="l" t="t" r="r" b="b"/>
                <a:pathLst>
                  <a:path w="206" h="772" extrusionOk="0">
                    <a:moveTo>
                      <a:pt x="1" y="1"/>
                    </a:moveTo>
                    <a:cubicBezTo>
                      <a:pt x="29" y="29"/>
                      <a:pt x="29" y="93"/>
                      <a:pt x="64" y="121"/>
                    </a:cubicBezTo>
                    <a:cubicBezTo>
                      <a:pt x="93" y="178"/>
                      <a:pt x="93" y="206"/>
                      <a:pt x="121" y="241"/>
                    </a:cubicBezTo>
                    <a:lnTo>
                      <a:pt x="121" y="383"/>
                    </a:lnTo>
                    <a:lnTo>
                      <a:pt x="121" y="531"/>
                    </a:lnTo>
                    <a:cubicBezTo>
                      <a:pt x="93" y="560"/>
                      <a:pt x="93" y="623"/>
                      <a:pt x="64" y="652"/>
                    </a:cubicBezTo>
                    <a:cubicBezTo>
                      <a:pt x="29" y="708"/>
                      <a:pt x="29" y="737"/>
                      <a:pt x="1" y="772"/>
                    </a:cubicBezTo>
                    <a:lnTo>
                      <a:pt x="64" y="772"/>
                    </a:lnTo>
                    <a:cubicBezTo>
                      <a:pt x="93" y="708"/>
                      <a:pt x="121" y="652"/>
                      <a:pt x="149" y="595"/>
                    </a:cubicBezTo>
                    <a:cubicBezTo>
                      <a:pt x="177" y="531"/>
                      <a:pt x="206" y="446"/>
                      <a:pt x="206" y="383"/>
                    </a:cubicBezTo>
                    <a:cubicBezTo>
                      <a:pt x="206" y="326"/>
                      <a:pt x="177" y="241"/>
                      <a:pt x="149" y="178"/>
                    </a:cubicBezTo>
                    <a:cubicBezTo>
                      <a:pt x="121" y="121"/>
                      <a:pt x="93" y="64"/>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71"/>
              <p:cNvSpPr/>
              <p:nvPr/>
            </p:nvSpPr>
            <p:spPr>
              <a:xfrm>
                <a:off x="5123075" y="2423025"/>
                <a:ext cx="5150" cy="19300"/>
              </a:xfrm>
              <a:custGeom>
                <a:avLst/>
                <a:gdLst/>
                <a:ahLst/>
                <a:cxnLst/>
                <a:rect l="l" t="t" r="r" b="b"/>
                <a:pathLst>
                  <a:path w="206" h="772" extrusionOk="0">
                    <a:moveTo>
                      <a:pt x="1" y="1"/>
                    </a:moveTo>
                    <a:cubicBezTo>
                      <a:pt x="29" y="29"/>
                      <a:pt x="57" y="93"/>
                      <a:pt x="57" y="121"/>
                    </a:cubicBezTo>
                    <a:cubicBezTo>
                      <a:pt x="85" y="178"/>
                      <a:pt x="85" y="206"/>
                      <a:pt x="121" y="241"/>
                    </a:cubicBezTo>
                    <a:lnTo>
                      <a:pt x="121" y="383"/>
                    </a:lnTo>
                    <a:lnTo>
                      <a:pt x="121" y="531"/>
                    </a:lnTo>
                    <a:cubicBezTo>
                      <a:pt x="85" y="560"/>
                      <a:pt x="85" y="623"/>
                      <a:pt x="57" y="652"/>
                    </a:cubicBezTo>
                    <a:cubicBezTo>
                      <a:pt x="57" y="708"/>
                      <a:pt x="29" y="737"/>
                      <a:pt x="1" y="772"/>
                    </a:cubicBezTo>
                    <a:lnTo>
                      <a:pt x="57" y="772"/>
                    </a:lnTo>
                    <a:cubicBezTo>
                      <a:pt x="85" y="708"/>
                      <a:pt x="149" y="652"/>
                      <a:pt x="177" y="595"/>
                    </a:cubicBezTo>
                    <a:cubicBezTo>
                      <a:pt x="177" y="531"/>
                      <a:pt x="206" y="446"/>
                      <a:pt x="206" y="383"/>
                    </a:cubicBezTo>
                    <a:cubicBezTo>
                      <a:pt x="206" y="326"/>
                      <a:pt x="177" y="241"/>
                      <a:pt x="177" y="178"/>
                    </a:cubicBezTo>
                    <a:cubicBezTo>
                      <a:pt x="149" y="121"/>
                      <a:pt x="85" y="64"/>
                      <a:pt x="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71"/>
              <p:cNvSpPr/>
              <p:nvPr/>
            </p:nvSpPr>
            <p:spPr>
              <a:xfrm>
                <a:off x="5033225" y="2389250"/>
                <a:ext cx="9575" cy="10275"/>
              </a:xfrm>
              <a:custGeom>
                <a:avLst/>
                <a:gdLst/>
                <a:ahLst/>
                <a:cxnLst/>
                <a:rect l="l" t="t" r="r" b="b"/>
                <a:pathLst>
                  <a:path w="383" h="411" extrusionOk="0">
                    <a:moveTo>
                      <a:pt x="383" y="1"/>
                    </a:moveTo>
                    <a:lnTo>
                      <a:pt x="1" y="177"/>
                    </a:lnTo>
                    <a:lnTo>
                      <a:pt x="1" y="234"/>
                    </a:lnTo>
                    <a:lnTo>
                      <a:pt x="383" y="411"/>
                    </a:lnTo>
                    <a:lnTo>
                      <a:pt x="383" y="354"/>
                    </a:lnTo>
                    <a:lnTo>
                      <a:pt x="57" y="206"/>
                    </a:lnTo>
                    <a:lnTo>
                      <a:pt x="383" y="57"/>
                    </a:lnTo>
                    <a:lnTo>
                      <a:pt x="3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71"/>
              <p:cNvSpPr/>
              <p:nvPr/>
            </p:nvSpPr>
            <p:spPr>
              <a:xfrm>
                <a:off x="5045600" y="2384825"/>
                <a:ext cx="10475" cy="15425"/>
              </a:xfrm>
              <a:custGeom>
                <a:avLst/>
                <a:gdLst/>
                <a:ahLst/>
                <a:cxnLst/>
                <a:rect l="l" t="t" r="r" b="b"/>
                <a:pathLst>
                  <a:path w="419" h="617" extrusionOk="0">
                    <a:moveTo>
                      <a:pt x="213" y="57"/>
                    </a:moveTo>
                    <a:cubicBezTo>
                      <a:pt x="242" y="57"/>
                      <a:pt x="270" y="86"/>
                      <a:pt x="298" y="86"/>
                    </a:cubicBezTo>
                    <a:cubicBezTo>
                      <a:pt x="298" y="114"/>
                      <a:pt x="326" y="142"/>
                      <a:pt x="326" y="178"/>
                    </a:cubicBezTo>
                    <a:lnTo>
                      <a:pt x="326" y="291"/>
                    </a:lnTo>
                    <a:lnTo>
                      <a:pt x="326" y="319"/>
                    </a:lnTo>
                    <a:lnTo>
                      <a:pt x="326" y="439"/>
                    </a:lnTo>
                    <a:cubicBezTo>
                      <a:pt x="326" y="468"/>
                      <a:pt x="298" y="496"/>
                      <a:pt x="298" y="531"/>
                    </a:cubicBezTo>
                    <a:cubicBezTo>
                      <a:pt x="270" y="531"/>
                      <a:pt x="242" y="560"/>
                      <a:pt x="213" y="560"/>
                    </a:cubicBezTo>
                    <a:cubicBezTo>
                      <a:pt x="178" y="560"/>
                      <a:pt x="150" y="531"/>
                      <a:pt x="121" y="531"/>
                    </a:cubicBezTo>
                    <a:cubicBezTo>
                      <a:pt x="121" y="496"/>
                      <a:pt x="93" y="468"/>
                      <a:pt x="93" y="439"/>
                    </a:cubicBezTo>
                    <a:lnTo>
                      <a:pt x="93" y="319"/>
                    </a:lnTo>
                    <a:lnTo>
                      <a:pt x="93" y="291"/>
                    </a:lnTo>
                    <a:lnTo>
                      <a:pt x="93" y="178"/>
                    </a:lnTo>
                    <a:cubicBezTo>
                      <a:pt x="93" y="142"/>
                      <a:pt x="121" y="114"/>
                      <a:pt x="121" y="86"/>
                    </a:cubicBezTo>
                    <a:cubicBezTo>
                      <a:pt x="150" y="86"/>
                      <a:pt x="178" y="57"/>
                      <a:pt x="213" y="57"/>
                    </a:cubicBezTo>
                    <a:close/>
                    <a:moveTo>
                      <a:pt x="213" y="1"/>
                    </a:moveTo>
                    <a:cubicBezTo>
                      <a:pt x="178" y="1"/>
                      <a:pt x="150" y="1"/>
                      <a:pt x="121" y="29"/>
                    </a:cubicBezTo>
                    <a:cubicBezTo>
                      <a:pt x="93" y="29"/>
                      <a:pt x="93" y="57"/>
                      <a:pt x="65" y="57"/>
                    </a:cubicBezTo>
                    <a:cubicBezTo>
                      <a:pt x="36" y="86"/>
                      <a:pt x="36" y="114"/>
                      <a:pt x="36" y="178"/>
                    </a:cubicBezTo>
                    <a:cubicBezTo>
                      <a:pt x="1" y="206"/>
                      <a:pt x="1" y="234"/>
                      <a:pt x="1" y="291"/>
                    </a:cubicBezTo>
                    <a:cubicBezTo>
                      <a:pt x="1" y="354"/>
                      <a:pt x="1" y="411"/>
                      <a:pt x="36" y="439"/>
                    </a:cubicBezTo>
                    <a:cubicBezTo>
                      <a:pt x="36" y="496"/>
                      <a:pt x="36" y="531"/>
                      <a:pt x="65" y="560"/>
                    </a:cubicBezTo>
                    <a:cubicBezTo>
                      <a:pt x="93" y="560"/>
                      <a:pt x="93" y="588"/>
                      <a:pt x="121" y="588"/>
                    </a:cubicBezTo>
                    <a:cubicBezTo>
                      <a:pt x="150" y="616"/>
                      <a:pt x="178" y="616"/>
                      <a:pt x="213" y="616"/>
                    </a:cubicBezTo>
                    <a:cubicBezTo>
                      <a:pt x="242" y="616"/>
                      <a:pt x="270" y="616"/>
                      <a:pt x="298" y="588"/>
                    </a:cubicBezTo>
                    <a:cubicBezTo>
                      <a:pt x="326" y="588"/>
                      <a:pt x="326" y="560"/>
                      <a:pt x="355" y="560"/>
                    </a:cubicBezTo>
                    <a:cubicBezTo>
                      <a:pt x="390" y="531"/>
                      <a:pt x="390" y="496"/>
                      <a:pt x="390" y="439"/>
                    </a:cubicBezTo>
                    <a:cubicBezTo>
                      <a:pt x="418" y="411"/>
                      <a:pt x="418" y="354"/>
                      <a:pt x="418" y="291"/>
                    </a:cubicBezTo>
                    <a:cubicBezTo>
                      <a:pt x="418" y="234"/>
                      <a:pt x="418" y="206"/>
                      <a:pt x="390" y="178"/>
                    </a:cubicBezTo>
                    <a:cubicBezTo>
                      <a:pt x="390" y="114"/>
                      <a:pt x="390" y="86"/>
                      <a:pt x="355" y="57"/>
                    </a:cubicBezTo>
                    <a:cubicBezTo>
                      <a:pt x="326" y="57"/>
                      <a:pt x="326" y="29"/>
                      <a:pt x="298" y="29"/>
                    </a:cubicBezTo>
                    <a:cubicBezTo>
                      <a:pt x="270" y="1"/>
                      <a:pt x="242" y="1"/>
                      <a:pt x="2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71"/>
              <p:cNvSpPr/>
              <p:nvPr/>
            </p:nvSpPr>
            <p:spPr>
              <a:xfrm>
                <a:off x="5058175" y="2385550"/>
                <a:ext cx="8850" cy="13975"/>
              </a:xfrm>
              <a:custGeom>
                <a:avLst/>
                <a:gdLst/>
                <a:ahLst/>
                <a:cxnLst/>
                <a:rect l="l" t="t" r="r" b="b"/>
                <a:pathLst>
                  <a:path w="354" h="559" extrusionOk="0">
                    <a:moveTo>
                      <a:pt x="205" y="0"/>
                    </a:moveTo>
                    <a:cubicBezTo>
                      <a:pt x="177" y="0"/>
                      <a:pt x="149" y="28"/>
                      <a:pt x="149" y="28"/>
                    </a:cubicBezTo>
                    <a:cubicBezTo>
                      <a:pt x="121" y="28"/>
                      <a:pt x="92" y="28"/>
                      <a:pt x="64" y="57"/>
                    </a:cubicBezTo>
                    <a:lnTo>
                      <a:pt x="0" y="57"/>
                    </a:lnTo>
                    <a:lnTo>
                      <a:pt x="0" y="113"/>
                    </a:lnTo>
                    <a:lnTo>
                      <a:pt x="149" y="113"/>
                    </a:lnTo>
                    <a:lnTo>
                      <a:pt x="149" y="502"/>
                    </a:lnTo>
                    <a:lnTo>
                      <a:pt x="0" y="502"/>
                    </a:lnTo>
                    <a:lnTo>
                      <a:pt x="0" y="559"/>
                    </a:lnTo>
                    <a:lnTo>
                      <a:pt x="354" y="559"/>
                    </a:lnTo>
                    <a:lnTo>
                      <a:pt x="354" y="502"/>
                    </a:lnTo>
                    <a:lnTo>
                      <a:pt x="241" y="502"/>
                    </a:lnTo>
                    <a:lnTo>
                      <a:pt x="2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71"/>
              <p:cNvSpPr/>
              <p:nvPr/>
            </p:nvSpPr>
            <p:spPr>
              <a:xfrm>
                <a:off x="5073725" y="2384825"/>
                <a:ext cx="9575" cy="15425"/>
              </a:xfrm>
              <a:custGeom>
                <a:avLst/>
                <a:gdLst/>
                <a:ahLst/>
                <a:cxnLst/>
                <a:rect l="l" t="t" r="r" b="b"/>
                <a:pathLst>
                  <a:path w="383" h="617" extrusionOk="0">
                    <a:moveTo>
                      <a:pt x="206" y="57"/>
                    </a:moveTo>
                    <a:cubicBezTo>
                      <a:pt x="234" y="57"/>
                      <a:pt x="263" y="86"/>
                      <a:pt x="263" y="86"/>
                    </a:cubicBezTo>
                    <a:cubicBezTo>
                      <a:pt x="291" y="114"/>
                      <a:pt x="291" y="142"/>
                      <a:pt x="291" y="178"/>
                    </a:cubicBezTo>
                    <a:cubicBezTo>
                      <a:pt x="326" y="206"/>
                      <a:pt x="326" y="234"/>
                      <a:pt x="326" y="291"/>
                    </a:cubicBezTo>
                    <a:lnTo>
                      <a:pt x="326" y="319"/>
                    </a:lnTo>
                    <a:cubicBezTo>
                      <a:pt x="326" y="383"/>
                      <a:pt x="326" y="411"/>
                      <a:pt x="291" y="439"/>
                    </a:cubicBezTo>
                    <a:cubicBezTo>
                      <a:pt x="291" y="468"/>
                      <a:pt x="291" y="496"/>
                      <a:pt x="263" y="531"/>
                    </a:cubicBezTo>
                    <a:cubicBezTo>
                      <a:pt x="263" y="531"/>
                      <a:pt x="234" y="560"/>
                      <a:pt x="206" y="560"/>
                    </a:cubicBezTo>
                    <a:cubicBezTo>
                      <a:pt x="149" y="560"/>
                      <a:pt x="149" y="531"/>
                      <a:pt x="114" y="531"/>
                    </a:cubicBezTo>
                    <a:cubicBezTo>
                      <a:pt x="86" y="496"/>
                      <a:pt x="86" y="468"/>
                      <a:pt x="86" y="439"/>
                    </a:cubicBezTo>
                    <a:cubicBezTo>
                      <a:pt x="57" y="411"/>
                      <a:pt x="57" y="383"/>
                      <a:pt x="57" y="319"/>
                    </a:cubicBezTo>
                    <a:lnTo>
                      <a:pt x="57" y="291"/>
                    </a:lnTo>
                    <a:cubicBezTo>
                      <a:pt x="57" y="234"/>
                      <a:pt x="57" y="206"/>
                      <a:pt x="86" y="178"/>
                    </a:cubicBezTo>
                    <a:cubicBezTo>
                      <a:pt x="86" y="142"/>
                      <a:pt x="86" y="114"/>
                      <a:pt x="114" y="86"/>
                    </a:cubicBezTo>
                    <a:cubicBezTo>
                      <a:pt x="149" y="86"/>
                      <a:pt x="149" y="57"/>
                      <a:pt x="206" y="57"/>
                    </a:cubicBezTo>
                    <a:close/>
                    <a:moveTo>
                      <a:pt x="206" y="1"/>
                    </a:moveTo>
                    <a:cubicBezTo>
                      <a:pt x="149" y="1"/>
                      <a:pt x="149" y="1"/>
                      <a:pt x="114" y="29"/>
                    </a:cubicBezTo>
                    <a:cubicBezTo>
                      <a:pt x="86" y="29"/>
                      <a:pt x="57" y="57"/>
                      <a:pt x="57" y="57"/>
                    </a:cubicBezTo>
                    <a:cubicBezTo>
                      <a:pt x="29" y="86"/>
                      <a:pt x="1" y="114"/>
                      <a:pt x="1" y="178"/>
                    </a:cubicBezTo>
                    <a:lnTo>
                      <a:pt x="1" y="291"/>
                    </a:lnTo>
                    <a:lnTo>
                      <a:pt x="1" y="439"/>
                    </a:lnTo>
                    <a:cubicBezTo>
                      <a:pt x="1" y="496"/>
                      <a:pt x="29" y="531"/>
                      <a:pt x="57" y="560"/>
                    </a:cubicBezTo>
                    <a:cubicBezTo>
                      <a:pt x="57" y="560"/>
                      <a:pt x="86" y="588"/>
                      <a:pt x="114" y="588"/>
                    </a:cubicBezTo>
                    <a:cubicBezTo>
                      <a:pt x="149" y="616"/>
                      <a:pt x="149" y="616"/>
                      <a:pt x="206" y="616"/>
                    </a:cubicBezTo>
                    <a:cubicBezTo>
                      <a:pt x="234" y="616"/>
                      <a:pt x="263" y="616"/>
                      <a:pt x="263" y="588"/>
                    </a:cubicBezTo>
                    <a:cubicBezTo>
                      <a:pt x="291" y="588"/>
                      <a:pt x="326" y="560"/>
                      <a:pt x="355" y="560"/>
                    </a:cubicBezTo>
                    <a:cubicBezTo>
                      <a:pt x="355" y="531"/>
                      <a:pt x="383" y="496"/>
                      <a:pt x="383" y="439"/>
                    </a:cubicBezTo>
                    <a:lnTo>
                      <a:pt x="383" y="291"/>
                    </a:lnTo>
                    <a:lnTo>
                      <a:pt x="383" y="178"/>
                    </a:lnTo>
                    <a:cubicBezTo>
                      <a:pt x="383" y="114"/>
                      <a:pt x="355" y="86"/>
                      <a:pt x="355" y="57"/>
                    </a:cubicBezTo>
                    <a:cubicBezTo>
                      <a:pt x="326" y="57"/>
                      <a:pt x="291" y="29"/>
                      <a:pt x="263" y="29"/>
                    </a:cubicBezTo>
                    <a:cubicBezTo>
                      <a:pt x="263" y="1"/>
                      <a:pt x="234" y="1"/>
                      <a:pt x="2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71"/>
              <p:cNvSpPr/>
              <p:nvPr/>
            </p:nvSpPr>
            <p:spPr>
              <a:xfrm>
                <a:off x="5085400" y="2384825"/>
                <a:ext cx="10475" cy="15425"/>
              </a:xfrm>
              <a:custGeom>
                <a:avLst/>
                <a:gdLst/>
                <a:ahLst/>
                <a:cxnLst/>
                <a:rect l="l" t="t" r="r" b="b"/>
                <a:pathLst>
                  <a:path w="419" h="617" extrusionOk="0">
                    <a:moveTo>
                      <a:pt x="213" y="57"/>
                    </a:moveTo>
                    <a:cubicBezTo>
                      <a:pt x="241" y="57"/>
                      <a:pt x="270" y="86"/>
                      <a:pt x="298" y="86"/>
                    </a:cubicBezTo>
                    <a:cubicBezTo>
                      <a:pt x="298" y="114"/>
                      <a:pt x="326" y="142"/>
                      <a:pt x="326" y="178"/>
                    </a:cubicBezTo>
                    <a:lnTo>
                      <a:pt x="326" y="291"/>
                    </a:lnTo>
                    <a:lnTo>
                      <a:pt x="326" y="319"/>
                    </a:lnTo>
                    <a:lnTo>
                      <a:pt x="326" y="439"/>
                    </a:lnTo>
                    <a:cubicBezTo>
                      <a:pt x="326" y="468"/>
                      <a:pt x="298" y="496"/>
                      <a:pt x="298" y="531"/>
                    </a:cubicBezTo>
                    <a:cubicBezTo>
                      <a:pt x="270" y="531"/>
                      <a:pt x="241" y="560"/>
                      <a:pt x="213" y="560"/>
                    </a:cubicBezTo>
                    <a:cubicBezTo>
                      <a:pt x="178" y="560"/>
                      <a:pt x="149" y="531"/>
                      <a:pt x="149" y="531"/>
                    </a:cubicBezTo>
                    <a:cubicBezTo>
                      <a:pt x="121" y="496"/>
                      <a:pt x="93" y="468"/>
                      <a:pt x="93" y="439"/>
                    </a:cubicBezTo>
                    <a:lnTo>
                      <a:pt x="93" y="319"/>
                    </a:lnTo>
                    <a:lnTo>
                      <a:pt x="93" y="291"/>
                    </a:lnTo>
                    <a:lnTo>
                      <a:pt x="93" y="178"/>
                    </a:lnTo>
                    <a:cubicBezTo>
                      <a:pt x="93" y="142"/>
                      <a:pt x="121" y="114"/>
                      <a:pt x="149" y="86"/>
                    </a:cubicBezTo>
                    <a:cubicBezTo>
                      <a:pt x="149" y="86"/>
                      <a:pt x="178" y="57"/>
                      <a:pt x="213" y="57"/>
                    </a:cubicBezTo>
                    <a:close/>
                    <a:moveTo>
                      <a:pt x="213" y="1"/>
                    </a:moveTo>
                    <a:cubicBezTo>
                      <a:pt x="178" y="1"/>
                      <a:pt x="149" y="1"/>
                      <a:pt x="121" y="29"/>
                    </a:cubicBezTo>
                    <a:cubicBezTo>
                      <a:pt x="93" y="29"/>
                      <a:pt x="93" y="57"/>
                      <a:pt x="64" y="57"/>
                    </a:cubicBezTo>
                    <a:cubicBezTo>
                      <a:pt x="36" y="86"/>
                      <a:pt x="36" y="114"/>
                      <a:pt x="36" y="178"/>
                    </a:cubicBezTo>
                    <a:cubicBezTo>
                      <a:pt x="1" y="206"/>
                      <a:pt x="1" y="234"/>
                      <a:pt x="1" y="291"/>
                    </a:cubicBezTo>
                    <a:cubicBezTo>
                      <a:pt x="1" y="354"/>
                      <a:pt x="1" y="411"/>
                      <a:pt x="36" y="439"/>
                    </a:cubicBezTo>
                    <a:cubicBezTo>
                      <a:pt x="36" y="496"/>
                      <a:pt x="36" y="531"/>
                      <a:pt x="64" y="560"/>
                    </a:cubicBezTo>
                    <a:cubicBezTo>
                      <a:pt x="93" y="560"/>
                      <a:pt x="93" y="588"/>
                      <a:pt x="121" y="588"/>
                    </a:cubicBezTo>
                    <a:cubicBezTo>
                      <a:pt x="149" y="616"/>
                      <a:pt x="178" y="616"/>
                      <a:pt x="213" y="616"/>
                    </a:cubicBezTo>
                    <a:cubicBezTo>
                      <a:pt x="241" y="616"/>
                      <a:pt x="270" y="616"/>
                      <a:pt x="298" y="588"/>
                    </a:cubicBezTo>
                    <a:cubicBezTo>
                      <a:pt x="326" y="588"/>
                      <a:pt x="326" y="560"/>
                      <a:pt x="354" y="560"/>
                    </a:cubicBezTo>
                    <a:cubicBezTo>
                      <a:pt x="390" y="531"/>
                      <a:pt x="390" y="496"/>
                      <a:pt x="390" y="439"/>
                    </a:cubicBezTo>
                    <a:cubicBezTo>
                      <a:pt x="418" y="411"/>
                      <a:pt x="418" y="354"/>
                      <a:pt x="418" y="291"/>
                    </a:cubicBezTo>
                    <a:cubicBezTo>
                      <a:pt x="418" y="234"/>
                      <a:pt x="418" y="206"/>
                      <a:pt x="390" y="178"/>
                    </a:cubicBezTo>
                    <a:cubicBezTo>
                      <a:pt x="390" y="114"/>
                      <a:pt x="390" y="86"/>
                      <a:pt x="354" y="57"/>
                    </a:cubicBezTo>
                    <a:cubicBezTo>
                      <a:pt x="326" y="57"/>
                      <a:pt x="326" y="29"/>
                      <a:pt x="298" y="29"/>
                    </a:cubicBezTo>
                    <a:cubicBezTo>
                      <a:pt x="270" y="1"/>
                      <a:pt x="241" y="1"/>
                      <a:pt x="2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71"/>
              <p:cNvSpPr/>
              <p:nvPr/>
            </p:nvSpPr>
            <p:spPr>
              <a:xfrm>
                <a:off x="5097950" y="2385550"/>
                <a:ext cx="8875" cy="13975"/>
              </a:xfrm>
              <a:custGeom>
                <a:avLst/>
                <a:gdLst/>
                <a:ahLst/>
                <a:cxnLst/>
                <a:rect l="l" t="t" r="r" b="b"/>
                <a:pathLst>
                  <a:path w="355" h="559" extrusionOk="0">
                    <a:moveTo>
                      <a:pt x="206" y="0"/>
                    </a:moveTo>
                    <a:cubicBezTo>
                      <a:pt x="178" y="0"/>
                      <a:pt x="150" y="28"/>
                      <a:pt x="150" y="28"/>
                    </a:cubicBezTo>
                    <a:cubicBezTo>
                      <a:pt x="121" y="28"/>
                      <a:pt x="93" y="28"/>
                      <a:pt x="65" y="57"/>
                    </a:cubicBezTo>
                    <a:lnTo>
                      <a:pt x="1" y="57"/>
                    </a:lnTo>
                    <a:lnTo>
                      <a:pt x="1" y="113"/>
                    </a:lnTo>
                    <a:lnTo>
                      <a:pt x="150" y="113"/>
                    </a:lnTo>
                    <a:lnTo>
                      <a:pt x="150" y="502"/>
                    </a:lnTo>
                    <a:lnTo>
                      <a:pt x="1" y="502"/>
                    </a:lnTo>
                    <a:lnTo>
                      <a:pt x="1" y="559"/>
                    </a:lnTo>
                    <a:lnTo>
                      <a:pt x="355" y="559"/>
                    </a:lnTo>
                    <a:lnTo>
                      <a:pt x="355" y="502"/>
                    </a:lnTo>
                    <a:lnTo>
                      <a:pt x="242" y="502"/>
                    </a:lnTo>
                    <a:lnTo>
                      <a:pt x="24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71"/>
              <p:cNvSpPr/>
              <p:nvPr/>
            </p:nvSpPr>
            <p:spPr>
              <a:xfrm>
                <a:off x="5109100" y="2383950"/>
                <a:ext cx="5150" cy="19300"/>
              </a:xfrm>
              <a:custGeom>
                <a:avLst/>
                <a:gdLst/>
                <a:ahLst/>
                <a:cxnLst/>
                <a:rect l="l" t="t" r="r" b="b"/>
                <a:pathLst>
                  <a:path w="206" h="772" extrusionOk="0">
                    <a:moveTo>
                      <a:pt x="1" y="0"/>
                    </a:moveTo>
                    <a:lnTo>
                      <a:pt x="1" y="64"/>
                    </a:lnTo>
                    <a:lnTo>
                      <a:pt x="57" y="64"/>
                    </a:lnTo>
                    <a:lnTo>
                      <a:pt x="57" y="121"/>
                    </a:lnTo>
                    <a:lnTo>
                      <a:pt x="86" y="297"/>
                    </a:lnTo>
                    <a:lnTo>
                      <a:pt x="86" y="326"/>
                    </a:lnTo>
                    <a:cubicBezTo>
                      <a:pt x="86" y="354"/>
                      <a:pt x="86" y="354"/>
                      <a:pt x="114" y="389"/>
                    </a:cubicBezTo>
                    <a:lnTo>
                      <a:pt x="178" y="389"/>
                    </a:lnTo>
                    <a:cubicBezTo>
                      <a:pt x="114" y="389"/>
                      <a:pt x="114" y="389"/>
                      <a:pt x="86" y="418"/>
                    </a:cubicBezTo>
                    <a:lnTo>
                      <a:pt x="86" y="474"/>
                    </a:lnTo>
                    <a:lnTo>
                      <a:pt x="57" y="680"/>
                    </a:lnTo>
                    <a:lnTo>
                      <a:pt x="57" y="708"/>
                    </a:lnTo>
                    <a:lnTo>
                      <a:pt x="1" y="708"/>
                    </a:lnTo>
                    <a:lnTo>
                      <a:pt x="1" y="771"/>
                    </a:lnTo>
                    <a:lnTo>
                      <a:pt x="57" y="771"/>
                    </a:lnTo>
                    <a:lnTo>
                      <a:pt x="86" y="743"/>
                    </a:lnTo>
                    <a:cubicBezTo>
                      <a:pt x="114" y="743"/>
                      <a:pt x="114" y="743"/>
                      <a:pt x="114" y="708"/>
                    </a:cubicBezTo>
                    <a:cubicBezTo>
                      <a:pt x="149" y="708"/>
                      <a:pt x="149" y="680"/>
                      <a:pt x="149" y="651"/>
                    </a:cubicBezTo>
                    <a:lnTo>
                      <a:pt x="149" y="474"/>
                    </a:lnTo>
                    <a:lnTo>
                      <a:pt x="149" y="446"/>
                    </a:lnTo>
                    <a:cubicBezTo>
                      <a:pt x="149" y="446"/>
                      <a:pt x="178" y="446"/>
                      <a:pt x="178" y="418"/>
                    </a:cubicBezTo>
                    <a:lnTo>
                      <a:pt x="206" y="418"/>
                    </a:lnTo>
                    <a:lnTo>
                      <a:pt x="206" y="354"/>
                    </a:lnTo>
                    <a:lnTo>
                      <a:pt x="178" y="354"/>
                    </a:lnTo>
                    <a:lnTo>
                      <a:pt x="149" y="326"/>
                    </a:lnTo>
                    <a:lnTo>
                      <a:pt x="149" y="297"/>
                    </a:lnTo>
                    <a:lnTo>
                      <a:pt x="149" y="121"/>
                    </a:lnTo>
                    <a:cubicBezTo>
                      <a:pt x="149" y="92"/>
                      <a:pt x="149" y="92"/>
                      <a:pt x="114" y="64"/>
                    </a:cubicBezTo>
                    <a:cubicBezTo>
                      <a:pt x="114" y="64"/>
                      <a:pt x="114" y="36"/>
                      <a:pt x="86" y="36"/>
                    </a:cubicBezTo>
                    <a:lnTo>
                      <a:pt x="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71"/>
              <p:cNvSpPr/>
              <p:nvPr/>
            </p:nvSpPr>
            <p:spPr>
              <a:xfrm>
                <a:off x="5121650" y="2389250"/>
                <a:ext cx="9575" cy="10275"/>
              </a:xfrm>
              <a:custGeom>
                <a:avLst/>
                <a:gdLst/>
                <a:ahLst/>
                <a:cxnLst/>
                <a:rect l="l" t="t" r="r" b="b"/>
                <a:pathLst>
                  <a:path w="383" h="411" extrusionOk="0">
                    <a:moveTo>
                      <a:pt x="142" y="1"/>
                    </a:moveTo>
                    <a:lnTo>
                      <a:pt x="142" y="177"/>
                    </a:lnTo>
                    <a:lnTo>
                      <a:pt x="1" y="177"/>
                    </a:lnTo>
                    <a:lnTo>
                      <a:pt x="1" y="234"/>
                    </a:lnTo>
                    <a:lnTo>
                      <a:pt x="142" y="234"/>
                    </a:lnTo>
                    <a:lnTo>
                      <a:pt x="142" y="411"/>
                    </a:lnTo>
                    <a:lnTo>
                      <a:pt x="234" y="411"/>
                    </a:lnTo>
                    <a:lnTo>
                      <a:pt x="234" y="234"/>
                    </a:lnTo>
                    <a:lnTo>
                      <a:pt x="383" y="234"/>
                    </a:lnTo>
                    <a:lnTo>
                      <a:pt x="383" y="177"/>
                    </a:lnTo>
                    <a:lnTo>
                      <a:pt x="234" y="177"/>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71"/>
              <p:cNvSpPr/>
              <p:nvPr/>
            </p:nvSpPr>
            <p:spPr>
              <a:xfrm>
                <a:off x="5134050" y="2385550"/>
                <a:ext cx="9750" cy="13975"/>
              </a:xfrm>
              <a:custGeom>
                <a:avLst/>
                <a:gdLst/>
                <a:ahLst/>
                <a:cxnLst/>
                <a:rect l="l" t="t" r="r" b="b"/>
                <a:pathLst>
                  <a:path w="390" h="559" extrusionOk="0">
                    <a:moveTo>
                      <a:pt x="212" y="0"/>
                    </a:moveTo>
                    <a:cubicBezTo>
                      <a:pt x="177" y="0"/>
                      <a:pt x="177" y="28"/>
                      <a:pt x="149" y="28"/>
                    </a:cubicBezTo>
                    <a:cubicBezTo>
                      <a:pt x="120" y="28"/>
                      <a:pt x="92" y="28"/>
                      <a:pt x="92" y="57"/>
                    </a:cubicBezTo>
                    <a:lnTo>
                      <a:pt x="0" y="57"/>
                    </a:lnTo>
                    <a:lnTo>
                      <a:pt x="0" y="113"/>
                    </a:lnTo>
                    <a:lnTo>
                      <a:pt x="149" y="113"/>
                    </a:lnTo>
                    <a:lnTo>
                      <a:pt x="149" y="502"/>
                    </a:lnTo>
                    <a:lnTo>
                      <a:pt x="0" y="502"/>
                    </a:lnTo>
                    <a:lnTo>
                      <a:pt x="0" y="559"/>
                    </a:lnTo>
                    <a:lnTo>
                      <a:pt x="389" y="559"/>
                    </a:lnTo>
                    <a:lnTo>
                      <a:pt x="389" y="502"/>
                    </a:lnTo>
                    <a:lnTo>
                      <a:pt x="241" y="502"/>
                    </a:lnTo>
                    <a:lnTo>
                      <a:pt x="2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71"/>
              <p:cNvSpPr/>
              <p:nvPr/>
            </p:nvSpPr>
            <p:spPr>
              <a:xfrm>
                <a:off x="5145175" y="2384825"/>
                <a:ext cx="10300" cy="15425"/>
              </a:xfrm>
              <a:custGeom>
                <a:avLst/>
                <a:gdLst/>
                <a:ahLst/>
                <a:cxnLst/>
                <a:rect l="l" t="t" r="r" b="b"/>
                <a:pathLst>
                  <a:path w="412" h="617" extrusionOk="0">
                    <a:moveTo>
                      <a:pt x="206" y="57"/>
                    </a:moveTo>
                    <a:cubicBezTo>
                      <a:pt x="234" y="57"/>
                      <a:pt x="263" y="86"/>
                      <a:pt x="263" y="86"/>
                    </a:cubicBezTo>
                    <a:cubicBezTo>
                      <a:pt x="298" y="114"/>
                      <a:pt x="298" y="142"/>
                      <a:pt x="326" y="178"/>
                    </a:cubicBezTo>
                    <a:lnTo>
                      <a:pt x="326" y="291"/>
                    </a:lnTo>
                    <a:lnTo>
                      <a:pt x="326" y="319"/>
                    </a:lnTo>
                    <a:lnTo>
                      <a:pt x="326" y="439"/>
                    </a:lnTo>
                    <a:cubicBezTo>
                      <a:pt x="298" y="468"/>
                      <a:pt x="298" y="496"/>
                      <a:pt x="263" y="531"/>
                    </a:cubicBezTo>
                    <a:cubicBezTo>
                      <a:pt x="263" y="531"/>
                      <a:pt x="234" y="560"/>
                      <a:pt x="206" y="560"/>
                    </a:cubicBezTo>
                    <a:cubicBezTo>
                      <a:pt x="178" y="560"/>
                      <a:pt x="149" y="531"/>
                      <a:pt x="121" y="531"/>
                    </a:cubicBezTo>
                    <a:cubicBezTo>
                      <a:pt x="121" y="496"/>
                      <a:pt x="86" y="468"/>
                      <a:pt x="86" y="439"/>
                    </a:cubicBezTo>
                    <a:lnTo>
                      <a:pt x="86" y="319"/>
                    </a:lnTo>
                    <a:lnTo>
                      <a:pt x="86" y="291"/>
                    </a:lnTo>
                    <a:lnTo>
                      <a:pt x="86" y="178"/>
                    </a:lnTo>
                    <a:cubicBezTo>
                      <a:pt x="86" y="142"/>
                      <a:pt x="121" y="114"/>
                      <a:pt x="121" y="86"/>
                    </a:cubicBezTo>
                    <a:cubicBezTo>
                      <a:pt x="149" y="86"/>
                      <a:pt x="178" y="57"/>
                      <a:pt x="206" y="57"/>
                    </a:cubicBezTo>
                    <a:close/>
                    <a:moveTo>
                      <a:pt x="206" y="1"/>
                    </a:moveTo>
                    <a:cubicBezTo>
                      <a:pt x="178" y="1"/>
                      <a:pt x="149" y="1"/>
                      <a:pt x="121" y="29"/>
                    </a:cubicBezTo>
                    <a:cubicBezTo>
                      <a:pt x="86" y="29"/>
                      <a:pt x="57" y="57"/>
                      <a:pt x="57" y="57"/>
                    </a:cubicBezTo>
                    <a:cubicBezTo>
                      <a:pt x="29" y="86"/>
                      <a:pt x="29" y="114"/>
                      <a:pt x="1" y="178"/>
                    </a:cubicBezTo>
                    <a:lnTo>
                      <a:pt x="1" y="291"/>
                    </a:lnTo>
                    <a:lnTo>
                      <a:pt x="1" y="439"/>
                    </a:lnTo>
                    <a:cubicBezTo>
                      <a:pt x="29" y="496"/>
                      <a:pt x="29" y="531"/>
                      <a:pt x="57" y="560"/>
                    </a:cubicBezTo>
                    <a:cubicBezTo>
                      <a:pt x="57" y="560"/>
                      <a:pt x="86" y="588"/>
                      <a:pt x="121" y="588"/>
                    </a:cubicBezTo>
                    <a:cubicBezTo>
                      <a:pt x="149" y="616"/>
                      <a:pt x="178" y="616"/>
                      <a:pt x="206" y="616"/>
                    </a:cubicBezTo>
                    <a:cubicBezTo>
                      <a:pt x="234" y="616"/>
                      <a:pt x="263" y="616"/>
                      <a:pt x="298" y="588"/>
                    </a:cubicBezTo>
                    <a:cubicBezTo>
                      <a:pt x="298" y="588"/>
                      <a:pt x="326" y="560"/>
                      <a:pt x="355" y="560"/>
                    </a:cubicBezTo>
                    <a:cubicBezTo>
                      <a:pt x="355" y="531"/>
                      <a:pt x="383" y="496"/>
                      <a:pt x="383" y="439"/>
                    </a:cubicBezTo>
                    <a:cubicBezTo>
                      <a:pt x="383" y="411"/>
                      <a:pt x="411" y="354"/>
                      <a:pt x="411" y="291"/>
                    </a:cubicBezTo>
                    <a:cubicBezTo>
                      <a:pt x="411" y="234"/>
                      <a:pt x="383" y="206"/>
                      <a:pt x="383" y="178"/>
                    </a:cubicBezTo>
                    <a:cubicBezTo>
                      <a:pt x="383" y="114"/>
                      <a:pt x="355" y="86"/>
                      <a:pt x="355" y="57"/>
                    </a:cubicBezTo>
                    <a:cubicBezTo>
                      <a:pt x="326" y="57"/>
                      <a:pt x="298" y="29"/>
                      <a:pt x="298" y="29"/>
                    </a:cubicBezTo>
                    <a:cubicBezTo>
                      <a:pt x="263" y="1"/>
                      <a:pt x="234" y="1"/>
                      <a:pt x="2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71"/>
              <p:cNvSpPr/>
              <p:nvPr/>
            </p:nvSpPr>
            <p:spPr>
              <a:xfrm>
                <a:off x="5157025" y="2384825"/>
                <a:ext cx="10300" cy="15425"/>
              </a:xfrm>
              <a:custGeom>
                <a:avLst/>
                <a:gdLst/>
                <a:ahLst/>
                <a:cxnLst/>
                <a:rect l="l" t="t" r="r" b="b"/>
                <a:pathLst>
                  <a:path w="412" h="617" extrusionOk="0">
                    <a:moveTo>
                      <a:pt x="206" y="57"/>
                    </a:moveTo>
                    <a:cubicBezTo>
                      <a:pt x="234" y="57"/>
                      <a:pt x="263" y="86"/>
                      <a:pt x="291" y="86"/>
                    </a:cubicBezTo>
                    <a:cubicBezTo>
                      <a:pt x="291" y="114"/>
                      <a:pt x="319" y="142"/>
                      <a:pt x="319" y="178"/>
                    </a:cubicBezTo>
                    <a:lnTo>
                      <a:pt x="319" y="291"/>
                    </a:lnTo>
                    <a:lnTo>
                      <a:pt x="319" y="319"/>
                    </a:lnTo>
                    <a:lnTo>
                      <a:pt x="319" y="439"/>
                    </a:lnTo>
                    <a:cubicBezTo>
                      <a:pt x="319" y="468"/>
                      <a:pt x="291" y="496"/>
                      <a:pt x="291" y="531"/>
                    </a:cubicBezTo>
                    <a:cubicBezTo>
                      <a:pt x="263" y="531"/>
                      <a:pt x="234" y="560"/>
                      <a:pt x="206" y="560"/>
                    </a:cubicBezTo>
                    <a:cubicBezTo>
                      <a:pt x="178" y="560"/>
                      <a:pt x="142" y="531"/>
                      <a:pt x="142" y="531"/>
                    </a:cubicBezTo>
                    <a:cubicBezTo>
                      <a:pt x="114" y="496"/>
                      <a:pt x="114" y="468"/>
                      <a:pt x="86" y="439"/>
                    </a:cubicBezTo>
                    <a:lnTo>
                      <a:pt x="86" y="319"/>
                    </a:lnTo>
                    <a:lnTo>
                      <a:pt x="86" y="291"/>
                    </a:lnTo>
                    <a:lnTo>
                      <a:pt x="86" y="178"/>
                    </a:lnTo>
                    <a:cubicBezTo>
                      <a:pt x="114" y="142"/>
                      <a:pt x="114" y="114"/>
                      <a:pt x="142" y="86"/>
                    </a:cubicBezTo>
                    <a:cubicBezTo>
                      <a:pt x="142" y="86"/>
                      <a:pt x="178" y="57"/>
                      <a:pt x="206" y="57"/>
                    </a:cubicBezTo>
                    <a:close/>
                    <a:moveTo>
                      <a:pt x="206" y="1"/>
                    </a:moveTo>
                    <a:cubicBezTo>
                      <a:pt x="178" y="1"/>
                      <a:pt x="142" y="1"/>
                      <a:pt x="114" y="29"/>
                    </a:cubicBezTo>
                    <a:cubicBezTo>
                      <a:pt x="114" y="29"/>
                      <a:pt x="86" y="57"/>
                      <a:pt x="57" y="57"/>
                    </a:cubicBezTo>
                    <a:cubicBezTo>
                      <a:pt x="57" y="86"/>
                      <a:pt x="29" y="114"/>
                      <a:pt x="29" y="178"/>
                    </a:cubicBezTo>
                    <a:cubicBezTo>
                      <a:pt x="29" y="206"/>
                      <a:pt x="1" y="234"/>
                      <a:pt x="1" y="291"/>
                    </a:cubicBezTo>
                    <a:cubicBezTo>
                      <a:pt x="1" y="354"/>
                      <a:pt x="29" y="411"/>
                      <a:pt x="29" y="439"/>
                    </a:cubicBezTo>
                    <a:cubicBezTo>
                      <a:pt x="29" y="496"/>
                      <a:pt x="57" y="531"/>
                      <a:pt x="57" y="560"/>
                    </a:cubicBezTo>
                    <a:cubicBezTo>
                      <a:pt x="86" y="560"/>
                      <a:pt x="114" y="588"/>
                      <a:pt x="114" y="588"/>
                    </a:cubicBezTo>
                    <a:cubicBezTo>
                      <a:pt x="142" y="616"/>
                      <a:pt x="178" y="616"/>
                      <a:pt x="206" y="616"/>
                    </a:cubicBezTo>
                    <a:cubicBezTo>
                      <a:pt x="234" y="616"/>
                      <a:pt x="263" y="616"/>
                      <a:pt x="291" y="588"/>
                    </a:cubicBezTo>
                    <a:cubicBezTo>
                      <a:pt x="319" y="588"/>
                      <a:pt x="355" y="560"/>
                      <a:pt x="355" y="560"/>
                    </a:cubicBezTo>
                    <a:cubicBezTo>
                      <a:pt x="383" y="531"/>
                      <a:pt x="383" y="496"/>
                      <a:pt x="411" y="439"/>
                    </a:cubicBezTo>
                    <a:lnTo>
                      <a:pt x="411" y="291"/>
                    </a:lnTo>
                    <a:lnTo>
                      <a:pt x="411" y="178"/>
                    </a:lnTo>
                    <a:cubicBezTo>
                      <a:pt x="383" y="114"/>
                      <a:pt x="383" y="86"/>
                      <a:pt x="355" y="57"/>
                    </a:cubicBezTo>
                    <a:cubicBezTo>
                      <a:pt x="355" y="57"/>
                      <a:pt x="319" y="29"/>
                      <a:pt x="291" y="29"/>
                    </a:cubicBezTo>
                    <a:cubicBezTo>
                      <a:pt x="263" y="1"/>
                      <a:pt x="234" y="1"/>
                      <a:pt x="2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71"/>
              <p:cNvSpPr/>
              <p:nvPr/>
            </p:nvSpPr>
            <p:spPr>
              <a:xfrm>
                <a:off x="5173825" y="2384825"/>
                <a:ext cx="10475" cy="15425"/>
              </a:xfrm>
              <a:custGeom>
                <a:avLst/>
                <a:gdLst/>
                <a:ahLst/>
                <a:cxnLst/>
                <a:rect l="l" t="t" r="r" b="b"/>
                <a:pathLst>
                  <a:path w="419" h="617" extrusionOk="0">
                    <a:moveTo>
                      <a:pt x="213" y="57"/>
                    </a:moveTo>
                    <a:cubicBezTo>
                      <a:pt x="241" y="57"/>
                      <a:pt x="270" y="86"/>
                      <a:pt x="270" y="86"/>
                    </a:cubicBezTo>
                    <a:cubicBezTo>
                      <a:pt x="298" y="114"/>
                      <a:pt x="298" y="142"/>
                      <a:pt x="326" y="178"/>
                    </a:cubicBezTo>
                    <a:lnTo>
                      <a:pt x="326" y="291"/>
                    </a:lnTo>
                    <a:lnTo>
                      <a:pt x="326" y="319"/>
                    </a:lnTo>
                    <a:lnTo>
                      <a:pt x="326" y="439"/>
                    </a:lnTo>
                    <a:cubicBezTo>
                      <a:pt x="298" y="468"/>
                      <a:pt x="298" y="496"/>
                      <a:pt x="270" y="531"/>
                    </a:cubicBezTo>
                    <a:cubicBezTo>
                      <a:pt x="270" y="531"/>
                      <a:pt x="241" y="560"/>
                      <a:pt x="213" y="560"/>
                    </a:cubicBezTo>
                    <a:cubicBezTo>
                      <a:pt x="178" y="560"/>
                      <a:pt x="149" y="531"/>
                      <a:pt x="121" y="531"/>
                    </a:cubicBezTo>
                    <a:cubicBezTo>
                      <a:pt x="121" y="496"/>
                      <a:pt x="93" y="468"/>
                      <a:pt x="93" y="439"/>
                    </a:cubicBezTo>
                    <a:lnTo>
                      <a:pt x="93" y="319"/>
                    </a:lnTo>
                    <a:lnTo>
                      <a:pt x="93" y="291"/>
                    </a:lnTo>
                    <a:lnTo>
                      <a:pt x="93" y="178"/>
                    </a:lnTo>
                    <a:cubicBezTo>
                      <a:pt x="93" y="142"/>
                      <a:pt x="121" y="114"/>
                      <a:pt x="121" y="86"/>
                    </a:cubicBezTo>
                    <a:cubicBezTo>
                      <a:pt x="149" y="86"/>
                      <a:pt x="178" y="57"/>
                      <a:pt x="213" y="57"/>
                    </a:cubicBezTo>
                    <a:close/>
                    <a:moveTo>
                      <a:pt x="213" y="1"/>
                    </a:moveTo>
                    <a:cubicBezTo>
                      <a:pt x="178" y="1"/>
                      <a:pt x="149" y="1"/>
                      <a:pt x="121" y="29"/>
                    </a:cubicBezTo>
                    <a:cubicBezTo>
                      <a:pt x="93" y="29"/>
                      <a:pt x="65" y="57"/>
                      <a:pt x="65" y="57"/>
                    </a:cubicBezTo>
                    <a:cubicBezTo>
                      <a:pt x="36" y="86"/>
                      <a:pt x="36" y="114"/>
                      <a:pt x="1" y="178"/>
                    </a:cubicBezTo>
                    <a:lnTo>
                      <a:pt x="1" y="291"/>
                    </a:lnTo>
                    <a:lnTo>
                      <a:pt x="1" y="439"/>
                    </a:lnTo>
                    <a:cubicBezTo>
                      <a:pt x="36" y="496"/>
                      <a:pt x="36" y="531"/>
                      <a:pt x="65" y="560"/>
                    </a:cubicBezTo>
                    <a:cubicBezTo>
                      <a:pt x="65" y="560"/>
                      <a:pt x="93" y="588"/>
                      <a:pt x="121" y="588"/>
                    </a:cubicBezTo>
                    <a:cubicBezTo>
                      <a:pt x="149" y="616"/>
                      <a:pt x="178" y="616"/>
                      <a:pt x="213" y="616"/>
                    </a:cubicBezTo>
                    <a:cubicBezTo>
                      <a:pt x="241" y="616"/>
                      <a:pt x="270" y="616"/>
                      <a:pt x="298" y="588"/>
                    </a:cubicBezTo>
                    <a:cubicBezTo>
                      <a:pt x="298" y="588"/>
                      <a:pt x="326" y="560"/>
                      <a:pt x="355" y="560"/>
                    </a:cubicBezTo>
                    <a:cubicBezTo>
                      <a:pt x="355" y="531"/>
                      <a:pt x="390" y="496"/>
                      <a:pt x="390" y="439"/>
                    </a:cubicBezTo>
                    <a:cubicBezTo>
                      <a:pt x="390" y="411"/>
                      <a:pt x="418" y="354"/>
                      <a:pt x="418" y="291"/>
                    </a:cubicBezTo>
                    <a:cubicBezTo>
                      <a:pt x="418" y="234"/>
                      <a:pt x="390" y="206"/>
                      <a:pt x="390" y="178"/>
                    </a:cubicBezTo>
                    <a:cubicBezTo>
                      <a:pt x="390" y="114"/>
                      <a:pt x="355" y="86"/>
                      <a:pt x="355" y="57"/>
                    </a:cubicBezTo>
                    <a:cubicBezTo>
                      <a:pt x="326" y="57"/>
                      <a:pt x="298" y="29"/>
                      <a:pt x="298" y="29"/>
                    </a:cubicBezTo>
                    <a:cubicBezTo>
                      <a:pt x="270" y="1"/>
                      <a:pt x="241" y="1"/>
                      <a:pt x="2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71"/>
              <p:cNvSpPr/>
              <p:nvPr/>
            </p:nvSpPr>
            <p:spPr>
              <a:xfrm>
                <a:off x="5186400" y="2383950"/>
                <a:ext cx="5150" cy="19300"/>
              </a:xfrm>
              <a:custGeom>
                <a:avLst/>
                <a:gdLst/>
                <a:ahLst/>
                <a:cxnLst/>
                <a:rect l="l" t="t" r="r" b="b"/>
                <a:pathLst>
                  <a:path w="206" h="772" extrusionOk="0">
                    <a:moveTo>
                      <a:pt x="0" y="0"/>
                    </a:moveTo>
                    <a:lnTo>
                      <a:pt x="0" y="64"/>
                    </a:lnTo>
                    <a:lnTo>
                      <a:pt x="64" y="64"/>
                    </a:lnTo>
                    <a:lnTo>
                      <a:pt x="64" y="121"/>
                    </a:lnTo>
                    <a:lnTo>
                      <a:pt x="64" y="297"/>
                    </a:lnTo>
                    <a:cubicBezTo>
                      <a:pt x="64" y="297"/>
                      <a:pt x="64" y="326"/>
                      <a:pt x="92" y="326"/>
                    </a:cubicBezTo>
                    <a:cubicBezTo>
                      <a:pt x="92" y="354"/>
                      <a:pt x="92" y="354"/>
                      <a:pt x="120" y="389"/>
                    </a:cubicBezTo>
                    <a:lnTo>
                      <a:pt x="149" y="389"/>
                    </a:lnTo>
                    <a:cubicBezTo>
                      <a:pt x="120" y="389"/>
                      <a:pt x="92" y="389"/>
                      <a:pt x="92" y="418"/>
                    </a:cubicBezTo>
                    <a:cubicBezTo>
                      <a:pt x="92" y="446"/>
                      <a:pt x="64" y="446"/>
                      <a:pt x="64" y="474"/>
                    </a:cubicBezTo>
                    <a:lnTo>
                      <a:pt x="64" y="680"/>
                    </a:lnTo>
                    <a:lnTo>
                      <a:pt x="64" y="708"/>
                    </a:lnTo>
                    <a:lnTo>
                      <a:pt x="0" y="708"/>
                    </a:lnTo>
                    <a:lnTo>
                      <a:pt x="0" y="771"/>
                    </a:lnTo>
                    <a:lnTo>
                      <a:pt x="28" y="771"/>
                    </a:lnTo>
                    <a:cubicBezTo>
                      <a:pt x="64" y="771"/>
                      <a:pt x="64" y="743"/>
                      <a:pt x="92" y="743"/>
                    </a:cubicBezTo>
                    <a:cubicBezTo>
                      <a:pt x="92" y="743"/>
                      <a:pt x="120" y="743"/>
                      <a:pt x="120" y="708"/>
                    </a:cubicBezTo>
                    <a:lnTo>
                      <a:pt x="120" y="651"/>
                    </a:lnTo>
                    <a:lnTo>
                      <a:pt x="120" y="474"/>
                    </a:lnTo>
                    <a:lnTo>
                      <a:pt x="149" y="446"/>
                    </a:lnTo>
                    <a:lnTo>
                      <a:pt x="177" y="418"/>
                    </a:lnTo>
                    <a:lnTo>
                      <a:pt x="205" y="418"/>
                    </a:lnTo>
                    <a:lnTo>
                      <a:pt x="205" y="354"/>
                    </a:lnTo>
                    <a:lnTo>
                      <a:pt x="177" y="354"/>
                    </a:lnTo>
                    <a:cubicBezTo>
                      <a:pt x="149" y="354"/>
                      <a:pt x="149" y="326"/>
                      <a:pt x="149" y="326"/>
                    </a:cubicBezTo>
                    <a:cubicBezTo>
                      <a:pt x="149" y="326"/>
                      <a:pt x="120" y="326"/>
                      <a:pt x="120" y="297"/>
                    </a:cubicBezTo>
                    <a:lnTo>
                      <a:pt x="120" y="121"/>
                    </a:lnTo>
                    <a:lnTo>
                      <a:pt x="120" y="64"/>
                    </a:lnTo>
                    <a:lnTo>
                      <a:pt x="92" y="36"/>
                    </a:lnTo>
                    <a:cubicBezTo>
                      <a:pt x="64" y="36"/>
                      <a:pt x="64" y="0"/>
                      <a:pt x="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71"/>
              <p:cNvSpPr/>
              <p:nvPr/>
            </p:nvSpPr>
            <p:spPr>
              <a:xfrm>
                <a:off x="5194525" y="2389250"/>
                <a:ext cx="9575" cy="10275"/>
              </a:xfrm>
              <a:custGeom>
                <a:avLst/>
                <a:gdLst/>
                <a:ahLst/>
                <a:cxnLst/>
                <a:rect l="l" t="t" r="r" b="b"/>
                <a:pathLst>
                  <a:path w="383" h="411" extrusionOk="0">
                    <a:moveTo>
                      <a:pt x="1" y="1"/>
                    </a:moveTo>
                    <a:lnTo>
                      <a:pt x="1" y="57"/>
                    </a:lnTo>
                    <a:lnTo>
                      <a:pt x="326" y="206"/>
                    </a:lnTo>
                    <a:lnTo>
                      <a:pt x="1" y="354"/>
                    </a:lnTo>
                    <a:lnTo>
                      <a:pt x="1" y="411"/>
                    </a:lnTo>
                    <a:lnTo>
                      <a:pt x="383" y="234"/>
                    </a:lnTo>
                    <a:lnTo>
                      <a:pt x="383" y="17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0" name="Google Shape;2730;p71"/>
            <p:cNvGrpSpPr/>
            <p:nvPr/>
          </p:nvGrpSpPr>
          <p:grpSpPr>
            <a:xfrm>
              <a:off x="3389518" y="1847357"/>
              <a:ext cx="2195785" cy="2992033"/>
              <a:chOff x="4587375" y="2902200"/>
              <a:chExt cx="521750" cy="710950"/>
            </a:xfrm>
          </p:grpSpPr>
          <p:sp>
            <p:nvSpPr>
              <p:cNvPr id="2731" name="Google Shape;2731;p71"/>
              <p:cNvSpPr/>
              <p:nvPr/>
            </p:nvSpPr>
            <p:spPr>
              <a:xfrm>
                <a:off x="4587375" y="2902200"/>
                <a:ext cx="521750" cy="710950"/>
              </a:xfrm>
              <a:custGeom>
                <a:avLst/>
                <a:gdLst/>
                <a:ahLst/>
                <a:cxnLst/>
                <a:rect l="l" t="t" r="r" b="b"/>
                <a:pathLst>
                  <a:path w="20870" h="28438" extrusionOk="0">
                    <a:moveTo>
                      <a:pt x="1050" y="0"/>
                    </a:moveTo>
                    <a:cubicBezTo>
                      <a:pt x="906" y="0"/>
                      <a:pt x="764" y="37"/>
                      <a:pt x="644" y="111"/>
                    </a:cubicBezTo>
                    <a:cubicBezTo>
                      <a:pt x="0" y="493"/>
                      <a:pt x="262" y="1321"/>
                      <a:pt x="559" y="1852"/>
                    </a:cubicBezTo>
                    <a:cubicBezTo>
                      <a:pt x="2151" y="4597"/>
                      <a:pt x="3743" y="7363"/>
                      <a:pt x="5334" y="10136"/>
                    </a:cubicBezTo>
                    <a:cubicBezTo>
                      <a:pt x="4889" y="9400"/>
                      <a:pt x="3976" y="8629"/>
                      <a:pt x="3297" y="8134"/>
                    </a:cubicBezTo>
                    <a:cubicBezTo>
                      <a:pt x="2766" y="7745"/>
                      <a:pt x="2208" y="7391"/>
                      <a:pt x="1564" y="7250"/>
                    </a:cubicBezTo>
                    <a:cubicBezTo>
                      <a:pt x="1437" y="7223"/>
                      <a:pt x="1276" y="7205"/>
                      <a:pt x="1107" y="7205"/>
                    </a:cubicBezTo>
                    <a:cubicBezTo>
                      <a:pt x="681" y="7205"/>
                      <a:pt x="210" y="7324"/>
                      <a:pt x="149" y="7745"/>
                    </a:cubicBezTo>
                    <a:cubicBezTo>
                      <a:pt x="114" y="7922"/>
                      <a:pt x="149" y="8098"/>
                      <a:pt x="262" y="8247"/>
                    </a:cubicBezTo>
                    <a:cubicBezTo>
                      <a:pt x="354" y="8396"/>
                      <a:pt x="467" y="8516"/>
                      <a:pt x="588" y="8664"/>
                    </a:cubicBezTo>
                    <a:cubicBezTo>
                      <a:pt x="1415" y="9485"/>
                      <a:pt x="2208" y="10369"/>
                      <a:pt x="2887" y="11346"/>
                    </a:cubicBezTo>
                    <a:cubicBezTo>
                      <a:pt x="3743" y="12492"/>
                      <a:pt x="4507" y="13758"/>
                      <a:pt x="5334" y="14939"/>
                    </a:cubicBezTo>
                    <a:cubicBezTo>
                      <a:pt x="6190" y="16149"/>
                      <a:pt x="7223" y="17062"/>
                      <a:pt x="8164" y="18151"/>
                    </a:cubicBezTo>
                    <a:cubicBezTo>
                      <a:pt x="9077" y="19184"/>
                      <a:pt x="9374" y="21045"/>
                      <a:pt x="9812" y="22339"/>
                    </a:cubicBezTo>
                    <a:cubicBezTo>
                      <a:pt x="10138" y="23280"/>
                      <a:pt x="10492" y="24228"/>
                      <a:pt x="10817" y="25197"/>
                    </a:cubicBezTo>
                    <a:cubicBezTo>
                      <a:pt x="11079" y="25997"/>
                      <a:pt x="11256" y="27143"/>
                      <a:pt x="11786" y="27822"/>
                    </a:cubicBezTo>
                    <a:cubicBezTo>
                      <a:pt x="12131" y="28292"/>
                      <a:pt x="12755" y="28438"/>
                      <a:pt x="13443" y="28438"/>
                    </a:cubicBezTo>
                    <a:cubicBezTo>
                      <a:pt x="14349" y="28438"/>
                      <a:pt x="15367" y="28184"/>
                      <a:pt x="16003" y="28084"/>
                    </a:cubicBezTo>
                    <a:cubicBezTo>
                      <a:pt x="16271" y="28027"/>
                      <a:pt x="16448" y="27999"/>
                      <a:pt x="16505" y="27999"/>
                    </a:cubicBezTo>
                    <a:cubicBezTo>
                      <a:pt x="17658" y="27850"/>
                      <a:pt x="20367" y="27376"/>
                      <a:pt x="20573" y="25905"/>
                    </a:cubicBezTo>
                    <a:cubicBezTo>
                      <a:pt x="20629" y="25466"/>
                      <a:pt x="20870" y="24900"/>
                      <a:pt x="20749" y="24461"/>
                    </a:cubicBezTo>
                    <a:cubicBezTo>
                      <a:pt x="19603" y="20896"/>
                      <a:pt x="17715" y="17621"/>
                      <a:pt x="16151" y="14232"/>
                    </a:cubicBezTo>
                    <a:cubicBezTo>
                      <a:pt x="16066" y="14027"/>
                      <a:pt x="15974" y="13822"/>
                      <a:pt x="15918" y="13581"/>
                    </a:cubicBezTo>
                    <a:cubicBezTo>
                      <a:pt x="15889" y="13348"/>
                      <a:pt x="15889" y="13114"/>
                      <a:pt x="15889" y="12874"/>
                    </a:cubicBezTo>
                    <a:cubicBezTo>
                      <a:pt x="15854" y="12435"/>
                      <a:pt x="15741" y="12053"/>
                      <a:pt x="15592" y="11636"/>
                    </a:cubicBezTo>
                    <a:cubicBezTo>
                      <a:pt x="14941" y="9690"/>
                      <a:pt x="14206" y="7780"/>
                      <a:pt x="13144" y="6040"/>
                    </a:cubicBezTo>
                    <a:cubicBezTo>
                      <a:pt x="12791" y="5481"/>
                      <a:pt x="12260" y="4773"/>
                      <a:pt x="11786" y="4300"/>
                    </a:cubicBezTo>
                    <a:cubicBezTo>
                      <a:pt x="11553" y="4066"/>
                      <a:pt x="11291" y="3854"/>
                      <a:pt x="10937" y="3797"/>
                    </a:cubicBezTo>
                    <a:cubicBezTo>
                      <a:pt x="10928" y="3795"/>
                      <a:pt x="10915" y="3794"/>
                      <a:pt x="10899" y="3794"/>
                    </a:cubicBezTo>
                    <a:cubicBezTo>
                      <a:pt x="10691" y="3794"/>
                      <a:pt x="9933" y="3946"/>
                      <a:pt x="9933" y="3946"/>
                    </a:cubicBezTo>
                    <a:cubicBezTo>
                      <a:pt x="9579" y="3592"/>
                      <a:pt x="9282" y="3387"/>
                      <a:pt x="8751" y="3323"/>
                    </a:cubicBezTo>
                    <a:cubicBezTo>
                      <a:pt x="8680" y="3315"/>
                      <a:pt x="8608" y="3311"/>
                      <a:pt x="8535" y="3311"/>
                    </a:cubicBezTo>
                    <a:cubicBezTo>
                      <a:pt x="8100" y="3311"/>
                      <a:pt x="7656" y="3452"/>
                      <a:pt x="7280" y="3677"/>
                    </a:cubicBezTo>
                    <a:cubicBezTo>
                      <a:pt x="7011" y="3323"/>
                      <a:pt x="6601" y="3090"/>
                      <a:pt x="6162" y="3033"/>
                    </a:cubicBezTo>
                    <a:cubicBezTo>
                      <a:pt x="6123" y="3030"/>
                      <a:pt x="6084" y="3029"/>
                      <a:pt x="6045" y="3029"/>
                    </a:cubicBezTo>
                    <a:cubicBezTo>
                      <a:pt x="5693" y="3029"/>
                      <a:pt x="5337" y="3145"/>
                      <a:pt x="5101" y="3387"/>
                    </a:cubicBezTo>
                    <a:cubicBezTo>
                      <a:pt x="4952" y="3500"/>
                      <a:pt x="4804" y="3677"/>
                      <a:pt x="4776" y="3854"/>
                    </a:cubicBezTo>
                    <a:cubicBezTo>
                      <a:pt x="4748" y="3916"/>
                      <a:pt x="4801" y="4357"/>
                      <a:pt x="4778" y="4357"/>
                    </a:cubicBezTo>
                    <a:cubicBezTo>
                      <a:pt x="4777" y="4357"/>
                      <a:pt x="4776" y="4357"/>
                      <a:pt x="4776" y="4356"/>
                    </a:cubicBezTo>
                    <a:cubicBezTo>
                      <a:pt x="4478" y="4271"/>
                      <a:pt x="4330" y="3974"/>
                      <a:pt x="4181" y="3712"/>
                    </a:cubicBezTo>
                    <a:cubicBezTo>
                      <a:pt x="3538" y="2588"/>
                      <a:pt x="2830" y="1555"/>
                      <a:pt x="2002" y="557"/>
                    </a:cubicBezTo>
                    <a:cubicBezTo>
                      <a:pt x="1826" y="380"/>
                      <a:pt x="1677" y="203"/>
                      <a:pt x="1472" y="111"/>
                    </a:cubicBezTo>
                    <a:cubicBezTo>
                      <a:pt x="1341" y="37"/>
                      <a:pt x="1194" y="0"/>
                      <a:pt x="1050" y="0"/>
                    </a:cubicBezTo>
                    <a:close/>
                  </a:path>
                </a:pathLst>
              </a:custGeom>
              <a:solidFill>
                <a:srgbClr val="E958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71"/>
              <p:cNvSpPr/>
              <p:nvPr/>
            </p:nvSpPr>
            <p:spPr>
              <a:xfrm>
                <a:off x="4705150" y="3009850"/>
                <a:ext cx="53100" cy="93400"/>
              </a:xfrm>
              <a:custGeom>
                <a:avLst/>
                <a:gdLst/>
                <a:ahLst/>
                <a:cxnLst/>
                <a:rect l="l" t="t" r="r" b="b"/>
                <a:pathLst>
                  <a:path w="2124" h="3736" extrusionOk="0">
                    <a:moveTo>
                      <a:pt x="79" y="1"/>
                    </a:moveTo>
                    <a:cubicBezTo>
                      <a:pt x="65" y="1"/>
                      <a:pt x="50" y="8"/>
                      <a:pt x="36" y="22"/>
                    </a:cubicBezTo>
                    <a:cubicBezTo>
                      <a:pt x="1" y="22"/>
                      <a:pt x="1" y="50"/>
                      <a:pt x="1" y="78"/>
                    </a:cubicBezTo>
                    <a:cubicBezTo>
                      <a:pt x="355" y="758"/>
                      <a:pt x="708" y="1352"/>
                      <a:pt x="1005" y="1911"/>
                    </a:cubicBezTo>
                    <a:cubicBezTo>
                      <a:pt x="1331" y="2441"/>
                      <a:pt x="1656" y="3028"/>
                      <a:pt x="2010" y="3708"/>
                    </a:cubicBezTo>
                    <a:cubicBezTo>
                      <a:pt x="2038" y="3708"/>
                      <a:pt x="2038" y="3736"/>
                      <a:pt x="2067" y="3736"/>
                    </a:cubicBezTo>
                    <a:cubicBezTo>
                      <a:pt x="2067" y="3736"/>
                      <a:pt x="2095" y="3736"/>
                      <a:pt x="2095" y="3708"/>
                    </a:cubicBezTo>
                    <a:cubicBezTo>
                      <a:pt x="2123" y="3708"/>
                      <a:pt x="2123" y="3679"/>
                      <a:pt x="2123" y="3651"/>
                    </a:cubicBezTo>
                    <a:cubicBezTo>
                      <a:pt x="1769" y="2972"/>
                      <a:pt x="1451" y="2378"/>
                      <a:pt x="1126" y="1847"/>
                    </a:cubicBezTo>
                    <a:cubicBezTo>
                      <a:pt x="800" y="1288"/>
                      <a:pt x="475" y="701"/>
                      <a:pt x="121" y="22"/>
                    </a:cubicBezTo>
                    <a:cubicBezTo>
                      <a:pt x="107" y="8"/>
                      <a:pt x="93"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71"/>
              <p:cNvSpPr/>
              <p:nvPr/>
            </p:nvSpPr>
            <p:spPr>
              <a:xfrm>
                <a:off x="4770075" y="2992700"/>
                <a:ext cx="50950" cy="94275"/>
              </a:xfrm>
              <a:custGeom>
                <a:avLst/>
                <a:gdLst/>
                <a:ahLst/>
                <a:cxnLst/>
                <a:rect l="l" t="t" r="r" b="b"/>
                <a:pathLst>
                  <a:path w="2038" h="3771" extrusionOk="0">
                    <a:moveTo>
                      <a:pt x="28" y="0"/>
                    </a:moveTo>
                    <a:cubicBezTo>
                      <a:pt x="0" y="29"/>
                      <a:pt x="0" y="57"/>
                      <a:pt x="0" y="92"/>
                    </a:cubicBezTo>
                    <a:cubicBezTo>
                      <a:pt x="651" y="1153"/>
                      <a:pt x="1387" y="2420"/>
                      <a:pt x="1917" y="3743"/>
                    </a:cubicBezTo>
                    <a:cubicBezTo>
                      <a:pt x="1946" y="3771"/>
                      <a:pt x="1946" y="3771"/>
                      <a:pt x="1974" y="3771"/>
                    </a:cubicBezTo>
                    <a:lnTo>
                      <a:pt x="2002" y="3771"/>
                    </a:lnTo>
                    <a:cubicBezTo>
                      <a:pt x="2038" y="3771"/>
                      <a:pt x="2038" y="3714"/>
                      <a:pt x="2038" y="3686"/>
                    </a:cubicBezTo>
                    <a:cubicBezTo>
                      <a:pt x="1507" y="2392"/>
                      <a:pt x="764" y="1090"/>
                      <a:pt x="120" y="29"/>
                    </a:cubicBezTo>
                    <a:cubicBezTo>
                      <a:pt x="92" y="0"/>
                      <a:pt x="57"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71"/>
              <p:cNvSpPr/>
              <p:nvPr/>
            </p:nvSpPr>
            <p:spPr>
              <a:xfrm>
                <a:off x="4834275" y="2999600"/>
                <a:ext cx="44225" cy="85275"/>
              </a:xfrm>
              <a:custGeom>
                <a:avLst/>
                <a:gdLst/>
                <a:ahLst/>
                <a:cxnLst/>
                <a:rect l="l" t="t" r="r" b="b"/>
                <a:pathLst>
                  <a:path w="1769" h="3411" extrusionOk="0">
                    <a:moveTo>
                      <a:pt x="67" y="0"/>
                    </a:moveTo>
                    <a:cubicBezTo>
                      <a:pt x="57" y="0"/>
                      <a:pt x="43" y="7"/>
                      <a:pt x="28" y="21"/>
                    </a:cubicBezTo>
                    <a:cubicBezTo>
                      <a:pt x="0" y="21"/>
                      <a:pt x="0" y="78"/>
                      <a:pt x="0" y="106"/>
                    </a:cubicBezTo>
                    <a:cubicBezTo>
                      <a:pt x="644" y="991"/>
                      <a:pt x="1146" y="2024"/>
                      <a:pt x="1648" y="3354"/>
                    </a:cubicBezTo>
                    <a:cubicBezTo>
                      <a:pt x="1648" y="3382"/>
                      <a:pt x="1677" y="3410"/>
                      <a:pt x="1677" y="3410"/>
                    </a:cubicBezTo>
                    <a:lnTo>
                      <a:pt x="1705" y="3410"/>
                    </a:lnTo>
                    <a:cubicBezTo>
                      <a:pt x="1733" y="3382"/>
                      <a:pt x="1769" y="3354"/>
                      <a:pt x="1733" y="3318"/>
                    </a:cubicBezTo>
                    <a:cubicBezTo>
                      <a:pt x="1266" y="1995"/>
                      <a:pt x="736" y="934"/>
                      <a:pt x="85" y="21"/>
                    </a:cubicBezTo>
                    <a:cubicBezTo>
                      <a:pt x="85" y="7"/>
                      <a:pt x="78"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71"/>
              <p:cNvSpPr/>
              <p:nvPr/>
            </p:nvSpPr>
            <p:spPr>
              <a:xfrm>
                <a:off x="4711875" y="3143725"/>
                <a:ext cx="35400" cy="54675"/>
              </a:xfrm>
              <a:custGeom>
                <a:avLst/>
                <a:gdLst/>
                <a:ahLst/>
                <a:cxnLst/>
                <a:rect l="l" t="t" r="r" b="b"/>
                <a:pathLst>
                  <a:path w="1416" h="2187" extrusionOk="0">
                    <a:moveTo>
                      <a:pt x="29" y="1"/>
                    </a:moveTo>
                    <a:cubicBezTo>
                      <a:pt x="1" y="29"/>
                      <a:pt x="1" y="65"/>
                      <a:pt x="1" y="93"/>
                    </a:cubicBezTo>
                    <a:cubicBezTo>
                      <a:pt x="262" y="475"/>
                      <a:pt x="531" y="885"/>
                      <a:pt x="793" y="1303"/>
                    </a:cubicBezTo>
                    <a:cubicBezTo>
                      <a:pt x="942" y="1593"/>
                      <a:pt x="1118" y="1890"/>
                      <a:pt x="1295" y="2151"/>
                    </a:cubicBezTo>
                    <a:cubicBezTo>
                      <a:pt x="1324" y="2187"/>
                      <a:pt x="1324" y="2187"/>
                      <a:pt x="1359" y="2187"/>
                    </a:cubicBezTo>
                    <a:lnTo>
                      <a:pt x="1387" y="2187"/>
                    </a:lnTo>
                    <a:cubicBezTo>
                      <a:pt x="1416" y="2151"/>
                      <a:pt x="1416" y="2123"/>
                      <a:pt x="1416" y="2095"/>
                    </a:cubicBezTo>
                    <a:cubicBezTo>
                      <a:pt x="1239" y="1833"/>
                      <a:pt x="1062" y="1536"/>
                      <a:pt x="885" y="1239"/>
                    </a:cubicBezTo>
                    <a:cubicBezTo>
                      <a:pt x="616" y="800"/>
                      <a:pt x="354" y="383"/>
                      <a:pt x="86" y="29"/>
                    </a:cubicBezTo>
                    <a:cubicBezTo>
                      <a:pt x="86" y="1"/>
                      <a:pt x="57"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71"/>
              <p:cNvSpPr/>
              <p:nvPr/>
            </p:nvSpPr>
            <p:spPr>
              <a:xfrm>
                <a:off x="4765650" y="3147625"/>
                <a:ext cx="11875" cy="14525"/>
              </a:xfrm>
              <a:custGeom>
                <a:avLst/>
                <a:gdLst/>
                <a:ahLst/>
                <a:cxnLst/>
                <a:rect l="l" t="t" r="r" b="b"/>
                <a:pathLst>
                  <a:path w="475" h="581" extrusionOk="0">
                    <a:moveTo>
                      <a:pt x="44" y="1"/>
                    </a:moveTo>
                    <a:cubicBezTo>
                      <a:pt x="29" y="1"/>
                      <a:pt x="14" y="8"/>
                      <a:pt x="0" y="22"/>
                    </a:cubicBezTo>
                    <a:lnTo>
                      <a:pt x="0" y="114"/>
                    </a:lnTo>
                    <a:cubicBezTo>
                      <a:pt x="121" y="199"/>
                      <a:pt x="149" y="262"/>
                      <a:pt x="177" y="319"/>
                    </a:cubicBezTo>
                    <a:cubicBezTo>
                      <a:pt x="205" y="375"/>
                      <a:pt x="234" y="439"/>
                      <a:pt x="382" y="552"/>
                    </a:cubicBezTo>
                    <a:cubicBezTo>
                      <a:pt x="382" y="581"/>
                      <a:pt x="411" y="581"/>
                      <a:pt x="411" y="581"/>
                    </a:cubicBezTo>
                    <a:cubicBezTo>
                      <a:pt x="446" y="581"/>
                      <a:pt x="446" y="581"/>
                      <a:pt x="446" y="552"/>
                    </a:cubicBezTo>
                    <a:cubicBezTo>
                      <a:pt x="474" y="524"/>
                      <a:pt x="474" y="496"/>
                      <a:pt x="446" y="467"/>
                    </a:cubicBezTo>
                    <a:cubicBezTo>
                      <a:pt x="354" y="375"/>
                      <a:pt x="326" y="319"/>
                      <a:pt x="297" y="262"/>
                    </a:cubicBezTo>
                    <a:cubicBezTo>
                      <a:pt x="269" y="199"/>
                      <a:pt x="234" y="142"/>
                      <a:pt x="92" y="22"/>
                    </a:cubicBezTo>
                    <a:cubicBezTo>
                      <a:pt x="75" y="8"/>
                      <a:pt x="59" y="1"/>
                      <a:pt x="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71"/>
              <p:cNvSpPr/>
              <p:nvPr/>
            </p:nvSpPr>
            <p:spPr>
              <a:xfrm>
                <a:off x="4807725" y="3132775"/>
                <a:ext cx="10300" cy="13275"/>
              </a:xfrm>
              <a:custGeom>
                <a:avLst/>
                <a:gdLst/>
                <a:ahLst/>
                <a:cxnLst/>
                <a:rect l="l" t="t" r="r" b="b"/>
                <a:pathLst>
                  <a:path w="412" h="531" extrusionOk="0">
                    <a:moveTo>
                      <a:pt x="29" y="0"/>
                    </a:moveTo>
                    <a:cubicBezTo>
                      <a:pt x="1" y="29"/>
                      <a:pt x="1" y="57"/>
                      <a:pt x="29" y="85"/>
                    </a:cubicBezTo>
                    <a:cubicBezTo>
                      <a:pt x="58" y="149"/>
                      <a:pt x="114" y="234"/>
                      <a:pt x="142" y="290"/>
                    </a:cubicBezTo>
                    <a:cubicBezTo>
                      <a:pt x="206" y="382"/>
                      <a:pt x="263" y="439"/>
                      <a:pt x="291" y="503"/>
                    </a:cubicBezTo>
                    <a:cubicBezTo>
                      <a:pt x="291" y="531"/>
                      <a:pt x="319" y="531"/>
                      <a:pt x="355" y="531"/>
                    </a:cubicBezTo>
                    <a:lnTo>
                      <a:pt x="383" y="531"/>
                    </a:lnTo>
                    <a:cubicBezTo>
                      <a:pt x="411" y="503"/>
                      <a:pt x="411" y="467"/>
                      <a:pt x="383" y="439"/>
                    </a:cubicBezTo>
                    <a:cubicBezTo>
                      <a:pt x="355" y="382"/>
                      <a:pt x="291" y="326"/>
                      <a:pt x="263" y="234"/>
                    </a:cubicBezTo>
                    <a:cubicBezTo>
                      <a:pt x="206" y="149"/>
                      <a:pt x="142" y="85"/>
                      <a:pt x="114" y="29"/>
                    </a:cubicBezTo>
                    <a:cubicBezTo>
                      <a:pt x="86" y="0"/>
                      <a:pt x="58"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71"/>
              <p:cNvSpPr/>
              <p:nvPr/>
            </p:nvSpPr>
            <p:spPr>
              <a:xfrm>
                <a:off x="4858500" y="3119500"/>
                <a:ext cx="11150" cy="14700"/>
              </a:xfrm>
              <a:custGeom>
                <a:avLst/>
                <a:gdLst/>
                <a:ahLst/>
                <a:cxnLst/>
                <a:rect l="l" t="t" r="r" b="b"/>
                <a:pathLst>
                  <a:path w="446" h="588" extrusionOk="0">
                    <a:moveTo>
                      <a:pt x="57" y="1"/>
                    </a:moveTo>
                    <a:cubicBezTo>
                      <a:pt x="29" y="29"/>
                      <a:pt x="0" y="57"/>
                      <a:pt x="29" y="86"/>
                    </a:cubicBezTo>
                    <a:lnTo>
                      <a:pt x="326" y="560"/>
                    </a:lnTo>
                    <a:cubicBezTo>
                      <a:pt x="354" y="560"/>
                      <a:pt x="354" y="588"/>
                      <a:pt x="382" y="588"/>
                    </a:cubicBezTo>
                    <a:cubicBezTo>
                      <a:pt x="411" y="588"/>
                      <a:pt x="411" y="560"/>
                      <a:pt x="411" y="560"/>
                    </a:cubicBezTo>
                    <a:cubicBezTo>
                      <a:pt x="446" y="560"/>
                      <a:pt x="446" y="503"/>
                      <a:pt x="446" y="468"/>
                    </a:cubicBezTo>
                    <a:lnTo>
                      <a:pt x="121" y="29"/>
                    </a:lnTo>
                    <a:cubicBezTo>
                      <a:pt x="121" y="1"/>
                      <a:pt x="92"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71"/>
              <p:cNvSpPr/>
              <p:nvPr/>
            </p:nvSpPr>
            <p:spPr>
              <a:xfrm>
                <a:off x="4905000" y="3110375"/>
                <a:ext cx="7275" cy="14275"/>
              </a:xfrm>
              <a:custGeom>
                <a:avLst/>
                <a:gdLst/>
                <a:ahLst/>
                <a:cxnLst/>
                <a:rect l="l" t="t" r="r" b="b"/>
                <a:pathLst>
                  <a:path w="291" h="571" extrusionOk="0">
                    <a:moveTo>
                      <a:pt x="82" y="0"/>
                    </a:moveTo>
                    <a:cubicBezTo>
                      <a:pt x="74" y="0"/>
                      <a:pt x="66" y="4"/>
                      <a:pt x="57" y="12"/>
                    </a:cubicBezTo>
                    <a:cubicBezTo>
                      <a:pt x="29" y="12"/>
                      <a:pt x="1" y="40"/>
                      <a:pt x="1" y="69"/>
                    </a:cubicBezTo>
                    <a:lnTo>
                      <a:pt x="178" y="543"/>
                    </a:lnTo>
                    <a:cubicBezTo>
                      <a:pt x="178" y="571"/>
                      <a:pt x="206" y="571"/>
                      <a:pt x="234" y="571"/>
                    </a:cubicBezTo>
                    <a:cubicBezTo>
                      <a:pt x="263" y="571"/>
                      <a:pt x="291" y="543"/>
                      <a:pt x="263" y="514"/>
                    </a:cubicBezTo>
                    <a:lnTo>
                      <a:pt x="114" y="40"/>
                    </a:lnTo>
                    <a:cubicBezTo>
                      <a:pt x="114" y="20"/>
                      <a:pt x="100" y="0"/>
                      <a:pt x="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71"/>
              <p:cNvSpPr/>
              <p:nvPr/>
            </p:nvSpPr>
            <p:spPr>
              <a:xfrm>
                <a:off x="4591800" y="2903950"/>
                <a:ext cx="41225" cy="32700"/>
              </a:xfrm>
              <a:custGeom>
                <a:avLst/>
                <a:gdLst/>
                <a:ahLst/>
                <a:cxnLst/>
                <a:rect l="l" t="t" r="r" b="b"/>
                <a:pathLst>
                  <a:path w="1649" h="1308" extrusionOk="0">
                    <a:moveTo>
                      <a:pt x="1267" y="1"/>
                    </a:moveTo>
                    <a:cubicBezTo>
                      <a:pt x="1257" y="1"/>
                      <a:pt x="1248" y="4"/>
                      <a:pt x="1238" y="13"/>
                    </a:cubicBezTo>
                    <a:cubicBezTo>
                      <a:pt x="1210" y="41"/>
                      <a:pt x="1210" y="70"/>
                      <a:pt x="1238" y="105"/>
                    </a:cubicBezTo>
                    <a:cubicBezTo>
                      <a:pt x="1415" y="339"/>
                      <a:pt x="1500" y="721"/>
                      <a:pt x="1387" y="926"/>
                    </a:cubicBezTo>
                    <a:cubicBezTo>
                      <a:pt x="1295" y="1046"/>
                      <a:pt x="1175" y="1131"/>
                      <a:pt x="1061" y="1166"/>
                    </a:cubicBezTo>
                    <a:cubicBezTo>
                      <a:pt x="1010" y="1186"/>
                      <a:pt x="954" y="1195"/>
                      <a:pt x="898" y="1195"/>
                    </a:cubicBezTo>
                    <a:cubicBezTo>
                      <a:pt x="793" y="1195"/>
                      <a:pt x="684" y="1163"/>
                      <a:pt x="587" y="1103"/>
                    </a:cubicBezTo>
                    <a:cubicBezTo>
                      <a:pt x="439" y="989"/>
                      <a:pt x="205" y="777"/>
                      <a:pt x="113" y="600"/>
                    </a:cubicBezTo>
                    <a:cubicBezTo>
                      <a:pt x="113" y="580"/>
                      <a:pt x="85" y="560"/>
                      <a:pt x="59" y="560"/>
                    </a:cubicBezTo>
                    <a:cubicBezTo>
                      <a:pt x="47" y="560"/>
                      <a:pt x="37" y="564"/>
                      <a:pt x="28" y="572"/>
                    </a:cubicBezTo>
                    <a:cubicBezTo>
                      <a:pt x="0" y="572"/>
                      <a:pt x="0" y="600"/>
                      <a:pt x="0" y="636"/>
                    </a:cubicBezTo>
                    <a:cubicBezTo>
                      <a:pt x="113" y="841"/>
                      <a:pt x="354" y="1074"/>
                      <a:pt x="531" y="1195"/>
                    </a:cubicBezTo>
                    <a:cubicBezTo>
                      <a:pt x="644" y="1279"/>
                      <a:pt x="793" y="1308"/>
                      <a:pt x="913" y="1308"/>
                    </a:cubicBezTo>
                    <a:cubicBezTo>
                      <a:pt x="969" y="1308"/>
                      <a:pt x="1033" y="1308"/>
                      <a:pt x="1090" y="1279"/>
                    </a:cubicBezTo>
                    <a:cubicBezTo>
                      <a:pt x="1238" y="1251"/>
                      <a:pt x="1387" y="1131"/>
                      <a:pt x="1472" y="989"/>
                    </a:cubicBezTo>
                    <a:cubicBezTo>
                      <a:pt x="1649" y="692"/>
                      <a:pt x="1472" y="247"/>
                      <a:pt x="1323" y="13"/>
                    </a:cubicBezTo>
                    <a:cubicBezTo>
                      <a:pt x="1304" y="13"/>
                      <a:pt x="1285" y="1"/>
                      <a:pt x="1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71"/>
              <p:cNvSpPr/>
              <p:nvPr/>
            </p:nvSpPr>
            <p:spPr>
              <a:xfrm>
                <a:off x="4594625" y="3085950"/>
                <a:ext cx="21425" cy="40825"/>
              </a:xfrm>
              <a:custGeom>
                <a:avLst/>
                <a:gdLst/>
                <a:ahLst/>
                <a:cxnLst/>
                <a:rect l="l" t="t" r="r" b="b"/>
                <a:pathLst>
                  <a:path w="857" h="1633" extrusionOk="0">
                    <a:moveTo>
                      <a:pt x="38" y="1"/>
                    </a:moveTo>
                    <a:cubicBezTo>
                      <a:pt x="18" y="1"/>
                      <a:pt x="0" y="21"/>
                      <a:pt x="0" y="41"/>
                    </a:cubicBezTo>
                    <a:cubicBezTo>
                      <a:pt x="0" y="76"/>
                      <a:pt x="0" y="105"/>
                      <a:pt x="36" y="105"/>
                    </a:cubicBezTo>
                    <a:cubicBezTo>
                      <a:pt x="121" y="133"/>
                      <a:pt x="177" y="253"/>
                      <a:pt x="241" y="310"/>
                    </a:cubicBezTo>
                    <a:cubicBezTo>
                      <a:pt x="326" y="430"/>
                      <a:pt x="418" y="515"/>
                      <a:pt x="503" y="635"/>
                    </a:cubicBezTo>
                    <a:cubicBezTo>
                      <a:pt x="566" y="748"/>
                      <a:pt x="651" y="840"/>
                      <a:pt x="680" y="989"/>
                    </a:cubicBezTo>
                    <a:cubicBezTo>
                      <a:pt x="708" y="1166"/>
                      <a:pt x="680" y="1399"/>
                      <a:pt x="531" y="1548"/>
                    </a:cubicBezTo>
                    <a:lnTo>
                      <a:pt x="531" y="1633"/>
                    </a:lnTo>
                    <a:lnTo>
                      <a:pt x="623" y="1633"/>
                    </a:lnTo>
                    <a:cubicBezTo>
                      <a:pt x="771" y="1456"/>
                      <a:pt x="856" y="1194"/>
                      <a:pt x="800" y="961"/>
                    </a:cubicBezTo>
                    <a:cubicBezTo>
                      <a:pt x="743" y="812"/>
                      <a:pt x="651" y="664"/>
                      <a:pt x="595" y="572"/>
                    </a:cubicBezTo>
                    <a:cubicBezTo>
                      <a:pt x="503" y="458"/>
                      <a:pt x="418" y="338"/>
                      <a:pt x="326" y="253"/>
                    </a:cubicBezTo>
                    <a:cubicBezTo>
                      <a:pt x="269" y="161"/>
                      <a:pt x="177" y="41"/>
                      <a:pt x="64" y="13"/>
                    </a:cubicBezTo>
                    <a:cubicBezTo>
                      <a:pt x="56" y="4"/>
                      <a:pt x="47" y="1"/>
                      <a:pt x="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71"/>
              <p:cNvSpPr/>
              <p:nvPr/>
            </p:nvSpPr>
            <p:spPr>
              <a:xfrm>
                <a:off x="4651400" y="3161425"/>
                <a:ext cx="17700" cy="12575"/>
              </a:xfrm>
              <a:custGeom>
                <a:avLst/>
                <a:gdLst/>
                <a:ahLst/>
                <a:cxnLst/>
                <a:rect l="l" t="t" r="r" b="b"/>
                <a:pathLst>
                  <a:path w="708" h="503" extrusionOk="0">
                    <a:moveTo>
                      <a:pt x="594" y="0"/>
                    </a:moveTo>
                    <a:cubicBezTo>
                      <a:pt x="446" y="177"/>
                      <a:pt x="269" y="297"/>
                      <a:pt x="64" y="382"/>
                    </a:cubicBezTo>
                    <a:cubicBezTo>
                      <a:pt x="29" y="382"/>
                      <a:pt x="0" y="418"/>
                      <a:pt x="29" y="446"/>
                    </a:cubicBezTo>
                    <a:cubicBezTo>
                      <a:pt x="29" y="474"/>
                      <a:pt x="64" y="503"/>
                      <a:pt x="92" y="503"/>
                    </a:cubicBezTo>
                    <a:cubicBezTo>
                      <a:pt x="326" y="418"/>
                      <a:pt x="531" y="269"/>
                      <a:pt x="679" y="92"/>
                    </a:cubicBezTo>
                    <a:cubicBezTo>
                      <a:pt x="708" y="64"/>
                      <a:pt x="708" y="29"/>
                      <a:pt x="6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71"/>
              <p:cNvSpPr/>
              <p:nvPr/>
            </p:nvSpPr>
            <p:spPr>
              <a:xfrm>
                <a:off x="4658825" y="3169725"/>
                <a:ext cx="8875" cy="7275"/>
              </a:xfrm>
              <a:custGeom>
                <a:avLst/>
                <a:gdLst/>
                <a:ahLst/>
                <a:cxnLst/>
                <a:rect l="l" t="t" r="r" b="b"/>
                <a:pathLst>
                  <a:path w="355" h="291" extrusionOk="0">
                    <a:moveTo>
                      <a:pt x="280" y="1"/>
                    </a:moveTo>
                    <a:cubicBezTo>
                      <a:pt x="264" y="1"/>
                      <a:pt x="248" y="8"/>
                      <a:pt x="234" y="22"/>
                    </a:cubicBezTo>
                    <a:cubicBezTo>
                      <a:pt x="177" y="86"/>
                      <a:pt x="85" y="142"/>
                      <a:pt x="29" y="199"/>
                    </a:cubicBezTo>
                    <a:cubicBezTo>
                      <a:pt x="0" y="199"/>
                      <a:pt x="0" y="227"/>
                      <a:pt x="0" y="263"/>
                    </a:cubicBezTo>
                    <a:cubicBezTo>
                      <a:pt x="0" y="291"/>
                      <a:pt x="29" y="291"/>
                      <a:pt x="57" y="291"/>
                    </a:cubicBezTo>
                    <a:lnTo>
                      <a:pt x="85" y="291"/>
                    </a:lnTo>
                    <a:cubicBezTo>
                      <a:pt x="177" y="227"/>
                      <a:pt x="234" y="171"/>
                      <a:pt x="326" y="114"/>
                    </a:cubicBezTo>
                    <a:cubicBezTo>
                      <a:pt x="354" y="86"/>
                      <a:pt x="354" y="50"/>
                      <a:pt x="326" y="22"/>
                    </a:cubicBezTo>
                    <a:cubicBezTo>
                      <a:pt x="312" y="8"/>
                      <a:pt x="296" y="1"/>
                      <a:pt x="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71"/>
              <p:cNvSpPr/>
              <p:nvPr/>
            </p:nvSpPr>
            <p:spPr>
              <a:xfrm>
                <a:off x="4650675" y="2992400"/>
                <a:ext cx="23550" cy="15000"/>
              </a:xfrm>
              <a:custGeom>
                <a:avLst/>
                <a:gdLst/>
                <a:ahLst/>
                <a:cxnLst/>
                <a:rect l="l" t="t" r="r" b="b"/>
                <a:pathLst>
                  <a:path w="942" h="600" extrusionOk="0">
                    <a:moveTo>
                      <a:pt x="882" y="1"/>
                    </a:moveTo>
                    <a:cubicBezTo>
                      <a:pt x="874" y="1"/>
                      <a:pt x="865" y="4"/>
                      <a:pt x="857" y="12"/>
                    </a:cubicBezTo>
                    <a:cubicBezTo>
                      <a:pt x="765" y="69"/>
                      <a:pt x="680" y="104"/>
                      <a:pt x="588" y="161"/>
                    </a:cubicBezTo>
                    <a:cubicBezTo>
                      <a:pt x="383" y="246"/>
                      <a:pt x="178" y="338"/>
                      <a:pt x="29" y="515"/>
                    </a:cubicBezTo>
                    <a:cubicBezTo>
                      <a:pt x="1" y="515"/>
                      <a:pt x="1" y="571"/>
                      <a:pt x="29" y="600"/>
                    </a:cubicBezTo>
                    <a:lnTo>
                      <a:pt x="58" y="600"/>
                    </a:lnTo>
                    <a:cubicBezTo>
                      <a:pt x="93" y="600"/>
                      <a:pt x="93" y="600"/>
                      <a:pt x="121" y="571"/>
                    </a:cubicBezTo>
                    <a:cubicBezTo>
                      <a:pt x="234" y="423"/>
                      <a:pt x="447" y="338"/>
                      <a:pt x="623" y="246"/>
                    </a:cubicBezTo>
                    <a:cubicBezTo>
                      <a:pt x="737" y="218"/>
                      <a:pt x="829" y="161"/>
                      <a:pt x="914" y="104"/>
                    </a:cubicBezTo>
                    <a:cubicBezTo>
                      <a:pt x="942" y="104"/>
                      <a:pt x="942" y="41"/>
                      <a:pt x="942" y="41"/>
                    </a:cubicBezTo>
                    <a:cubicBezTo>
                      <a:pt x="922" y="21"/>
                      <a:pt x="902" y="1"/>
                      <a:pt x="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71"/>
              <p:cNvSpPr/>
              <p:nvPr/>
            </p:nvSpPr>
            <p:spPr>
              <a:xfrm>
                <a:off x="4660225" y="3001950"/>
                <a:ext cx="9575" cy="6325"/>
              </a:xfrm>
              <a:custGeom>
                <a:avLst/>
                <a:gdLst/>
                <a:ahLst/>
                <a:cxnLst/>
                <a:rect l="l" t="t" r="r" b="b"/>
                <a:pathLst>
                  <a:path w="383" h="253" extrusionOk="0">
                    <a:moveTo>
                      <a:pt x="295" y="1"/>
                    </a:moveTo>
                    <a:cubicBezTo>
                      <a:pt x="286" y="1"/>
                      <a:pt x="278" y="4"/>
                      <a:pt x="270" y="12"/>
                    </a:cubicBezTo>
                    <a:cubicBezTo>
                      <a:pt x="206" y="76"/>
                      <a:pt x="121" y="104"/>
                      <a:pt x="29" y="133"/>
                    </a:cubicBezTo>
                    <a:cubicBezTo>
                      <a:pt x="1" y="161"/>
                      <a:pt x="1" y="189"/>
                      <a:pt x="1" y="218"/>
                    </a:cubicBezTo>
                    <a:cubicBezTo>
                      <a:pt x="29" y="253"/>
                      <a:pt x="29" y="253"/>
                      <a:pt x="65" y="253"/>
                    </a:cubicBezTo>
                    <a:lnTo>
                      <a:pt x="93" y="253"/>
                    </a:lnTo>
                    <a:cubicBezTo>
                      <a:pt x="178" y="218"/>
                      <a:pt x="270" y="161"/>
                      <a:pt x="326" y="104"/>
                    </a:cubicBezTo>
                    <a:cubicBezTo>
                      <a:pt x="355" y="104"/>
                      <a:pt x="383" y="76"/>
                      <a:pt x="355" y="41"/>
                    </a:cubicBezTo>
                    <a:cubicBezTo>
                      <a:pt x="335" y="21"/>
                      <a:pt x="315" y="1"/>
                      <a:pt x="2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71"/>
              <p:cNvSpPr/>
              <p:nvPr/>
            </p:nvSpPr>
            <p:spPr>
              <a:xfrm>
                <a:off x="4660950" y="3004025"/>
                <a:ext cx="20000" cy="12225"/>
              </a:xfrm>
              <a:custGeom>
                <a:avLst/>
                <a:gdLst/>
                <a:ahLst/>
                <a:cxnLst/>
                <a:rect l="l" t="t" r="r" b="b"/>
                <a:pathLst>
                  <a:path w="800" h="489" extrusionOk="0">
                    <a:moveTo>
                      <a:pt x="740" y="0"/>
                    </a:moveTo>
                    <a:cubicBezTo>
                      <a:pt x="724" y="0"/>
                      <a:pt x="708" y="7"/>
                      <a:pt x="708" y="21"/>
                    </a:cubicBezTo>
                    <a:cubicBezTo>
                      <a:pt x="503" y="170"/>
                      <a:pt x="297" y="311"/>
                      <a:pt x="64" y="375"/>
                    </a:cubicBezTo>
                    <a:cubicBezTo>
                      <a:pt x="36" y="375"/>
                      <a:pt x="0" y="432"/>
                      <a:pt x="0" y="460"/>
                    </a:cubicBezTo>
                    <a:cubicBezTo>
                      <a:pt x="36" y="460"/>
                      <a:pt x="36" y="488"/>
                      <a:pt x="64" y="488"/>
                    </a:cubicBezTo>
                    <a:lnTo>
                      <a:pt x="92" y="488"/>
                    </a:lnTo>
                    <a:cubicBezTo>
                      <a:pt x="326" y="403"/>
                      <a:pt x="566" y="283"/>
                      <a:pt x="771" y="106"/>
                    </a:cubicBezTo>
                    <a:cubicBezTo>
                      <a:pt x="800" y="78"/>
                      <a:pt x="800" y="50"/>
                      <a:pt x="771" y="21"/>
                    </a:cubicBezTo>
                    <a:cubicBezTo>
                      <a:pt x="771" y="7"/>
                      <a:pt x="755" y="0"/>
                      <a:pt x="7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71"/>
              <p:cNvSpPr/>
              <p:nvPr/>
            </p:nvSpPr>
            <p:spPr>
              <a:xfrm>
                <a:off x="4719300" y="2985275"/>
                <a:ext cx="19850" cy="8150"/>
              </a:xfrm>
              <a:custGeom>
                <a:avLst/>
                <a:gdLst/>
                <a:ahLst/>
                <a:cxnLst/>
                <a:rect l="l" t="t" r="r" b="b"/>
                <a:pathLst>
                  <a:path w="794" h="326" extrusionOk="0">
                    <a:moveTo>
                      <a:pt x="737" y="0"/>
                    </a:moveTo>
                    <a:cubicBezTo>
                      <a:pt x="616" y="0"/>
                      <a:pt x="496" y="0"/>
                      <a:pt x="383" y="36"/>
                    </a:cubicBezTo>
                    <a:cubicBezTo>
                      <a:pt x="234" y="92"/>
                      <a:pt x="114" y="149"/>
                      <a:pt x="29" y="241"/>
                    </a:cubicBezTo>
                    <a:cubicBezTo>
                      <a:pt x="1" y="241"/>
                      <a:pt x="1" y="297"/>
                      <a:pt x="29" y="326"/>
                    </a:cubicBezTo>
                    <a:lnTo>
                      <a:pt x="57" y="326"/>
                    </a:lnTo>
                    <a:cubicBezTo>
                      <a:pt x="86" y="326"/>
                      <a:pt x="86" y="326"/>
                      <a:pt x="114" y="297"/>
                    </a:cubicBezTo>
                    <a:cubicBezTo>
                      <a:pt x="178" y="241"/>
                      <a:pt x="263" y="177"/>
                      <a:pt x="383" y="149"/>
                    </a:cubicBezTo>
                    <a:cubicBezTo>
                      <a:pt x="496" y="121"/>
                      <a:pt x="616" y="121"/>
                      <a:pt x="737" y="121"/>
                    </a:cubicBezTo>
                    <a:cubicBezTo>
                      <a:pt x="765" y="121"/>
                      <a:pt x="793" y="92"/>
                      <a:pt x="793" y="64"/>
                    </a:cubicBezTo>
                    <a:cubicBezTo>
                      <a:pt x="793" y="36"/>
                      <a:pt x="765" y="0"/>
                      <a:pt x="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71"/>
              <p:cNvSpPr/>
              <p:nvPr/>
            </p:nvSpPr>
            <p:spPr>
              <a:xfrm>
                <a:off x="4781200" y="2991725"/>
                <a:ext cx="17725" cy="6125"/>
              </a:xfrm>
              <a:custGeom>
                <a:avLst/>
                <a:gdLst/>
                <a:ahLst/>
                <a:cxnLst/>
                <a:rect l="l" t="t" r="r" b="b"/>
                <a:pathLst>
                  <a:path w="709" h="245" extrusionOk="0">
                    <a:moveTo>
                      <a:pt x="502" y="1"/>
                    </a:moveTo>
                    <a:cubicBezTo>
                      <a:pt x="345" y="1"/>
                      <a:pt x="193" y="39"/>
                      <a:pt x="57" y="131"/>
                    </a:cubicBezTo>
                    <a:cubicBezTo>
                      <a:pt x="29" y="131"/>
                      <a:pt x="1" y="160"/>
                      <a:pt x="29" y="188"/>
                    </a:cubicBezTo>
                    <a:cubicBezTo>
                      <a:pt x="29" y="216"/>
                      <a:pt x="57" y="245"/>
                      <a:pt x="57" y="245"/>
                    </a:cubicBezTo>
                    <a:cubicBezTo>
                      <a:pt x="86" y="245"/>
                      <a:pt x="86" y="216"/>
                      <a:pt x="86" y="216"/>
                    </a:cubicBezTo>
                    <a:cubicBezTo>
                      <a:pt x="217" y="153"/>
                      <a:pt x="363" y="118"/>
                      <a:pt x="502" y="118"/>
                    </a:cubicBezTo>
                    <a:cubicBezTo>
                      <a:pt x="551" y="118"/>
                      <a:pt x="599" y="122"/>
                      <a:pt x="645" y="131"/>
                    </a:cubicBezTo>
                    <a:cubicBezTo>
                      <a:pt x="673" y="131"/>
                      <a:pt x="708" y="96"/>
                      <a:pt x="708" y="68"/>
                    </a:cubicBezTo>
                    <a:cubicBezTo>
                      <a:pt x="708" y="39"/>
                      <a:pt x="673" y="11"/>
                      <a:pt x="645" y="11"/>
                    </a:cubicBezTo>
                    <a:cubicBezTo>
                      <a:pt x="597" y="4"/>
                      <a:pt x="549" y="1"/>
                      <a:pt x="5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71"/>
              <p:cNvSpPr/>
              <p:nvPr/>
            </p:nvSpPr>
            <p:spPr>
              <a:xfrm>
                <a:off x="4805450" y="2992400"/>
                <a:ext cx="10275" cy="4750"/>
              </a:xfrm>
              <a:custGeom>
                <a:avLst/>
                <a:gdLst/>
                <a:ahLst/>
                <a:cxnLst/>
                <a:rect l="l" t="t" r="r" b="b"/>
                <a:pathLst>
                  <a:path w="411" h="190" extrusionOk="0">
                    <a:moveTo>
                      <a:pt x="63" y="1"/>
                    </a:moveTo>
                    <a:cubicBezTo>
                      <a:pt x="42" y="1"/>
                      <a:pt x="28" y="21"/>
                      <a:pt x="28" y="41"/>
                    </a:cubicBezTo>
                    <a:cubicBezTo>
                      <a:pt x="0" y="69"/>
                      <a:pt x="28" y="104"/>
                      <a:pt x="57" y="133"/>
                    </a:cubicBezTo>
                    <a:lnTo>
                      <a:pt x="325" y="189"/>
                    </a:lnTo>
                    <a:lnTo>
                      <a:pt x="354" y="189"/>
                    </a:lnTo>
                    <a:cubicBezTo>
                      <a:pt x="382" y="189"/>
                      <a:pt x="382" y="161"/>
                      <a:pt x="410" y="133"/>
                    </a:cubicBezTo>
                    <a:cubicBezTo>
                      <a:pt x="410" y="104"/>
                      <a:pt x="382" y="69"/>
                      <a:pt x="354" y="69"/>
                    </a:cubicBezTo>
                    <a:lnTo>
                      <a:pt x="92" y="12"/>
                    </a:lnTo>
                    <a:cubicBezTo>
                      <a:pt x="82" y="4"/>
                      <a:pt x="72" y="1"/>
                      <a:pt x="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71"/>
              <p:cNvSpPr/>
              <p:nvPr/>
            </p:nvSpPr>
            <p:spPr>
              <a:xfrm>
                <a:off x="4853375" y="3004225"/>
                <a:ext cx="21425" cy="6175"/>
              </a:xfrm>
              <a:custGeom>
                <a:avLst/>
                <a:gdLst/>
                <a:ahLst/>
                <a:cxnLst/>
                <a:rect l="l" t="t" r="r" b="b"/>
                <a:pathLst>
                  <a:path w="857" h="247" extrusionOk="0">
                    <a:moveTo>
                      <a:pt x="316" y="1"/>
                    </a:moveTo>
                    <a:cubicBezTo>
                      <a:pt x="230" y="1"/>
                      <a:pt x="137" y="13"/>
                      <a:pt x="57" y="13"/>
                    </a:cubicBezTo>
                    <a:cubicBezTo>
                      <a:pt x="28" y="13"/>
                      <a:pt x="0" y="42"/>
                      <a:pt x="0" y="70"/>
                    </a:cubicBezTo>
                    <a:cubicBezTo>
                      <a:pt x="0" y="98"/>
                      <a:pt x="28" y="127"/>
                      <a:pt x="57" y="127"/>
                    </a:cubicBezTo>
                    <a:cubicBezTo>
                      <a:pt x="137" y="127"/>
                      <a:pt x="230" y="114"/>
                      <a:pt x="316" y="114"/>
                    </a:cubicBezTo>
                    <a:cubicBezTo>
                      <a:pt x="359" y="114"/>
                      <a:pt x="401" y="117"/>
                      <a:pt x="439" y="127"/>
                    </a:cubicBezTo>
                    <a:cubicBezTo>
                      <a:pt x="559" y="127"/>
                      <a:pt x="679" y="162"/>
                      <a:pt x="764" y="219"/>
                    </a:cubicBezTo>
                    <a:cubicBezTo>
                      <a:pt x="764" y="219"/>
                      <a:pt x="764" y="247"/>
                      <a:pt x="792" y="247"/>
                    </a:cubicBezTo>
                    <a:lnTo>
                      <a:pt x="828" y="219"/>
                    </a:lnTo>
                    <a:cubicBezTo>
                      <a:pt x="856" y="190"/>
                      <a:pt x="856" y="162"/>
                      <a:pt x="828" y="127"/>
                    </a:cubicBezTo>
                    <a:cubicBezTo>
                      <a:pt x="708" y="70"/>
                      <a:pt x="587" y="13"/>
                      <a:pt x="439" y="13"/>
                    </a:cubicBezTo>
                    <a:cubicBezTo>
                      <a:pt x="401" y="4"/>
                      <a:pt x="359" y="1"/>
                      <a:pt x="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71"/>
              <p:cNvSpPr/>
              <p:nvPr/>
            </p:nvSpPr>
            <p:spPr>
              <a:xfrm>
                <a:off x="4791475" y="3355675"/>
                <a:ext cx="19125" cy="5450"/>
              </a:xfrm>
              <a:custGeom>
                <a:avLst/>
                <a:gdLst/>
                <a:ahLst/>
                <a:cxnLst/>
                <a:rect l="l" t="t" r="r" b="b"/>
                <a:pathLst>
                  <a:path w="765" h="218" extrusionOk="0">
                    <a:moveTo>
                      <a:pt x="33" y="0"/>
                    </a:moveTo>
                    <a:cubicBezTo>
                      <a:pt x="14" y="0"/>
                      <a:pt x="0" y="20"/>
                      <a:pt x="0" y="40"/>
                    </a:cubicBezTo>
                    <a:cubicBezTo>
                      <a:pt x="0" y="76"/>
                      <a:pt x="28" y="104"/>
                      <a:pt x="57" y="132"/>
                    </a:cubicBezTo>
                    <a:lnTo>
                      <a:pt x="708" y="217"/>
                    </a:lnTo>
                    <a:cubicBezTo>
                      <a:pt x="736" y="217"/>
                      <a:pt x="764" y="189"/>
                      <a:pt x="764" y="161"/>
                    </a:cubicBezTo>
                    <a:cubicBezTo>
                      <a:pt x="764" y="132"/>
                      <a:pt x="764" y="104"/>
                      <a:pt x="708" y="104"/>
                    </a:cubicBezTo>
                    <a:lnTo>
                      <a:pt x="57" y="12"/>
                    </a:lnTo>
                    <a:cubicBezTo>
                      <a:pt x="48" y="4"/>
                      <a:pt x="40"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71"/>
              <p:cNvSpPr/>
              <p:nvPr/>
            </p:nvSpPr>
            <p:spPr>
              <a:xfrm>
                <a:off x="4974875" y="3238875"/>
                <a:ext cx="11150" cy="14725"/>
              </a:xfrm>
              <a:custGeom>
                <a:avLst/>
                <a:gdLst/>
                <a:ahLst/>
                <a:cxnLst/>
                <a:rect l="l" t="t" r="r" b="b"/>
                <a:pathLst>
                  <a:path w="446" h="589" extrusionOk="0">
                    <a:moveTo>
                      <a:pt x="389" y="1"/>
                    </a:moveTo>
                    <a:cubicBezTo>
                      <a:pt x="354" y="1"/>
                      <a:pt x="326" y="1"/>
                      <a:pt x="326" y="29"/>
                    </a:cubicBezTo>
                    <a:cubicBezTo>
                      <a:pt x="241" y="291"/>
                      <a:pt x="92" y="440"/>
                      <a:pt x="36" y="468"/>
                    </a:cubicBezTo>
                    <a:cubicBezTo>
                      <a:pt x="0" y="503"/>
                      <a:pt x="0" y="531"/>
                      <a:pt x="36" y="560"/>
                    </a:cubicBezTo>
                    <a:cubicBezTo>
                      <a:pt x="36" y="588"/>
                      <a:pt x="64" y="588"/>
                      <a:pt x="64" y="588"/>
                    </a:cubicBezTo>
                    <a:lnTo>
                      <a:pt x="121" y="588"/>
                    </a:lnTo>
                    <a:cubicBezTo>
                      <a:pt x="177" y="531"/>
                      <a:pt x="354" y="355"/>
                      <a:pt x="446" y="57"/>
                    </a:cubicBezTo>
                    <a:cubicBezTo>
                      <a:pt x="446" y="29"/>
                      <a:pt x="418"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53" name="Google Shape;2753;p71"/>
            <p:cNvGrpSpPr/>
            <p:nvPr/>
          </p:nvGrpSpPr>
          <p:grpSpPr>
            <a:xfrm>
              <a:off x="3162807" y="1216951"/>
              <a:ext cx="1051808" cy="229363"/>
              <a:chOff x="4002795" y="1877329"/>
              <a:chExt cx="345546" cy="75352"/>
            </a:xfrm>
          </p:grpSpPr>
          <p:sp>
            <p:nvSpPr>
              <p:cNvPr id="2754" name="Google Shape;2754;p71"/>
              <p:cNvSpPr/>
              <p:nvPr/>
            </p:nvSpPr>
            <p:spPr>
              <a:xfrm>
                <a:off x="4002795" y="1877329"/>
                <a:ext cx="345546" cy="75352"/>
              </a:xfrm>
              <a:custGeom>
                <a:avLst/>
                <a:gdLst/>
                <a:ahLst/>
                <a:cxnLst/>
                <a:rect l="l" t="t" r="r" b="b"/>
                <a:pathLst>
                  <a:path w="9997" h="2180" extrusionOk="0">
                    <a:moveTo>
                      <a:pt x="0" y="0"/>
                    </a:moveTo>
                    <a:lnTo>
                      <a:pt x="0" y="2179"/>
                    </a:lnTo>
                    <a:lnTo>
                      <a:pt x="9996" y="2179"/>
                    </a:lnTo>
                    <a:lnTo>
                      <a:pt x="99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71"/>
              <p:cNvSpPr/>
              <p:nvPr/>
            </p:nvSpPr>
            <p:spPr>
              <a:xfrm>
                <a:off x="4270785" y="1897619"/>
                <a:ext cx="21569" cy="34738"/>
              </a:xfrm>
              <a:custGeom>
                <a:avLst/>
                <a:gdLst/>
                <a:ahLst/>
                <a:cxnLst/>
                <a:rect l="l" t="t" r="r" b="b"/>
                <a:pathLst>
                  <a:path w="624" h="1005" extrusionOk="0">
                    <a:moveTo>
                      <a:pt x="559" y="0"/>
                    </a:moveTo>
                    <a:lnTo>
                      <a:pt x="1" y="595"/>
                    </a:lnTo>
                    <a:lnTo>
                      <a:pt x="559" y="1005"/>
                    </a:lnTo>
                    <a:lnTo>
                      <a:pt x="623" y="948"/>
                    </a:lnTo>
                    <a:lnTo>
                      <a:pt x="121" y="595"/>
                    </a:lnTo>
                    <a:lnTo>
                      <a:pt x="623" y="64"/>
                    </a:lnTo>
                    <a:lnTo>
                      <a:pt x="5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71"/>
              <p:cNvSpPr/>
              <p:nvPr/>
            </p:nvSpPr>
            <p:spPr>
              <a:xfrm>
                <a:off x="4254401" y="1897619"/>
                <a:ext cx="22536" cy="34738"/>
              </a:xfrm>
              <a:custGeom>
                <a:avLst/>
                <a:gdLst/>
                <a:ahLst/>
                <a:cxnLst/>
                <a:rect l="l" t="t" r="r" b="b"/>
                <a:pathLst>
                  <a:path w="652" h="1005" extrusionOk="0">
                    <a:moveTo>
                      <a:pt x="595" y="0"/>
                    </a:moveTo>
                    <a:lnTo>
                      <a:pt x="1" y="595"/>
                    </a:lnTo>
                    <a:lnTo>
                      <a:pt x="595" y="1005"/>
                    </a:lnTo>
                    <a:lnTo>
                      <a:pt x="651" y="948"/>
                    </a:lnTo>
                    <a:lnTo>
                      <a:pt x="149" y="595"/>
                    </a:lnTo>
                    <a:lnTo>
                      <a:pt x="651" y="64"/>
                    </a:lnTo>
                    <a:lnTo>
                      <a:pt x="5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71"/>
              <p:cNvSpPr/>
              <p:nvPr/>
            </p:nvSpPr>
            <p:spPr>
              <a:xfrm>
                <a:off x="4055854" y="1885970"/>
                <a:ext cx="19356" cy="57654"/>
              </a:xfrm>
              <a:custGeom>
                <a:avLst/>
                <a:gdLst/>
                <a:ahLst/>
                <a:cxnLst/>
                <a:rect l="l" t="t" r="r" b="b"/>
                <a:pathLst>
                  <a:path w="560" h="1668" extrusionOk="0">
                    <a:moveTo>
                      <a:pt x="305" y="0"/>
                    </a:moveTo>
                    <a:cubicBezTo>
                      <a:pt x="264" y="0"/>
                      <a:pt x="226" y="22"/>
                      <a:pt x="205" y="47"/>
                    </a:cubicBezTo>
                    <a:cubicBezTo>
                      <a:pt x="149" y="76"/>
                      <a:pt x="85" y="160"/>
                      <a:pt x="85" y="252"/>
                    </a:cubicBezTo>
                    <a:cubicBezTo>
                      <a:pt x="57" y="309"/>
                      <a:pt x="85" y="401"/>
                      <a:pt x="85" y="458"/>
                    </a:cubicBezTo>
                    <a:cubicBezTo>
                      <a:pt x="120" y="514"/>
                      <a:pt x="120" y="542"/>
                      <a:pt x="120" y="578"/>
                    </a:cubicBezTo>
                    <a:cubicBezTo>
                      <a:pt x="120" y="691"/>
                      <a:pt x="85" y="783"/>
                      <a:pt x="0" y="811"/>
                    </a:cubicBezTo>
                    <a:lnTo>
                      <a:pt x="28" y="896"/>
                    </a:lnTo>
                    <a:lnTo>
                      <a:pt x="57" y="896"/>
                    </a:lnTo>
                    <a:cubicBezTo>
                      <a:pt x="85" y="932"/>
                      <a:pt x="120" y="932"/>
                      <a:pt x="120" y="960"/>
                    </a:cubicBezTo>
                    <a:lnTo>
                      <a:pt x="120" y="1108"/>
                    </a:lnTo>
                    <a:lnTo>
                      <a:pt x="120" y="1137"/>
                    </a:lnTo>
                    <a:cubicBezTo>
                      <a:pt x="85" y="1314"/>
                      <a:pt x="120" y="1427"/>
                      <a:pt x="177" y="1519"/>
                    </a:cubicBezTo>
                    <a:cubicBezTo>
                      <a:pt x="234" y="1604"/>
                      <a:pt x="326" y="1667"/>
                      <a:pt x="439" y="1667"/>
                    </a:cubicBezTo>
                    <a:cubicBezTo>
                      <a:pt x="474" y="1667"/>
                      <a:pt x="531" y="1667"/>
                      <a:pt x="559" y="1639"/>
                    </a:cubicBezTo>
                    <a:lnTo>
                      <a:pt x="531" y="1547"/>
                    </a:lnTo>
                    <a:cubicBezTo>
                      <a:pt x="498" y="1567"/>
                      <a:pt x="459" y="1576"/>
                      <a:pt x="421" y="1576"/>
                    </a:cubicBezTo>
                    <a:cubicBezTo>
                      <a:pt x="352" y="1576"/>
                      <a:pt x="285" y="1545"/>
                      <a:pt x="262" y="1490"/>
                    </a:cubicBezTo>
                    <a:cubicBezTo>
                      <a:pt x="205" y="1398"/>
                      <a:pt x="177" y="1285"/>
                      <a:pt x="205" y="1137"/>
                    </a:cubicBezTo>
                    <a:lnTo>
                      <a:pt x="205" y="932"/>
                    </a:lnTo>
                    <a:cubicBezTo>
                      <a:pt x="177" y="896"/>
                      <a:pt x="149" y="868"/>
                      <a:pt x="120" y="840"/>
                    </a:cubicBezTo>
                    <a:cubicBezTo>
                      <a:pt x="177" y="783"/>
                      <a:pt x="205" y="663"/>
                      <a:pt x="205" y="578"/>
                    </a:cubicBezTo>
                    <a:cubicBezTo>
                      <a:pt x="205" y="542"/>
                      <a:pt x="205" y="486"/>
                      <a:pt x="177" y="458"/>
                    </a:cubicBezTo>
                    <a:cubicBezTo>
                      <a:pt x="177" y="366"/>
                      <a:pt x="149" y="309"/>
                      <a:pt x="177" y="252"/>
                    </a:cubicBezTo>
                    <a:cubicBezTo>
                      <a:pt x="177" y="189"/>
                      <a:pt x="205" y="132"/>
                      <a:pt x="262" y="104"/>
                    </a:cubicBezTo>
                    <a:cubicBezTo>
                      <a:pt x="262" y="90"/>
                      <a:pt x="271" y="83"/>
                      <a:pt x="283" y="83"/>
                    </a:cubicBezTo>
                    <a:cubicBezTo>
                      <a:pt x="296" y="83"/>
                      <a:pt x="311" y="90"/>
                      <a:pt x="326" y="104"/>
                    </a:cubicBezTo>
                    <a:lnTo>
                      <a:pt x="354" y="12"/>
                    </a:lnTo>
                    <a:cubicBezTo>
                      <a:pt x="338" y="4"/>
                      <a:pt x="321" y="0"/>
                      <a:pt x="3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71"/>
              <p:cNvSpPr/>
              <p:nvPr/>
            </p:nvSpPr>
            <p:spPr>
              <a:xfrm>
                <a:off x="4034319" y="1888563"/>
                <a:ext cx="9333" cy="51882"/>
              </a:xfrm>
              <a:custGeom>
                <a:avLst/>
                <a:gdLst/>
                <a:ahLst/>
                <a:cxnLst/>
                <a:rect l="l" t="t" r="r" b="b"/>
                <a:pathLst>
                  <a:path w="270" h="1501" extrusionOk="0">
                    <a:moveTo>
                      <a:pt x="213" y="1"/>
                    </a:moveTo>
                    <a:cubicBezTo>
                      <a:pt x="1" y="467"/>
                      <a:pt x="1" y="1033"/>
                      <a:pt x="177" y="1500"/>
                    </a:cubicBezTo>
                    <a:lnTo>
                      <a:pt x="269" y="1472"/>
                    </a:lnTo>
                    <a:cubicBezTo>
                      <a:pt x="93" y="1033"/>
                      <a:pt x="93" y="503"/>
                      <a:pt x="269" y="29"/>
                    </a:cubicBezTo>
                    <a:lnTo>
                      <a:pt x="2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71"/>
              <p:cNvSpPr/>
              <p:nvPr/>
            </p:nvSpPr>
            <p:spPr>
              <a:xfrm>
                <a:off x="4303311" y="1885970"/>
                <a:ext cx="19598" cy="57654"/>
              </a:xfrm>
              <a:custGeom>
                <a:avLst/>
                <a:gdLst/>
                <a:ahLst/>
                <a:cxnLst/>
                <a:rect l="l" t="t" r="r" b="b"/>
                <a:pathLst>
                  <a:path w="567" h="1668" extrusionOk="0">
                    <a:moveTo>
                      <a:pt x="256" y="0"/>
                    </a:moveTo>
                    <a:cubicBezTo>
                      <a:pt x="243" y="0"/>
                      <a:pt x="229" y="4"/>
                      <a:pt x="213" y="12"/>
                    </a:cubicBezTo>
                    <a:lnTo>
                      <a:pt x="241" y="104"/>
                    </a:lnTo>
                    <a:cubicBezTo>
                      <a:pt x="255" y="90"/>
                      <a:pt x="262" y="83"/>
                      <a:pt x="269" y="83"/>
                    </a:cubicBezTo>
                    <a:cubicBezTo>
                      <a:pt x="276" y="83"/>
                      <a:pt x="283" y="90"/>
                      <a:pt x="298" y="104"/>
                    </a:cubicBezTo>
                    <a:cubicBezTo>
                      <a:pt x="354" y="132"/>
                      <a:pt x="390" y="189"/>
                      <a:pt x="390" y="252"/>
                    </a:cubicBezTo>
                    <a:lnTo>
                      <a:pt x="390" y="458"/>
                    </a:lnTo>
                    <a:cubicBezTo>
                      <a:pt x="354" y="486"/>
                      <a:pt x="354" y="542"/>
                      <a:pt x="354" y="578"/>
                    </a:cubicBezTo>
                    <a:cubicBezTo>
                      <a:pt x="354" y="663"/>
                      <a:pt x="390" y="783"/>
                      <a:pt x="446" y="840"/>
                    </a:cubicBezTo>
                    <a:cubicBezTo>
                      <a:pt x="390" y="868"/>
                      <a:pt x="390" y="896"/>
                      <a:pt x="354" y="932"/>
                    </a:cubicBezTo>
                    <a:cubicBezTo>
                      <a:pt x="326" y="988"/>
                      <a:pt x="354" y="1073"/>
                      <a:pt x="354" y="1137"/>
                    </a:cubicBezTo>
                    <a:cubicBezTo>
                      <a:pt x="390" y="1285"/>
                      <a:pt x="354" y="1398"/>
                      <a:pt x="298" y="1490"/>
                    </a:cubicBezTo>
                    <a:cubicBezTo>
                      <a:pt x="261" y="1545"/>
                      <a:pt x="198" y="1576"/>
                      <a:pt x="135" y="1576"/>
                    </a:cubicBezTo>
                    <a:cubicBezTo>
                      <a:pt x="100" y="1576"/>
                      <a:pt x="66" y="1567"/>
                      <a:pt x="36" y="1547"/>
                    </a:cubicBezTo>
                    <a:lnTo>
                      <a:pt x="0" y="1639"/>
                    </a:lnTo>
                    <a:cubicBezTo>
                      <a:pt x="36" y="1667"/>
                      <a:pt x="92" y="1667"/>
                      <a:pt x="121" y="1667"/>
                    </a:cubicBezTo>
                    <a:cubicBezTo>
                      <a:pt x="213" y="1667"/>
                      <a:pt x="326" y="1604"/>
                      <a:pt x="390" y="1519"/>
                    </a:cubicBezTo>
                    <a:cubicBezTo>
                      <a:pt x="446" y="1427"/>
                      <a:pt x="474" y="1314"/>
                      <a:pt x="446" y="1137"/>
                    </a:cubicBezTo>
                    <a:lnTo>
                      <a:pt x="446" y="1108"/>
                    </a:lnTo>
                    <a:lnTo>
                      <a:pt x="446" y="960"/>
                    </a:lnTo>
                    <a:cubicBezTo>
                      <a:pt x="446" y="932"/>
                      <a:pt x="474" y="932"/>
                      <a:pt x="503" y="896"/>
                    </a:cubicBezTo>
                    <a:lnTo>
                      <a:pt x="531" y="896"/>
                    </a:lnTo>
                    <a:lnTo>
                      <a:pt x="566" y="811"/>
                    </a:lnTo>
                    <a:lnTo>
                      <a:pt x="531" y="811"/>
                    </a:lnTo>
                    <a:cubicBezTo>
                      <a:pt x="474" y="783"/>
                      <a:pt x="446" y="691"/>
                      <a:pt x="446" y="578"/>
                    </a:cubicBezTo>
                    <a:cubicBezTo>
                      <a:pt x="446" y="542"/>
                      <a:pt x="446" y="514"/>
                      <a:pt x="474" y="458"/>
                    </a:cubicBezTo>
                    <a:lnTo>
                      <a:pt x="474" y="252"/>
                    </a:lnTo>
                    <a:cubicBezTo>
                      <a:pt x="474" y="160"/>
                      <a:pt x="418" y="76"/>
                      <a:pt x="354" y="47"/>
                    </a:cubicBezTo>
                    <a:cubicBezTo>
                      <a:pt x="314" y="22"/>
                      <a:pt x="288" y="0"/>
                      <a:pt x="2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0" name="Google Shape;2760;p71"/>
            <p:cNvGrpSpPr/>
            <p:nvPr/>
          </p:nvGrpSpPr>
          <p:grpSpPr>
            <a:xfrm>
              <a:off x="3389504" y="1231789"/>
              <a:ext cx="505357" cy="199693"/>
              <a:chOff x="300879" y="4170864"/>
              <a:chExt cx="505357" cy="199693"/>
            </a:xfrm>
          </p:grpSpPr>
          <p:sp>
            <p:nvSpPr>
              <p:cNvPr id="2761" name="Google Shape;2761;p71"/>
              <p:cNvSpPr/>
              <p:nvPr/>
            </p:nvSpPr>
            <p:spPr>
              <a:xfrm>
                <a:off x="518149" y="4197063"/>
                <a:ext cx="71544" cy="111736"/>
              </a:xfrm>
              <a:custGeom>
                <a:avLst/>
                <a:gdLst/>
                <a:ahLst/>
                <a:cxnLst/>
                <a:rect l="l" t="t" r="r" b="b"/>
                <a:pathLst>
                  <a:path w="680" h="1062" extrusionOk="0">
                    <a:moveTo>
                      <a:pt x="57" y="0"/>
                    </a:moveTo>
                    <a:lnTo>
                      <a:pt x="1" y="57"/>
                    </a:lnTo>
                    <a:lnTo>
                      <a:pt x="531" y="616"/>
                    </a:lnTo>
                    <a:lnTo>
                      <a:pt x="1" y="1005"/>
                    </a:lnTo>
                    <a:lnTo>
                      <a:pt x="57" y="1061"/>
                    </a:lnTo>
                    <a:lnTo>
                      <a:pt x="680" y="651"/>
                    </a:lnTo>
                    <a:lnTo>
                      <a:pt x="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71"/>
              <p:cNvSpPr/>
              <p:nvPr/>
            </p:nvSpPr>
            <p:spPr>
              <a:xfrm>
                <a:off x="568021" y="4197063"/>
                <a:ext cx="71544" cy="111736"/>
              </a:xfrm>
              <a:custGeom>
                <a:avLst/>
                <a:gdLst/>
                <a:ahLst/>
                <a:cxnLst/>
                <a:rect l="l" t="t" r="r" b="b"/>
                <a:pathLst>
                  <a:path w="680" h="1062" extrusionOk="0">
                    <a:moveTo>
                      <a:pt x="57" y="0"/>
                    </a:moveTo>
                    <a:lnTo>
                      <a:pt x="1" y="57"/>
                    </a:lnTo>
                    <a:lnTo>
                      <a:pt x="531" y="616"/>
                    </a:lnTo>
                    <a:lnTo>
                      <a:pt x="1" y="1005"/>
                    </a:lnTo>
                    <a:lnTo>
                      <a:pt x="57" y="1061"/>
                    </a:lnTo>
                    <a:lnTo>
                      <a:pt x="680" y="651"/>
                    </a:lnTo>
                    <a:lnTo>
                      <a:pt x="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71"/>
              <p:cNvSpPr/>
              <p:nvPr/>
            </p:nvSpPr>
            <p:spPr>
              <a:xfrm>
                <a:off x="623794" y="4170864"/>
                <a:ext cx="64811" cy="187804"/>
              </a:xfrm>
              <a:custGeom>
                <a:avLst/>
                <a:gdLst/>
                <a:ahLst/>
                <a:cxnLst/>
                <a:rect l="l" t="t" r="r" b="b"/>
                <a:pathLst>
                  <a:path w="616" h="1785" extrusionOk="0">
                    <a:moveTo>
                      <a:pt x="286" y="1"/>
                    </a:moveTo>
                    <a:cubicBezTo>
                      <a:pt x="268" y="1"/>
                      <a:pt x="251" y="5"/>
                      <a:pt x="234" y="16"/>
                    </a:cubicBezTo>
                    <a:lnTo>
                      <a:pt x="262" y="101"/>
                    </a:lnTo>
                    <a:lnTo>
                      <a:pt x="354" y="101"/>
                    </a:lnTo>
                    <a:cubicBezTo>
                      <a:pt x="383" y="157"/>
                      <a:pt x="411" y="221"/>
                      <a:pt x="439" y="278"/>
                    </a:cubicBezTo>
                    <a:cubicBezTo>
                      <a:pt x="439" y="334"/>
                      <a:pt x="411" y="398"/>
                      <a:pt x="411" y="483"/>
                    </a:cubicBezTo>
                    <a:cubicBezTo>
                      <a:pt x="411" y="511"/>
                      <a:pt x="383" y="575"/>
                      <a:pt x="383" y="631"/>
                    </a:cubicBezTo>
                    <a:cubicBezTo>
                      <a:pt x="383" y="723"/>
                      <a:pt x="411" y="836"/>
                      <a:pt x="467" y="900"/>
                    </a:cubicBezTo>
                    <a:cubicBezTo>
                      <a:pt x="439" y="928"/>
                      <a:pt x="411" y="957"/>
                      <a:pt x="411" y="985"/>
                    </a:cubicBezTo>
                    <a:cubicBezTo>
                      <a:pt x="383" y="1077"/>
                      <a:pt x="383" y="1134"/>
                      <a:pt x="383" y="1190"/>
                    </a:cubicBezTo>
                    <a:lnTo>
                      <a:pt x="411" y="1218"/>
                    </a:lnTo>
                    <a:cubicBezTo>
                      <a:pt x="411" y="1367"/>
                      <a:pt x="411" y="1487"/>
                      <a:pt x="354" y="1572"/>
                    </a:cubicBezTo>
                    <a:cubicBezTo>
                      <a:pt x="308" y="1639"/>
                      <a:pt x="218" y="1687"/>
                      <a:pt x="139" y="1687"/>
                    </a:cubicBezTo>
                    <a:cubicBezTo>
                      <a:pt x="109" y="1687"/>
                      <a:pt x="81" y="1680"/>
                      <a:pt x="57" y="1664"/>
                    </a:cubicBezTo>
                    <a:lnTo>
                      <a:pt x="1" y="1721"/>
                    </a:lnTo>
                    <a:cubicBezTo>
                      <a:pt x="57" y="1749"/>
                      <a:pt x="85" y="1784"/>
                      <a:pt x="142" y="1784"/>
                    </a:cubicBezTo>
                    <a:cubicBezTo>
                      <a:pt x="234" y="1784"/>
                      <a:pt x="354" y="1721"/>
                      <a:pt x="411" y="1636"/>
                    </a:cubicBezTo>
                    <a:cubicBezTo>
                      <a:pt x="467" y="1516"/>
                      <a:pt x="496" y="1395"/>
                      <a:pt x="467" y="1218"/>
                    </a:cubicBezTo>
                    <a:lnTo>
                      <a:pt x="467" y="1190"/>
                    </a:lnTo>
                    <a:lnTo>
                      <a:pt x="467" y="1013"/>
                    </a:lnTo>
                    <a:cubicBezTo>
                      <a:pt x="496" y="985"/>
                      <a:pt x="496" y="985"/>
                      <a:pt x="531" y="957"/>
                    </a:cubicBezTo>
                    <a:lnTo>
                      <a:pt x="588" y="957"/>
                    </a:lnTo>
                    <a:lnTo>
                      <a:pt x="616" y="865"/>
                    </a:lnTo>
                    <a:lnTo>
                      <a:pt x="588" y="865"/>
                    </a:lnTo>
                    <a:cubicBezTo>
                      <a:pt x="496" y="836"/>
                      <a:pt x="467" y="723"/>
                      <a:pt x="467" y="631"/>
                    </a:cubicBezTo>
                    <a:cubicBezTo>
                      <a:pt x="467" y="575"/>
                      <a:pt x="496" y="546"/>
                      <a:pt x="496" y="483"/>
                    </a:cubicBezTo>
                    <a:cubicBezTo>
                      <a:pt x="496" y="426"/>
                      <a:pt x="531" y="334"/>
                      <a:pt x="531" y="249"/>
                    </a:cubicBezTo>
                    <a:cubicBezTo>
                      <a:pt x="496" y="193"/>
                      <a:pt x="467" y="101"/>
                      <a:pt x="383" y="44"/>
                    </a:cubicBezTo>
                    <a:cubicBezTo>
                      <a:pt x="363" y="24"/>
                      <a:pt x="32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71"/>
              <p:cNvSpPr/>
              <p:nvPr/>
            </p:nvSpPr>
            <p:spPr>
              <a:xfrm>
                <a:off x="725748" y="4178439"/>
                <a:ext cx="31353" cy="167604"/>
              </a:xfrm>
              <a:custGeom>
                <a:avLst/>
                <a:gdLst/>
                <a:ahLst/>
                <a:cxnLst/>
                <a:rect l="l" t="t" r="r" b="b"/>
                <a:pathLst>
                  <a:path w="298" h="1593" extrusionOk="0">
                    <a:moveTo>
                      <a:pt x="93" y="0"/>
                    </a:moveTo>
                    <a:lnTo>
                      <a:pt x="1" y="29"/>
                    </a:lnTo>
                    <a:cubicBezTo>
                      <a:pt x="206" y="531"/>
                      <a:pt x="206" y="1090"/>
                      <a:pt x="1" y="1564"/>
                    </a:cubicBezTo>
                    <a:lnTo>
                      <a:pt x="93" y="1592"/>
                    </a:lnTo>
                    <a:cubicBezTo>
                      <a:pt x="298" y="1090"/>
                      <a:pt x="298" y="503"/>
                      <a:pt x="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71"/>
              <p:cNvSpPr/>
              <p:nvPr/>
            </p:nvSpPr>
            <p:spPr>
              <a:xfrm>
                <a:off x="765940" y="4175493"/>
                <a:ext cx="40296" cy="195064"/>
              </a:xfrm>
              <a:custGeom>
                <a:avLst/>
                <a:gdLst/>
                <a:ahLst/>
                <a:cxnLst/>
                <a:rect l="l" t="t" r="r" b="b"/>
                <a:pathLst>
                  <a:path w="383" h="1854" extrusionOk="0">
                    <a:moveTo>
                      <a:pt x="121" y="0"/>
                    </a:moveTo>
                    <a:lnTo>
                      <a:pt x="29" y="28"/>
                    </a:lnTo>
                    <a:cubicBezTo>
                      <a:pt x="298" y="587"/>
                      <a:pt x="270" y="1266"/>
                      <a:pt x="1" y="1825"/>
                    </a:cubicBezTo>
                    <a:lnTo>
                      <a:pt x="64" y="1854"/>
                    </a:lnTo>
                    <a:cubicBezTo>
                      <a:pt x="383" y="1295"/>
                      <a:pt x="383" y="587"/>
                      <a:pt x="1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71"/>
              <p:cNvSpPr/>
              <p:nvPr/>
            </p:nvSpPr>
            <p:spPr>
              <a:xfrm>
                <a:off x="419141" y="4170864"/>
                <a:ext cx="64916" cy="187804"/>
              </a:xfrm>
              <a:custGeom>
                <a:avLst/>
                <a:gdLst/>
                <a:ahLst/>
                <a:cxnLst/>
                <a:rect l="l" t="t" r="r" b="b"/>
                <a:pathLst>
                  <a:path w="617" h="1785" extrusionOk="0">
                    <a:moveTo>
                      <a:pt x="331" y="1"/>
                    </a:moveTo>
                    <a:cubicBezTo>
                      <a:pt x="291" y="1"/>
                      <a:pt x="254" y="24"/>
                      <a:pt x="234" y="44"/>
                    </a:cubicBezTo>
                    <a:cubicBezTo>
                      <a:pt x="149" y="101"/>
                      <a:pt x="114" y="193"/>
                      <a:pt x="86" y="249"/>
                    </a:cubicBezTo>
                    <a:cubicBezTo>
                      <a:pt x="86" y="334"/>
                      <a:pt x="114" y="426"/>
                      <a:pt x="114" y="483"/>
                    </a:cubicBezTo>
                    <a:cubicBezTo>
                      <a:pt x="114" y="546"/>
                      <a:pt x="149" y="575"/>
                      <a:pt x="149" y="631"/>
                    </a:cubicBezTo>
                    <a:cubicBezTo>
                      <a:pt x="149" y="723"/>
                      <a:pt x="114" y="836"/>
                      <a:pt x="29" y="865"/>
                    </a:cubicBezTo>
                    <a:lnTo>
                      <a:pt x="1" y="865"/>
                    </a:lnTo>
                    <a:lnTo>
                      <a:pt x="29" y="957"/>
                    </a:lnTo>
                    <a:lnTo>
                      <a:pt x="86" y="957"/>
                    </a:lnTo>
                    <a:cubicBezTo>
                      <a:pt x="114" y="985"/>
                      <a:pt x="114" y="985"/>
                      <a:pt x="149" y="1013"/>
                    </a:cubicBezTo>
                    <a:lnTo>
                      <a:pt x="149" y="1190"/>
                    </a:lnTo>
                    <a:lnTo>
                      <a:pt x="114" y="1218"/>
                    </a:lnTo>
                    <a:cubicBezTo>
                      <a:pt x="114" y="1395"/>
                      <a:pt x="149" y="1516"/>
                      <a:pt x="206" y="1636"/>
                    </a:cubicBezTo>
                    <a:cubicBezTo>
                      <a:pt x="263" y="1721"/>
                      <a:pt x="383" y="1784"/>
                      <a:pt x="468" y="1784"/>
                    </a:cubicBezTo>
                    <a:cubicBezTo>
                      <a:pt x="531" y="1784"/>
                      <a:pt x="560" y="1749"/>
                      <a:pt x="616" y="1721"/>
                    </a:cubicBezTo>
                    <a:lnTo>
                      <a:pt x="560" y="1664"/>
                    </a:lnTo>
                    <a:cubicBezTo>
                      <a:pt x="534" y="1680"/>
                      <a:pt x="505" y="1687"/>
                      <a:pt x="475" y="1687"/>
                    </a:cubicBezTo>
                    <a:cubicBezTo>
                      <a:pt x="396" y="1687"/>
                      <a:pt x="309" y="1639"/>
                      <a:pt x="263" y="1572"/>
                    </a:cubicBezTo>
                    <a:cubicBezTo>
                      <a:pt x="206" y="1487"/>
                      <a:pt x="206" y="1367"/>
                      <a:pt x="206" y="1218"/>
                    </a:cubicBezTo>
                    <a:lnTo>
                      <a:pt x="234" y="1190"/>
                    </a:lnTo>
                    <a:cubicBezTo>
                      <a:pt x="234" y="1134"/>
                      <a:pt x="234" y="1077"/>
                      <a:pt x="206" y="985"/>
                    </a:cubicBezTo>
                    <a:cubicBezTo>
                      <a:pt x="206" y="957"/>
                      <a:pt x="178" y="928"/>
                      <a:pt x="149" y="900"/>
                    </a:cubicBezTo>
                    <a:cubicBezTo>
                      <a:pt x="206" y="836"/>
                      <a:pt x="234" y="723"/>
                      <a:pt x="234" y="631"/>
                    </a:cubicBezTo>
                    <a:cubicBezTo>
                      <a:pt x="234" y="575"/>
                      <a:pt x="206" y="511"/>
                      <a:pt x="206" y="483"/>
                    </a:cubicBezTo>
                    <a:cubicBezTo>
                      <a:pt x="206" y="398"/>
                      <a:pt x="178" y="334"/>
                      <a:pt x="178" y="278"/>
                    </a:cubicBezTo>
                    <a:cubicBezTo>
                      <a:pt x="206" y="221"/>
                      <a:pt x="234" y="157"/>
                      <a:pt x="263" y="101"/>
                    </a:cubicBezTo>
                    <a:lnTo>
                      <a:pt x="355" y="101"/>
                    </a:lnTo>
                    <a:lnTo>
                      <a:pt x="383" y="16"/>
                    </a:lnTo>
                    <a:cubicBezTo>
                      <a:pt x="366" y="5"/>
                      <a:pt x="348" y="1"/>
                      <a:pt x="3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71"/>
              <p:cNvSpPr/>
              <p:nvPr/>
            </p:nvSpPr>
            <p:spPr>
              <a:xfrm>
                <a:off x="350751" y="4178439"/>
                <a:ext cx="31353" cy="167604"/>
              </a:xfrm>
              <a:custGeom>
                <a:avLst/>
                <a:gdLst/>
                <a:ahLst/>
                <a:cxnLst/>
                <a:rect l="l" t="t" r="r" b="b"/>
                <a:pathLst>
                  <a:path w="298" h="1593" extrusionOk="0">
                    <a:moveTo>
                      <a:pt x="205" y="0"/>
                    </a:moveTo>
                    <a:cubicBezTo>
                      <a:pt x="0" y="503"/>
                      <a:pt x="0" y="1090"/>
                      <a:pt x="205" y="1592"/>
                    </a:cubicBezTo>
                    <a:lnTo>
                      <a:pt x="297" y="1564"/>
                    </a:lnTo>
                    <a:cubicBezTo>
                      <a:pt x="92" y="1090"/>
                      <a:pt x="92" y="531"/>
                      <a:pt x="297" y="29"/>
                    </a:cubicBezTo>
                    <a:lnTo>
                      <a:pt x="2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71"/>
              <p:cNvSpPr/>
              <p:nvPr/>
            </p:nvSpPr>
            <p:spPr>
              <a:xfrm>
                <a:off x="300879" y="4175493"/>
                <a:ext cx="41033" cy="195064"/>
              </a:xfrm>
              <a:custGeom>
                <a:avLst/>
                <a:gdLst/>
                <a:ahLst/>
                <a:cxnLst/>
                <a:rect l="l" t="t" r="r" b="b"/>
                <a:pathLst>
                  <a:path w="390" h="1854" extrusionOk="0">
                    <a:moveTo>
                      <a:pt x="269" y="0"/>
                    </a:moveTo>
                    <a:lnTo>
                      <a:pt x="269" y="0"/>
                    </a:lnTo>
                    <a:cubicBezTo>
                      <a:pt x="0" y="587"/>
                      <a:pt x="0" y="1295"/>
                      <a:pt x="325" y="1854"/>
                    </a:cubicBezTo>
                    <a:lnTo>
                      <a:pt x="389" y="1825"/>
                    </a:lnTo>
                    <a:cubicBezTo>
                      <a:pt x="120" y="1266"/>
                      <a:pt x="92" y="587"/>
                      <a:pt x="354" y="28"/>
                    </a:cubicBezTo>
                    <a:lnTo>
                      <a:pt x="2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69" name="Google Shape;2769;p71"/>
          <p:cNvGrpSpPr/>
          <p:nvPr/>
        </p:nvGrpSpPr>
        <p:grpSpPr>
          <a:xfrm>
            <a:off x="8567590" y="4153050"/>
            <a:ext cx="360758" cy="258297"/>
            <a:chOff x="4992850" y="4345375"/>
            <a:chExt cx="607336" cy="638400"/>
          </a:xfrm>
        </p:grpSpPr>
        <p:sp>
          <p:nvSpPr>
            <p:cNvPr id="2770" name="Google Shape;2770;p71"/>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71"/>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72" name="Google Shape;2772;p71"/>
          <p:cNvSpPr/>
          <p:nvPr/>
        </p:nvSpPr>
        <p:spPr>
          <a:xfrm>
            <a:off x="8323225" y="349900"/>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73" name="Google Shape;2773;p71"/>
          <p:cNvGrpSpPr/>
          <p:nvPr/>
        </p:nvGrpSpPr>
        <p:grpSpPr>
          <a:xfrm>
            <a:off x="5151797" y="479071"/>
            <a:ext cx="1511971" cy="626735"/>
            <a:chOff x="3889166" y="1636096"/>
            <a:chExt cx="633844" cy="262738"/>
          </a:xfrm>
        </p:grpSpPr>
        <p:sp>
          <p:nvSpPr>
            <p:cNvPr id="2774" name="Google Shape;2774;p71"/>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71"/>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71"/>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71"/>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78" name="Google Shape;2778;p71"/>
          <p:cNvSpPr/>
          <p:nvPr/>
        </p:nvSpPr>
        <p:spPr>
          <a:xfrm>
            <a:off x="7116875" y="63127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3">
            <a:extLst>
              <a:ext uri="{FF2B5EF4-FFF2-40B4-BE49-F238E27FC236}">
                <a16:creationId xmlns:a16="http://schemas.microsoft.com/office/drawing/2014/main" id="{5C9913FB-EDD8-3E74-FBD4-F6B687EC895F}"/>
              </a:ext>
            </a:extLst>
          </p:cNvPr>
          <p:cNvSpPr/>
          <p:nvPr/>
        </p:nvSpPr>
        <p:spPr>
          <a:xfrm>
            <a:off x="743712" y="3647305"/>
            <a:ext cx="3645871" cy="585179"/>
          </a:xfrm>
          <a:prstGeom prst="rect">
            <a:avLst/>
          </a:prstGeom>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theme/theme1.xml><?xml version="1.0" encoding="utf-8"?>
<a:theme xmlns:a="http://schemas.openxmlformats.org/drawingml/2006/main" name="Brackets Lesson for Coding and Programming by Slidesgo">
  <a:themeElements>
    <a:clrScheme name="Simple Light">
      <a:dk1>
        <a:srgbClr val="383838"/>
      </a:dk1>
      <a:lt1>
        <a:srgbClr val="F9F9F9"/>
      </a:lt1>
      <a:dk2>
        <a:srgbClr val="FFE3E3"/>
      </a:dk2>
      <a:lt2>
        <a:srgbClr val="FF807D"/>
      </a:lt2>
      <a:accent1>
        <a:srgbClr val="FF6E6B"/>
      </a:accent1>
      <a:accent2>
        <a:srgbClr val="E95856"/>
      </a:accent2>
      <a:accent3>
        <a:srgbClr val="ABC8F4"/>
      </a:accent3>
      <a:accent4>
        <a:srgbClr val="2E7DF4"/>
      </a:accent4>
      <a:accent5>
        <a:srgbClr val="0E66EB"/>
      </a:accent5>
      <a:accent6>
        <a:srgbClr val="FFFFFF"/>
      </a:accent6>
      <a:hlink>
        <a:srgbClr val="3838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581</TotalTime>
  <Words>2121</Words>
  <Application>Microsoft Office PowerPoint</Application>
  <PresentationFormat>On-screen Show (16:9)</PresentationFormat>
  <Paragraphs>255</Paragraphs>
  <Slides>50</Slides>
  <Notes>38</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50</vt:i4>
      </vt:variant>
    </vt:vector>
  </HeadingPairs>
  <TitlesOfParts>
    <vt:vector size="65" baseType="lpstr">
      <vt:lpstr>Wingdings</vt:lpstr>
      <vt:lpstr>Lato</vt:lpstr>
      <vt:lpstr>Consolas</vt:lpstr>
      <vt:lpstr>Aharoni</vt:lpstr>
      <vt:lpstr>Cascadia Code</vt:lpstr>
      <vt:lpstr>Bebas Neue</vt:lpstr>
      <vt:lpstr>Nunito Light</vt:lpstr>
      <vt:lpstr>DM Sans</vt:lpstr>
      <vt:lpstr>PT Sans</vt:lpstr>
      <vt:lpstr>Nunito</vt:lpstr>
      <vt:lpstr>Anaheim</vt:lpstr>
      <vt:lpstr>Arial</vt:lpstr>
      <vt:lpstr>Poppins</vt:lpstr>
      <vt:lpstr>Times New Roman</vt:lpstr>
      <vt:lpstr>Brackets Lesson for Coding and Programming by Slidesgo</vt:lpstr>
      <vt:lpstr>         Trees A Plantation of Algorithm in Trees</vt:lpstr>
      <vt:lpstr>Team Members</vt:lpstr>
      <vt:lpstr>Introduction</vt:lpstr>
      <vt:lpstr>What!</vt:lpstr>
      <vt:lpstr>PowerPoint Presentation</vt:lpstr>
      <vt:lpstr>PowerPoint Presentation</vt:lpstr>
      <vt:lpstr>PowerPoint Presentation</vt:lpstr>
      <vt:lpstr>PowerPoint Presentation</vt:lpstr>
      <vt:lpstr>Types of  Trees</vt:lpstr>
      <vt:lpstr>PowerPoint Presentation</vt:lpstr>
      <vt:lpstr>PowerPoint Presentation</vt:lpstr>
      <vt:lpstr>The Generic trees are the N-ary trees which have the following properties:  </vt:lpstr>
      <vt:lpstr>Generic Tree</vt:lpstr>
      <vt:lpstr>PowerPoint Presentation</vt:lpstr>
      <vt:lpstr>PowerPoint Presentation</vt:lpstr>
      <vt:lpstr>Binary Tree</vt:lpstr>
      <vt:lpstr>Binary Tree ADT</vt:lpstr>
      <vt:lpstr>Types of Binary Trees</vt:lpstr>
      <vt:lpstr>Full Binary Tree </vt:lpstr>
      <vt:lpstr>Degenerate tree </vt:lpstr>
      <vt:lpstr>Skewed Binary Tree </vt:lpstr>
      <vt:lpstr>Complete Binary Tree  </vt:lpstr>
      <vt:lpstr> Perfect Binary Tree </vt:lpstr>
      <vt:lpstr>Balanced Binary Tree </vt:lpstr>
      <vt:lpstr>PowerPoint Presentation</vt:lpstr>
      <vt:lpstr>Exponential Tree</vt:lpstr>
      <vt:lpstr>What!</vt:lpstr>
      <vt:lpstr>Create an Expression Tree</vt:lpstr>
      <vt:lpstr>Exponential Tree Growth</vt:lpstr>
      <vt:lpstr>Program for Exponential Tree</vt:lpstr>
      <vt:lpstr>PowerPoint Presentation</vt:lpstr>
      <vt:lpstr>PowerPoint Presentation</vt:lpstr>
      <vt:lpstr>06</vt:lpstr>
      <vt:lpstr>Introduction</vt:lpstr>
      <vt:lpstr>What are B &amp; B+ Trees ?</vt:lpstr>
      <vt:lpstr>Advantages of B &amp; B+ Trees</vt:lpstr>
      <vt:lpstr>Limitation of B&amp;B+ Trees</vt:lpstr>
      <vt:lpstr>Application of B &amp; B+ Trees</vt:lpstr>
      <vt:lpstr>Sequencial Tree</vt:lpstr>
      <vt:lpstr>Sequential Tree</vt:lpstr>
      <vt:lpstr>Properties of Sequential Trees</vt:lpstr>
      <vt:lpstr>Application of Sequential Trees</vt:lpstr>
      <vt:lpstr>Heap Tree</vt:lpstr>
      <vt:lpstr>DEFINITION</vt:lpstr>
      <vt:lpstr>PowerPoint Presentation</vt:lpstr>
      <vt:lpstr>TYPES OF HEAP TREE</vt:lpstr>
      <vt:lpstr>PowerPoint Presentation</vt:lpstr>
      <vt:lpstr>HEAP OPERATIONS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Organization A Game with Computer Networks</dc:title>
  <dc:creator>Jayanthan Senthilkumar</dc:creator>
  <cp:lastModifiedBy>Jayanthan Senthilkumar</cp:lastModifiedBy>
  <cp:revision>7</cp:revision>
  <cp:lastPrinted>2023-10-18T01:08:28Z</cp:lastPrinted>
  <dcterms:modified xsi:type="dcterms:W3CDTF">2023-11-09T04:45:32Z</dcterms:modified>
</cp:coreProperties>
</file>